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Masters/slideMaster1.xml" ContentType="application/vnd.openxmlformats-officedocument.presentationml.slideMaster+xml"/>
  <Override PartName="/ppt/notesSlides/notesSlide12.xml" ContentType="application/vnd.openxmlformats-officedocument.presentationml.notesSlide+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charts/style1.xml" ContentType="application/vnd.ms-office.chartstyle+xml"/>
  <Override PartName="/ppt/charts/chart1.xml" ContentType="application/vnd.openxmlformats-officedocument.drawingml.chart+xml"/>
  <Override PartName="/ppt/charts/colors1.xml" ContentType="application/vnd.ms-office.chartcolor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23"/>
  </p:notesMasterIdLst>
  <p:sldIdLst>
    <p:sldId id="256" r:id="rId2"/>
    <p:sldId id="272" r:id="rId3"/>
    <p:sldId id="259" r:id="rId4"/>
    <p:sldId id="271" r:id="rId5"/>
    <p:sldId id="263" r:id="rId6"/>
    <p:sldId id="262" r:id="rId7"/>
    <p:sldId id="279" r:id="rId8"/>
    <p:sldId id="261" r:id="rId9"/>
    <p:sldId id="257" r:id="rId10"/>
    <p:sldId id="264" r:id="rId11"/>
    <p:sldId id="275" r:id="rId12"/>
    <p:sldId id="293" r:id="rId13"/>
    <p:sldId id="294" r:id="rId14"/>
    <p:sldId id="301" r:id="rId15"/>
    <p:sldId id="297" r:id="rId16"/>
    <p:sldId id="298" r:id="rId17"/>
    <p:sldId id="268" r:id="rId18"/>
    <p:sldId id="299" r:id="rId19"/>
    <p:sldId id="267" r:id="rId20"/>
    <p:sldId id="295" r:id="rId21"/>
    <p:sldId id="276" r:id="rId22"/>
  </p:sldIdLst>
  <p:sldSz cx="9144000" cy="5143500" type="screen16x9"/>
  <p:notesSz cx="6858000" cy="9144000"/>
  <p:embeddedFontLst>
    <p:embeddedFont>
      <p:font typeface="Abel" panose="02000506030000020004" pitchFamily="2" charset="0"/>
      <p:regular r:id="rId24"/>
    </p:embeddedFont>
    <p:embeddedFont>
      <p:font typeface="Anaheim" panose="020B0604020202020204" charset="0"/>
      <p:regular r:id="rId25"/>
    </p:embeddedFont>
    <p:embeddedFont>
      <p:font typeface="Anton" pitchFamily="2" charset="0"/>
      <p:regular r:id="rId26"/>
    </p:embeddedFont>
    <p:embeddedFont>
      <p:font typeface="Josefin Slab" pitchFamily="2" charset="0"/>
      <p:regular r:id="rId27"/>
      <p:bold r:id="rId28"/>
      <p:italic r:id="rId29"/>
      <p:boldItalic r:id="rId30"/>
    </p:embeddedFont>
    <p:embeddedFont>
      <p:font typeface="Josefin Slab SemiBold" pitchFamily="2" charset="0"/>
      <p:bold r:id="rId31"/>
      <p:boldItalic r:id="rId32"/>
    </p:embeddedFont>
    <p:embeddedFont>
      <p:font typeface="Lato" panose="020F0502020204030203" pitchFamily="34" charset="0"/>
      <p:regular r:id="rId33"/>
      <p:bold r:id="rId34"/>
      <p:italic r:id="rId35"/>
      <p:boldItalic r:id="rId36"/>
    </p:embeddedFont>
    <p:embeddedFont>
      <p:font typeface="Microsoft YaHei UI" panose="020B0503020204020204" pitchFamily="34" charset="-122"/>
      <p:regular r:id="rId37"/>
      <p:bold r:id="rId38"/>
    </p:embeddedFont>
    <p:embeddedFont>
      <p:font typeface="Staatliches" pitchFamily="2" charset="0"/>
      <p:regular r:id="rId39"/>
    </p:embeddedFont>
    <p:embeddedFont>
      <p:font typeface="Unica One" panose="020B0604020202020204"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227">
          <p15:clr>
            <a:srgbClr val="9AA0A6"/>
          </p15:clr>
        </p15:guide>
        <p15:guide id="2" orient="horz" pos="2971">
          <p15:clr>
            <a:srgbClr val="9AA0A6"/>
          </p15:clr>
        </p15:guide>
        <p15:guide id="3"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FE6DA5-91DA-48FB-BC41-D892F9E6555E}" v="365" dt="2024-05-29T05:25:29.842"/>
    <p1510:client id="{25A24D89-CDB5-439F-81AA-71C432E97E0F}" v="314" dt="2024-05-29T19:10:49.453"/>
  </p1510:revLst>
</p1510:revInfo>
</file>

<file path=ppt/tableStyles.xml><?xml version="1.0" encoding="utf-8"?>
<a:tblStyleLst xmlns:a="http://schemas.openxmlformats.org/drawingml/2006/main" def="{DE800C22-54A3-419A-B784-298BD5B8E82C}">
  <a:tblStyle styleId="{DE800C22-54A3-419A-B784-298BD5B8E82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109" d="100"/>
          <a:sy n="109" d="100"/>
        </p:scale>
        <p:origin x="706" y="82"/>
      </p:cViewPr>
      <p:guideLst>
        <p:guide pos="5227"/>
        <p:guide orient="horz" pos="2971"/>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viewProps" Target="viewProps.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heme" Target="theme/theme1.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46219 Lê Hải Sơn" userId="b07ee673-6122-4980-99d9-cc7dd5bb86ef" providerId="ADAL" clId="{06FE6DA5-91DA-48FB-BC41-D892F9E6555E}"/>
    <pc:docChg chg="undo redo custSel addSld delSld modSld sldOrd modMainMaster">
      <pc:chgData name="a46219 Lê Hải Sơn" userId="b07ee673-6122-4980-99d9-cc7dd5bb86ef" providerId="ADAL" clId="{06FE6DA5-91DA-48FB-BC41-D892F9E6555E}" dt="2024-05-29T05:30:34.842" v="7574" actId="5793"/>
      <pc:docMkLst>
        <pc:docMk/>
      </pc:docMkLst>
      <pc:sldChg chg="addSp modSp mod setBg">
        <pc:chgData name="a46219 Lê Hải Sơn" userId="b07ee673-6122-4980-99d9-cc7dd5bb86ef" providerId="ADAL" clId="{06FE6DA5-91DA-48FB-BC41-D892F9E6555E}" dt="2024-05-29T05:25:19.849" v="7473"/>
        <pc:sldMkLst>
          <pc:docMk/>
          <pc:sldMk cId="0" sldId="256"/>
        </pc:sldMkLst>
        <pc:spChg chg="add mod">
          <ac:chgData name="a46219 Lê Hải Sơn" userId="b07ee673-6122-4980-99d9-cc7dd5bb86ef" providerId="ADAL" clId="{06FE6DA5-91DA-48FB-BC41-D892F9E6555E}" dt="2024-05-28T02:59:59.630" v="245" actId="120"/>
          <ac:spMkLst>
            <pc:docMk/>
            <pc:sldMk cId="0" sldId="256"/>
            <ac:spMk id="2" creationId="{B65FE5CE-5736-C64E-C369-A35EE4D3FE63}"/>
          </ac:spMkLst>
        </pc:spChg>
        <pc:spChg chg="mod">
          <ac:chgData name="a46219 Lê Hải Sơn" userId="b07ee673-6122-4980-99d9-cc7dd5bb86ef" providerId="ADAL" clId="{06FE6DA5-91DA-48FB-BC41-D892F9E6555E}" dt="2024-05-28T05:09:50.420" v="2015" actId="255"/>
          <ac:spMkLst>
            <pc:docMk/>
            <pc:sldMk cId="0" sldId="256"/>
            <ac:spMk id="165" creationId="{00000000-0000-0000-0000-000000000000}"/>
          </ac:spMkLst>
        </pc:spChg>
        <pc:spChg chg="mod">
          <ac:chgData name="a46219 Lê Hải Sơn" userId="b07ee673-6122-4980-99d9-cc7dd5bb86ef" providerId="ADAL" clId="{06FE6DA5-91DA-48FB-BC41-D892F9E6555E}" dt="2024-05-29T02:43:52.643" v="5414"/>
          <ac:spMkLst>
            <pc:docMk/>
            <pc:sldMk cId="0" sldId="256"/>
            <ac:spMk id="166" creationId="{00000000-0000-0000-0000-000000000000}"/>
          </ac:spMkLst>
        </pc:spChg>
      </pc:sldChg>
      <pc:sldChg chg="addSp delSp modSp mod ord modTransition setBg">
        <pc:chgData name="a46219 Lê Hải Sơn" userId="b07ee673-6122-4980-99d9-cc7dd5bb86ef" providerId="ADAL" clId="{06FE6DA5-91DA-48FB-BC41-D892F9E6555E}" dt="2024-05-29T05:27:25.644" v="7491" actId="14100"/>
        <pc:sldMkLst>
          <pc:docMk/>
          <pc:sldMk cId="0" sldId="257"/>
        </pc:sldMkLst>
        <pc:spChg chg="add mod">
          <ac:chgData name="a46219 Lê Hải Sơn" userId="b07ee673-6122-4980-99d9-cc7dd5bb86ef" providerId="ADAL" clId="{06FE6DA5-91DA-48FB-BC41-D892F9E6555E}" dt="2024-05-29T05:24:33.562" v="7398" actId="1076"/>
          <ac:spMkLst>
            <pc:docMk/>
            <pc:sldMk cId="0" sldId="257"/>
            <ac:spMk id="13" creationId="{B5A1BE4E-D35A-D090-216A-C8F92098D542}"/>
          </ac:spMkLst>
        </pc:spChg>
        <pc:spChg chg="mod">
          <ac:chgData name="a46219 Lê Hải Sơn" userId="b07ee673-6122-4980-99d9-cc7dd5bb86ef" providerId="ADAL" clId="{06FE6DA5-91DA-48FB-BC41-D892F9E6555E}" dt="2024-05-28T04:28:14.566" v="1995"/>
          <ac:spMkLst>
            <pc:docMk/>
            <pc:sldMk cId="0" sldId="257"/>
            <ac:spMk id="15" creationId="{767F3020-1489-A217-F453-BD50816FCF82}"/>
          </ac:spMkLst>
        </pc:spChg>
        <pc:spChg chg="mod">
          <ac:chgData name="a46219 Lê Hải Sơn" userId="b07ee673-6122-4980-99d9-cc7dd5bb86ef" providerId="ADAL" clId="{06FE6DA5-91DA-48FB-BC41-D892F9E6555E}" dt="2024-05-28T04:28:14.566" v="1995"/>
          <ac:spMkLst>
            <pc:docMk/>
            <pc:sldMk cId="0" sldId="257"/>
            <ac:spMk id="16" creationId="{5BC383B2-4D1A-1D08-F2B7-A5E0F171FA16}"/>
          </ac:spMkLst>
        </pc:spChg>
        <pc:spChg chg="mod">
          <ac:chgData name="a46219 Lê Hải Sơn" userId="b07ee673-6122-4980-99d9-cc7dd5bb86ef" providerId="ADAL" clId="{06FE6DA5-91DA-48FB-BC41-D892F9E6555E}" dt="2024-05-28T04:28:14.566" v="1995"/>
          <ac:spMkLst>
            <pc:docMk/>
            <pc:sldMk cId="0" sldId="257"/>
            <ac:spMk id="17" creationId="{E851BD0F-BBBC-DA20-07CD-F928FBE747CF}"/>
          </ac:spMkLst>
        </pc:spChg>
        <pc:spChg chg="mod">
          <ac:chgData name="a46219 Lê Hải Sơn" userId="b07ee673-6122-4980-99d9-cc7dd5bb86ef" providerId="ADAL" clId="{06FE6DA5-91DA-48FB-BC41-D892F9E6555E}" dt="2024-05-28T04:28:14.566" v="1995"/>
          <ac:spMkLst>
            <pc:docMk/>
            <pc:sldMk cId="0" sldId="257"/>
            <ac:spMk id="18" creationId="{E244848F-D989-F936-6B56-F45E92615C2D}"/>
          </ac:spMkLst>
        </pc:spChg>
        <pc:spChg chg="mod">
          <ac:chgData name="a46219 Lê Hải Sơn" userId="b07ee673-6122-4980-99d9-cc7dd5bb86ef" providerId="ADAL" clId="{06FE6DA5-91DA-48FB-BC41-D892F9E6555E}" dt="2024-05-28T04:28:14.566" v="1995"/>
          <ac:spMkLst>
            <pc:docMk/>
            <pc:sldMk cId="0" sldId="257"/>
            <ac:spMk id="19" creationId="{6BFCACFE-0D81-E907-0A5A-E647F65B17C8}"/>
          </ac:spMkLst>
        </pc:spChg>
        <pc:spChg chg="mod">
          <ac:chgData name="a46219 Lê Hải Sơn" userId="b07ee673-6122-4980-99d9-cc7dd5bb86ef" providerId="ADAL" clId="{06FE6DA5-91DA-48FB-BC41-D892F9E6555E}" dt="2024-05-28T04:28:14.566" v="1995"/>
          <ac:spMkLst>
            <pc:docMk/>
            <pc:sldMk cId="0" sldId="257"/>
            <ac:spMk id="23" creationId="{17465899-80D7-57C5-1181-0733EA3826AE}"/>
          </ac:spMkLst>
        </pc:spChg>
        <pc:spChg chg="mod">
          <ac:chgData name="a46219 Lê Hải Sơn" userId="b07ee673-6122-4980-99d9-cc7dd5bb86ef" providerId="ADAL" clId="{06FE6DA5-91DA-48FB-BC41-D892F9E6555E}" dt="2024-05-28T04:28:14.566" v="1995"/>
          <ac:spMkLst>
            <pc:docMk/>
            <pc:sldMk cId="0" sldId="257"/>
            <ac:spMk id="24" creationId="{7550F081-404B-2F64-6244-87DA16E40CAF}"/>
          </ac:spMkLst>
        </pc:spChg>
        <pc:spChg chg="mod">
          <ac:chgData name="a46219 Lê Hải Sơn" userId="b07ee673-6122-4980-99d9-cc7dd5bb86ef" providerId="ADAL" clId="{06FE6DA5-91DA-48FB-BC41-D892F9E6555E}" dt="2024-05-28T04:28:14.566" v="1995"/>
          <ac:spMkLst>
            <pc:docMk/>
            <pc:sldMk cId="0" sldId="257"/>
            <ac:spMk id="25" creationId="{B50F12A6-18FB-9985-4662-F5E724601830}"/>
          </ac:spMkLst>
        </pc:spChg>
        <pc:spChg chg="mod">
          <ac:chgData name="a46219 Lê Hải Sơn" userId="b07ee673-6122-4980-99d9-cc7dd5bb86ef" providerId="ADAL" clId="{06FE6DA5-91DA-48FB-BC41-D892F9E6555E}" dt="2024-05-28T04:28:14.566" v="1995"/>
          <ac:spMkLst>
            <pc:docMk/>
            <pc:sldMk cId="0" sldId="257"/>
            <ac:spMk id="26" creationId="{7ED889DF-D5B6-5FE4-C2FE-0A3D90C270CA}"/>
          </ac:spMkLst>
        </pc:spChg>
        <pc:spChg chg="mod">
          <ac:chgData name="a46219 Lê Hải Sơn" userId="b07ee673-6122-4980-99d9-cc7dd5bb86ef" providerId="ADAL" clId="{06FE6DA5-91DA-48FB-BC41-D892F9E6555E}" dt="2024-05-28T04:28:14.566" v="1995"/>
          <ac:spMkLst>
            <pc:docMk/>
            <pc:sldMk cId="0" sldId="257"/>
            <ac:spMk id="27" creationId="{3261760A-A41F-A31A-719F-EAF49F06817B}"/>
          </ac:spMkLst>
        </pc:spChg>
        <pc:spChg chg="mod">
          <ac:chgData name="a46219 Lê Hải Sơn" userId="b07ee673-6122-4980-99d9-cc7dd5bb86ef" providerId="ADAL" clId="{06FE6DA5-91DA-48FB-BC41-D892F9E6555E}" dt="2024-05-28T04:28:14.566" v="1995"/>
          <ac:spMkLst>
            <pc:docMk/>
            <pc:sldMk cId="0" sldId="257"/>
            <ac:spMk id="28" creationId="{819357A9-2030-3DD8-71DB-C6DDF288B27B}"/>
          </ac:spMkLst>
        </pc:spChg>
        <pc:spChg chg="mod">
          <ac:chgData name="a46219 Lê Hải Sơn" userId="b07ee673-6122-4980-99d9-cc7dd5bb86ef" providerId="ADAL" clId="{06FE6DA5-91DA-48FB-BC41-D892F9E6555E}" dt="2024-05-28T04:28:14.566" v="1995"/>
          <ac:spMkLst>
            <pc:docMk/>
            <pc:sldMk cId="0" sldId="257"/>
            <ac:spMk id="29" creationId="{51179C34-C528-21A1-BAC7-86436CFAA9FA}"/>
          </ac:spMkLst>
        </pc:spChg>
        <pc:spChg chg="mod">
          <ac:chgData name="a46219 Lê Hải Sơn" userId="b07ee673-6122-4980-99d9-cc7dd5bb86ef" providerId="ADAL" clId="{06FE6DA5-91DA-48FB-BC41-D892F9E6555E}" dt="2024-05-28T04:28:14.566" v="1995"/>
          <ac:spMkLst>
            <pc:docMk/>
            <pc:sldMk cId="0" sldId="257"/>
            <ac:spMk id="31" creationId="{98677B5F-594D-1143-6332-B685B06AC646}"/>
          </ac:spMkLst>
        </pc:spChg>
        <pc:spChg chg="mod">
          <ac:chgData name="a46219 Lê Hải Sơn" userId="b07ee673-6122-4980-99d9-cc7dd5bb86ef" providerId="ADAL" clId="{06FE6DA5-91DA-48FB-BC41-D892F9E6555E}" dt="2024-05-28T04:28:14.566" v="1995"/>
          <ac:spMkLst>
            <pc:docMk/>
            <pc:sldMk cId="0" sldId="257"/>
            <ac:spMk id="32" creationId="{54C01BAA-5D40-8B82-D81C-303CB60A3C84}"/>
          </ac:spMkLst>
        </pc:spChg>
        <pc:spChg chg="mod">
          <ac:chgData name="a46219 Lê Hải Sơn" userId="b07ee673-6122-4980-99d9-cc7dd5bb86ef" providerId="ADAL" clId="{06FE6DA5-91DA-48FB-BC41-D892F9E6555E}" dt="2024-05-28T04:28:14.566" v="1995"/>
          <ac:spMkLst>
            <pc:docMk/>
            <pc:sldMk cId="0" sldId="257"/>
            <ac:spMk id="33" creationId="{C46DA4D2-72CF-092C-43FB-F0E49B96A43E}"/>
          </ac:spMkLst>
        </pc:spChg>
        <pc:spChg chg="add mod">
          <ac:chgData name="a46219 Lê Hải Sơn" userId="b07ee673-6122-4980-99d9-cc7dd5bb86ef" providerId="ADAL" clId="{06FE6DA5-91DA-48FB-BC41-D892F9E6555E}" dt="2024-05-28T04:28:32.033" v="2002" actId="1076"/>
          <ac:spMkLst>
            <pc:docMk/>
            <pc:sldMk cId="0" sldId="257"/>
            <ac:spMk id="34" creationId="{0788850E-B698-9AF1-43B8-5A50A3EF0DA4}"/>
          </ac:spMkLst>
        </pc:spChg>
        <pc:spChg chg="add mod">
          <ac:chgData name="a46219 Lê Hải Sơn" userId="b07ee673-6122-4980-99d9-cc7dd5bb86ef" providerId="ADAL" clId="{06FE6DA5-91DA-48FB-BC41-D892F9E6555E}" dt="2024-05-28T04:28:32.033" v="2002" actId="1076"/>
          <ac:spMkLst>
            <pc:docMk/>
            <pc:sldMk cId="0" sldId="257"/>
            <ac:spMk id="35" creationId="{08605A06-350A-CB9B-1DFF-1DB2A747BD08}"/>
          </ac:spMkLst>
        </pc:spChg>
        <pc:spChg chg="add mod">
          <ac:chgData name="a46219 Lê Hải Sơn" userId="b07ee673-6122-4980-99d9-cc7dd5bb86ef" providerId="ADAL" clId="{06FE6DA5-91DA-48FB-BC41-D892F9E6555E}" dt="2024-05-28T04:28:32.033" v="2002" actId="1076"/>
          <ac:spMkLst>
            <pc:docMk/>
            <pc:sldMk cId="0" sldId="257"/>
            <ac:spMk id="36" creationId="{F5FCA3D4-1403-D0D8-54B4-C5CDD409C877}"/>
          </ac:spMkLst>
        </pc:spChg>
        <pc:spChg chg="add mod">
          <ac:chgData name="a46219 Lê Hải Sơn" userId="b07ee673-6122-4980-99d9-cc7dd5bb86ef" providerId="ADAL" clId="{06FE6DA5-91DA-48FB-BC41-D892F9E6555E}" dt="2024-05-28T04:28:32.033" v="2002" actId="1076"/>
          <ac:spMkLst>
            <pc:docMk/>
            <pc:sldMk cId="0" sldId="257"/>
            <ac:spMk id="37" creationId="{6134F78D-8E0F-4B72-C33A-C2FF4CF1AECD}"/>
          </ac:spMkLst>
        </pc:spChg>
        <pc:spChg chg="mod">
          <ac:chgData name="a46219 Lê Hải Sơn" userId="b07ee673-6122-4980-99d9-cc7dd5bb86ef" providerId="ADAL" clId="{06FE6DA5-91DA-48FB-BC41-D892F9E6555E}" dt="2024-05-28T04:28:14.566" v="1995"/>
          <ac:spMkLst>
            <pc:docMk/>
            <pc:sldMk cId="0" sldId="257"/>
            <ac:spMk id="39" creationId="{47D66817-457E-F472-FB2D-4FE9818C7705}"/>
          </ac:spMkLst>
        </pc:spChg>
        <pc:spChg chg="mod">
          <ac:chgData name="a46219 Lê Hải Sơn" userId="b07ee673-6122-4980-99d9-cc7dd5bb86ef" providerId="ADAL" clId="{06FE6DA5-91DA-48FB-BC41-D892F9E6555E}" dt="2024-05-28T04:28:14.566" v="1995"/>
          <ac:spMkLst>
            <pc:docMk/>
            <pc:sldMk cId="0" sldId="257"/>
            <ac:spMk id="40" creationId="{798D7BC8-8D21-6A40-8841-7F865AD09E49}"/>
          </ac:spMkLst>
        </pc:spChg>
        <pc:spChg chg="mod">
          <ac:chgData name="a46219 Lê Hải Sơn" userId="b07ee673-6122-4980-99d9-cc7dd5bb86ef" providerId="ADAL" clId="{06FE6DA5-91DA-48FB-BC41-D892F9E6555E}" dt="2024-05-28T04:28:14.566" v="1995"/>
          <ac:spMkLst>
            <pc:docMk/>
            <pc:sldMk cId="0" sldId="257"/>
            <ac:spMk id="42" creationId="{3A5A3080-315D-EEC5-CAB7-CBFB06C9FD42}"/>
          </ac:spMkLst>
        </pc:spChg>
        <pc:spChg chg="mod">
          <ac:chgData name="a46219 Lê Hải Sơn" userId="b07ee673-6122-4980-99d9-cc7dd5bb86ef" providerId="ADAL" clId="{06FE6DA5-91DA-48FB-BC41-D892F9E6555E}" dt="2024-05-28T04:28:14.566" v="1995"/>
          <ac:spMkLst>
            <pc:docMk/>
            <pc:sldMk cId="0" sldId="257"/>
            <ac:spMk id="44" creationId="{22AE00EC-125D-3822-D33B-491F533481C5}"/>
          </ac:spMkLst>
        </pc:spChg>
        <pc:spChg chg="mod">
          <ac:chgData name="a46219 Lê Hải Sơn" userId="b07ee673-6122-4980-99d9-cc7dd5bb86ef" providerId="ADAL" clId="{06FE6DA5-91DA-48FB-BC41-D892F9E6555E}" dt="2024-05-28T04:28:14.566" v="1995"/>
          <ac:spMkLst>
            <pc:docMk/>
            <pc:sldMk cId="0" sldId="257"/>
            <ac:spMk id="45" creationId="{06C617CE-C056-D91D-A574-ABD995452FB5}"/>
          </ac:spMkLst>
        </pc:spChg>
        <pc:spChg chg="mod">
          <ac:chgData name="a46219 Lê Hải Sơn" userId="b07ee673-6122-4980-99d9-cc7dd5bb86ef" providerId="ADAL" clId="{06FE6DA5-91DA-48FB-BC41-D892F9E6555E}" dt="2024-05-28T04:28:14.566" v="1995"/>
          <ac:spMkLst>
            <pc:docMk/>
            <pc:sldMk cId="0" sldId="257"/>
            <ac:spMk id="46" creationId="{9CE088AD-C4C6-30C2-5CFF-3F82B64E9E67}"/>
          </ac:spMkLst>
        </pc:spChg>
        <pc:spChg chg="mod">
          <ac:chgData name="a46219 Lê Hải Sơn" userId="b07ee673-6122-4980-99d9-cc7dd5bb86ef" providerId="ADAL" clId="{06FE6DA5-91DA-48FB-BC41-D892F9E6555E}" dt="2024-05-28T04:28:14.566" v="1995"/>
          <ac:spMkLst>
            <pc:docMk/>
            <pc:sldMk cId="0" sldId="257"/>
            <ac:spMk id="47" creationId="{664A4F55-B50B-AD36-CDA1-C3EB7890BD61}"/>
          </ac:spMkLst>
        </pc:spChg>
        <pc:spChg chg="mod">
          <ac:chgData name="a46219 Lê Hải Sơn" userId="b07ee673-6122-4980-99d9-cc7dd5bb86ef" providerId="ADAL" clId="{06FE6DA5-91DA-48FB-BC41-D892F9E6555E}" dt="2024-05-28T04:28:14.566" v="1995"/>
          <ac:spMkLst>
            <pc:docMk/>
            <pc:sldMk cId="0" sldId="257"/>
            <ac:spMk id="48" creationId="{AD3B7ADD-556B-2141-749F-DF6E27177EA6}"/>
          </ac:spMkLst>
        </pc:spChg>
        <pc:spChg chg="mod">
          <ac:chgData name="a46219 Lê Hải Sơn" userId="b07ee673-6122-4980-99d9-cc7dd5bb86ef" providerId="ADAL" clId="{06FE6DA5-91DA-48FB-BC41-D892F9E6555E}" dt="2024-05-28T04:28:14.566" v="1995"/>
          <ac:spMkLst>
            <pc:docMk/>
            <pc:sldMk cId="0" sldId="257"/>
            <ac:spMk id="49" creationId="{95A2A678-70B6-5517-0E77-DBA3756DBD90}"/>
          </ac:spMkLst>
        </pc:spChg>
        <pc:spChg chg="mod">
          <ac:chgData name="a46219 Lê Hải Sơn" userId="b07ee673-6122-4980-99d9-cc7dd5bb86ef" providerId="ADAL" clId="{06FE6DA5-91DA-48FB-BC41-D892F9E6555E}" dt="2024-05-28T04:28:14.566" v="1995"/>
          <ac:spMkLst>
            <pc:docMk/>
            <pc:sldMk cId="0" sldId="257"/>
            <ac:spMk id="50" creationId="{F1BEE6AA-0FE6-4ED6-6D50-04646B859231}"/>
          </ac:spMkLst>
        </pc:spChg>
        <pc:spChg chg="mod">
          <ac:chgData name="a46219 Lê Hải Sơn" userId="b07ee673-6122-4980-99d9-cc7dd5bb86ef" providerId="ADAL" clId="{06FE6DA5-91DA-48FB-BC41-D892F9E6555E}" dt="2024-05-28T04:28:14.566" v="1995"/>
          <ac:spMkLst>
            <pc:docMk/>
            <pc:sldMk cId="0" sldId="257"/>
            <ac:spMk id="51" creationId="{F8BC0D73-423C-C69D-C5F3-A18DBB676921}"/>
          </ac:spMkLst>
        </pc:spChg>
        <pc:spChg chg="mod">
          <ac:chgData name="a46219 Lê Hải Sơn" userId="b07ee673-6122-4980-99d9-cc7dd5bb86ef" providerId="ADAL" clId="{06FE6DA5-91DA-48FB-BC41-D892F9E6555E}" dt="2024-05-28T04:28:14.566" v="1995"/>
          <ac:spMkLst>
            <pc:docMk/>
            <pc:sldMk cId="0" sldId="257"/>
            <ac:spMk id="52" creationId="{13CF031D-BFC7-EDD8-BDDA-A802421BCCE5}"/>
          </ac:spMkLst>
        </pc:spChg>
        <pc:spChg chg="mod">
          <ac:chgData name="a46219 Lê Hải Sơn" userId="b07ee673-6122-4980-99d9-cc7dd5bb86ef" providerId="ADAL" clId="{06FE6DA5-91DA-48FB-BC41-D892F9E6555E}" dt="2024-05-28T04:28:14.566" v="1995"/>
          <ac:spMkLst>
            <pc:docMk/>
            <pc:sldMk cId="0" sldId="257"/>
            <ac:spMk id="53" creationId="{BA1D13BA-C6B6-6383-BAD1-A9A6603070B6}"/>
          </ac:spMkLst>
        </pc:spChg>
        <pc:spChg chg="mod">
          <ac:chgData name="a46219 Lê Hải Sơn" userId="b07ee673-6122-4980-99d9-cc7dd5bb86ef" providerId="ADAL" clId="{06FE6DA5-91DA-48FB-BC41-D892F9E6555E}" dt="2024-05-28T04:28:14.566" v="1995"/>
          <ac:spMkLst>
            <pc:docMk/>
            <pc:sldMk cId="0" sldId="257"/>
            <ac:spMk id="54" creationId="{34AEDDAA-1443-C7C9-98D9-C3ACE404D70E}"/>
          </ac:spMkLst>
        </pc:spChg>
        <pc:spChg chg="mod">
          <ac:chgData name="a46219 Lê Hải Sơn" userId="b07ee673-6122-4980-99d9-cc7dd5bb86ef" providerId="ADAL" clId="{06FE6DA5-91DA-48FB-BC41-D892F9E6555E}" dt="2024-05-28T04:28:14.566" v="1995"/>
          <ac:spMkLst>
            <pc:docMk/>
            <pc:sldMk cId="0" sldId="257"/>
            <ac:spMk id="55" creationId="{959A2CFF-C309-4010-98EE-4D155BF84841}"/>
          </ac:spMkLst>
        </pc:spChg>
        <pc:spChg chg="mod">
          <ac:chgData name="a46219 Lê Hải Sơn" userId="b07ee673-6122-4980-99d9-cc7dd5bb86ef" providerId="ADAL" clId="{06FE6DA5-91DA-48FB-BC41-D892F9E6555E}" dt="2024-05-28T04:28:14.566" v="1995"/>
          <ac:spMkLst>
            <pc:docMk/>
            <pc:sldMk cId="0" sldId="257"/>
            <ac:spMk id="56" creationId="{5265DFA9-B35C-4960-9666-4558484E60C0}"/>
          </ac:spMkLst>
        </pc:spChg>
        <pc:spChg chg="mod">
          <ac:chgData name="a46219 Lê Hải Sơn" userId="b07ee673-6122-4980-99d9-cc7dd5bb86ef" providerId="ADAL" clId="{06FE6DA5-91DA-48FB-BC41-D892F9E6555E}" dt="2024-05-28T04:28:14.566" v="1995"/>
          <ac:spMkLst>
            <pc:docMk/>
            <pc:sldMk cId="0" sldId="257"/>
            <ac:spMk id="57" creationId="{487BAD3C-2FFA-A286-3D3B-40F91F8D7689}"/>
          </ac:spMkLst>
        </pc:spChg>
        <pc:spChg chg="mod">
          <ac:chgData name="a46219 Lê Hải Sơn" userId="b07ee673-6122-4980-99d9-cc7dd5bb86ef" providerId="ADAL" clId="{06FE6DA5-91DA-48FB-BC41-D892F9E6555E}" dt="2024-05-28T04:28:14.566" v="1995"/>
          <ac:spMkLst>
            <pc:docMk/>
            <pc:sldMk cId="0" sldId="257"/>
            <ac:spMk id="59" creationId="{07EA4B5E-1D81-2737-02B1-8DDE4BC1BD48}"/>
          </ac:spMkLst>
        </pc:spChg>
        <pc:spChg chg="mod">
          <ac:chgData name="a46219 Lê Hải Sơn" userId="b07ee673-6122-4980-99d9-cc7dd5bb86ef" providerId="ADAL" clId="{06FE6DA5-91DA-48FB-BC41-D892F9E6555E}" dt="2024-05-28T04:28:14.566" v="1995"/>
          <ac:spMkLst>
            <pc:docMk/>
            <pc:sldMk cId="0" sldId="257"/>
            <ac:spMk id="60" creationId="{F56F9785-55FD-00A0-A45B-6CEC1CF4031E}"/>
          </ac:spMkLst>
        </pc:spChg>
        <pc:spChg chg="mod">
          <ac:chgData name="a46219 Lê Hải Sơn" userId="b07ee673-6122-4980-99d9-cc7dd5bb86ef" providerId="ADAL" clId="{06FE6DA5-91DA-48FB-BC41-D892F9E6555E}" dt="2024-05-28T04:28:14.566" v="1995"/>
          <ac:spMkLst>
            <pc:docMk/>
            <pc:sldMk cId="0" sldId="257"/>
            <ac:spMk id="61" creationId="{AE0AD6A5-DECB-0C28-9DAF-EE7F25C30643}"/>
          </ac:spMkLst>
        </pc:spChg>
        <pc:spChg chg="mod">
          <ac:chgData name="a46219 Lê Hải Sơn" userId="b07ee673-6122-4980-99d9-cc7dd5bb86ef" providerId="ADAL" clId="{06FE6DA5-91DA-48FB-BC41-D892F9E6555E}" dt="2024-05-28T04:28:14.566" v="1995"/>
          <ac:spMkLst>
            <pc:docMk/>
            <pc:sldMk cId="0" sldId="257"/>
            <ac:spMk id="62" creationId="{C4ECA8DF-BAEC-17D3-D7FC-C7103882BA3C}"/>
          </ac:spMkLst>
        </pc:spChg>
        <pc:spChg chg="mod">
          <ac:chgData name="a46219 Lê Hải Sơn" userId="b07ee673-6122-4980-99d9-cc7dd5bb86ef" providerId="ADAL" clId="{06FE6DA5-91DA-48FB-BC41-D892F9E6555E}" dt="2024-05-28T04:28:14.566" v="1995"/>
          <ac:spMkLst>
            <pc:docMk/>
            <pc:sldMk cId="0" sldId="257"/>
            <ac:spMk id="63" creationId="{3931F4AA-9F72-75FD-81B4-5811ED9C1B71}"/>
          </ac:spMkLst>
        </pc:spChg>
        <pc:spChg chg="mod">
          <ac:chgData name="a46219 Lê Hải Sơn" userId="b07ee673-6122-4980-99d9-cc7dd5bb86ef" providerId="ADAL" clId="{06FE6DA5-91DA-48FB-BC41-D892F9E6555E}" dt="2024-05-28T04:28:14.566" v="1995"/>
          <ac:spMkLst>
            <pc:docMk/>
            <pc:sldMk cId="0" sldId="257"/>
            <ac:spMk id="384" creationId="{96105447-D815-162D-003B-ED6B92E2E4BA}"/>
          </ac:spMkLst>
        </pc:spChg>
        <pc:spChg chg="mod">
          <ac:chgData name="a46219 Lê Hải Sơn" userId="b07ee673-6122-4980-99d9-cc7dd5bb86ef" providerId="ADAL" clId="{06FE6DA5-91DA-48FB-BC41-D892F9E6555E}" dt="2024-05-28T04:28:14.566" v="1995"/>
          <ac:spMkLst>
            <pc:docMk/>
            <pc:sldMk cId="0" sldId="257"/>
            <ac:spMk id="385" creationId="{C517BF86-9A73-43CD-C03D-02FF215AC709}"/>
          </ac:spMkLst>
        </pc:spChg>
        <pc:spChg chg="mod">
          <ac:chgData name="a46219 Lê Hải Sơn" userId="b07ee673-6122-4980-99d9-cc7dd5bb86ef" providerId="ADAL" clId="{06FE6DA5-91DA-48FB-BC41-D892F9E6555E}" dt="2024-05-28T04:28:14.566" v="1995"/>
          <ac:spMkLst>
            <pc:docMk/>
            <pc:sldMk cId="0" sldId="257"/>
            <ac:spMk id="386" creationId="{2940CA17-B9BF-8336-509C-21230E3DCFAC}"/>
          </ac:spMkLst>
        </pc:spChg>
        <pc:spChg chg="mod">
          <ac:chgData name="a46219 Lê Hải Sơn" userId="b07ee673-6122-4980-99d9-cc7dd5bb86ef" providerId="ADAL" clId="{06FE6DA5-91DA-48FB-BC41-D892F9E6555E}" dt="2024-05-28T04:28:14.566" v="1995"/>
          <ac:spMkLst>
            <pc:docMk/>
            <pc:sldMk cId="0" sldId="257"/>
            <ac:spMk id="387" creationId="{158AD164-8BC1-28AA-7D3B-90BA4DC682CD}"/>
          </ac:spMkLst>
        </pc:spChg>
        <pc:spChg chg="mod">
          <ac:chgData name="a46219 Lê Hải Sơn" userId="b07ee673-6122-4980-99d9-cc7dd5bb86ef" providerId="ADAL" clId="{06FE6DA5-91DA-48FB-BC41-D892F9E6555E}" dt="2024-05-28T04:28:14.566" v="1995"/>
          <ac:spMkLst>
            <pc:docMk/>
            <pc:sldMk cId="0" sldId="257"/>
            <ac:spMk id="388" creationId="{DFD8B6E6-FCFD-5647-0830-833AABF4DBCC}"/>
          </ac:spMkLst>
        </pc:spChg>
        <pc:spChg chg="mod">
          <ac:chgData name="a46219 Lê Hải Sơn" userId="b07ee673-6122-4980-99d9-cc7dd5bb86ef" providerId="ADAL" clId="{06FE6DA5-91DA-48FB-BC41-D892F9E6555E}" dt="2024-05-28T04:28:14.566" v="1995"/>
          <ac:spMkLst>
            <pc:docMk/>
            <pc:sldMk cId="0" sldId="257"/>
            <ac:spMk id="389" creationId="{85148B33-1EAA-983E-04EB-3623265CCD69}"/>
          </ac:spMkLst>
        </pc:spChg>
        <pc:spChg chg="mod">
          <ac:chgData name="a46219 Lê Hải Sơn" userId="b07ee673-6122-4980-99d9-cc7dd5bb86ef" providerId="ADAL" clId="{06FE6DA5-91DA-48FB-BC41-D892F9E6555E}" dt="2024-05-28T04:28:14.566" v="1995"/>
          <ac:spMkLst>
            <pc:docMk/>
            <pc:sldMk cId="0" sldId="257"/>
            <ac:spMk id="390" creationId="{F70863C5-244B-F681-F6DD-F2A1969EBA04}"/>
          </ac:spMkLst>
        </pc:spChg>
        <pc:spChg chg="mod">
          <ac:chgData name="a46219 Lê Hải Sơn" userId="b07ee673-6122-4980-99d9-cc7dd5bb86ef" providerId="ADAL" clId="{06FE6DA5-91DA-48FB-BC41-D892F9E6555E}" dt="2024-05-28T04:28:14.566" v="1995"/>
          <ac:spMkLst>
            <pc:docMk/>
            <pc:sldMk cId="0" sldId="257"/>
            <ac:spMk id="391" creationId="{5BB8BDB0-E54E-D664-B1D4-A97C910568BA}"/>
          </ac:spMkLst>
        </pc:spChg>
        <pc:spChg chg="mod">
          <ac:chgData name="a46219 Lê Hải Sơn" userId="b07ee673-6122-4980-99d9-cc7dd5bb86ef" providerId="ADAL" clId="{06FE6DA5-91DA-48FB-BC41-D892F9E6555E}" dt="2024-05-28T04:28:14.566" v="1995"/>
          <ac:spMkLst>
            <pc:docMk/>
            <pc:sldMk cId="0" sldId="257"/>
            <ac:spMk id="392" creationId="{4E2C8C48-E655-54D4-CF6E-631F5ECD6C62}"/>
          </ac:spMkLst>
        </pc:spChg>
        <pc:spChg chg="mod">
          <ac:chgData name="a46219 Lê Hải Sơn" userId="b07ee673-6122-4980-99d9-cc7dd5bb86ef" providerId="ADAL" clId="{06FE6DA5-91DA-48FB-BC41-D892F9E6555E}" dt="2024-05-28T04:28:14.566" v="1995"/>
          <ac:spMkLst>
            <pc:docMk/>
            <pc:sldMk cId="0" sldId="257"/>
            <ac:spMk id="393" creationId="{B496B14C-4FB9-6291-AF81-16E5C52B7F01}"/>
          </ac:spMkLst>
        </pc:spChg>
        <pc:spChg chg="mod">
          <ac:chgData name="a46219 Lê Hải Sơn" userId="b07ee673-6122-4980-99d9-cc7dd5bb86ef" providerId="ADAL" clId="{06FE6DA5-91DA-48FB-BC41-D892F9E6555E}" dt="2024-05-28T04:28:14.566" v="1995"/>
          <ac:spMkLst>
            <pc:docMk/>
            <pc:sldMk cId="0" sldId="257"/>
            <ac:spMk id="394" creationId="{26EA5ADD-5D69-39C5-7AB2-8DC31C00F0C0}"/>
          </ac:spMkLst>
        </pc:spChg>
        <pc:spChg chg="mod">
          <ac:chgData name="a46219 Lê Hải Sơn" userId="b07ee673-6122-4980-99d9-cc7dd5bb86ef" providerId="ADAL" clId="{06FE6DA5-91DA-48FB-BC41-D892F9E6555E}" dt="2024-05-28T04:28:14.566" v="1995"/>
          <ac:spMkLst>
            <pc:docMk/>
            <pc:sldMk cId="0" sldId="257"/>
            <ac:spMk id="395" creationId="{D522FBB9-08F0-0EE6-2931-D0D13243C583}"/>
          </ac:spMkLst>
        </pc:spChg>
        <pc:spChg chg="mod">
          <ac:chgData name="a46219 Lê Hải Sơn" userId="b07ee673-6122-4980-99d9-cc7dd5bb86ef" providerId="ADAL" clId="{06FE6DA5-91DA-48FB-BC41-D892F9E6555E}" dt="2024-05-28T04:28:14.566" v="1995"/>
          <ac:spMkLst>
            <pc:docMk/>
            <pc:sldMk cId="0" sldId="257"/>
            <ac:spMk id="396" creationId="{F62FBF1D-CA00-C89F-8C96-722D1C794C67}"/>
          </ac:spMkLst>
        </pc:spChg>
        <pc:spChg chg="mod">
          <ac:chgData name="a46219 Lê Hải Sơn" userId="b07ee673-6122-4980-99d9-cc7dd5bb86ef" providerId="ADAL" clId="{06FE6DA5-91DA-48FB-BC41-D892F9E6555E}" dt="2024-05-28T04:28:14.566" v="1995"/>
          <ac:spMkLst>
            <pc:docMk/>
            <pc:sldMk cId="0" sldId="257"/>
            <ac:spMk id="397" creationId="{F79AE17F-1383-8CD3-F66F-454D81B9EFFE}"/>
          </ac:spMkLst>
        </pc:spChg>
        <pc:spChg chg="mod">
          <ac:chgData name="a46219 Lê Hải Sơn" userId="b07ee673-6122-4980-99d9-cc7dd5bb86ef" providerId="ADAL" clId="{06FE6DA5-91DA-48FB-BC41-D892F9E6555E}" dt="2024-05-28T04:28:14.566" v="1995"/>
          <ac:spMkLst>
            <pc:docMk/>
            <pc:sldMk cId="0" sldId="257"/>
            <ac:spMk id="398" creationId="{979A4467-AAD1-2430-64CA-1419F0375CC9}"/>
          </ac:spMkLst>
        </pc:spChg>
        <pc:spChg chg="mod">
          <ac:chgData name="a46219 Lê Hải Sơn" userId="b07ee673-6122-4980-99d9-cc7dd5bb86ef" providerId="ADAL" clId="{06FE6DA5-91DA-48FB-BC41-D892F9E6555E}" dt="2024-05-28T04:28:14.566" v="1995"/>
          <ac:spMkLst>
            <pc:docMk/>
            <pc:sldMk cId="0" sldId="257"/>
            <ac:spMk id="399" creationId="{23FF8094-1050-6A56-4219-1DE341C4F8FA}"/>
          </ac:spMkLst>
        </pc:spChg>
        <pc:spChg chg="mod">
          <ac:chgData name="a46219 Lê Hải Sơn" userId="b07ee673-6122-4980-99d9-cc7dd5bb86ef" providerId="ADAL" clId="{06FE6DA5-91DA-48FB-BC41-D892F9E6555E}" dt="2024-05-28T04:28:14.566" v="1995"/>
          <ac:spMkLst>
            <pc:docMk/>
            <pc:sldMk cId="0" sldId="257"/>
            <ac:spMk id="400" creationId="{DEAB90E1-AEAF-B8CC-89DE-01066CC7AAB7}"/>
          </ac:spMkLst>
        </pc:spChg>
        <pc:spChg chg="mod">
          <ac:chgData name="a46219 Lê Hải Sơn" userId="b07ee673-6122-4980-99d9-cc7dd5bb86ef" providerId="ADAL" clId="{06FE6DA5-91DA-48FB-BC41-D892F9E6555E}" dt="2024-05-28T04:28:14.566" v="1995"/>
          <ac:spMkLst>
            <pc:docMk/>
            <pc:sldMk cId="0" sldId="257"/>
            <ac:spMk id="401" creationId="{700F5102-1972-FFCC-6B73-2330CC430AC4}"/>
          </ac:spMkLst>
        </pc:spChg>
        <pc:spChg chg="mod">
          <ac:chgData name="a46219 Lê Hải Sơn" userId="b07ee673-6122-4980-99d9-cc7dd5bb86ef" providerId="ADAL" clId="{06FE6DA5-91DA-48FB-BC41-D892F9E6555E}" dt="2024-05-28T04:28:14.566" v="1995"/>
          <ac:spMkLst>
            <pc:docMk/>
            <pc:sldMk cId="0" sldId="257"/>
            <ac:spMk id="402" creationId="{2BB71C10-AD5F-0139-AC02-8C12C26A2104}"/>
          </ac:spMkLst>
        </pc:spChg>
        <pc:spChg chg="mod">
          <ac:chgData name="a46219 Lê Hải Sơn" userId="b07ee673-6122-4980-99d9-cc7dd5bb86ef" providerId="ADAL" clId="{06FE6DA5-91DA-48FB-BC41-D892F9E6555E}" dt="2024-05-28T04:28:14.566" v="1995"/>
          <ac:spMkLst>
            <pc:docMk/>
            <pc:sldMk cId="0" sldId="257"/>
            <ac:spMk id="403" creationId="{F6C1B6A6-93BF-AAAD-FCAE-2086D6DC90C1}"/>
          </ac:spMkLst>
        </pc:spChg>
        <pc:spChg chg="mod">
          <ac:chgData name="a46219 Lê Hải Sơn" userId="b07ee673-6122-4980-99d9-cc7dd5bb86ef" providerId="ADAL" clId="{06FE6DA5-91DA-48FB-BC41-D892F9E6555E}" dt="2024-05-28T04:28:14.566" v="1995"/>
          <ac:spMkLst>
            <pc:docMk/>
            <pc:sldMk cId="0" sldId="257"/>
            <ac:spMk id="404" creationId="{D99A101A-0131-DB75-659A-367ECE0BADB4}"/>
          </ac:spMkLst>
        </pc:spChg>
        <pc:spChg chg="mod">
          <ac:chgData name="a46219 Lê Hải Sơn" userId="b07ee673-6122-4980-99d9-cc7dd5bb86ef" providerId="ADAL" clId="{06FE6DA5-91DA-48FB-BC41-D892F9E6555E}" dt="2024-05-28T04:28:14.566" v="1995"/>
          <ac:spMkLst>
            <pc:docMk/>
            <pc:sldMk cId="0" sldId="257"/>
            <ac:spMk id="405" creationId="{E79C5208-6351-348F-B400-D515D9684E10}"/>
          </ac:spMkLst>
        </pc:spChg>
        <pc:spChg chg="mod">
          <ac:chgData name="a46219 Lê Hải Sơn" userId="b07ee673-6122-4980-99d9-cc7dd5bb86ef" providerId="ADAL" clId="{06FE6DA5-91DA-48FB-BC41-D892F9E6555E}" dt="2024-05-28T04:28:14.566" v="1995"/>
          <ac:spMkLst>
            <pc:docMk/>
            <pc:sldMk cId="0" sldId="257"/>
            <ac:spMk id="406" creationId="{D23AE6FC-078A-8721-FF76-0B3634A218F5}"/>
          </ac:spMkLst>
        </pc:spChg>
        <pc:spChg chg="mod">
          <ac:chgData name="a46219 Lê Hải Sơn" userId="b07ee673-6122-4980-99d9-cc7dd5bb86ef" providerId="ADAL" clId="{06FE6DA5-91DA-48FB-BC41-D892F9E6555E}" dt="2024-05-28T04:28:14.566" v="1995"/>
          <ac:spMkLst>
            <pc:docMk/>
            <pc:sldMk cId="0" sldId="257"/>
            <ac:spMk id="408" creationId="{611D0C48-CC08-5DA7-535D-2E9418173307}"/>
          </ac:spMkLst>
        </pc:spChg>
        <pc:spChg chg="mod">
          <ac:chgData name="a46219 Lê Hải Sơn" userId="b07ee673-6122-4980-99d9-cc7dd5bb86ef" providerId="ADAL" clId="{06FE6DA5-91DA-48FB-BC41-D892F9E6555E}" dt="2024-05-28T04:28:14.566" v="1995"/>
          <ac:spMkLst>
            <pc:docMk/>
            <pc:sldMk cId="0" sldId="257"/>
            <ac:spMk id="409" creationId="{4D30A2CC-603D-895F-1918-BBE38AB5712C}"/>
          </ac:spMkLst>
        </pc:spChg>
        <pc:spChg chg="mod">
          <ac:chgData name="a46219 Lê Hải Sơn" userId="b07ee673-6122-4980-99d9-cc7dd5bb86ef" providerId="ADAL" clId="{06FE6DA5-91DA-48FB-BC41-D892F9E6555E}" dt="2024-05-28T04:28:14.566" v="1995"/>
          <ac:spMkLst>
            <pc:docMk/>
            <pc:sldMk cId="0" sldId="257"/>
            <ac:spMk id="410" creationId="{1B9527F9-1839-24EE-88DB-203A0B85FAAB}"/>
          </ac:spMkLst>
        </pc:spChg>
        <pc:spChg chg="mod">
          <ac:chgData name="a46219 Lê Hải Sơn" userId="b07ee673-6122-4980-99d9-cc7dd5bb86ef" providerId="ADAL" clId="{06FE6DA5-91DA-48FB-BC41-D892F9E6555E}" dt="2024-05-28T04:28:14.566" v="1995"/>
          <ac:spMkLst>
            <pc:docMk/>
            <pc:sldMk cId="0" sldId="257"/>
            <ac:spMk id="411" creationId="{4D54137C-DD69-19DA-8B2C-7889E2FA3E1B}"/>
          </ac:spMkLst>
        </pc:spChg>
        <pc:spChg chg="mod">
          <ac:chgData name="a46219 Lê Hải Sơn" userId="b07ee673-6122-4980-99d9-cc7dd5bb86ef" providerId="ADAL" clId="{06FE6DA5-91DA-48FB-BC41-D892F9E6555E}" dt="2024-05-28T04:28:14.566" v="1995"/>
          <ac:spMkLst>
            <pc:docMk/>
            <pc:sldMk cId="0" sldId="257"/>
            <ac:spMk id="412" creationId="{42936466-6208-88D6-3882-1ED23D3906C9}"/>
          </ac:spMkLst>
        </pc:spChg>
        <pc:spChg chg="mod">
          <ac:chgData name="a46219 Lê Hải Sơn" userId="b07ee673-6122-4980-99d9-cc7dd5bb86ef" providerId="ADAL" clId="{06FE6DA5-91DA-48FB-BC41-D892F9E6555E}" dt="2024-05-28T04:28:14.566" v="1995"/>
          <ac:spMkLst>
            <pc:docMk/>
            <pc:sldMk cId="0" sldId="257"/>
            <ac:spMk id="413" creationId="{B3726BE7-7B91-A534-4E9B-0FBD04B8ACF7}"/>
          </ac:spMkLst>
        </pc:spChg>
        <pc:spChg chg="mod">
          <ac:chgData name="a46219 Lê Hải Sơn" userId="b07ee673-6122-4980-99d9-cc7dd5bb86ef" providerId="ADAL" clId="{06FE6DA5-91DA-48FB-BC41-D892F9E6555E}" dt="2024-05-28T04:28:14.566" v="1995"/>
          <ac:spMkLst>
            <pc:docMk/>
            <pc:sldMk cId="0" sldId="257"/>
            <ac:spMk id="414" creationId="{11B7998A-0744-E38B-06AB-E3ACB0D39D09}"/>
          </ac:spMkLst>
        </pc:spChg>
        <pc:spChg chg="mod">
          <ac:chgData name="a46219 Lê Hải Sơn" userId="b07ee673-6122-4980-99d9-cc7dd5bb86ef" providerId="ADAL" clId="{06FE6DA5-91DA-48FB-BC41-D892F9E6555E}" dt="2024-05-28T04:28:14.566" v="1995"/>
          <ac:spMkLst>
            <pc:docMk/>
            <pc:sldMk cId="0" sldId="257"/>
            <ac:spMk id="415" creationId="{7126B695-0CBC-FF24-A004-8EE1D4860C9B}"/>
          </ac:spMkLst>
        </pc:spChg>
        <pc:spChg chg="mod">
          <ac:chgData name="a46219 Lê Hải Sơn" userId="b07ee673-6122-4980-99d9-cc7dd5bb86ef" providerId="ADAL" clId="{06FE6DA5-91DA-48FB-BC41-D892F9E6555E}" dt="2024-05-28T04:28:14.566" v="1995"/>
          <ac:spMkLst>
            <pc:docMk/>
            <pc:sldMk cId="0" sldId="257"/>
            <ac:spMk id="416" creationId="{B1A7E37E-F4BF-ADAD-333B-ED0A948549DC}"/>
          </ac:spMkLst>
        </pc:spChg>
        <pc:spChg chg="mod">
          <ac:chgData name="a46219 Lê Hải Sơn" userId="b07ee673-6122-4980-99d9-cc7dd5bb86ef" providerId="ADAL" clId="{06FE6DA5-91DA-48FB-BC41-D892F9E6555E}" dt="2024-05-28T04:28:14.566" v="1995"/>
          <ac:spMkLst>
            <pc:docMk/>
            <pc:sldMk cId="0" sldId="257"/>
            <ac:spMk id="417" creationId="{1F9A7166-3694-EF89-930E-A484F34FD30A}"/>
          </ac:spMkLst>
        </pc:spChg>
        <pc:spChg chg="mod">
          <ac:chgData name="a46219 Lê Hải Sơn" userId="b07ee673-6122-4980-99d9-cc7dd5bb86ef" providerId="ADAL" clId="{06FE6DA5-91DA-48FB-BC41-D892F9E6555E}" dt="2024-05-28T04:28:14.566" v="1995"/>
          <ac:spMkLst>
            <pc:docMk/>
            <pc:sldMk cId="0" sldId="257"/>
            <ac:spMk id="418" creationId="{5D585DC9-8A5F-4F05-F4E4-A9BA9A58FBAE}"/>
          </ac:spMkLst>
        </pc:spChg>
        <pc:spChg chg="mod">
          <ac:chgData name="a46219 Lê Hải Sơn" userId="b07ee673-6122-4980-99d9-cc7dd5bb86ef" providerId="ADAL" clId="{06FE6DA5-91DA-48FB-BC41-D892F9E6555E}" dt="2024-05-28T04:28:14.566" v="1995"/>
          <ac:spMkLst>
            <pc:docMk/>
            <pc:sldMk cId="0" sldId="257"/>
            <ac:spMk id="419" creationId="{3637057C-DA1E-4DCA-ECED-3AB63F66C2CB}"/>
          </ac:spMkLst>
        </pc:spChg>
        <pc:spChg chg="mod">
          <ac:chgData name="a46219 Lê Hải Sơn" userId="b07ee673-6122-4980-99d9-cc7dd5bb86ef" providerId="ADAL" clId="{06FE6DA5-91DA-48FB-BC41-D892F9E6555E}" dt="2024-05-28T04:28:14.566" v="1995"/>
          <ac:spMkLst>
            <pc:docMk/>
            <pc:sldMk cId="0" sldId="257"/>
            <ac:spMk id="420" creationId="{CA833D6A-22CC-F9F1-725E-40AC9C69FC8A}"/>
          </ac:spMkLst>
        </pc:spChg>
        <pc:spChg chg="mod">
          <ac:chgData name="a46219 Lê Hải Sơn" userId="b07ee673-6122-4980-99d9-cc7dd5bb86ef" providerId="ADAL" clId="{06FE6DA5-91DA-48FB-BC41-D892F9E6555E}" dt="2024-05-28T04:15:21.158" v="1892" actId="20577"/>
          <ac:spMkLst>
            <pc:docMk/>
            <pc:sldMk cId="0" sldId="257"/>
            <ac:spMk id="421" creationId="{00000000-0000-0000-0000-000000000000}"/>
          </ac:spMkLst>
        </pc:spChg>
        <pc:spChg chg="mod">
          <ac:chgData name="a46219 Lê Hải Sơn" userId="b07ee673-6122-4980-99d9-cc7dd5bb86ef" providerId="ADAL" clId="{06FE6DA5-91DA-48FB-BC41-D892F9E6555E}" dt="2024-05-29T05:17:43.512" v="7324"/>
          <ac:spMkLst>
            <pc:docMk/>
            <pc:sldMk cId="0" sldId="257"/>
            <ac:spMk id="422" creationId="{00000000-0000-0000-0000-000000000000}"/>
          </ac:spMkLst>
        </pc:spChg>
        <pc:spChg chg="mod">
          <ac:chgData name="a46219 Lê Hải Sơn" userId="b07ee673-6122-4980-99d9-cc7dd5bb86ef" providerId="ADAL" clId="{06FE6DA5-91DA-48FB-BC41-D892F9E6555E}" dt="2024-05-28T04:28:14.566" v="1995"/>
          <ac:spMkLst>
            <pc:docMk/>
            <pc:sldMk cId="0" sldId="257"/>
            <ac:spMk id="423" creationId="{F3806671-F3FF-A854-CE7F-2E22B403F529}"/>
          </ac:spMkLst>
        </pc:spChg>
        <pc:spChg chg="mod">
          <ac:chgData name="a46219 Lê Hải Sơn" userId="b07ee673-6122-4980-99d9-cc7dd5bb86ef" providerId="ADAL" clId="{06FE6DA5-91DA-48FB-BC41-D892F9E6555E}" dt="2024-05-28T04:28:14.566" v="1995"/>
          <ac:spMkLst>
            <pc:docMk/>
            <pc:sldMk cId="0" sldId="257"/>
            <ac:spMk id="424" creationId="{BCA2E444-B13A-5783-F2FB-153B985394AE}"/>
          </ac:spMkLst>
        </pc:spChg>
        <pc:spChg chg="mod">
          <ac:chgData name="a46219 Lê Hải Sơn" userId="b07ee673-6122-4980-99d9-cc7dd5bb86ef" providerId="ADAL" clId="{06FE6DA5-91DA-48FB-BC41-D892F9E6555E}" dt="2024-05-28T04:28:14.566" v="1995"/>
          <ac:spMkLst>
            <pc:docMk/>
            <pc:sldMk cId="0" sldId="257"/>
            <ac:spMk id="425" creationId="{25A649A3-44E3-1AB0-BDD8-BFFA802296F7}"/>
          </ac:spMkLst>
        </pc:spChg>
        <pc:spChg chg="mod">
          <ac:chgData name="a46219 Lê Hải Sơn" userId="b07ee673-6122-4980-99d9-cc7dd5bb86ef" providerId="ADAL" clId="{06FE6DA5-91DA-48FB-BC41-D892F9E6555E}" dt="2024-05-28T04:28:14.566" v="1995"/>
          <ac:spMkLst>
            <pc:docMk/>
            <pc:sldMk cId="0" sldId="257"/>
            <ac:spMk id="426" creationId="{AB3B06A6-66A3-5671-9E1D-52ACD2973805}"/>
          </ac:spMkLst>
        </pc:spChg>
        <pc:spChg chg="mod">
          <ac:chgData name="a46219 Lê Hải Sơn" userId="b07ee673-6122-4980-99d9-cc7dd5bb86ef" providerId="ADAL" clId="{06FE6DA5-91DA-48FB-BC41-D892F9E6555E}" dt="2024-05-28T04:28:14.566" v="1995"/>
          <ac:spMkLst>
            <pc:docMk/>
            <pc:sldMk cId="0" sldId="257"/>
            <ac:spMk id="427" creationId="{4324FC48-CB67-E411-6B5F-B21BD5690EC5}"/>
          </ac:spMkLst>
        </pc:spChg>
        <pc:spChg chg="mod">
          <ac:chgData name="a46219 Lê Hải Sơn" userId="b07ee673-6122-4980-99d9-cc7dd5bb86ef" providerId="ADAL" clId="{06FE6DA5-91DA-48FB-BC41-D892F9E6555E}" dt="2024-05-28T04:28:14.566" v="1995"/>
          <ac:spMkLst>
            <pc:docMk/>
            <pc:sldMk cId="0" sldId="257"/>
            <ac:spMk id="428" creationId="{128292C4-4534-392D-2253-E241E9610187}"/>
          </ac:spMkLst>
        </pc:spChg>
        <pc:spChg chg="mod">
          <ac:chgData name="a46219 Lê Hải Sơn" userId="b07ee673-6122-4980-99d9-cc7dd5bb86ef" providerId="ADAL" clId="{06FE6DA5-91DA-48FB-BC41-D892F9E6555E}" dt="2024-05-28T04:28:14.566" v="1995"/>
          <ac:spMkLst>
            <pc:docMk/>
            <pc:sldMk cId="0" sldId="257"/>
            <ac:spMk id="429" creationId="{25A5532D-7B88-D606-6430-5D3AFBF03D50}"/>
          </ac:spMkLst>
        </pc:spChg>
        <pc:spChg chg="mod">
          <ac:chgData name="a46219 Lê Hải Sơn" userId="b07ee673-6122-4980-99d9-cc7dd5bb86ef" providerId="ADAL" clId="{06FE6DA5-91DA-48FB-BC41-D892F9E6555E}" dt="2024-05-28T04:28:14.566" v="1995"/>
          <ac:spMkLst>
            <pc:docMk/>
            <pc:sldMk cId="0" sldId="257"/>
            <ac:spMk id="430" creationId="{3E44FB78-27FB-28FB-2D01-4B23F480D07E}"/>
          </ac:spMkLst>
        </pc:spChg>
        <pc:spChg chg="mod">
          <ac:chgData name="a46219 Lê Hải Sơn" userId="b07ee673-6122-4980-99d9-cc7dd5bb86ef" providerId="ADAL" clId="{06FE6DA5-91DA-48FB-BC41-D892F9E6555E}" dt="2024-05-28T04:28:14.566" v="1995"/>
          <ac:spMkLst>
            <pc:docMk/>
            <pc:sldMk cId="0" sldId="257"/>
            <ac:spMk id="431" creationId="{EF9DDE17-4808-7876-86B0-C9966FA49508}"/>
          </ac:spMkLst>
        </pc:spChg>
        <pc:spChg chg="add del">
          <ac:chgData name="a46219 Lê Hải Sơn" userId="b07ee673-6122-4980-99d9-cc7dd5bb86ef" providerId="ADAL" clId="{06FE6DA5-91DA-48FB-BC41-D892F9E6555E}" dt="2024-05-29T05:26:13.316" v="7482" actId="22"/>
          <ac:spMkLst>
            <pc:docMk/>
            <pc:sldMk cId="0" sldId="257"/>
            <ac:spMk id="435" creationId="{592FFF7D-05F5-E42C-CD8D-A4F905DB9B71}"/>
          </ac:spMkLst>
        </pc:spChg>
        <pc:spChg chg="add mod">
          <ac:chgData name="a46219 Lê Hải Sơn" userId="b07ee673-6122-4980-99d9-cc7dd5bb86ef" providerId="ADAL" clId="{06FE6DA5-91DA-48FB-BC41-D892F9E6555E}" dt="2024-05-29T05:27:22.796" v="7490" actId="1076"/>
          <ac:spMkLst>
            <pc:docMk/>
            <pc:sldMk cId="0" sldId="257"/>
            <ac:spMk id="436" creationId="{7C3BF0AB-0146-91B4-29B9-9C5C5C32E593}"/>
          </ac:spMkLst>
        </pc:spChg>
        <pc:spChg chg="add mod">
          <ac:chgData name="a46219 Lê Hải Sơn" userId="b07ee673-6122-4980-99d9-cc7dd5bb86ef" providerId="ADAL" clId="{06FE6DA5-91DA-48FB-BC41-D892F9E6555E}" dt="2024-05-29T05:27:25.644" v="7491" actId="14100"/>
          <ac:spMkLst>
            <pc:docMk/>
            <pc:sldMk cId="0" sldId="257"/>
            <ac:spMk id="437" creationId="{B1218D85-E82E-5E7B-57CE-A83FE737BA79}"/>
          </ac:spMkLst>
        </pc:spChg>
        <pc:spChg chg="add mod">
          <ac:chgData name="a46219 Lê Hải Sơn" userId="b07ee673-6122-4980-99d9-cc7dd5bb86ef" providerId="ADAL" clId="{06FE6DA5-91DA-48FB-BC41-D892F9E6555E}" dt="2024-05-29T05:26:57.824" v="7486" actId="1076"/>
          <ac:spMkLst>
            <pc:docMk/>
            <pc:sldMk cId="0" sldId="257"/>
            <ac:spMk id="438" creationId="{CF1114A8-84CD-83C5-2ED1-6D1C18BCAA31}"/>
          </ac:spMkLst>
        </pc:spChg>
        <pc:spChg chg="add mod">
          <ac:chgData name="a46219 Lê Hải Sơn" userId="b07ee673-6122-4980-99d9-cc7dd5bb86ef" providerId="ADAL" clId="{06FE6DA5-91DA-48FB-BC41-D892F9E6555E}" dt="2024-05-29T05:27:02.693" v="7487" actId="1076"/>
          <ac:spMkLst>
            <pc:docMk/>
            <pc:sldMk cId="0" sldId="257"/>
            <ac:spMk id="439" creationId="{D77D61DF-13DC-C1D3-40CC-88EEA1BD978F}"/>
          </ac:spMkLst>
        </pc:spChg>
        <pc:grpChg chg="add mod">
          <ac:chgData name="a46219 Lê Hải Sơn" userId="b07ee673-6122-4980-99d9-cc7dd5bb86ef" providerId="ADAL" clId="{06FE6DA5-91DA-48FB-BC41-D892F9E6555E}" dt="2024-05-28T04:28:32.033" v="2002" actId="1076"/>
          <ac:grpSpMkLst>
            <pc:docMk/>
            <pc:sldMk cId="0" sldId="257"/>
            <ac:grpSpMk id="14" creationId="{3B81397C-EB95-B59F-4746-01E54B6051AF}"/>
          </ac:grpSpMkLst>
        </pc:grpChg>
        <pc:grpChg chg="add mod">
          <ac:chgData name="a46219 Lê Hải Sơn" userId="b07ee673-6122-4980-99d9-cc7dd5bb86ef" providerId="ADAL" clId="{06FE6DA5-91DA-48FB-BC41-D892F9E6555E}" dt="2024-05-28T04:28:32.033" v="2002" actId="1076"/>
          <ac:grpSpMkLst>
            <pc:docMk/>
            <pc:sldMk cId="0" sldId="257"/>
            <ac:grpSpMk id="20" creationId="{F45BDAF7-DF5D-72A2-7BBA-E7F6E140AB7D}"/>
          </ac:grpSpMkLst>
        </pc:grpChg>
        <pc:grpChg chg="mod">
          <ac:chgData name="a46219 Lê Hải Sơn" userId="b07ee673-6122-4980-99d9-cc7dd5bb86ef" providerId="ADAL" clId="{06FE6DA5-91DA-48FB-BC41-D892F9E6555E}" dt="2024-05-28T04:28:14.566" v="1995"/>
          <ac:grpSpMkLst>
            <pc:docMk/>
            <pc:sldMk cId="0" sldId="257"/>
            <ac:grpSpMk id="21" creationId="{D80BC14B-C64B-FB01-2EDF-D3963CFA0A1A}"/>
          </ac:grpSpMkLst>
        </pc:grpChg>
        <pc:grpChg chg="mod">
          <ac:chgData name="a46219 Lê Hải Sơn" userId="b07ee673-6122-4980-99d9-cc7dd5bb86ef" providerId="ADAL" clId="{06FE6DA5-91DA-48FB-BC41-D892F9E6555E}" dt="2024-05-28T04:28:14.566" v="1995"/>
          <ac:grpSpMkLst>
            <pc:docMk/>
            <pc:sldMk cId="0" sldId="257"/>
            <ac:grpSpMk id="22" creationId="{7FDE5F00-A5EB-1B30-2589-A7596853311C}"/>
          </ac:grpSpMkLst>
        </pc:grpChg>
        <pc:grpChg chg="add mod">
          <ac:chgData name="a46219 Lê Hải Sơn" userId="b07ee673-6122-4980-99d9-cc7dd5bb86ef" providerId="ADAL" clId="{06FE6DA5-91DA-48FB-BC41-D892F9E6555E}" dt="2024-05-29T05:11:53.739" v="7197" actId="1076"/>
          <ac:grpSpMkLst>
            <pc:docMk/>
            <pc:sldMk cId="0" sldId="257"/>
            <ac:grpSpMk id="30" creationId="{98877BC0-8199-3803-10DF-DC52C11766D4}"/>
          </ac:grpSpMkLst>
        </pc:grpChg>
        <pc:grpChg chg="add mod">
          <ac:chgData name="a46219 Lê Hải Sơn" userId="b07ee673-6122-4980-99d9-cc7dd5bb86ef" providerId="ADAL" clId="{06FE6DA5-91DA-48FB-BC41-D892F9E6555E}" dt="2024-05-28T04:28:32.033" v="2002" actId="1076"/>
          <ac:grpSpMkLst>
            <pc:docMk/>
            <pc:sldMk cId="0" sldId="257"/>
            <ac:grpSpMk id="38" creationId="{9EC98EF5-CEFC-3551-9289-A878DF1956AA}"/>
          </ac:grpSpMkLst>
        </pc:grpChg>
        <pc:grpChg chg="mod">
          <ac:chgData name="a46219 Lê Hải Sơn" userId="b07ee673-6122-4980-99d9-cc7dd5bb86ef" providerId="ADAL" clId="{06FE6DA5-91DA-48FB-BC41-D892F9E6555E}" dt="2024-05-28T04:28:14.566" v="1995"/>
          <ac:grpSpMkLst>
            <pc:docMk/>
            <pc:sldMk cId="0" sldId="257"/>
            <ac:grpSpMk id="41" creationId="{DB084557-C4EC-D661-7E6A-E334718D6A6E}"/>
          </ac:grpSpMkLst>
        </pc:grpChg>
        <pc:grpChg chg="mod">
          <ac:chgData name="a46219 Lê Hải Sơn" userId="b07ee673-6122-4980-99d9-cc7dd5bb86ef" providerId="ADAL" clId="{06FE6DA5-91DA-48FB-BC41-D892F9E6555E}" dt="2024-05-28T04:28:14.566" v="1995"/>
          <ac:grpSpMkLst>
            <pc:docMk/>
            <pc:sldMk cId="0" sldId="257"/>
            <ac:grpSpMk id="43" creationId="{5AC228EA-0F7A-1B41-3C1B-F62E46C3C738}"/>
          </ac:grpSpMkLst>
        </pc:grpChg>
        <pc:grpChg chg="add mod">
          <ac:chgData name="a46219 Lê Hải Sơn" userId="b07ee673-6122-4980-99d9-cc7dd5bb86ef" providerId="ADAL" clId="{06FE6DA5-91DA-48FB-BC41-D892F9E6555E}" dt="2024-05-28T04:28:32.033" v="2002" actId="1076"/>
          <ac:grpSpMkLst>
            <pc:docMk/>
            <pc:sldMk cId="0" sldId="257"/>
            <ac:grpSpMk id="58" creationId="{8F2BDB06-9565-14B2-BF16-D9E2C0CF9B25}"/>
          </ac:grpSpMkLst>
        </pc:grpChg>
        <pc:grpChg chg="mod">
          <ac:chgData name="a46219 Lê Hải Sơn" userId="b07ee673-6122-4980-99d9-cc7dd5bb86ef" providerId="ADAL" clId="{06FE6DA5-91DA-48FB-BC41-D892F9E6555E}" dt="2024-05-28T04:28:14.566" v="1995"/>
          <ac:grpSpMkLst>
            <pc:docMk/>
            <pc:sldMk cId="0" sldId="257"/>
            <ac:grpSpMk id="407" creationId="{A9925BA2-AB68-BCA4-53D8-DBDE445F745E}"/>
          </ac:grpSpMkLst>
        </pc:grpChg>
        <pc:graphicFrameChg chg="add mod">
          <ac:chgData name="a46219 Lê Hải Sơn" userId="b07ee673-6122-4980-99d9-cc7dd5bb86ef" providerId="ADAL" clId="{06FE6DA5-91DA-48FB-BC41-D892F9E6555E}" dt="2024-05-29T05:19:25.255" v="7349" actId="1076"/>
          <ac:graphicFrameMkLst>
            <pc:docMk/>
            <pc:sldMk cId="0" sldId="257"/>
            <ac:graphicFrameMk id="4" creationId="{2425379E-1435-6CA2-00A2-4AD4C50C49D3}"/>
          </ac:graphicFrameMkLst>
        </pc:graphicFrameChg>
        <pc:graphicFrameChg chg="add mod">
          <ac:chgData name="a46219 Lê Hải Sơn" userId="b07ee673-6122-4980-99d9-cc7dd5bb86ef" providerId="ADAL" clId="{06FE6DA5-91DA-48FB-BC41-D892F9E6555E}" dt="2024-05-28T04:13:51.316" v="1795" actId="14100"/>
          <ac:graphicFrameMkLst>
            <pc:docMk/>
            <pc:sldMk cId="0" sldId="257"/>
            <ac:graphicFrameMk id="5" creationId="{2C8869CB-27A6-DB82-6F5D-7CB031023B06}"/>
          </ac:graphicFrameMkLst>
        </pc:graphicFrameChg>
        <pc:graphicFrameChg chg="add del">
          <ac:chgData name="a46219 Lê Hải Sơn" userId="b07ee673-6122-4980-99d9-cc7dd5bb86ef" providerId="ADAL" clId="{06FE6DA5-91DA-48FB-BC41-D892F9E6555E}" dt="2024-05-28T04:14:10.691" v="1797"/>
          <ac:graphicFrameMkLst>
            <pc:docMk/>
            <pc:sldMk cId="0" sldId="257"/>
            <ac:graphicFrameMk id="6" creationId="{D61EB766-4C16-8418-8845-2B15E36BE3D2}"/>
          </ac:graphicFrameMkLst>
        </pc:graphicFrameChg>
        <pc:graphicFrameChg chg="add del mod">
          <ac:chgData name="a46219 Lê Hải Sơn" userId="b07ee673-6122-4980-99d9-cc7dd5bb86ef" providerId="ADAL" clId="{06FE6DA5-91DA-48FB-BC41-D892F9E6555E}" dt="2024-05-29T05:20:06.139" v="7358" actId="478"/>
          <ac:graphicFrameMkLst>
            <pc:docMk/>
            <pc:sldMk cId="0" sldId="257"/>
            <ac:graphicFrameMk id="7" creationId="{8ADA38A8-92D8-6C87-8244-435BE95FE7AD}"/>
          </ac:graphicFrameMkLst>
        </pc:graphicFrameChg>
        <pc:graphicFrameChg chg="add del mod">
          <ac:chgData name="a46219 Lê Hải Sơn" userId="b07ee673-6122-4980-99d9-cc7dd5bb86ef" providerId="ADAL" clId="{06FE6DA5-91DA-48FB-BC41-D892F9E6555E}" dt="2024-05-28T04:19:50.633" v="1920" actId="478"/>
          <ac:graphicFrameMkLst>
            <pc:docMk/>
            <pc:sldMk cId="0" sldId="257"/>
            <ac:graphicFrameMk id="9" creationId="{6CDECE66-7669-AE91-9034-65E4E3ADC940}"/>
          </ac:graphicFrameMkLst>
        </pc:graphicFrameChg>
        <pc:graphicFrameChg chg="add mod">
          <ac:chgData name="a46219 Lê Hải Sơn" userId="b07ee673-6122-4980-99d9-cc7dd5bb86ef" providerId="ADAL" clId="{06FE6DA5-91DA-48FB-BC41-D892F9E6555E}" dt="2024-05-29T05:22:13.099" v="7378"/>
          <ac:graphicFrameMkLst>
            <pc:docMk/>
            <pc:sldMk cId="0" sldId="257"/>
            <ac:graphicFrameMk id="10" creationId="{B0E35FC2-718A-0103-5CDC-D67890686ADE}"/>
          </ac:graphicFrameMkLst>
        </pc:graphicFrameChg>
        <pc:graphicFrameChg chg="add del mod">
          <ac:chgData name="a46219 Lê Hải Sơn" userId="b07ee673-6122-4980-99d9-cc7dd5bb86ef" providerId="ADAL" clId="{06FE6DA5-91DA-48FB-BC41-D892F9E6555E}" dt="2024-05-29T05:17:34.892" v="7319" actId="478"/>
          <ac:graphicFrameMkLst>
            <pc:docMk/>
            <pc:sldMk cId="0" sldId="257"/>
            <ac:graphicFrameMk id="12" creationId="{B563FD79-0C72-CC99-9966-35644D36BD0D}"/>
          </ac:graphicFrameMkLst>
        </pc:graphicFrameChg>
        <pc:graphicFrameChg chg="add del mod">
          <ac:chgData name="a46219 Lê Hải Sơn" userId="b07ee673-6122-4980-99d9-cc7dd5bb86ef" providerId="ADAL" clId="{06FE6DA5-91DA-48FB-BC41-D892F9E6555E}" dt="2024-05-29T05:25:58.386" v="7480" actId="478"/>
          <ac:graphicFrameMkLst>
            <pc:docMk/>
            <pc:sldMk cId="0" sldId="257"/>
            <ac:graphicFrameMk id="433" creationId="{5C52477E-2EE1-FAE1-BE73-5E17658C4650}"/>
          </ac:graphicFrameMkLst>
        </pc:graphicFrameChg>
      </pc:sldChg>
      <pc:sldChg chg="modSp mod setBg">
        <pc:chgData name="a46219 Lê Hải Sơn" userId="b07ee673-6122-4980-99d9-cc7dd5bb86ef" providerId="ADAL" clId="{06FE6DA5-91DA-48FB-BC41-D892F9E6555E}" dt="2024-05-29T05:25:19.849" v="7473"/>
        <pc:sldMkLst>
          <pc:docMk/>
          <pc:sldMk cId="0" sldId="258"/>
        </pc:sldMkLst>
        <pc:grpChg chg="mod">
          <ac:chgData name="a46219 Lê Hải Sơn" userId="b07ee673-6122-4980-99d9-cc7dd5bb86ef" providerId="ADAL" clId="{06FE6DA5-91DA-48FB-BC41-D892F9E6555E}" dt="2024-05-28T17:11:25.920" v="3291" actId="1076"/>
          <ac:grpSpMkLst>
            <pc:docMk/>
            <pc:sldMk cId="0" sldId="258"/>
            <ac:grpSpMk id="439" creationId="{00000000-0000-0000-0000-000000000000}"/>
          </ac:grpSpMkLst>
        </pc:grpChg>
      </pc:sldChg>
      <pc:sldChg chg="modSp mod ord setBg">
        <pc:chgData name="a46219 Lê Hải Sơn" userId="b07ee673-6122-4980-99d9-cc7dd5bb86ef" providerId="ADAL" clId="{06FE6DA5-91DA-48FB-BC41-D892F9E6555E}" dt="2024-05-29T05:25:19.849" v="7473"/>
        <pc:sldMkLst>
          <pc:docMk/>
          <pc:sldMk cId="0" sldId="259"/>
        </pc:sldMkLst>
        <pc:spChg chg="mod">
          <ac:chgData name="a46219 Lê Hải Sơn" userId="b07ee673-6122-4980-99d9-cc7dd5bb86ef" providerId="ADAL" clId="{06FE6DA5-91DA-48FB-BC41-D892F9E6555E}" dt="2024-05-28T04:08:03.993" v="1665"/>
          <ac:spMkLst>
            <pc:docMk/>
            <pc:sldMk cId="0" sldId="259"/>
            <ac:spMk id="515" creationId="{00000000-0000-0000-0000-000000000000}"/>
          </ac:spMkLst>
        </pc:spChg>
        <pc:spChg chg="mod">
          <ac:chgData name="a46219 Lê Hải Sơn" userId="b07ee673-6122-4980-99d9-cc7dd5bb86ef" providerId="ADAL" clId="{06FE6DA5-91DA-48FB-BC41-D892F9E6555E}" dt="2024-05-28T15:06:23.198" v="2723" actId="20577"/>
          <ac:spMkLst>
            <pc:docMk/>
            <pc:sldMk cId="0" sldId="259"/>
            <ac:spMk id="516" creationId="{00000000-0000-0000-0000-000000000000}"/>
          </ac:spMkLst>
        </pc:spChg>
        <pc:grpChg chg="mod">
          <ac:chgData name="a46219 Lê Hải Sơn" userId="b07ee673-6122-4980-99d9-cc7dd5bb86ef" providerId="ADAL" clId="{06FE6DA5-91DA-48FB-BC41-D892F9E6555E}" dt="2024-05-28T04:07:27.597" v="1655" actId="1076"/>
          <ac:grpSpMkLst>
            <pc:docMk/>
            <pc:sldMk cId="0" sldId="259"/>
            <ac:grpSpMk id="538" creationId="{00000000-0000-0000-0000-000000000000}"/>
          </ac:grpSpMkLst>
        </pc:grpChg>
      </pc:sldChg>
      <pc:sldChg chg="setBg modNotes">
        <pc:chgData name="a46219 Lê Hải Sơn" userId="b07ee673-6122-4980-99d9-cc7dd5bb86ef" providerId="ADAL" clId="{06FE6DA5-91DA-48FB-BC41-D892F9E6555E}" dt="2024-05-29T05:25:19.849" v="7473"/>
        <pc:sldMkLst>
          <pc:docMk/>
          <pc:sldMk cId="0" sldId="260"/>
        </pc:sldMkLst>
      </pc:sldChg>
      <pc:sldChg chg="addSp delSp modSp mod ord setBg modNotes">
        <pc:chgData name="a46219 Lê Hải Sơn" userId="b07ee673-6122-4980-99d9-cc7dd5bb86ef" providerId="ADAL" clId="{06FE6DA5-91DA-48FB-BC41-D892F9E6555E}" dt="2024-05-29T05:25:19.849" v="7473"/>
        <pc:sldMkLst>
          <pc:docMk/>
          <pc:sldMk cId="0" sldId="261"/>
        </pc:sldMkLst>
        <pc:spChg chg="add del mod">
          <ac:chgData name="a46219 Lê Hải Sơn" userId="b07ee673-6122-4980-99d9-cc7dd5bb86ef" providerId="ADAL" clId="{06FE6DA5-91DA-48FB-BC41-D892F9E6555E}" dt="2024-05-28T17:50:52.840" v="4411" actId="478"/>
          <ac:spMkLst>
            <pc:docMk/>
            <pc:sldMk cId="0" sldId="261"/>
            <ac:spMk id="3" creationId="{F89D3CCE-8856-DCF8-CC85-30459D3C824B}"/>
          </ac:spMkLst>
        </pc:spChg>
        <pc:spChg chg="mod">
          <ac:chgData name="a46219 Lê Hải Sơn" userId="b07ee673-6122-4980-99d9-cc7dd5bb86ef" providerId="ADAL" clId="{06FE6DA5-91DA-48FB-BC41-D892F9E6555E}" dt="2024-05-28T17:51:32.988" v="4530" actId="1076"/>
          <ac:spMkLst>
            <pc:docMk/>
            <pc:sldMk cId="0" sldId="261"/>
            <ac:spMk id="698" creationId="{00000000-0000-0000-0000-000000000000}"/>
          </ac:spMkLst>
        </pc:spChg>
        <pc:spChg chg="del">
          <ac:chgData name="a46219 Lê Hải Sơn" userId="b07ee673-6122-4980-99d9-cc7dd5bb86ef" providerId="ADAL" clId="{06FE6DA5-91DA-48FB-BC41-D892F9E6555E}" dt="2024-05-28T17:50:50.686" v="4410" actId="478"/>
          <ac:spMkLst>
            <pc:docMk/>
            <pc:sldMk cId="0" sldId="261"/>
            <ac:spMk id="699" creationId="{00000000-0000-0000-0000-000000000000}"/>
          </ac:spMkLst>
        </pc:spChg>
      </pc:sldChg>
      <pc:sldChg chg="addSp delSp modSp mod ord setBg modNotes">
        <pc:chgData name="a46219 Lê Hải Sơn" userId="b07ee673-6122-4980-99d9-cc7dd5bb86ef" providerId="ADAL" clId="{06FE6DA5-91DA-48FB-BC41-D892F9E6555E}" dt="2024-05-29T05:25:19.849" v="7473"/>
        <pc:sldMkLst>
          <pc:docMk/>
          <pc:sldMk cId="0" sldId="262"/>
        </pc:sldMkLst>
        <pc:spChg chg="add del mod">
          <ac:chgData name="a46219 Lê Hải Sơn" userId="b07ee673-6122-4980-99d9-cc7dd5bb86ef" providerId="ADAL" clId="{06FE6DA5-91DA-48FB-BC41-D892F9E6555E}" dt="2024-05-28T03:41:31.221" v="1339" actId="478"/>
          <ac:spMkLst>
            <pc:docMk/>
            <pc:sldMk cId="0" sldId="262"/>
            <ac:spMk id="3" creationId="{6F67865B-D696-C3E8-8D6D-71D4034EB3D6}"/>
          </ac:spMkLst>
        </pc:spChg>
        <pc:spChg chg="add mod">
          <ac:chgData name="a46219 Lê Hải Sơn" userId="b07ee673-6122-4980-99d9-cc7dd5bb86ef" providerId="ADAL" clId="{06FE6DA5-91DA-48FB-BC41-D892F9E6555E}" dt="2024-05-28T17:53:58.956" v="4592" actId="1076"/>
          <ac:spMkLst>
            <pc:docMk/>
            <pc:sldMk cId="0" sldId="262"/>
            <ac:spMk id="7" creationId="{40A2F489-41AD-3964-1F71-F621D67115E7}"/>
          </ac:spMkLst>
        </pc:spChg>
        <pc:spChg chg="add mod">
          <ac:chgData name="a46219 Lê Hải Sơn" userId="b07ee673-6122-4980-99d9-cc7dd5bb86ef" providerId="ADAL" clId="{06FE6DA5-91DA-48FB-BC41-D892F9E6555E}" dt="2024-05-28T17:54:07.883" v="4593" actId="1076"/>
          <ac:spMkLst>
            <pc:docMk/>
            <pc:sldMk cId="0" sldId="262"/>
            <ac:spMk id="8" creationId="{30F1744D-AC4B-BF02-27C4-BD3299C038E1}"/>
          </ac:spMkLst>
        </pc:spChg>
        <pc:spChg chg="del">
          <ac:chgData name="a46219 Lê Hải Sơn" userId="b07ee673-6122-4980-99d9-cc7dd5bb86ef" providerId="ADAL" clId="{06FE6DA5-91DA-48FB-BC41-D892F9E6555E}" dt="2024-05-28T03:55:19.186" v="1400" actId="478"/>
          <ac:spMkLst>
            <pc:docMk/>
            <pc:sldMk cId="0" sldId="262"/>
            <ac:spMk id="784" creationId="{00000000-0000-0000-0000-000000000000}"/>
          </ac:spMkLst>
        </pc:spChg>
        <pc:spChg chg="del">
          <ac:chgData name="a46219 Lê Hải Sơn" userId="b07ee673-6122-4980-99d9-cc7dd5bb86ef" providerId="ADAL" clId="{06FE6DA5-91DA-48FB-BC41-D892F9E6555E}" dt="2024-05-28T03:56:26.836" v="1426" actId="478"/>
          <ac:spMkLst>
            <pc:docMk/>
            <pc:sldMk cId="0" sldId="262"/>
            <ac:spMk id="785" creationId="{00000000-0000-0000-0000-000000000000}"/>
          </ac:spMkLst>
        </pc:spChg>
        <pc:spChg chg="del">
          <ac:chgData name="a46219 Lê Hải Sơn" userId="b07ee673-6122-4980-99d9-cc7dd5bb86ef" providerId="ADAL" clId="{06FE6DA5-91DA-48FB-BC41-D892F9E6555E}" dt="2024-05-28T03:55:19.186" v="1400" actId="478"/>
          <ac:spMkLst>
            <pc:docMk/>
            <pc:sldMk cId="0" sldId="262"/>
            <ac:spMk id="786" creationId="{00000000-0000-0000-0000-000000000000}"/>
          </ac:spMkLst>
        </pc:spChg>
        <pc:spChg chg="del">
          <ac:chgData name="a46219 Lê Hải Sơn" userId="b07ee673-6122-4980-99d9-cc7dd5bb86ef" providerId="ADAL" clId="{06FE6DA5-91DA-48FB-BC41-D892F9E6555E}" dt="2024-05-28T03:56:26.836" v="1426" actId="478"/>
          <ac:spMkLst>
            <pc:docMk/>
            <pc:sldMk cId="0" sldId="262"/>
            <ac:spMk id="787" creationId="{00000000-0000-0000-0000-000000000000}"/>
          </ac:spMkLst>
        </pc:spChg>
        <pc:spChg chg="mod">
          <ac:chgData name="a46219 Lê Hải Sơn" userId="b07ee673-6122-4980-99d9-cc7dd5bb86ef" providerId="ADAL" clId="{06FE6DA5-91DA-48FB-BC41-D892F9E6555E}" dt="2024-05-28T17:53:36.981" v="4589" actId="122"/>
          <ac:spMkLst>
            <pc:docMk/>
            <pc:sldMk cId="0" sldId="262"/>
            <ac:spMk id="788" creationId="{00000000-0000-0000-0000-000000000000}"/>
          </ac:spMkLst>
        </pc:spChg>
        <pc:spChg chg="mod">
          <ac:chgData name="a46219 Lê Hải Sơn" userId="b07ee673-6122-4980-99d9-cc7dd5bb86ef" providerId="ADAL" clId="{06FE6DA5-91DA-48FB-BC41-D892F9E6555E}" dt="2024-05-28T15:11:16.988" v="2774" actId="1038"/>
          <ac:spMkLst>
            <pc:docMk/>
            <pc:sldMk cId="0" sldId="262"/>
            <ac:spMk id="789" creationId="{00000000-0000-0000-0000-000000000000}"/>
          </ac:spMkLst>
        </pc:spChg>
        <pc:spChg chg="del">
          <ac:chgData name="a46219 Lê Hải Sơn" userId="b07ee673-6122-4980-99d9-cc7dd5bb86ef" providerId="ADAL" clId="{06FE6DA5-91DA-48FB-BC41-D892F9E6555E}" dt="2024-05-28T03:57:32.442" v="1436" actId="478"/>
          <ac:spMkLst>
            <pc:docMk/>
            <pc:sldMk cId="0" sldId="262"/>
            <ac:spMk id="790" creationId="{00000000-0000-0000-0000-000000000000}"/>
          </ac:spMkLst>
        </pc:spChg>
        <pc:spChg chg="del">
          <ac:chgData name="a46219 Lê Hải Sơn" userId="b07ee673-6122-4980-99d9-cc7dd5bb86ef" providerId="ADAL" clId="{06FE6DA5-91DA-48FB-BC41-D892F9E6555E}" dt="2024-05-28T03:41:30.366" v="1338" actId="478"/>
          <ac:spMkLst>
            <pc:docMk/>
            <pc:sldMk cId="0" sldId="262"/>
            <ac:spMk id="791" creationId="{00000000-0000-0000-0000-000000000000}"/>
          </ac:spMkLst>
        </pc:spChg>
        <pc:spChg chg="mod">
          <ac:chgData name="a46219 Lê Hải Sơn" userId="b07ee673-6122-4980-99d9-cc7dd5bb86ef" providerId="ADAL" clId="{06FE6DA5-91DA-48FB-BC41-D892F9E6555E}" dt="2024-05-28T04:01:06.384" v="1599" actId="1037"/>
          <ac:spMkLst>
            <pc:docMk/>
            <pc:sldMk cId="0" sldId="262"/>
            <ac:spMk id="805" creationId="{00000000-0000-0000-0000-000000000000}"/>
          </ac:spMkLst>
        </pc:spChg>
        <pc:grpChg chg="del">
          <ac:chgData name="a46219 Lê Hải Sơn" userId="b07ee673-6122-4980-99d9-cc7dd5bb86ef" providerId="ADAL" clId="{06FE6DA5-91DA-48FB-BC41-D892F9E6555E}" dt="2024-05-28T03:56:26.836" v="1426" actId="478"/>
          <ac:grpSpMkLst>
            <pc:docMk/>
            <pc:sldMk cId="0" sldId="262"/>
            <ac:grpSpMk id="792" creationId="{00000000-0000-0000-0000-000000000000}"/>
          </ac:grpSpMkLst>
        </pc:grpChg>
        <pc:grpChg chg="del">
          <ac:chgData name="a46219 Lê Hải Sơn" userId="b07ee673-6122-4980-99d9-cc7dd5bb86ef" providerId="ADAL" clId="{06FE6DA5-91DA-48FB-BC41-D892F9E6555E}" dt="2024-05-28T03:55:19.186" v="1400" actId="478"/>
          <ac:grpSpMkLst>
            <pc:docMk/>
            <pc:sldMk cId="0" sldId="262"/>
            <ac:grpSpMk id="798" creationId="{00000000-0000-0000-0000-000000000000}"/>
          </ac:grpSpMkLst>
        </pc:grpChg>
        <pc:picChg chg="add mod">
          <ac:chgData name="a46219 Lê Hải Sơn" userId="b07ee673-6122-4980-99d9-cc7dd5bb86ef" providerId="ADAL" clId="{06FE6DA5-91DA-48FB-BC41-D892F9E6555E}" dt="2024-05-28T04:02:33.422" v="1650" actId="1035"/>
          <ac:picMkLst>
            <pc:docMk/>
            <pc:sldMk cId="0" sldId="262"/>
            <ac:picMk id="5" creationId="{9EEDB46E-C96C-55AC-BF1E-29645AB2483A}"/>
          </ac:picMkLst>
        </pc:picChg>
        <pc:picChg chg="add mod">
          <ac:chgData name="a46219 Lê Hải Sơn" userId="b07ee673-6122-4980-99d9-cc7dd5bb86ef" providerId="ADAL" clId="{06FE6DA5-91DA-48FB-BC41-D892F9E6555E}" dt="2024-05-28T04:02:33.422" v="1650" actId="1035"/>
          <ac:picMkLst>
            <pc:docMk/>
            <pc:sldMk cId="0" sldId="262"/>
            <ac:picMk id="1026" creationId="{0F52D7ED-64E4-1601-511B-4826BBCAFB52}"/>
          </ac:picMkLst>
        </pc:picChg>
      </pc:sldChg>
      <pc:sldChg chg="addSp delSp modSp mod ord modTransition setBg modNotes">
        <pc:chgData name="a46219 Lê Hải Sơn" userId="b07ee673-6122-4980-99d9-cc7dd5bb86ef" providerId="ADAL" clId="{06FE6DA5-91DA-48FB-BC41-D892F9E6555E}" dt="2024-05-29T05:30:34.842" v="7574" actId="5793"/>
        <pc:sldMkLst>
          <pc:docMk/>
          <pc:sldMk cId="0" sldId="263"/>
        </pc:sldMkLst>
        <pc:spChg chg="add mod">
          <ac:chgData name="a46219 Lê Hải Sơn" userId="b07ee673-6122-4980-99d9-cc7dd5bb86ef" providerId="ADAL" clId="{06FE6DA5-91DA-48FB-BC41-D892F9E6555E}" dt="2024-05-29T04:18:54.634" v="7024" actId="1036"/>
          <ac:spMkLst>
            <pc:docMk/>
            <pc:sldMk cId="0" sldId="263"/>
            <ac:spMk id="2" creationId="{7C047162-45C3-9FC6-9A64-AEEC1B83C377}"/>
          </ac:spMkLst>
        </pc:spChg>
        <pc:spChg chg="add mod">
          <ac:chgData name="a46219 Lê Hải Sơn" userId="b07ee673-6122-4980-99d9-cc7dd5bb86ef" providerId="ADAL" clId="{06FE6DA5-91DA-48FB-BC41-D892F9E6555E}" dt="2024-05-28T15:31:50.916" v="2812" actId="1076"/>
          <ac:spMkLst>
            <pc:docMk/>
            <pc:sldMk cId="0" sldId="263"/>
            <ac:spMk id="3" creationId="{FD75121A-34EC-31B2-CC25-5AE552195EC2}"/>
          </ac:spMkLst>
        </pc:spChg>
        <pc:spChg chg="add mod">
          <ac:chgData name="a46219 Lê Hải Sơn" userId="b07ee673-6122-4980-99d9-cc7dd5bb86ef" providerId="ADAL" clId="{06FE6DA5-91DA-48FB-BC41-D892F9E6555E}" dt="2024-05-28T15:31:50.916" v="2812" actId="1076"/>
          <ac:spMkLst>
            <pc:docMk/>
            <pc:sldMk cId="0" sldId="263"/>
            <ac:spMk id="4" creationId="{2CFF4B4E-80A0-D544-937E-A4648C2E8EBE}"/>
          </ac:spMkLst>
        </pc:spChg>
        <pc:spChg chg="add mod">
          <ac:chgData name="a46219 Lê Hải Sơn" userId="b07ee673-6122-4980-99d9-cc7dd5bb86ef" providerId="ADAL" clId="{06FE6DA5-91DA-48FB-BC41-D892F9E6555E}" dt="2024-05-28T15:32:09.925" v="2816" actId="1076"/>
          <ac:spMkLst>
            <pc:docMk/>
            <pc:sldMk cId="0" sldId="263"/>
            <ac:spMk id="6" creationId="{3807C732-76E7-5D7E-22A0-5FA36B57875E}"/>
          </ac:spMkLst>
        </pc:spChg>
        <pc:spChg chg="add mod">
          <ac:chgData name="a46219 Lê Hải Sơn" userId="b07ee673-6122-4980-99d9-cc7dd5bb86ef" providerId="ADAL" clId="{06FE6DA5-91DA-48FB-BC41-D892F9E6555E}" dt="2024-05-28T15:32:09.925" v="2816" actId="1076"/>
          <ac:spMkLst>
            <pc:docMk/>
            <pc:sldMk cId="0" sldId="263"/>
            <ac:spMk id="7" creationId="{992DDFDE-B130-E8BF-4F4E-90D810427495}"/>
          </ac:spMkLst>
        </pc:spChg>
        <pc:spChg chg="add mod">
          <ac:chgData name="a46219 Lê Hải Sơn" userId="b07ee673-6122-4980-99d9-cc7dd5bb86ef" providerId="ADAL" clId="{06FE6DA5-91DA-48FB-BC41-D892F9E6555E}" dt="2024-05-28T15:31:54.076" v="2813" actId="1076"/>
          <ac:spMkLst>
            <pc:docMk/>
            <pc:sldMk cId="0" sldId="263"/>
            <ac:spMk id="9" creationId="{71D5D379-5C82-1657-30F7-61583165A6EE}"/>
          </ac:spMkLst>
        </pc:spChg>
        <pc:spChg chg="add mod">
          <ac:chgData name="a46219 Lê Hải Sơn" userId="b07ee673-6122-4980-99d9-cc7dd5bb86ef" providerId="ADAL" clId="{06FE6DA5-91DA-48FB-BC41-D892F9E6555E}" dt="2024-05-28T15:31:54.076" v="2813" actId="1076"/>
          <ac:spMkLst>
            <pc:docMk/>
            <pc:sldMk cId="0" sldId="263"/>
            <ac:spMk id="10" creationId="{A1214198-8A5A-7201-FF29-1CE0D597133C}"/>
          </ac:spMkLst>
        </pc:spChg>
        <pc:spChg chg="add mod">
          <ac:chgData name="a46219 Lê Hải Sơn" userId="b07ee673-6122-4980-99d9-cc7dd5bb86ef" providerId="ADAL" clId="{06FE6DA5-91DA-48FB-BC41-D892F9E6555E}" dt="2024-05-28T15:32:09.925" v="2816" actId="1076"/>
          <ac:spMkLst>
            <pc:docMk/>
            <pc:sldMk cId="0" sldId="263"/>
            <ac:spMk id="12" creationId="{774717BB-9CE1-AFC9-C40F-CF315C814106}"/>
          </ac:spMkLst>
        </pc:spChg>
        <pc:spChg chg="add mod">
          <ac:chgData name="a46219 Lê Hải Sơn" userId="b07ee673-6122-4980-99d9-cc7dd5bb86ef" providerId="ADAL" clId="{06FE6DA5-91DA-48FB-BC41-D892F9E6555E}" dt="2024-05-28T15:32:09.925" v="2816" actId="1076"/>
          <ac:spMkLst>
            <pc:docMk/>
            <pc:sldMk cId="0" sldId="263"/>
            <ac:spMk id="13" creationId="{B355CEF1-3534-5D7A-79D7-8933D1AB23E8}"/>
          </ac:spMkLst>
        </pc:spChg>
        <pc:spChg chg="add mod">
          <ac:chgData name="a46219 Lê Hải Sơn" userId="b07ee673-6122-4980-99d9-cc7dd5bb86ef" providerId="ADAL" clId="{06FE6DA5-91DA-48FB-BC41-D892F9E6555E}" dt="2024-05-28T15:31:54.076" v="2813" actId="1076"/>
          <ac:spMkLst>
            <pc:docMk/>
            <pc:sldMk cId="0" sldId="263"/>
            <ac:spMk id="14" creationId="{47A0354F-06FA-B03D-209D-FAE843F23803}"/>
          </ac:spMkLst>
        </pc:spChg>
        <pc:spChg chg="add mod">
          <ac:chgData name="a46219 Lê Hải Sơn" userId="b07ee673-6122-4980-99d9-cc7dd5bb86ef" providerId="ADAL" clId="{06FE6DA5-91DA-48FB-BC41-D892F9E6555E}" dt="2024-05-28T15:31:54.076" v="2813" actId="1076"/>
          <ac:spMkLst>
            <pc:docMk/>
            <pc:sldMk cId="0" sldId="263"/>
            <ac:spMk id="15" creationId="{3450BB6D-A9A3-402D-453B-02C5DDD0C2CC}"/>
          </ac:spMkLst>
        </pc:spChg>
        <pc:spChg chg="add mod">
          <ac:chgData name="a46219 Lê Hải Sơn" userId="b07ee673-6122-4980-99d9-cc7dd5bb86ef" providerId="ADAL" clId="{06FE6DA5-91DA-48FB-BC41-D892F9E6555E}" dt="2024-05-28T15:31:54.076" v="2813" actId="1076"/>
          <ac:spMkLst>
            <pc:docMk/>
            <pc:sldMk cId="0" sldId="263"/>
            <ac:spMk id="16" creationId="{1D5B3490-0C80-0259-E92A-D6906EC329E1}"/>
          </ac:spMkLst>
        </pc:spChg>
        <pc:spChg chg="mod">
          <ac:chgData name="a46219 Lê Hải Sơn" userId="b07ee673-6122-4980-99d9-cc7dd5bb86ef" providerId="ADAL" clId="{06FE6DA5-91DA-48FB-BC41-D892F9E6555E}" dt="2024-05-29T04:17:57.554" v="6996"/>
          <ac:spMkLst>
            <pc:docMk/>
            <pc:sldMk cId="0" sldId="263"/>
            <ac:spMk id="18" creationId="{393D24BE-DF87-CA15-E249-B717E15F9C02}"/>
          </ac:spMkLst>
        </pc:spChg>
        <pc:spChg chg="mod">
          <ac:chgData name="a46219 Lê Hải Sơn" userId="b07ee673-6122-4980-99d9-cc7dd5bb86ef" providerId="ADAL" clId="{06FE6DA5-91DA-48FB-BC41-D892F9E6555E}" dt="2024-05-28T17:36:53.648" v="4058"/>
          <ac:spMkLst>
            <pc:docMk/>
            <pc:sldMk cId="0" sldId="263"/>
            <ac:spMk id="18" creationId="{F72E88C8-AA14-421B-2BE3-5B9F70BBA5FC}"/>
          </ac:spMkLst>
        </pc:spChg>
        <pc:spChg chg="mod">
          <ac:chgData name="a46219 Lê Hải Sơn" userId="b07ee673-6122-4980-99d9-cc7dd5bb86ef" providerId="ADAL" clId="{06FE6DA5-91DA-48FB-BC41-D892F9E6555E}" dt="2024-05-29T04:17:57.554" v="6996"/>
          <ac:spMkLst>
            <pc:docMk/>
            <pc:sldMk cId="0" sldId="263"/>
            <ac:spMk id="19" creationId="{4D879C24-D7C2-EF86-7381-5B4F0CE30F77}"/>
          </ac:spMkLst>
        </pc:spChg>
        <pc:spChg chg="mod">
          <ac:chgData name="a46219 Lê Hải Sơn" userId="b07ee673-6122-4980-99d9-cc7dd5bb86ef" providerId="ADAL" clId="{06FE6DA5-91DA-48FB-BC41-D892F9E6555E}" dt="2024-05-28T17:36:53.648" v="4058"/>
          <ac:spMkLst>
            <pc:docMk/>
            <pc:sldMk cId="0" sldId="263"/>
            <ac:spMk id="19" creationId="{EC565DBD-4C75-9F4A-8A1D-5FCEB51DA116}"/>
          </ac:spMkLst>
        </pc:spChg>
        <pc:spChg chg="add mod">
          <ac:chgData name="a46219 Lê Hải Sơn" userId="b07ee673-6122-4980-99d9-cc7dd5bb86ef" providerId="ADAL" clId="{06FE6DA5-91DA-48FB-BC41-D892F9E6555E}" dt="2024-05-29T04:20:54.216" v="7048" actId="20577"/>
          <ac:spMkLst>
            <pc:docMk/>
            <pc:sldMk cId="0" sldId="263"/>
            <ac:spMk id="20" creationId="{567E2EF9-9C42-6EBC-E5C9-6A0C81D1675C}"/>
          </ac:spMkLst>
        </pc:spChg>
        <pc:spChg chg="add mod">
          <ac:chgData name="a46219 Lê Hải Sơn" userId="b07ee673-6122-4980-99d9-cc7dd5bb86ef" providerId="ADAL" clId="{06FE6DA5-91DA-48FB-BC41-D892F9E6555E}" dt="2024-05-28T17:36:58.956" v="4063"/>
          <ac:spMkLst>
            <pc:docMk/>
            <pc:sldMk cId="0" sldId="263"/>
            <ac:spMk id="20" creationId="{5AD1B457-DD14-FF86-7EDF-2BC811DDF7D0}"/>
          </ac:spMkLst>
        </pc:spChg>
        <pc:spChg chg="mod">
          <ac:chgData name="a46219 Lê Hải Sơn" userId="b07ee673-6122-4980-99d9-cc7dd5bb86ef" providerId="ADAL" clId="{06FE6DA5-91DA-48FB-BC41-D892F9E6555E}" dt="2024-05-28T17:37:04.149" v="4064"/>
          <ac:spMkLst>
            <pc:docMk/>
            <pc:sldMk cId="0" sldId="263"/>
            <ac:spMk id="22" creationId="{51DCE224-6B7E-D859-233E-8773BCF09616}"/>
          </ac:spMkLst>
        </pc:spChg>
        <pc:spChg chg="mod">
          <ac:chgData name="a46219 Lê Hải Sơn" userId="b07ee673-6122-4980-99d9-cc7dd5bb86ef" providerId="ADAL" clId="{06FE6DA5-91DA-48FB-BC41-D892F9E6555E}" dt="2024-05-28T17:37:04.149" v="4064"/>
          <ac:spMkLst>
            <pc:docMk/>
            <pc:sldMk cId="0" sldId="263"/>
            <ac:spMk id="23" creationId="{63B86A13-F4CD-71C3-8FBB-B64AF902D654}"/>
          </ac:spMkLst>
        </pc:spChg>
        <pc:spChg chg="add del mod">
          <ac:chgData name="a46219 Lê Hải Sơn" userId="b07ee673-6122-4980-99d9-cc7dd5bb86ef" providerId="ADAL" clId="{06FE6DA5-91DA-48FB-BC41-D892F9E6555E}" dt="2024-05-29T03:17:14.234" v="5929" actId="1035"/>
          <ac:spMkLst>
            <pc:docMk/>
            <pc:sldMk cId="0" sldId="263"/>
            <ac:spMk id="24" creationId="{1C91092B-6A32-28A4-4557-03DDACC5F139}"/>
          </ac:spMkLst>
        </pc:spChg>
        <pc:spChg chg="add del mod">
          <ac:chgData name="a46219 Lê Hải Sơn" userId="b07ee673-6122-4980-99d9-cc7dd5bb86ef" providerId="ADAL" clId="{06FE6DA5-91DA-48FB-BC41-D892F9E6555E}" dt="2024-05-28T17:37:43.480" v="4071"/>
          <ac:spMkLst>
            <pc:docMk/>
            <pc:sldMk cId="0" sldId="263"/>
            <ac:spMk id="25" creationId="{39BE32E1-BC4C-EA5D-FAAE-49C49B832EC0}"/>
          </ac:spMkLst>
        </pc:spChg>
        <pc:spChg chg="add mod">
          <ac:chgData name="a46219 Lê Hải Sơn" userId="b07ee673-6122-4980-99d9-cc7dd5bb86ef" providerId="ADAL" clId="{06FE6DA5-91DA-48FB-BC41-D892F9E6555E}" dt="2024-05-29T05:29:33.457" v="7534" actId="1076"/>
          <ac:spMkLst>
            <pc:docMk/>
            <pc:sldMk cId="0" sldId="263"/>
            <ac:spMk id="25" creationId="{42606DFD-5D87-FD03-8175-D59D140FA991}"/>
          </ac:spMkLst>
        </pc:spChg>
        <pc:spChg chg="add del mod">
          <ac:chgData name="a46219 Lê Hải Sơn" userId="b07ee673-6122-4980-99d9-cc7dd5bb86ef" providerId="ADAL" clId="{06FE6DA5-91DA-48FB-BC41-D892F9E6555E}" dt="2024-05-28T17:38:00.484" v="4074"/>
          <ac:spMkLst>
            <pc:docMk/>
            <pc:sldMk cId="0" sldId="263"/>
            <ac:spMk id="26" creationId="{18BF22D3-3FBD-4EC2-8874-255BAC9E9252}"/>
          </ac:spMkLst>
        </pc:spChg>
        <pc:spChg chg="add mod">
          <ac:chgData name="a46219 Lê Hải Sơn" userId="b07ee673-6122-4980-99d9-cc7dd5bb86ef" providerId="ADAL" clId="{06FE6DA5-91DA-48FB-BC41-D892F9E6555E}" dt="2024-05-29T05:29:33.788" v="7535" actId="1076"/>
          <ac:spMkLst>
            <pc:docMk/>
            <pc:sldMk cId="0" sldId="263"/>
            <ac:spMk id="27" creationId="{36DED410-FA6C-F46A-6F81-5536ED7ED074}"/>
          </ac:spMkLst>
        </pc:spChg>
        <pc:spChg chg="mod">
          <ac:chgData name="a46219 Lê Hải Sơn" userId="b07ee673-6122-4980-99d9-cc7dd5bb86ef" providerId="ADAL" clId="{06FE6DA5-91DA-48FB-BC41-D892F9E6555E}" dt="2024-05-28T17:43:17.562" v="4300"/>
          <ac:spMkLst>
            <pc:docMk/>
            <pc:sldMk cId="0" sldId="263"/>
            <ac:spMk id="29" creationId="{0BEC9DE4-227B-F48E-BF45-EB3AD2FC83BB}"/>
          </ac:spMkLst>
        </pc:spChg>
        <pc:spChg chg="mod">
          <ac:chgData name="a46219 Lê Hải Sơn" userId="b07ee673-6122-4980-99d9-cc7dd5bb86ef" providerId="ADAL" clId="{06FE6DA5-91DA-48FB-BC41-D892F9E6555E}" dt="2024-05-28T17:43:17.562" v="4300"/>
          <ac:spMkLst>
            <pc:docMk/>
            <pc:sldMk cId="0" sldId="263"/>
            <ac:spMk id="30" creationId="{504646EE-CF4E-7B35-B92C-BEF928C5B8FE}"/>
          </ac:spMkLst>
        </pc:spChg>
        <pc:spChg chg="add mod">
          <ac:chgData name="a46219 Lê Hải Sơn" userId="b07ee673-6122-4980-99d9-cc7dd5bb86ef" providerId="ADAL" clId="{06FE6DA5-91DA-48FB-BC41-D892F9E6555E}" dt="2024-05-29T04:17:40.482" v="6993" actId="1037"/>
          <ac:spMkLst>
            <pc:docMk/>
            <pc:sldMk cId="0" sldId="263"/>
            <ac:spMk id="31" creationId="{95445603-505E-351D-B9C5-95D6CD741896}"/>
          </ac:spMkLst>
        </pc:spChg>
        <pc:spChg chg="add del mod">
          <ac:chgData name="a46219 Lê Hải Sơn" userId="b07ee673-6122-4980-99d9-cc7dd5bb86ef" providerId="ADAL" clId="{06FE6DA5-91DA-48FB-BC41-D892F9E6555E}" dt="2024-05-28T17:43:39.790" v="4304"/>
          <ac:spMkLst>
            <pc:docMk/>
            <pc:sldMk cId="0" sldId="263"/>
            <ac:spMk id="32" creationId="{B03EC3FF-832A-78CE-3493-08B807F13D42}"/>
          </ac:spMkLst>
        </pc:spChg>
        <pc:spChg chg="add">
          <ac:chgData name="a46219 Lê Hải Sơn" userId="b07ee673-6122-4980-99d9-cc7dd5bb86ef" providerId="ADAL" clId="{06FE6DA5-91DA-48FB-BC41-D892F9E6555E}" dt="2024-05-28T17:45:15.226" v="4313"/>
          <ac:spMkLst>
            <pc:docMk/>
            <pc:sldMk cId="0" sldId="263"/>
            <ac:spMk id="33" creationId="{76F0CFF3-C43F-5060-034F-81BD40531293}"/>
          </ac:spMkLst>
        </pc:spChg>
        <pc:spChg chg="add">
          <ac:chgData name="a46219 Lê Hải Sơn" userId="b07ee673-6122-4980-99d9-cc7dd5bb86ef" providerId="ADAL" clId="{06FE6DA5-91DA-48FB-BC41-D892F9E6555E}" dt="2024-05-28T17:45:20.464" v="4314"/>
          <ac:spMkLst>
            <pc:docMk/>
            <pc:sldMk cId="0" sldId="263"/>
            <ac:spMk id="34" creationId="{2FD6EE2F-28D0-5B1C-5EE5-FA3547C89D34}"/>
          </ac:spMkLst>
        </pc:spChg>
        <pc:spChg chg="add del mod">
          <ac:chgData name="a46219 Lê Hải Sơn" userId="b07ee673-6122-4980-99d9-cc7dd5bb86ef" providerId="ADAL" clId="{06FE6DA5-91DA-48FB-BC41-D892F9E6555E}" dt="2024-05-29T04:22:07.746" v="7086" actId="14100"/>
          <ac:spMkLst>
            <pc:docMk/>
            <pc:sldMk cId="0" sldId="263"/>
            <ac:spMk id="35" creationId="{2FBF312B-EDF5-AB78-422F-4A8B88952976}"/>
          </ac:spMkLst>
        </pc:spChg>
        <pc:spChg chg="mod">
          <ac:chgData name="a46219 Lê Hải Sơn" userId="b07ee673-6122-4980-99d9-cc7dd5bb86ef" providerId="ADAL" clId="{06FE6DA5-91DA-48FB-BC41-D892F9E6555E}" dt="2024-05-28T17:36:07.528" v="3975" actId="1076"/>
          <ac:spMkLst>
            <pc:docMk/>
            <pc:sldMk cId="0" sldId="263"/>
            <ac:spMk id="810" creationId="{00000000-0000-0000-0000-000000000000}"/>
          </ac:spMkLst>
        </pc:spChg>
        <pc:spChg chg="mod">
          <ac:chgData name="a46219 Lê Hải Sơn" userId="b07ee673-6122-4980-99d9-cc7dd5bb86ef" providerId="ADAL" clId="{06FE6DA5-91DA-48FB-BC41-D892F9E6555E}" dt="2024-05-28T03:21:31.095" v="487" actId="14100"/>
          <ac:spMkLst>
            <pc:docMk/>
            <pc:sldMk cId="0" sldId="263"/>
            <ac:spMk id="818" creationId="{00000000-0000-0000-0000-000000000000}"/>
          </ac:spMkLst>
        </pc:spChg>
        <pc:spChg chg="mod">
          <ac:chgData name="a46219 Lê Hải Sơn" userId="b07ee673-6122-4980-99d9-cc7dd5bb86ef" providerId="ADAL" clId="{06FE6DA5-91DA-48FB-BC41-D892F9E6555E}" dt="2024-05-29T04:18:45.903" v="7008" actId="20577"/>
          <ac:spMkLst>
            <pc:docMk/>
            <pc:sldMk cId="0" sldId="263"/>
            <ac:spMk id="823" creationId="{00000000-0000-0000-0000-000000000000}"/>
          </ac:spMkLst>
        </pc:spChg>
        <pc:spChg chg="mod">
          <ac:chgData name="a46219 Lê Hải Sơn" userId="b07ee673-6122-4980-99d9-cc7dd5bb86ef" providerId="ADAL" clId="{06FE6DA5-91DA-48FB-BC41-D892F9E6555E}" dt="2024-05-29T04:16:02.587" v="6907" actId="1037"/>
          <ac:spMkLst>
            <pc:docMk/>
            <pc:sldMk cId="0" sldId="263"/>
            <ac:spMk id="824" creationId="{00000000-0000-0000-0000-000000000000}"/>
          </ac:spMkLst>
        </pc:spChg>
        <pc:spChg chg="mod">
          <ac:chgData name="a46219 Lê Hải Sơn" userId="b07ee673-6122-4980-99d9-cc7dd5bb86ef" providerId="ADAL" clId="{06FE6DA5-91DA-48FB-BC41-D892F9E6555E}" dt="2024-05-29T03:17:14.234" v="5929" actId="1035"/>
          <ac:spMkLst>
            <pc:docMk/>
            <pc:sldMk cId="0" sldId="263"/>
            <ac:spMk id="825" creationId="{00000000-0000-0000-0000-000000000000}"/>
          </ac:spMkLst>
        </pc:spChg>
        <pc:spChg chg="mod">
          <ac:chgData name="a46219 Lê Hải Sơn" userId="b07ee673-6122-4980-99d9-cc7dd5bb86ef" providerId="ADAL" clId="{06FE6DA5-91DA-48FB-BC41-D892F9E6555E}" dt="2024-05-29T04:17:40.482" v="6993" actId="1037"/>
          <ac:spMkLst>
            <pc:docMk/>
            <pc:sldMk cId="0" sldId="263"/>
            <ac:spMk id="826" creationId="{00000000-0000-0000-0000-000000000000}"/>
          </ac:spMkLst>
        </pc:spChg>
        <pc:spChg chg="mod">
          <ac:chgData name="a46219 Lê Hải Sơn" userId="b07ee673-6122-4980-99d9-cc7dd5bb86ef" providerId="ADAL" clId="{06FE6DA5-91DA-48FB-BC41-D892F9E6555E}" dt="2024-05-29T04:21:54.895" v="7085" actId="20577"/>
          <ac:spMkLst>
            <pc:docMk/>
            <pc:sldMk cId="0" sldId="263"/>
            <ac:spMk id="827" creationId="{00000000-0000-0000-0000-000000000000}"/>
          </ac:spMkLst>
        </pc:spChg>
        <pc:spChg chg="mod">
          <ac:chgData name="a46219 Lê Hải Sơn" userId="b07ee673-6122-4980-99d9-cc7dd5bb86ef" providerId="ADAL" clId="{06FE6DA5-91DA-48FB-BC41-D892F9E6555E}" dt="2024-05-29T04:21:48.866" v="7081" actId="20577"/>
          <ac:spMkLst>
            <pc:docMk/>
            <pc:sldMk cId="0" sldId="263"/>
            <ac:spMk id="828" creationId="{00000000-0000-0000-0000-000000000000}"/>
          </ac:spMkLst>
        </pc:spChg>
        <pc:spChg chg="mod">
          <ac:chgData name="a46219 Lê Hải Sơn" userId="b07ee673-6122-4980-99d9-cc7dd5bb86ef" providerId="ADAL" clId="{06FE6DA5-91DA-48FB-BC41-D892F9E6555E}" dt="2024-05-29T03:17:14.234" v="5929" actId="1035"/>
          <ac:spMkLst>
            <pc:docMk/>
            <pc:sldMk cId="0" sldId="263"/>
            <ac:spMk id="829" creationId="{00000000-0000-0000-0000-000000000000}"/>
          </ac:spMkLst>
        </pc:spChg>
        <pc:spChg chg="mod">
          <ac:chgData name="a46219 Lê Hải Sơn" userId="b07ee673-6122-4980-99d9-cc7dd5bb86ef" providerId="ADAL" clId="{06FE6DA5-91DA-48FB-BC41-D892F9E6555E}" dt="2024-05-29T05:30:34.842" v="7574" actId="5793"/>
          <ac:spMkLst>
            <pc:docMk/>
            <pc:sldMk cId="0" sldId="263"/>
            <ac:spMk id="830" creationId="{00000000-0000-0000-0000-000000000000}"/>
          </ac:spMkLst>
        </pc:spChg>
        <pc:grpChg chg="add mod">
          <ac:chgData name="a46219 Lê Hải Sơn" userId="b07ee673-6122-4980-99d9-cc7dd5bb86ef" providerId="ADAL" clId="{06FE6DA5-91DA-48FB-BC41-D892F9E6555E}" dt="2024-05-29T04:18:32.060" v="7005" actId="1076"/>
          <ac:grpSpMkLst>
            <pc:docMk/>
            <pc:sldMk cId="0" sldId="263"/>
            <ac:grpSpMk id="17" creationId="{4BADACFA-035C-6D1F-76A1-3E290FAF4B5B}"/>
          </ac:grpSpMkLst>
        </pc:grpChg>
        <pc:grpChg chg="add mod">
          <ac:chgData name="a46219 Lê Hải Sơn" userId="b07ee673-6122-4980-99d9-cc7dd5bb86ef" providerId="ADAL" clId="{06FE6DA5-91DA-48FB-BC41-D892F9E6555E}" dt="2024-05-28T17:36:58.382" v="4062" actId="1076"/>
          <ac:grpSpMkLst>
            <pc:docMk/>
            <pc:sldMk cId="0" sldId="263"/>
            <ac:grpSpMk id="17" creationId="{B94AF85E-ED4F-B565-D7A3-29E90D98266F}"/>
          </ac:grpSpMkLst>
        </pc:grpChg>
        <pc:grpChg chg="add mod">
          <ac:chgData name="a46219 Lê Hải Sơn" userId="b07ee673-6122-4980-99d9-cc7dd5bb86ef" providerId="ADAL" clId="{06FE6DA5-91DA-48FB-BC41-D892F9E6555E}" dt="2024-05-29T03:17:14.234" v="5929" actId="1035"/>
          <ac:grpSpMkLst>
            <pc:docMk/>
            <pc:sldMk cId="0" sldId="263"/>
            <ac:grpSpMk id="21" creationId="{562C834A-CE80-E807-3BA3-408DD8489522}"/>
          </ac:grpSpMkLst>
        </pc:grpChg>
        <pc:grpChg chg="add mod">
          <ac:chgData name="a46219 Lê Hải Sơn" userId="b07ee673-6122-4980-99d9-cc7dd5bb86ef" providerId="ADAL" clId="{06FE6DA5-91DA-48FB-BC41-D892F9E6555E}" dt="2024-05-29T04:17:40.482" v="6993" actId="1037"/>
          <ac:grpSpMkLst>
            <pc:docMk/>
            <pc:sldMk cId="0" sldId="263"/>
            <ac:grpSpMk id="28" creationId="{4D34AA49-97C3-8391-4299-B9C58A38D0A6}"/>
          </ac:grpSpMkLst>
        </pc:grpChg>
        <pc:grpChg chg="mod">
          <ac:chgData name="a46219 Lê Hải Sơn" userId="b07ee673-6122-4980-99d9-cc7dd5bb86ef" providerId="ADAL" clId="{06FE6DA5-91DA-48FB-BC41-D892F9E6555E}" dt="2024-05-29T04:17:40.482" v="6993" actId="1037"/>
          <ac:grpSpMkLst>
            <pc:docMk/>
            <pc:sldMk cId="0" sldId="263"/>
            <ac:grpSpMk id="811" creationId="{00000000-0000-0000-0000-000000000000}"/>
          </ac:grpSpMkLst>
        </pc:grpChg>
        <pc:grpChg chg="mod">
          <ac:chgData name="a46219 Lê Hải Sơn" userId="b07ee673-6122-4980-99d9-cc7dd5bb86ef" providerId="ADAL" clId="{06FE6DA5-91DA-48FB-BC41-D892F9E6555E}" dt="2024-05-29T04:16:02.587" v="6907" actId="1037"/>
          <ac:grpSpMkLst>
            <pc:docMk/>
            <pc:sldMk cId="0" sldId="263"/>
            <ac:grpSpMk id="814" creationId="{00000000-0000-0000-0000-000000000000}"/>
          </ac:grpSpMkLst>
        </pc:grpChg>
        <pc:grpChg chg="mod">
          <ac:chgData name="a46219 Lê Hải Sơn" userId="b07ee673-6122-4980-99d9-cc7dd5bb86ef" providerId="ADAL" clId="{06FE6DA5-91DA-48FB-BC41-D892F9E6555E}" dt="2024-05-29T03:17:14.234" v="5929" actId="1035"/>
          <ac:grpSpMkLst>
            <pc:docMk/>
            <pc:sldMk cId="0" sldId="263"/>
            <ac:grpSpMk id="817" creationId="{00000000-0000-0000-0000-000000000000}"/>
          </ac:grpSpMkLst>
        </pc:grpChg>
        <pc:grpChg chg="mod">
          <ac:chgData name="a46219 Lê Hải Sơn" userId="b07ee673-6122-4980-99d9-cc7dd5bb86ef" providerId="ADAL" clId="{06FE6DA5-91DA-48FB-BC41-D892F9E6555E}" dt="2024-05-29T03:17:14.234" v="5929" actId="1035"/>
          <ac:grpSpMkLst>
            <pc:docMk/>
            <pc:sldMk cId="0" sldId="263"/>
            <ac:grpSpMk id="820" creationId="{00000000-0000-0000-0000-000000000000}"/>
          </ac:grpSpMkLst>
        </pc:grpChg>
        <pc:cxnChg chg="add mod">
          <ac:chgData name="a46219 Lê Hải Sơn" userId="b07ee673-6122-4980-99d9-cc7dd5bb86ef" providerId="ADAL" clId="{06FE6DA5-91DA-48FB-BC41-D892F9E6555E}" dt="2024-05-28T15:31:50.916" v="2812" actId="1076"/>
          <ac:cxnSpMkLst>
            <pc:docMk/>
            <pc:sldMk cId="0" sldId="263"/>
            <ac:cxnSpMk id="5" creationId="{5472EB9B-FF6A-74D3-85A8-E2368A714B29}"/>
          </ac:cxnSpMkLst>
        </pc:cxnChg>
        <pc:cxnChg chg="add mod">
          <ac:chgData name="a46219 Lê Hải Sơn" userId="b07ee673-6122-4980-99d9-cc7dd5bb86ef" providerId="ADAL" clId="{06FE6DA5-91DA-48FB-BC41-D892F9E6555E}" dt="2024-05-28T15:32:09.925" v="2816" actId="1076"/>
          <ac:cxnSpMkLst>
            <pc:docMk/>
            <pc:sldMk cId="0" sldId="263"/>
            <ac:cxnSpMk id="8" creationId="{98D56E42-5658-5D29-C3D6-6BB0F9C6DE3E}"/>
          </ac:cxnSpMkLst>
        </pc:cxnChg>
        <pc:cxnChg chg="add mod">
          <ac:chgData name="a46219 Lê Hải Sơn" userId="b07ee673-6122-4980-99d9-cc7dd5bb86ef" providerId="ADAL" clId="{06FE6DA5-91DA-48FB-BC41-D892F9E6555E}" dt="2024-05-28T15:31:54.076" v="2813" actId="1076"/>
          <ac:cxnSpMkLst>
            <pc:docMk/>
            <pc:sldMk cId="0" sldId="263"/>
            <ac:cxnSpMk id="11" creationId="{5CF255BF-5F71-690A-AB2C-6C0F70BC34BC}"/>
          </ac:cxnSpMkLst>
        </pc:cxnChg>
      </pc:sldChg>
      <pc:sldChg chg="setBg modNotes">
        <pc:chgData name="a46219 Lê Hải Sơn" userId="b07ee673-6122-4980-99d9-cc7dd5bb86ef" providerId="ADAL" clId="{06FE6DA5-91DA-48FB-BC41-D892F9E6555E}" dt="2024-05-29T05:25:19.849" v="7473"/>
        <pc:sldMkLst>
          <pc:docMk/>
          <pc:sldMk cId="0" sldId="264"/>
        </pc:sldMkLst>
      </pc:sldChg>
      <pc:sldChg chg="addSp delSp modSp mod ord setBg">
        <pc:chgData name="a46219 Lê Hải Sơn" userId="b07ee673-6122-4980-99d9-cc7dd5bb86ef" providerId="ADAL" clId="{06FE6DA5-91DA-48FB-BC41-D892F9E6555E}" dt="2024-05-29T05:25:19.849" v="7473"/>
        <pc:sldMkLst>
          <pc:docMk/>
          <pc:sldMk cId="0" sldId="265"/>
        </pc:sldMkLst>
        <pc:spChg chg="mod">
          <ac:chgData name="a46219 Lê Hải Sơn" userId="b07ee673-6122-4980-99d9-cc7dd5bb86ef" providerId="ADAL" clId="{06FE6DA5-91DA-48FB-BC41-D892F9E6555E}" dt="2024-05-28T18:54:24.549" v="4905" actId="20577"/>
          <ac:spMkLst>
            <pc:docMk/>
            <pc:sldMk cId="0" sldId="265"/>
            <ac:spMk id="1038" creationId="{00000000-0000-0000-0000-000000000000}"/>
          </ac:spMkLst>
        </pc:spChg>
        <pc:spChg chg="mod">
          <ac:chgData name="a46219 Lê Hải Sơn" userId="b07ee673-6122-4980-99d9-cc7dd5bb86ef" providerId="ADAL" clId="{06FE6DA5-91DA-48FB-BC41-D892F9E6555E}" dt="2024-05-28T04:07:00.084" v="1652" actId="1076"/>
          <ac:spMkLst>
            <pc:docMk/>
            <pc:sldMk cId="0" sldId="265"/>
            <ac:spMk id="1039" creationId="{00000000-0000-0000-0000-000000000000}"/>
          </ac:spMkLst>
        </pc:spChg>
        <pc:picChg chg="add del mod">
          <ac:chgData name="a46219 Lê Hải Sơn" userId="b07ee673-6122-4980-99d9-cc7dd5bb86ef" providerId="ADAL" clId="{06FE6DA5-91DA-48FB-BC41-D892F9E6555E}" dt="2024-05-28T18:55:28.918" v="4943" actId="22"/>
          <ac:picMkLst>
            <pc:docMk/>
            <pc:sldMk cId="0" sldId="265"/>
            <ac:picMk id="3" creationId="{BB8EAD4C-7419-1C4A-7E9A-87E5B4780398}"/>
          </ac:picMkLst>
        </pc:picChg>
        <pc:picChg chg="mod">
          <ac:chgData name="a46219 Lê Hải Sơn" userId="b07ee673-6122-4980-99d9-cc7dd5bb86ef" providerId="ADAL" clId="{06FE6DA5-91DA-48FB-BC41-D892F9E6555E}" dt="2024-05-28T18:54:19.940" v="4904" actId="1076"/>
          <ac:picMkLst>
            <pc:docMk/>
            <pc:sldMk cId="0" sldId="265"/>
            <ac:picMk id="1043" creationId="{00000000-0000-0000-0000-000000000000}"/>
          </ac:picMkLst>
        </pc:picChg>
      </pc:sldChg>
      <pc:sldChg chg="setBg modNotes">
        <pc:chgData name="a46219 Lê Hải Sơn" userId="b07ee673-6122-4980-99d9-cc7dd5bb86ef" providerId="ADAL" clId="{06FE6DA5-91DA-48FB-BC41-D892F9E6555E}" dt="2024-05-29T05:25:19.849" v="7473"/>
        <pc:sldMkLst>
          <pc:docMk/>
          <pc:sldMk cId="0" sldId="266"/>
        </pc:sldMkLst>
      </pc:sldChg>
      <pc:sldChg chg="addSp delSp modSp mod ord modTransition setBg modNotes">
        <pc:chgData name="a46219 Lê Hải Sơn" userId="b07ee673-6122-4980-99d9-cc7dd5bb86ef" providerId="ADAL" clId="{06FE6DA5-91DA-48FB-BC41-D892F9E6555E}" dt="2024-05-29T05:25:19.849" v="7473"/>
        <pc:sldMkLst>
          <pc:docMk/>
          <pc:sldMk cId="0" sldId="267"/>
        </pc:sldMkLst>
        <pc:spChg chg="add mod">
          <ac:chgData name="a46219 Lê Hải Sơn" userId="b07ee673-6122-4980-99d9-cc7dd5bb86ef" providerId="ADAL" clId="{06FE6DA5-91DA-48FB-BC41-D892F9E6555E}" dt="2024-05-28T17:19:24.735" v="3663" actId="1076"/>
          <ac:spMkLst>
            <pc:docMk/>
            <pc:sldMk cId="0" sldId="267"/>
            <ac:spMk id="4" creationId="{42F419CA-11D4-080D-A2D2-88851993033B}"/>
          </ac:spMkLst>
        </pc:spChg>
        <pc:spChg chg="add mod">
          <ac:chgData name="a46219 Lê Hải Sơn" userId="b07ee673-6122-4980-99d9-cc7dd5bb86ef" providerId="ADAL" clId="{06FE6DA5-91DA-48FB-BC41-D892F9E6555E}" dt="2024-05-28T17:22:35.531" v="3959" actId="20577"/>
          <ac:spMkLst>
            <pc:docMk/>
            <pc:sldMk cId="0" sldId="267"/>
            <ac:spMk id="5" creationId="{77254C9D-2AA8-D361-2A8B-28FC81668503}"/>
          </ac:spMkLst>
        </pc:spChg>
        <pc:spChg chg="add mod">
          <ac:chgData name="a46219 Lê Hải Sơn" userId="b07ee673-6122-4980-99d9-cc7dd5bb86ef" providerId="ADAL" clId="{06FE6DA5-91DA-48FB-BC41-D892F9E6555E}" dt="2024-05-28T17:19:57.509" v="3691" actId="20577"/>
          <ac:spMkLst>
            <pc:docMk/>
            <pc:sldMk cId="0" sldId="267"/>
            <ac:spMk id="6" creationId="{48AA5E6D-1466-DF71-EB40-12CAFC2D57DC}"/>
          </ac:spMkLst>
        </pc:spChg>
        <pc:spChg chg="add mod">
          <ac:chgData name="a46219 Lê Hải Sơn" userId="b07ee673-6122-4980-99d9-cc7dd5bb86ef" providerId="ADAL" clId="{06FE6DA5-91DA-48FB-BC41-D892F9E6555E}" dt="2024-05-28T17:22:39.559" v="3960"/>
          <ac:spMkLst>
            <pc:docMk/>
            <pc:sldMk cId="0" sldId="267"/>
            <ac:spMk id="7" creationId="{7977E69C-B0A4-9A8D-34F5-21F644FCCF02}"/>
          </ac:spMkLst>
        </pc:spChg>
        <pc:spChg chg="add mod">
          <ac:chgData name="a46219 Lê Hải Sơn" userId="b07ee673-6122-4980-99d9-cc7dd5bb86ef" providerId="ADAL" clId="{06FE6DA5-91DA-48FB-BC41-D892F9E6555E}" dt="2024-05-28T17:22:39.559" v="3960"/>
          <ac:spMkLst>
            <pc:docMk/>
            <pc:sldMk cId="0" sldId="267"/>
            <ac:spMk id="8" creationId="{CA5810E0-986E-2260-9397-57A26D8FE962}"/>
          </ac:spMkLst>
        </pc:spChg>
        <pc:spChg chg="mod">
          <ac:chgData name="a46219 Lê Hải Sơn" userId="b07ee673-6122-4980-99d9-cc7dd5bb86ef" providerId="ADAL" clId="{06FE6DA5-91DA-48FB-BC41-D892F9E6555E}" dt="2024-05-28T17:18:49.190" v="3654" actId="1036"/>
          <ac:spMkLst>
            <pc:docMk/>
            <pc:sldMk cId="0" sldId="267"/>
            <ac:spMk id="1141" creationId="{00000000-0000-0000-0000-000000000000}"/>
          </ac:spMkLst>
        </pc:spChg>
        <pc:spChg chg="mod">
          <ac:chgData name="a46219 Lê Hải Sơn" userId="b07ee673-6122-4980-99d9-cc7dd5bb86ef" providerId="ADAL" clId="{06FE6DA5-91DA-48FB-BC41-D892F9E6555E}" dt="2024-05-28T17:17:39.861" v="3483" actId="1076"/>
          <ac:spMkLst>
            <pc:docMk/>
            <pc:sldMk cId="0" sldId="267"/>
            <ac:spMk id="1142" creationId="{00000000-0000-0000-0000-000000000000}"/>
          </ac:spMkLst>
        </pc:spChg>
        <pc:spChg chg="del mod">
          <ac:chgData name="a46219 Lê Hải Sơn" userId="b07ee673-6122-4980-99d9-cc7dd5bb86ef" providerId="ADAL" clId="{06FE6DA5-91DA-48FB-BC41-D892F9E6555E}" dt="2024-05-28T17:18:55.394" v="3655" actId="478"/>
          <ac:spMkLst>
            <pc:docMk/>
            <pc:sldMk cId="0" sldId="267"/>
            <ac:spMk id="1143" creationId="{00000000-0000-0000-0000-000000000000}"/>
          </ac:spMkLst>
        </pc:spChg>
        <pc:spChg chg="del">
          <ac:chgData name="a46219 Lê Hải Sơn" userId="b07ee673-6122-4980-99d9-cc7dd5bb86ef" providerId="ADAL" clId="{06FE6DA5-91DA-48FB-BC41-D892F9E6555E}" dt="2024-05-28T17:17:20.724" v="3481" actId="478"/>
          <ac:spMkLst>
            <pc:docMk/>
            <pc:sldMk cId="0" sldId="267"/>
            <ac:spMk id="1144" creationId="{00000000-0000-0000-0000-000000000000}"/>
          </ac:spMkLst>
        </pc:spChg>
        <pc:spChg chg="mod">
          <ac:chgData name="a46219 Lê Hải Sơn" userId="b07ee673-6122-4980-99d9-cc7dd5bb86ef" providerId="ADAL" clId="{06FE6DA5-91DA-48FB-BC41-D892F9E6555E}" dt="2024-05-29T02:49:26.783" v="5821" actId="20577"/>
          <ac:spMkLst>
            <pc:docMk/>
            <pc:sldMk cId="0" sldId="267"/>
            <ac:spMk id="1145" creationId="{00000000-0000-0000-0000-000000000000}"/>
          </ac:spMkLst>
        </pc:spChg>
        <pc:spChg chg="mod">
          <ac:chgData name="a46219 Lê Hải Sơn" userId="b07ee673-6122-4980-99d9-cc7dd5bb86ef" providerId="ADAL" clId="{06FE6DA5-91DA-48FB-BC41-D892F9E6555E}" dt="2024-05-28T17:18:49.190" v="3654" actId="1036"/>
          <ac:spMkLst>
            <pc:docMk/>
            <pc:sldMk cId="0" sldId="267"/>
            <ac:spMk id="1146" creationId="{00000000-0000-0000-0000-000000000000}"/>
          </ac:spMkLst>
        </pc:spChg>
        <pc:spChg chg="del">
          <ac:chgData name="a46219 Lê Hải Sơn" userId="b07ee673-6122-4980-99d9-cc7dd5bb86ef" providerId="ADAL" clId="{06FE6DA5-91DA-48FB-BC41-D892F9E6555E}" dt="2024-05-28T17:17:20.724" v="3481" actId="478"/>
          <ac:spMkLst>
            <pc:docMk/>
            <pc:sldMk cId="0" sldId="267"/>
            <ac:spMk id="1147" creationId="{00000000-0000-0000-0000-000000000000}"/>
          </ac:spMkLst>
        </pc:spChg>
        <pc:spChg chg="del">
          <ac:chgData name="a46219 Lê Hải Sơn" userId="b07ee673-6122-4980-99d9-cc7dd5bb86ef" providerId="ADAL" clId="{06FE6DA5-91DA-48FB-BC41-D892F9E6555E}" dt="2024-05-28T17:17:20.724" v="3481" actId="478"/>
          <ac:spMkLst>
            <pc:docMk/>
            <pc:sldMk cId="0" sldId="267"/>
            <ac:spMk id="1148" creationId="{00000000-0000-0000-0000-000000000000}"/>
          </ac:spMkLst>
        </pc:spChg>
        <pc:spChg chg="del">
          <ac:chgData name="a46219 Lê Hải Sơn" userId="b07ee673-6122-4980-99d9-cc7dd5bb86ef" providerId="ADAL" clId="{06FE6DA5-91DA-48FB-BC41-D892F9E6555E}" dt="2024-05-28T17:17:20.724" v="3481" actId="478"/>
          <ac:spMkLst>
            <pc:docMk/>
            <pc:sldMk cId="0" sldId="267"/>
            <ac:spMk id="1149" creationId="{00000000-0000-0000-0000-000000000000}"/>
          </ac:spMkLst>
        </pc:spChg>
        <pc:spChg chg="del">
          <ac:chgData name="a46219 Lê Hải Sơn" userId="b07ee673-6122-4980-99d9-cc7dd5bb86ef" providerId="ADAL" clId="{06FE6DA5-91DA-48FB-BC41-D892F9E6555E}" dt="2024-05-28T17:17:14.569" v="3480" actId="478"/>
          <ac:spMkLst>
            <pc:docMk/>
            <pc:sldMk cId="0" sldId="267"/>
            <ac:spMk id="1150" creationId="{00000000-0000-0000-0000-000000000000}"/>
          </ac:spMkLst>
        </pc:spChg>
        <pc:spChg chg="del">
          <ac:chgData name="a46219 Lê Hải Sơn" userId="b07ee673-6122-4980-99d9-cc7dd5bb86ef" providerId="ADAL" clId="{06FE6DA5-91DA-48FB-BC41-D892F9E6555E}" dt="2024-05-28T17:17:14.569" v="3480" actId="478"/>
          <ac:spMkLst>
            <pc:docMk/>
            <pc:sldMk cId="0" sldId="267"/>
            <ac:spMk id="1151" creationId="{00000000-0000-0000-0000-000000000000}"/>
          </ac:spMkLst>
        </pc:spChg>
        <pc:spChg chg="del">
          <ac:chgData name="a46219 Lê Hải Sơn" userId="b07ee673-6122-4980-99d9-cc7dd5bb86ef" providerId="ADAL" clId="{06FE6DA5-91DA-48FB-BC41-D892F9E6555E}" dt="2024-05-28T17:17:14.569" v="3480" actId="478"/>
          <ac:spMkLst>
            <pc:docMk/>
            <pc:sldMk cId="0" sldId="267"/>
            <ac:spMk id="1152" creationId="{00000000-0000-0000-0000-000000000000}"/>
          </ac:spMkLst>
        </pc:spChg>
        <pc:spChg chg="del">
          <ac:chgData name="a46219 Lê Hải Sơn" userId="b07ee673-6122-4980-99d9-cc7dd5bb86ef" providerId="ADAL" clId="{06FE6DA5-91DA-48FB-BC41-D892F9E6555E}" dt="2024-05-28T17:17:14.569" v="3480" actId="478"/>
          <ac:spMkLst>
            <pc:docMk/>
            <pc:sldMk cId="0" sldId="267"/>
            <ac:spMk id="1153" creationId="{00000000-0000-0000-0000-000000000000}"/>
          </ac:spMkLst>
        </pc:spChg>
        <pc:spChg chg="del">
          <ac:chgData name="a46219 Lê Hải Sơn" userId="b07ee673-6122-4980-99d9-cc7dd5bb86ef" providerId="ADAL" clId="{06FE6DA5-91DA-48FB-BC41-D892F9E6555E}" dt="2024-05-28T17:17:14.569" v="3480" actId="478"/>
          <ac:spMkLst>
            <pc:docMk/>
            <pc:sldMk cId="0" sldId="267"/>
            <ac:spMk id="1154" creationId="{00000000-0000-0000-0000-000000000000}"/>
          </ac:spMkLst>
        </pc:spChg>
        <pc:spChg chg="del">
          <ac:chgData name="a46219 Lê Hải Sơn" userId="b07ee673-6122-4980-99d9-cc7dd5bb86ef" providerId="ADAL" clId="{06FE6DA5-91DA-48FB-BC41-D892F9E6555E}" dt="2024-05-28T17:17:14.569" v="3480" actId="478"/>
          <ac:spMkLst>
            <pc:docMk/>
            <pc:sldMk cId="0" sldId="267"/>
            <ac:spMk id="1155" creationId="{00000000-0000-0000-0000-000000000000}"/>
          </ac:spMkLst>
        </pc:spChg>
        <pc:spChg chg="del">
          <ac:chgData name="a46219 Lê Hải Sơn" userId="b07ee673-6122-4980-99d9-cc7dd5bb86ef" providerId="ADAL" clId="{06FE6DA5-91DA-48FB-BC41-D892F9E6555E}" dt="2024-05-28T17:17:14.569" v="3480" actId="478"/>
          <ac:spMkLst>
            <pc:docMk/>
            <pc:sldMk cId="0" sldId="267"/>
            <ac:spMk id="1156" creationId="{00000000-0000-0000-0000-000000000000}"/>
          </ac:spMkLst>
        </pc:spChg>
        <pc:spChg chg="del">
          <ac:chgData name="a46219 Lê Hải Sơn" userId="b07ee673-6122-4980-99d9-cc7dd5bb86ef" providerId="ADAL" clId="{06FE6DA5-91DA-48FB-BC41-D892F9E6555E}" dt="2024-05-28T17:17:14.569" v="3480" actId="478"/>
          <ac:spMkLst>
            <pc:docMk/>
            <pc:sldMk cId="0" sldId="267"/>
            <ac:spMk id="1157" creationId="{00000000-0000-0000-0000-000000000000}"/>
          </ac:spMkLst>
        </pc:spChg>
        <pc:spChg chg="mod">
          <ac:chgData name="a46219 Lê Hải Sơn" userId="b07ee673-6122-4980-99d9-cc7dd5bb86ef" providerId="ADAL" clId="{06FE6DA5-91DA-48FB-BC41-D892F9E6555E}" dt="2024-05-28T17:18:06.597" v="3549" actId="20577"/>
          <ac:spMkLst>
            <pc:docMk/>
            <pc:sldMk cId="0" sldId="267"/>
            <ac:spMk id="1212" creationId="{00000000-0000-0000-0000-000000000000}"/>
          </ac:spMkLst>
        </pc:spChg>
        <pc:grpChg chg="del">
          <ac:chgData name="a46219 Lê Hải Sơn" userId="b07ee673-6122-4980-99d9-cc7dd5bb86ef" providerId="ADAL" clId="{06FE6DA5-91DA-48FB-BC41-D892F9E6555E}" dt="2024-05-28T17:17:14.569" v="3480" actId="478"/>
          <ac:grpSpMkLst>
            <pc:docMk/>
            <pc:sldMk cId="0" sldId="267"/>
            <ac:grpSpMk id="1162" creationId="{00000000-0000-0000-0000-000000000000}"/>
          </ac:grpSpMkLst>
        </pc:grpChg>
        <pc:grpChg chg="del">
          <ac:chgData name="a46219 Lê Hải Sơn" userId="b07ee673-6122-4980-99d9-cc7dd5bb86ef" providerId="ADAL" clId="{06FE6DA5-91DA-48FB-BC41-D892F9E6555E}" dt="2024-05-28T17:17:14.569" v="3480" actId="478"/>
          <ac:grpSpMkLst>
            <pc:docMk/>
            <pc:sldMk cId="0" sldId="267"/>
            <ac:grpSpMk id="1174" creationId="{00000000-0000-0000-0000-000000000000}"/>
          </ac:grpSpMkLst>
        </pc:grpChg>
        <pc:grpChg chg="del">
          <ac:chgData name="a46219 Lê Hải Sơn" userId="b07ee673-6122-4980-99d9-cc7dd5bb86ef" providerId="ADAL" clId="{06FE6DA5-91DA-48FB-BC41-D892F9E6555E}" dt="2024-05-28T17:17:14.569" v="3480" actId="478"/>
          <ac:grpSpMkLst>
            <pc:docMk/>
            <pc:sldMk cId="0" sldId="267"/>
            <ac:grpSpMk id="1178" creationId="{00000000-0000-0000-0000-000000000000}"/>
          </ac:grpSpMkLst>
        </pc:grpChg>
        <pc:grpChg chg="del">
          <ac:chgData name="a46219 Lê Hải Sơn" userId="b07ee673-6122-4980-99d9-cc7dd5bb86ef" providerId="ADAL" clId="{06FE6DA5-91DA-48FB-BC41-D892F9E6555E}" dt="2024-05-28T17:17:14.569" v="3480" actId="478"/>
          <ac:grpSpMkLst>
            <pc:docMk/>
            <pc:sldMk cId="0" sldId="267"/>
            <ac:grpSpMk id="1196" creationId="{00000000-0000-0000-0000-000000000000}"/>
          </ac:grpSpMkLst>
        </pc:grpChg>
        <pc:picChg chg="add del mod">
          <ac:chgData name="a46219 Lê Hải Sơn" userId="b07ee673-6122-4980-99d9-cc7dd5bb86ef" providerId="ADAL" clId="{06FE6DA5-91DA-48FB-BC41-D892F9E6555E}" dt="2024-05-28T18:03:38.326" v="4702" actId="478"/>
          <ac:picMkLst>
            <pc:docMk/>
            <pc:sldMk cId="0" sldId="267"/>
            <ac:picMk id="3" creationId="{D2DEFBAD-FB5B-E885-C356-5CD72B745724}"/>
          </ac:picMkLst>
        </pc:picChg>
        <pc:picChg chg="add mod">
          <ac:chgData name="a46219 Lê Hải Sơn" userId="b07ee673-6122-4980-99d9-cc7dd5bb86ef" providerId="ADAL" clId="{06FE6DA5-91DA-48FB-BC41-D892F9E6555E}" dt="2024-05-28T17:22:56.942" v="3963" actId="1076"/>
          <ac:picMkLst>
            <pc:docMk/>
            <pc:sldMk cId="0" sldId="267"/>
            <ac:picMk id="10" creationId="{481DF7F8-36AD-E2CB-67CF-83308471A875}"/>
          </ac:picMkLst>
        </pc:picChg>
        <pc:picChg chg="add del mod">
          <ac:chgData name="a46219 Lê Hải Sơn" userId="b07ee673-6122-4980-99d9-cc7dd5bb86ef" providerId="ADAL" clId="{06FE6DA5-91DA-48FB-BC41-D892F9E6555E}" dt="2024-05-28T18:03:47.741" v="4712" actId="22"/>
          <ac:picMkLst>
            <pc:docMk/>
            <pc:sldMk cId="0" sldId="267"/>
            <ac:picMk id="12" creationId="{23BE603D-C7CC-A9B5-5C37-116828BB4F53}"/>
          </ac:picMkLst>
        </pc:picChg>
        <pc:picChg chg="add mod">
          <ac:chgData name="a46219 Lê Hải Sơn" userId="b07ee673-6122-4980-99d9-cc7dd5bb86ef" providerId="ADAL" clId="{06FE6DA5-91DA-48FB-BC41-D892F9E6555E}" dt="2024-05-28T18:04:06.112" v="4718" actId="1076"/>
          <ac:picMkLst>
            <pc:docMk/>
            <pc:sldMk cId="0" sldId="267"/>
            <ac:picMk id="14" creationId="{D856B4EA-3535-805B-A0B1-61EBC41FFD45}"/>
          </ac:picMkLst>
        </pc:picChg>
        <pc:cxnChg chg="del mod">
          <ac:chgData name="a46219 Lê Hải Sơn" userId="b07ee673-6122-4980-99d9-cc7dd5bb86ef" providerId="ADAL" clId="{06FE6DA5-91DA-48FB-BC41-D892F9E6555E}" dt="2024-05-28T17:17:14.569" v="3480" actId="478"/>
          <ac:cxnSpMkLst>
            <pc:docMk/>
            <pc:sldMk cId="0" sldId="267"/>
            <ac:cxnSpMk id="1158" creationId="{00000000-0000-0000-0000-000000000000}"/>
          </ac:cxnSpMkLst>
        </pc:cxnChg>
        <pc:cxnChg chg="del mod">
          <ac:chgData name="a46219 Lê Hải Sơn" userId="b07ee673-6122-4980-99d9-cc7dd5bb86ef" providerId="ADAL" clId="{06FE6DA5-91DA-48FB-BC41-D892F9E6555E}" dt="2024-05-28T17:17:14.569" v="3480" actId="478"/>
          <ac:cxnSpMkLst>
            <pc:docMk/>
            <pc:sldMk cId="0" sldId="267"/>
            <ac:cxnSpMk id="1159" creationId="{00000000-0000-0000-0000-000000000000}"/>
          </ac:cxnSpMkLst>
        </pc:cxnChg>
        <pc:cxnChg chg="del mod">
          <ac:chgData name="a46219 Lê Hải Sơn" userId="b07ee673-6122-4980-99d9-cc7dd5bb86ef" providerId="ADAL" clId="{06FE6DA5-91DA-48FB-BC41-D892F9E6555E}" dt="2024-05-28T17:17:14.569" v="3480" actId="478"/>
          <ac:cxnSpMkLst>
            <pc:docMk/>
            <pc:sldMk cId="0" sldId="267"/>
            <ac:cxnSpMk id="1160" creationId="{00000000-0000-0000-0000-000000000000}"/>
          </ac:cxnSpMkLst>
        </pc:cxnChg>
        <pc:cxnChg chg="del mod">
          <ac:chgData name="a46219 Lê Hải Sơn" userId="b07ee673-6122-4980-99d9-cc7dd5bb86ef" providerId="ADAL" clId="{06FE6DA5-91DA-48FB-BC41-D892F9E6555E}" dt="2024-05-28T17:17:14.569" v="3480" actId="478"/>
          <ac:cxnSpMkLst>
            <pc:docMk/>
            <pc:sldMk cId="0" sldId="267"/>
            <ac:cxnSpMk id="1161" creationId="{00000000-0000-0000-0000-000000000000}"/>
          </ac:cxnSpMkLst>
        </pc:cxnChg>
      </pc:sldChg>
      <pc:sldChg chg="addSp delSp modSp mod ord modTransition setBg">
        <pc:chgData name="a46219 Lê Hải Sơn" userId="b07ee673-6122-4980-99d9-cc7dd5bb86ef" providerId="ADAL" clId="{06FE6DA5-91DA-48FB-BC41-D892F9E6555E}" dt="2024-05-29T05:25:19.849" v="7473"/>
        <pc:sldMkLst>
          <pc:docMk/>
          <pc:sldMk cId="0" sldId="268"/>
        </pc:sldMkLst>
        <pc:spChg chg="mod">
          <ac:chgData name="a46219 Lê Hải Sơn" userId="b07ee673-6122-4980-99d9-cc7dd5bb86ef" providerId="ADAL" clId="{06FE6DA5-91DA-48FB-BC41-D892F9E6555E}" dt="2024-05-28T16:56:58.586" v="3240"/>
          <ac:spMkLst>
            <pc:docMk/>
            <pc:sldMk cId="0" sldId="268"/>
            <ac:spMk id="4" creationId="{EA564E7B-020E-5DF9-0128-823794B719B5}"/>
          </ac:spMkLst>
        </pc:spChg>
        <pc:spChg chg="mod">
          <ac:chgData name="a46219 Lê Hải Sơn" userId="b07ee673-6122-4980-99d9-cc7dd5bb86ef" providerId="ADAL" clId="{06FE6DA5-91DA-48FB-BC41-D892F9E6555E}" dt="2024-05-28T16:56:58.586" v="3240"/>
          <ac:spMkLst>
            <pc:docMk/>
            <pc:sldMk cId="0" sldId="268"/>
            <ac:spMk id="5" creationId="{100FDA8E-0C74-4771-7AFB-DD8C22D9667A}"/>
          </ac:spMkLst>
        </pc:spChg>
        <pc:spChg chg="mod">
          <ac:chgData name="a46219 Lê Hải Sơn" userId="b07ee673-6122-4980-99d9-cc7dd5bb86ef" providerId="ADAL" clId="{06FE6DA5-91DA-48FB-BC41-D892F9E6555E}" dt="2024-05-28T16:57:25.274" v="3249"/>
          <ac:spMkLst>
            <pc:docMk/>
            <pc:sldMk cId="0" sldId="268"/>
            <ac:spMk id="7" creationId="{FC800005-A601-7213-70C7-94E4D6D5D0C3}"/>
          </ac:spMkLst>
        </pc:spChg>
        <pc:spChg chg="mod">
          <ac:chgData name="a46219 Lê Hải Sơn" userId="b07ee673-6122-4980-99d9-cc7dd5bb86ef" providerId="ADAL" clId="{06FE6DA5-91DA-48FB-BC41-D892F9E6555E}" dt="2024-05-28T17:05:10.088" v="3287" actId="1076"/>
          <ac:spMkLst>
            <pc:docMk/>
            <pc:sldMk cId="0" sldId="268"/>
            <ac:spMk id="8" creationId="{E78FE4E7-74CB-47AB-E92F-1C953AE29D3C}"/>
          </ac:spMkLst>
        </pc:spChg>
        <pc:spChg chg="mod">
          <ac:chgData name="a46219 Lê Hải Sơn" userId="b07ee673-6122-4980-99d9-cc7dd5bb86ef" providerId="ADAL" clId="{06FE6DA5-91DA-48FB-BC41-D892F9E6555E}" dt="2024-05-28T16:58:01.278" v="3253"/>
          <ac:spMkLst>
            <pc:docMk/>
            <pc:sldMk cId="0" sldId="268"/>
            <ac:spMk id="10" creationId="{0A7242E9-5856-59BD-D74F-77FBAE44CFDF}"/>
          </ac:spMkLst>
        </pc:spChg>
        <pc:spChg chg="mod">
          <ac:chgData name="a46219 Lê Hải Sơn" userId="b07ee673-6122-4980-99d9-cc7dd5bb86ef" providerId="ADAL" clId="{06FE6DA5-91DA-48FB-BC41-D892F9E6555E}" dt="2024-05-28T16:58:01.278" v="3253"/>
          <ac:spMkLst>
            <pc:docMk/>
            <pc:sldMk cId="0" sldId="268"/>
            <ac:spMk id="11" creationId="{9425A729-4322-98DA-7CDF-24A72E124160}"/>
          </ac:spMkLst>
        </pc:spChg>
        <pc:spChg chg="mod">
          <ac:chgData name="a46219 Lê Hải Sơn" userId="b07ee673-6122-4980-99d9-cc7dd5bb86ef" providerId="ADAL" clId="{06FE6DA5-91DA-48FB-BC41-D892F9E6555E}" dt="2024-05-28T16:59:19.868" v="3263"/>
          <ac:spMkLst>
            <pc:docMk/>
            <pc:sldMk cId="0" sldId="268"/>
            <ac:spMk id="13" creationId="{F9E69C9C-0850-2B87-C4CD-B03D2328714B}"/>
          </ac:spMkLst>
        </pc:spChg>
        <pc:spChg chg="mod">
          <ac:chgData name="a46219 Lê Hải Sơn" userId="b07ee673-6122-4980-99d9-cc7dd5bb86ef" providerId="ADAL" clId="{06FE6DA5-91DA-48FB-BC41-D892F9E6555E}" dt="2024-05-28T16:59:19.868" v="3263"/>
          <ac:spMkLst>
            <pc:docMk/>
            <pc:sldMk cId="0" sldId="268"/>
            <ac:spMk id="14" creationId="{775CD143-9023-26CC-C7E1-AD093525FF7F}"/>
          </ac:spMkLst>
        </pc:spChg>
        <pc:spChg chg="add del">
          <ac:chgData name="a46219 Lê Hải Sơn" userId="b07ee673-6122-4980-99d9-cc7dd5bb86ef" providerId="ADAL" clId="{06FE6DA5-91DA-48FB-BC41-D892F9E6555E}" dt="2024-05-28T17:02:50.620" v="3267" actId="22"/>
          <ac:spMkLst>
            <pc:docMk/>
            <pc:sldMk cId="0" sldId="268"/>
            <ac:spMk id="16" creationId="{3D9A9F8D-97B6-6128-6860-66D47ABDDB4A}"/>
          </ac:spMkLst>
        </pc:spChg>
        <pc:spChg chg="mod">
          <ac:chgData name="a46219 Lê Hải Sơn" userId="b07ee673-6122-4980-99d9-cc7dd5bb86ef" providerId="ADAL" clId="{06FE6DA5-91DA-48FB-BC41-D892F9E6555E}" dt="2024-05-28T17:03:13.782" v="3273"/>
          <ac:spMkLst>
            <pc:docMk/>
            <pc:sldMk cId="0" sldId="268"/>
            <ac:spMk id="22" creationId="{F6961086-1AA0-2E10-6348-7DF1A9739FA6}"/>
          </ac:spMkLst>
        </pc:spChg>
        <pc:spChg chg="mod">
          <ac:chgData name="a46219 Lê Hải Sơn" userId="b07ee673-6122-4980-99d9-cc7dd5bb86ef" providerId="ADAL" clId="{06FE6DA5-91DA-48FB-BC41-D892F9E6555E}" dt="2024-05-28T17:03:13.782" v="3273"/>
          <ac:spMkLst>
            <pc:docMk/>
            <pc:sldMk cId="0" sldId="268"/>
            <ac:spMk id="23" creationId="{BD20E512-21B3-79DD-8388-D45BD0F18630}"/>
          </ac:spMkLst>
        </pc:spChg>
        <pc:spChg chg="mod">
          <ac:chgData name="a46219 Lê Hải Sơn" userId="b07ee673-6122-4980-99d9-cc7dd5bb86ef" providerId="ADAL" clId="{06FE6DA5-91DA-48FB-BC41-D892F9E6555E}" dt="2024-05-28T17:03:23.847" v="3276"/>
          <ac:spMkLst>
            <pc:docMk/>
            <pc:sldMk cId="0" sldId="268"/>
            <ac:spMk id="25" creationId="{2D35DBBF-DFE9-1AC5-FFAB-D415182D08EE}"/>
          </ac:spMkLst>
        </pc:spChg>
        <pc:spChg chg="mod">
          <ac:chgData name="a46219 Lê Hải Sơn" userId="b07ee673-6122-4980-99d9-cc7dd5bb86ef" providerId="ADAL" clId="{06FE6DA5-91DA-48FB-BC41-D892F9E6555E}" dt="2024-05-28T17:03:23.847" v="3276"/>
          <ac:spMkLst>
            <pc:docMk/>
            <pc:sldMk cId="0" sldId="268"/>
            <ac:spMk id="26" creationId="{665172C3-0A39-9913-682B-7A47D98BE3FF}"/>
          </ac:spMkLst>
        </pc:spChg>
        <pc:spChg chg="add mod">
          <ac:chgData name="a46219 Lê Hải Sơn" userId="b07ee673-6122-4980-99d9-cc7dd5bb86ef" providerId="ADAL" clId="{06FE6DA5-91DA-48FB-BC41-D892F9E6555E}" dt="2024-05-28T17:05:08.011" v="3285" actId="1076"/>
          <ac:spMkLst>
            <pc:docMk/>
            <pc:sldMk cId="0" sldId="268"/>
            <ac:spMk id="27" creationId="{836D2CAF-906A-4512-2C54-32AC39561A1A}"/>
          </ac:spMkLst>
        </pc:spChg>
        <pc:spChg chg="mod">
          <ac:chgData name="a46219 Lê Hải Sơn" userId="b07ee673-6122-4980-99d9-cc7dd5bb86ef" providerId="ADAL" clId="{06FE6DA5-91DA-48FB-BC41-D892F9E6555E}" dt="2024-05-28T17:05:53.674" v="3289"/>
          <ac:spMkLst>
            <pc:docMk/>
            <pc:sldMk cId="0" sldId="268"/>
            <ac:spMk id="29" creationId="{DCDBA239-77A3-4109-0C19-2C93758EBEA9}"/>
          </ac:spMkLst>
        </pc:spChg>
        <pc:spChg chg="mod">
          <ac:chgData name="a46219 Lê Hải Sơn" userId="b07ee673-6122-4980-99d9-cc7dd5bb86ef" providerId="ADAL" clId="{06FE6DA5-91DA-48FB-BC41-D892F9E6555E}" dt="2024-05-28T17:05:53.674" v="3289"/>
          <ac:spMkLst>
            <pc:docMk/>
            <pc:sldMk cId="0" sldId="268"/>
            <ac:spMk id="30" creationId="{5B07F081-287F-232D-9658-C32873D26083}"/>
          </ac:spMkLst>
        </pc:spChg>
        <pc:spChg chg="mod">
          <ac:chgData name="a46219 Lê Hải Sơn" userId="b07ee673-6122-4980-99d9-cc7dd5bb86ef" providerId="ADAL" clId="{06FE6DA5-91DA-48FB-BC41-D892F9E6555E}" dt="2024-05-28T16:56:38.702" v="3234" actId="1037"/>
          <ac:spMkLst>
            <pc:docMk/>
            <pc:sldMk cId="0" sldId="268"/>
            <ac:spMk id="1217" creationId="{00000000-0000-0000-0000-000000000000}"/>
          </ac:spMkLst>
        </pc:spChg>
        <pc:spChg chg="mod">
          <ac:chgData name="a46219 Lê Hải Sơn" userId="b07ee673-6122-4980-99d9-cc7dd5bb86ef" providerId="ADAL" clId="{06FE6DA5-91DA-48FB-BC41-D892F9E6555E}" dt="2024-05-28T16:56:21.304" v="3190" actId="1038"/>
          <ac:spMkLst>
            <pc:docMk/>
            <pc:sldMk cId="0" sldId="268"/>
            <ac:spMk id="1218" creationId="{00000000-0000-0000-0000-000000000000}"/>
          </ac:spMkLst>
        </pc:spChg>
        <pc:spChg chg="mod">
          <ac:chgData name="a46219 Lê Hải Sơn" userId="b07ee673-6122-4980-99d9-cc7dd5bb86ef" providerId="ADAL" clId="{06FE6DA5-91DA-48FB-BC41-D892F9E6555E}" dt="2024-05-28T16:56:21.304" v="3190" actId="1038"/>
          <ac:spMkLst>
            <pc:docMk/>
            <pc:sldMk cId="0" sldId="268"/>
            <ac:spMk id="1219" creationId="{00000000-0000-0000-0000-000000000000}"/>
          </ac:spMkLst>
        </pc:spChg>
        <pc:spChg chg="mod">
          <ac:chgData name="a46219 Lê Hải Sơn" userId="b07ee673-6122-4980-99d9-cc7dd5bb86ef" providerId="ADAL" clId="{06FE6DA5-91DA-48FB-BC41-D892F9E6555E}" dt="2024-05-28T16:56:21.304" v="3190" actId="1038"/>
          <ac:spMkLst>
            <pc:docMk/>
            <pc:sldMk cId="0" sldId="268"/>
            <ac:spMk id="1220" creationId="{00000000-0000-0000-0000-000000000000}"/>
          </ac:spMkLst>
        </pc:spChg>
        <pc:spChg chg="del mod">
          <ac:chgData name="a46219 Lê Hải Sơn" userId="b07ee673-6122-4980-99d9-cc7dd5bb86ef" providerId="ADAL" clId="{06FE6DA5-91DA-48FB-BC41-D892F9E6555E}" dt="2024-05-28T16:55:09.507" v="3124" actId="478"/>
          <ac:spMkLst>
            <pc:docMk/>
            <pc:sldMk cId="0" sldId="268"/>
            <ac:spMk id="1221" creationId="{00000000-0000-0000-0000-000000000000}"/>
          </ac:spMkLst>
        </pc:spChg>
        <pc:spChg chg="del mod">
          <ac:chgData name="a46219 Lê Hải Sơn" userId="b07ee673-6122-4980-99d9-cc7dd5bb86ef" providerId="ADAL" clId="{06FE6DA5-91DA-48FB-BC41-D892F9E6555E}" dt="2024-05-28T16:55:09.507" v="3124" actId="478"/>
          <ac:spMkLst>
            <pc:docMk/>
            <pc:sldMk cId="0" sldId="268"/>
            <ac:spMk id="1222" creationId="{00000000-0000-0000-0000-000000000000}"/>
          </ac:spMkLst>
        </pc:spChg>
        <pc:spChg chg="mod">
          <ac:chgData name="a46219 Lê Hải Sơn" userId="b07ee673-6122-4980-99d9-cc7dd5bb86ef" providerId="ADAL" clId="{06FE6DA5-91DA-48FB-BC41-D892F9E6555E}" dt="2024-05-28T16:59:14.214" v="3261" actId="1076"/>
          <ac:spMkLst>
            <pc:docMk/>
            <pc:sldMk cId="0" sldId="268"/>
            <ac:spMk id="1223" creationId="{00000000-0000-0000-0000-000000000000}"/>
          </ac:spMkLst>
        </pc:spChg>
        <pc:spChg chg="mod">
          <ac:chgData name="a46219 Lê Hải Sơn" userId="b07ee673-6122-4980-99d9-cc7dd5bb86ef" providerId="ADAL" clId="{06FE6DA5-91DA-48FB-BC41-D892F9E6555E}" dt="2024-05-28T17:04:30.185" v="3280" actId="1076"/>
          <ac:spMkLst>
            <pc:docMk/>
            <pc:sldMk cId="0" sldId="268"/>
            <ac:spMk id="1224" creationId="{00000000-0000-0000-0000-000000000000}"/>
          </ac:spMkLst>
        </pc:spChg>
        <pc:spChg chg="mod">
          <ac:chgData name="a46219 Lê Hải Sơn" userId="b07ee673-6122-4980-99d9-cc7dd5bb86ef" providerId="ADAL" clId="{06FE6DA5-91DA-48FB-BC41-D892F9E6555E}" dt="2024-05-28T16:56:38.702" v="3234" actId="1037"/>
          <ac:spMkLst>
            <pc:docMk/>
            <pc:sldMk cId="0" sldId="268"/>
            <ac:spMk id="1225" creationId="{00000000-0000-0000-0000-000000000000}"/>
          </ac:spMkLst>
        </pc:spChg>
        <pc:spChg chg="add del">
          <ac:chgData name="a46219 Lê Hải Sơn" userId="b07ee673-6122-4980-99d9-cc7dd5bb86ef" providerId="ADAL" clId="{06FE6DA5-91DA-48FB-BC41-D892F9E6555E}" dt="2024-05-28T16:56:52.709" v="3238" actId="478"/>
          <ac:spMkLst>
            <pc:docMk/>
            <pc:sldMk cId="0" sldId="268"/>
            <ac:spMk id="1231" creationId="{00000000-0000-0000-0000-000000000000}"/>
          </ac:spMkLst>
        </pc:spChg>
        <pc:spChg chg="del">
          <ac:chgData name="a46219 Lê Hải Sơn" userId="b07ee673-6122-4980-99d9-cc7dd5bb86ef" providerId="ADAL" clId="{06FE6DA5-91DA-48FB-BC41-D892F9E6555E}" dt="2024-05-28T16:55:40.496" v="3142" actId="478"/>
          <ac:spMkLst>
            <pc:docMk/>
            <pc:sldMk cId="0" sldId="268"/>
            <ac:spMk id="1237" creationId="{00000000-0000-0000-0000-000000000000}"/>
          </ac:spMkLst>
        </pc:spChg>
        <pc:spChg chg="del">
          <ac:chgData name="a46219 Lê Hải Sơn" userId="b07ee673-6122-4980-99d9-cc7dd5bb86ef" providerId="ADAL" clId="{06FE6DA5-91DA-48FB-BC41-D892F9E6555E}" dt="2024-05-28T16:55:42.847" v="3143" actId="478"/>
          <ac:spMkLst>
            <pc:docMk/>
            <pc:sldMk cId="0" sldId="268"/>
            <ac:spMk id="1238" creationId="{00000000-0000-0000-0000-000000000000}"/>
          </ac:spMkLst>
        </pc:spChg>
        <pc:spChg chg="del">
          <ac:chgData name="a46219 Lê Hải Sơn" userId="b07ee673-6122-4980-99d9-cc7dd5bb86ef" providerId="ADAL" clId="{06FE6DA5-91DA-48FB-BC41-D892F9E6555E}" dt="2024-05-28T16:55:10.936" v="3125" actId="478"/>
          <ac:spMkLst>
            <pc:docMk/>
            <pc:sldMk cId="0" sldId="268"/>
            <ac:spMk id="1240" creationId="{00000000-0000-0000-0000-000000000000}"/>
          </ac:spMkLst>
        </pc:spChg>
        <pc:spChg chg="del mod">
          <ac:chgData name="a46219 Lê Hải Sơn" userId="b07ee673-6122-4980-99d9-cc7dd5bb86ef" providerId="ADAL" clId="{06FE6DA5-91DA-48FB-BC41-D892F9E6555E}" dt="2024-05-28T16:55:18.516" v="3129" actId="478"/>
          <ac:spMkLst>
            <pc:docMk/>
            <pc:sldMk cId="0" sldId="268"/>
            <ac:spMk id="1241" creationId="{00000000-0000-0000-0000-000000000000}"/>
          </ac:spMkLst>
        </pc:spChg>
        <pc:spChg chg="mod">
          <ac:chgData name="a46219 Lê Hải Sơn" userId="b07ee673-6122-4980-99d9-cc7dd5bb86ef" providerId="ADAL" clId="{06FE6DA5-91DA-48FB-BC41-D892F9E6555E}" dt="2024-05-28T16:58:25.474" v="3255" actId="1076"/>
          <ac:spMkLst>
            <pc:docMk/>
            <pc:sldMk cId="0" sldId="268"/>
            <ac:spMk id="1243" creationId="{00000000-0000-0000-0000-000000000000}"/>
          </ac:spMkLst>
        </pc:spChg>
        <pc:spChg chg="mod">
          <ac:chgData name="a46219 Lê Hải Sơn" userId="b07ee673-6122-4980-99d9-cc7dd5bb86ef" providerId="ADAL" clId="{06FE6DA5-91DA-48FB-BC41-D892F9E6555E}" dt="2024-05-28T16:57:10.379" v="3245" actId="1076"/>
          <ac:spMkLst>
            <pc:docMk/>
            <pc:sldMk cId="0" sldId="268"/>
            <ac:spMk id="1246" creationId="{00000000-0000-0000-0000-000000000000}"/>
          </ac:spMkLst>
        </pc:spChg>
        <pc:spChg chg="del">
          <ac:chgData name="a46219 Lê Hải Sơn" userId="b07ee673-6122-4980-99d9-cc7dd5bb86ef" providerId="ADAL" clId="{06FE6DA5-91DA-48FB-BC41-D892F9E6555E}" dt="2024-05-28T16:55:45.152" v="3144" actId="478"/>
          <ac:spMkLst>
            <pc:docMk/>
            <pc:sldMk cId="0" sldId="268"/>
            <ac:spMk id="1252" creationId="{00000000-0000-0000-0000-000000000000}"/>
          </ac:spMkLst>
        </pc:spChg>
        <pc:spChg chg="del">
          <ac:chgData name="a46219 Lê Hải Sơn" userId="b07ee673-6122-4980-99d9-cc7dd5bb86ef" providerId="ADAL" clId="{06FE6DA5-91DA-48FB-BC41-D892F9E6555E}" dt="2024-05-28T16:55:48.659" v="3147" actId="478"/>
          <ac:spMkLst>
            <pc:docMk/>
            <pc:sldMk cId="0" sldId="268"/>
            <ac:spMk id="1253" creationId="{00000000-0000-0000-0000-000000000000}"/>
          </ac:spMkLst>
        </pc:spChg>
        <pc:spChg chg="del">
          <ac:chgData name="a46219 Lê Hải Sơn" userId="b07ee673-6122-4980-99d9-cc7dd5bb86ef" providerId="ADAL" clId="{06FE6DA5-91DA-48FB-BC41-D892F9E6555E}" dt="2024-05-28T16:55:20.007" v="3130" actId="478"/>
          <ac:spMkLst>
            <pc:docMk/>
            <pc:sldMk cId="0" sldId="268"/>
            <ac:spMk id="1255" creationId="{00000000-0000-0000-0000-000000000000}"/>
          </ac:spMkLst>
        </pc:spChg>
        <pc:spChg chg="del">
          <ac:chgData name="a46219 Lê Hải Sơn" userId="b07ee673-6122-4980-99d9-cc7dd5bb86ef" providerId="ADAL" clId="{06FE6DA5-91DA-48FB-BC41-D892F9E6555E}" dt="2024-05-28T16:55:23.928" v="3133" actId="478"/>
          <ac:spMkLst>
            <pc:docMk/>
            <pc:sldMk cId="0" sldId="268"/>
            <ac:spMk id="1256" creationId="{00000000-0000-0000-0000-000000000000}"/>
          </ac:spMkLst>
        </pc:spChg>
        <pc:spChg chg="del">
          <ac:chgData name="a46219 Lê Hải Sơn" userId="b07ee673-6122-4980-99d9-cc7dd5bb86ef" providerId="ADAL" clId="{06FE6DA5-91DA-48FB-BC41-D892F9E6555E}" dt="2024-05-28T16:55:50.284" v="3148" actId="478"/>
          <ac:spMkLst>
            <pc:docMk/>
            <pc:sldMk cId="0" sldId="268"/>
            <ac:spMk id="1267" creationId="{00000000-0000-0000-0000-000000000000}"/>
          </ac:spMkLst>
        </pc:spChg>
        <pc:spChg chg="del">
          <ac:chgData name="a46219 Lê Hải Sơn" userId="b07ee673-6122-4980-99d9-cc7dd5bb86ef" providerId="ADAL" clId="{06FE6DA5-91DA-48FB-BC41-D892F9E6555E}" dt="2024-05-28T16:55:52.038" v="3149" actId="478"/>
          <ac:spMkLst>
            <pc:docMk/>
            <pc:sldMk cId="0" sldId="268"/>
            <ac:spMk id="1268" creationId="{00000000-0000-0000-0000-000000000000}"/>
          </ac:spMkLst>
        </pc:spChg>
        <pc:spChg chg="del">
          <ac:chgData name="a46219 Lê Hải Sơn" userId="b07ee673-6122-4980-99d9-cc7dd5bb86ef" providerId="ADAL" clId="{06FE6DA5-91DA-48FB-BC41-D892F9E6555E}" dt="2024-05-28T16:55:25.852" v="3134" actId="478"/>
          <ac:spMkLst>
            <pc:docMk/>
            <pc:sldMk cId="0" sldId="268"/>
            <ac:spMk id="1270" creationId="{00000000-0000-0000-0000-000000000000}"/>
          </ac:spMkLst>
        </pc:spChg>
        <pc:spChg chg="del">
          <ac:chgData name="a46219 Lê Hải Sơn" userId="b07ee673-6122-4980-99d9-cc7dd5bb86ef" providerId="ADAL" clId="{06FE6DA5-91DA-48FB-BC41-D892F9E6555E}" dt="2024-05-28T16:55:30.123" v="3137" actId="478"/>
          <ac:spMkLst>
            <pc:docMk/>
            <pc:sldMk cId="0" sldId="268"/>
            <ac:spMk id="1271" creationId="{00000000-0000-0000-0000-000000000000}"/>
          </ac:spMkLst>
        </pc:spChg>
        <pc:spChg chg="mod">
          <ac:chgData name="a46219 Lê Hải Sơn" userId="b07ee673-6122-4980-99d9-cc7dd5bb86ef" providerId="ADAL" clId="{06FE6DA5-91DA-48FB-BC41-D892F9E6555E}" dt="2024-05-28T16:58:53.089" v="3257" actId="1076"/>
          <ac:spMkLst>
            <pc:docMk/>
            <pc:sldMk cId="0" sldId="268"/>
            <ac:spMk id="1273" creationId="{00000000-0000-0000-0000-000000000000}"/>
          </ac:spMkLst>
        </pc:spChg>
        <pc:spChg chg="del">
          <ac:chgData name="a46219 Lê Hải Sơn" userId="b07ee673-6122-4980-99d9-cc7dd5bb86ef" providerId="ADAL" clId="{06FE6DA5-91DA-48FB-BC41-D892F9E6555E}" dt="2024-05-28T16:55:55.024" v="3151" actId="478"/>
          <ac:spMkLst>
            <pc:docMk/>
            <pc:sldMk cId="0" sldId="268"/>
            <ac:spMk id="1282" creationId="{00000000-0000-0000-0000-000000000000}"/>
          </ac:spMkLst>
        </pc:spChg>
        <pc:spChg chg="del">
          <ac:chgData name="a46219 Lê Hải Sơn" userId="b07ee673-6122-4980-99d9-cc7dd5bb86ef" providerId="ADAL" clId="{06FE6DA5-91DA-48FB-BC41-D892F9E6555E}" dt="2024-05-28T16:55:53.567" v="3150" actId="478"/>
          <ac:spMkLst>
            <pc:docMk/>
            <pc:sldMk cId="0" sldId="268"/>
            <ac:spMk id="1283" creationId="{00000000-0000-0000-0000-000000000000}"/>
          </ac:spMkLst>
        </pc:spChg>
        <pc:spChg chg="del">
          <ac:chgData name="a46219 Lê Hải Sơn" userId="b07ee673-6122-4980-99d9-cc7dd5bb86ef" providerId="ADAL" clId="{06FE6DA5-91DA-48FB-BC41-D892F9E6555E}" dt="2024-05-28T16:55:32.478" v="3138" actId="478"/>
          <ac:spMkLst>
            <pc:docMk/>
            <pc:sldMk cId="0" sldId="268"/>
            <ac:spMk id="1285" creationId="{00000000-0000-0000-0000-000000000000}"/>
          </ac:spMkLst>
        </pc:spChg>
        <pc:spChg chg="del">
          <ac:chgData name="a46219 Lê Hải Sơn" userId="b07ee673-6122-4980-99d9-cc7dd5bb86ef" providerId="ADAL" clId="{06FE6DA5-91DA-48FB-BC41-D892F9E6555E}" dt="2024-05-28T16:55:34.340" v="3139" actId="478"/>
          <ac:spMkLst>
            <pc:docMk/>
            <pc:sldMk cId="0" sldId="268"/>
            <ac:spMk id="1286" creationId="{00000000-0000-0000-0000-000000000000}"/>
          </ac:spMkLst>
        </pc:spChg>
        <pc:spChg chg="mod">
          <ac:chgData name="a46219 Lê Hải Sơn" userId="b07ee673-6122-4980-99d9-cc7dd5bb86ef" providerId="ADAL" clId="{06FE6DA5-91DA-48FB-BC41-D892F9E6555E}" dt="2024-05-28T16:54:04.817" v="3063" actId="1076"/>
          <ac:spMkLst>
            <pc:docMk/>
            <pc:sldMk cId="0" sldId="268"/>
            <ac:spMk id="1291" creationId="{00000000-0000-0000-0000-000000000000}"/>
          </ac:spMkLst>
        </pc:spChg>
        <pc:grpChg chg="add mod">
          <ac:chgData name="a46219 Lê Hải Sơn" userId="b07ee673-6122-4980-99d9-cc7dd5bb86ef" providerId="ADAL" clId="{06FE6DA5-91DA-48FB-BC41-D892F9E6555E}" dt="2024-05-28T16:57:16.663" v="3247" actId="1076"/>
          <ac:grpSpMkLst>
            <pc:docMk/>
            <pc:sldMk cId="0" sldId="268"/>
            <ac:grpSpMk id="3" creationId="{9714173C-9EF6-B15D-BC8E-C7DD534030AA}"/>
          </ac:grpSpMkLst>
        </pc:grpChg>
        <pc:grpChg chg="add mod">
          <ac:chgData name="a46219 Lê Hải Sơn" userId="b07ee673-6122-4980-99d9-cc7dd5bb86ef" providerId="ADAL" clId="{06FE6DA5-91DA-48FB-BC41-D892F9E6555E}" dt="2024-05-28T16:57:39.865" v="3251" actId="1076"/>
          <ac:grpSpMkLst>
            <pc:docMk/>
            <pc:sldMk cId="0" sldId="268"/>
            <ac:grpSpMk id="6" creationId="{1DEC7AD1-F927-EBDD-2B62-D6C054D8BF63}"/>
          </ac:grpSpMkLst>
        </pc:grpChg>
        <pc:grpChg chg="add mod">
          <ac:chgData name="a46219 Lê Hải Sơn" userId="b07ee673-6122-4980-99d9-cc7dd5bb86ef" providerId="ADAL" clId="{06FE6DA5-91DA-48FB-BC41-D892F9E6555E}" dt="2024-05-28T16:58:05.863" v="3254" actId="1076"/>
          <ac:grpSpMkLst>
            <pc:docMk/>
            <pc:sldMk cId="0" sldId="268"/>
            <ac:grpSpMk id="9" creationId="{FADF428E-1BE1-5B42-013F-26D3E240179E}"/>
          </ac:grpSpMkLst>
        </pc:grpChg>
        <pc:grpChg chg="add mod">
          <ac:chgData name="a46219 Lê Hải Sơn" userId="b07ee673-6122-4980-99d9-cc7dd5bb86ef" providerId="ADAL" clId="{06FE6DA5-91DA-48FB-BC41-D892F9E6555E}" dt="2024-05-28T16:59:24.660" v="3264" actId="1076"/>
          <ac:grpSpMkLst>
            <pc:docMk/>
            <pc:sldMk cId="0" sldId="268"/>
            <ac:grpSpMk id="12" creationId="{3DD544C6-BC9E-6195-00B5-045E63899313}"/>
          </ac:grpSpMkLst>
        </pc:grpChg>
        <pc:grpChg chg="add mod">
          <ac:chgData name="a46219 Lê Hải Sơn" userId="b07ee673-6122-4980-99d9-cc7dd5bb86ef" providerId="ADAL" clId="{06FE6DA5-91DA-48FB-BC41-D892F9E6555E}" dt="2024-05-28T17:03:18.060" v="3274" actId="1076"/>
          <ac:grpSpMkLst>
            <pc:docMk/>
            <pc:sldMk cId="0" sldId="268"/>
            <ac:grpSpMk id="21" creationId="{A7D60286-3DDD-4BB9-CBBA-D2C60F4B1714}"/>
          </ac:grpSpMkLst>
        </pc:grpChg>
        <pc:grpChg chg="add mod">
          <ac:chgData name="a46219 Lê Hải Sơn" userId="b07ee673-6122-4980-99d9-cc7dd5bb86ef" providerId="ADAL" clId="{06FE6DA5-91DA-48FB-BC41-D892F9E6555E}" dt="2024-05-28T17:03:31.945" v="3277" actId="1076"/>
          <ac:grpSpMkLst>
            <pc:docMk/>
            <pc:sldMk cId="0" sldId="268"/>
            <ac:grpSpMk id="24" creationId="{70AF15C0-C007-C520-D044-3AA50DF8CDD5}"/>
          </ac:grpSpMkLst>
        </pc:grpChg>
        <pc:grpChg chg="add mod">
          <ac:chgData name="a46219 Lê Hải Sơn" userId="b07ee673-6122-4980-99d9-cc7dd5bb86ef" providerId="ADAL" clId="{06FE6DA5-91DA-48FB-BC41-D892F9E6555E}" dt="2024-05-28T17:06:02.951" v="3290" actId="1076"/>
          <ac:grpSpMkLst>
            <pc:docMk/>
            <pc:sldMk cId="0" sldId="268"/>
            <ac:grpSpMk id="28" creationId="{2618491E-3386-43A9-1705-10CCB7FFD2E4}"/>
          </ac:grpSpMkLst>
        </pc:grpChg>
        <pc:grpChg chg="add del mod">
          <ac:chgData name="a46219 Lê Hải Sơn" userId="b07ee673-6122-4980-99d9-cc7dd5bb86ef" providerId="ADAL" clId="{06FE6DA5-91DA-48FB-BC41-D892F9E6555E}" dt="2024-05-28T16:59:08.886" v="3259" actId="478"/>
          <ac:grpSpMkLst>
            <pc:docMk/>
            <pc:sldMk cId="0" sldId="268"/>
            <ac:grpSpMk id="1226" creationId="{00000000-0000-0000-0000-000000000000}"/>
          </ac:grpSpMkLst>
        </pc:grpChg>
        <pc:grpChg chg="add del">
          <ac:chgData name="a46219 Lê Hải Sơn" userId="b07ee673-6122-4980-99d9-cc7dd5bb86ef" providerId="ADAL" clId="{06FE6DA5-91DA-48FB-BC41-D892F9E6555E}" dt="2024-05-28T16:56:52.709" v="3238" actId="478"/>
          <ac:grpSpMkLst>
            <pc:docMk/>
            <pc:sldMk cId="0" sldId="268"/>
            <ac:grpSpMk id="1230" creationId="{00000000-0000-0000-0000-000000000000}"/>
          </ac:grpSpMkLst>
        </pc:grpChg>
        <pc:grpChg chg="del">
          <ac:chgData name="a46219 Lê Hải Sơn" userId="b07ee673-6122-4980-99d9-cc7dd5bb86ef" providerId="ADAL" clId="{06FE6DA5-91DA-48FB-BC41-D892F9E6555E}" dt="2024-05-28T16:55:40.496" v="3142" actId="478"/>
          <ac:grpSpMkLst>
            <pc:docMk/>
            <pc:sldMk cId="0" sldId="268"/>
            <ac:grpSpMk id="1236" creationId="{00000000-0000-0000-0000-000000000000}"/>
          </ac:grpSpMkLst>
        </pc:grpChg>
        <pc:grpChg chg="del">
          <ac:chgData name="a46219 Lê Hải Sơn" userId="b07ee673-6122-4980-99d9-cc7dd5bb86ef" providerId="ADAL" clId="{06FE6DA5-91DA-48FB-BC41-D892F9E6555E}" dt="2024-05-28T16:55:10.936" v="3125" actId="478"/>
          <ac:grpSpMkLst>
            <pc:docMk/>
            <pc:sldMk cId="0" sldId="268"/>
            <ac:grpSpMk id="1239" creationId="{00000000-0000-0000-0000-000000000000}"/>
          </ac:grpSpMkLst>
        </pc:grpChg>
        <pc:grpChg chg="del">
          <ac:chgData name="a46219 Lê Hải Sơn" userId="b07ee673-6122-4980-99d9-cc7dd5bb86ef" providerId="ADAL" clId="{06FE6DA5-91DA-48FB-BC41-D892F9E6555E}" dt="2024-05-28T16:55:45.152" v="3144" actId="478"/>
          <ac:grpSpMkLst>
            <pc:docMk/>
            <pc:sldMk cId="0" sldId="268"/>
            <ac:grpSpMk id="1251" creationId="{00000000-0000-0000-0000-000000000000}"/>
          </ac:grpSpMkLst>
        </pc:grpChg>
        <pc:grpChg chg="del">
          <ac:chgData name="a46219 Lê Hải Sơn" userId="b07ee673-6122-4980-99d9-cc7dd5bb86ef" providerId="ADAL" clId="{06FE6DA5-91DA-48FB-BC41-D892F9E6555E}" dt="2024-05-28T16:55:20.007" v="3130" actId="478"/>
          <ac:grpSpMkLst>
            <pc:docMk/>
            <pc:sldMk cId="0" sldId="268"/>
            <ac:grpSpMk id="1254" creationId="{00000000-0000-0000-0000-000000000000}"/>
          </ac:grpSpMkLst>
        </pc:grpChg>
        <pc:grpChg chg="del">
          <ac:chgData name="a46219 Lê Hải Sơn" userId="b07ee673-6122-4980-99d9-cc7dd5bb86ef" providerId="ADAL" clId="{06FE6DA5-91DA-48FB-BC41-D892F9E6555E}" dt="2024-05-28T16:55:50.284" v="3148" actId="478"/>
          <ac:grpSpMkLst>
            <pc:docMk/>
            <pc:sldMk cId="0" sldId="268"/>
            <ac:grpSpMk id="1266" creationId="{00000000-0000-0000-0000-000000000000}"/>
          </ac:grpSpMkLst>
        </pc:grpChg>
        <pc:grpChg chg="del">
          <ac:chgData name="a46219 Lê Hải Sơn" userId="b07ee673-6122-4980-99d9-cc7dd5bb86ef" providerId="ADAL" clId="{06FE6DA5-91DA-48FB-BC41-D892F9E6555E}" dt="2024-05-28T16:55:25.852" v="3134" actId="478"/>
          <ac:grpSpMkLst>
            <pc:docMk/>
            <pc:sldMk cId="0" sldId="268"/>
            <ac:grpSpMk id="1269" creationId="{00000000-0000-0000-0000-000000000000}"/>
          </ac:grpSpMkLst>
        </pc:grpChg>
        <pc:grpChg chg="del">
          <ac:chgData name="a46219 Lê Hải Sơn" userId="b07ee673-6122-4980-99d9-cc7dd5bb86ef" providerId="ADAL" clId="{06FE6DA5-91DA-48FB-BC41-D892F9E6555E}" dt="2024-05-28T16:55:53.567" v="3150" actId="478"/>
          <ac:grpSpMkLst>
            <pc:docMk/>
            <pc:sldMk cId="0" sldId="268"/>
            <ac:grpSpMk id="1281" creationId="{00000000-0000-0000-0000-000000000000}"/>
          </ac:grpSpMkLst>
        </pc:grpChg>
        <pc:grpChg chg="del">
          <ac:chgData name="a46219 Lê Hải Sơn" userId="b07ee673-6122-4980-99d9-cc7dd5bb86ef" providerId="ADAL" clId="{06FE6DA5-91DA-48FB-BC41-D892F9E6555E}" dt="2024-05-28T16:55:32.478" v="3138" actId="478"/>
          <ac:grpSpMkLst>
            <pc:docMk/>
            <pc:sldMk cId="0" sldId="268"/>
            <ac:grpSpMk id="1284" creationId="{00000000-0000-0000-0000-000000000000}"/>
          </ac:grpSpMkLst>
        </pc:grpChg>
        <pc:grpChg chg="mod">
          <ac:chgData name="a46219 Lê Hải Sơn" userId="b07ee673-6122-4980-99d9-cc7dd5bb86ef" providerId="ADAL" clId="{06FE6DA5-91DA-48FB-BC41-D892F9E6555E}" dt="2024-05-28T16:56:21.304" v="3190" actId="1038"/>
          <ac:grpSpMkLst>
            <pc:docMk/>
            <pc:sldMk cId="0" sldId="268"/>
            <ac:grpSpMk id="1292" creationId="{00000000-0000-0000-0000-000000000000}"/>
          </ac:grpSpMkLst>
        </pc:grpChg>
        <pc:grpChg chg="del mod">
          <ac:chgData name="a46219 Lê Hải Sơn" userId="b07ee673-6122-4980-99d9-cc7dd5bb86ef" providerId="ADAL" clId="{06FE6DA5-91DA-48FB-BC41-D892F9E6555E}" dt="2024-05-28T16:56:57.442" v="3239" actId="478"/>
          <ac:grpSpMkLst>
            <pc:docMk/>
            <pc:sldMk cId="0" sldId="268"/>
            <ac:grpSpMk id="1295" creationId="{00000000-0000-0000-0000-000000000000}"/>
          </ac:grpSpMkLst>
        </pc:grpChg>
        <pc:grpChg chg="del mod">
          <ac:chgData name="a46219 Lê Hải Sơn" userId="b07ee673-6122-4980-99d9-cc7dd5bb86ef" providerId="ADAL" clId="{06FE6DA5-91DA-48FB-BC41-D892F9E6555E}" dt="2024-05-28T16:55:09.507" v="3124" actId="478"/>
          <ac:grpSpMkLst>
            <pc:docMk/>
            <pc:sldMk cId="0" sldId="268"/>
            <ac:grpSpMk id="1298" creationId="{00000000-0000-0000-0000-000000000000}"/>
          </ac:grpSpMkLst>
        </pc:grpChg>
        <pc:grpChg chg="del mod">
          <ac:chgData name="a46219 Lê Hải Sơn" userId="b07ee673-6122-4980-99d9-cc7dd5bb86ef" providerId="ADAL" clId="{06FE6DA5-91DA-48FB-BC41-D892F9E6555E}" dt="2024-05-28T16:55:09.507" v="3124" actId="478"/>
          <ac:grpSpMkLst>
            <pc:docMk/>
            <pc:sldMk cId="0" sldId="268"/>
            <ac:grpSpMk id="1301" creationId="{00000000-0000-0000-0000-000000000000}"/>
          </ac:grpSpMkLst>
        </pc:grpChg>
        <pc:grpChg chg="del mod">
          <ac:chgData name="a46219 Lê Hải Sơn" userId="b07ee673-6122-4980-99d9-cc7dd5bb86ef" providerId="ADAL" clId="{06FE6DA5-91DA-48FB-BC41-D892F9E6555E}" dt="2024-05-28T17:02:48.402" v="3265" actId="478"/>
          <ac:grpSpMkLst>
            <pc:docMk/>
            <pc:sldMk cId="0" sldId="268"/>
            <ac:grpSpMk id="1304" creationId="{00000000-0000-0000-0000-000000000000}"/>
          </ac:grpSpMkLst>
        </pc:grpChg>
        <pc:grpChg chg="del mod">
          <ac:chgData name="a46219 Lê Hải Sơn" userId="b07ee673-6122-4980-99d9-cc7dd5bb86ef" providerId="ADAL" clId="{06FE6DA5-91DA-48FB-BC41-D892F9E6555E}" dt="2024-05-28T17:03:22.824" v="3275" actId="478"/>
          <ac:grpSpMkLst>
            <pc:docMk/>
            <pc:sldMk cId="0" sldId="268"/>
            <ac:grpSpMk id="1307" creationId="{00000000-0000-0000-0000-000000000000}"/>
          </ac:grpSpMkLst>
        </pc:grpChg>
        <pc:grpChg chg="mod">
          <ac:chgData name="a46219 Lê Hải Sơn" userId="b07ee673-6122-4980-99d9-cc7dd5bb86ef" providerId="ADAL" clId="{06FE6DA5-91DA-48FB-BC41-D892F9E6555E}" dt="2024-05-28T16:56:21.304" v="3190" actId="1038"/>
          <ac:grpSpMkLst>
            <pc:docMk/>
            <pc:sldMk cId="0" sldId="268"/>
            <ac:grpSpMk id="1310" creationId="{00000000-0000-0000-0000-000000000000}"/>
          </ac:grpSpMkLst>
        </pc:grpChg>
        <pc:grpChg chg="del mod">
          <ac:chgData name="a46219 Lê Hải Sơn" userId="b07ee673-6122-4980-99d9-cc7dd5bb86ef" providerId="ADAL" clId="{06FE6DA5-91DA-48FB-BC41-D892F9E6555E}" dt="2024-05-28T16:55:09.507" v="3124" actId="478"/>
          <ac:grpSpMkLst>
            <pc:docMk/>
            <pc:sldMk cId="0" sldId="268"/>
            <ac:grpSpMk id="1313" creationId="{00000000-0000-0000-0000-000000000000}"/>
          </ac:grpSpMkLst>
        </pc:grpChg>
        <pc:grpChg chg="del mod">
          <ac:chgData name="a46219 Lê Hải Sơn" userId="b07ee673-6122-4980-99d9-cc7dd5bb86ef" providerId="ADAL" clId="{06FE6DA5-91DA-48FB-BC41-D892F9E6555E}" dt="2024-05-28T16:55:09.507" v="3124" actId="478"/>
          <ac:grpSpMkLst>
            <pc:docMk/>
            <pc:sldMk cId="0" sldId="268"/>
            <ac:grpSpMk id="1316" creationId="{00000000-0000-0000-0000-000000000000}"/>
          </ac:grpSpMkLst>
        </pc:grpChg>
        <pc:grpChg chg="del mod">
          <ac:chgData name="a46219 Lê Hải Sơn" userId="b07ee673-6122-4980-99d9-cc7dd5bb86ef" providerId="ADAL" clId="{06FE6DA5-91DA-48FB-BC41-D892F9E6555E}" dt="2024-05-28T16:55:09.507" v="3124" actId="478"/>
          <ac:grpSpMkLst>
            <pc:docMk/>
            <pc:sldMk cId="0" sldId="268"/>
            <ac:grpSpMk id="1319" creationId="{00000000-0000-0000-0000-000000000000}"/>
          </ac:grpSpMkLst>
        </pc:grpChg>
        <pc:grpChg chg="del mod">
          <ac:chgData name="a46219 Lê Hải Sơn" userId="b07ee673-6122-4980-99d9-cc7dd5bb86ef" providerId="ADAL" clId="{06FE6DA5-91DA-48FB-BC41-D892F9E6555E}" dt="2024-05-28T16:55:09.507" v="3124" actId="478"/>
          <ac:grpSpMkLst>
            <pc:docMk/>
            <pc:sldMk cId="0" sldId="268"/>
            <ac:grpSpMk id="1322" creationId="{00000000-0000-0000-0000-000000000000}"/>
          </ac:grpSpMkLst>
        </pc:grpChg>
        <pc:grpChg chg="del mod">
          <ac:chgData name="a46219 Lê Hải Sơn" userId="b07ee673-6122-4980-99d9-cc7dd5bb86ef" providerId="ADAL" clId="{06FE6DA5-91DA-48FB-BC41-D892F9E6555E}" dt="2024-05-28T16:55:09.507" v="3124" actId="478"/>
          <ac:grpSpMkLst>
            <pc:docMk/>
            <pc:sldMk cId="0" sldId="268"/>
            <ac:grpSpMk id="1325" creationId="{00000000-0000-0000-0000-000000000000}"/>
          </ac:grpSpMkLst>
        </pc:grpChg>
        <pc:grpChg chg="del mod">
          <ac:chgData name="a46219 Lê Hải Sơn" userId="b07ee673-6122-4980-99d9-cc7dd5bb86ef" providerId="ADAL" clId="{06FE6DA5-91DA-48FB-BC41-D892F9E6555E}" dt="2024-05-28T16:58:00.433" v="3252" actId="478"/>
          <ac:grpSpMkLst>
            <pc:docMk/>
            <pc:sldMk cId="0" sldId="268"/>
            <ac:grpSpMk id="1328" creationId="{00000000-0000-0000-0000-000000000000}"/>
          </ac:grpSpMkLst>
        </pc:grpChg>
        <pc:grpChg chg="mod">
          <ac:chgData name="a46219 Lê Hải Sơn" userId="b07ee673-6122-4980-99d9-cc7dd5bb86ef" providerId="ADAL" clId="{06FE6DA5-91DA-48FB-BC41-D892F9E6555E}" dt="2024-05-28T16:56:21.304" v="3190" actId="1038"/>
          <ac:grpSpMkLst>
            <pc:docMk/>
            <pc:sldMk cId="0" sldId="268"/>
            <ac:grpSpMk id="1331" creationId="{00000000-0000-0000-0000-000000000000}"/>
          </ac:grpSpMkLst>
        </pc:grpChg>
        <pc:grpChg chg="mod">
          <ac:chgData name="a46219 Lê Hải Sơn" userId="b07ee673-6122-4980-99d9-cc7dd5bb86ef" providerId="ADAL" clId="{06FE6DA5-91DA-48FB-BC41-D892F9E6555E}" dt="2024-05-28T16:56:21.304" v="3190" actId="1038"/>
          <ac:grpSpMkLst>
            <pc:docMk/>
            <pc:sldMk cId="0" sldId="268"/>
            <ac:grpSpMk id="1334" creationId="{00000000-0000-0000-0000-000000000000}"/>
          </ac:grpSpMkLst>
        </pc:grpChg>
        <pc:grpChg chg="del mod">
          <ac:chgData name="a46219 Lê Hải Sơn" userId="b07ee673-6122-4980-99d9-cc7dd5bb86ef" providerId="ADAL" clId="{06FE6DA5-91DA-48FB-BC41-D892F9E6555E}" dt="2024-05-28T16:59:18.664" v="3262" actId="478"/>
          <ac:grpSpMkLst>
            <pc:docMk/>
            <pc:sldMk cId="0" sldId="268"/>
            <ac:grpSpMk id="1337" creationId="{00000000-0000-0000-0000-000000000000}"/>
          </ac:grpSpMkLst>
        </pc:grpChg>
        <pc:grpChg chg="del mod">
          <ac:chgData name="a46219 Lê Hải Sơn" userId="b07ee673-6122-4980-99d9-cc7dd5bb86ef" providerId="ADAL" clId="{06FE6DA5-91DA-48FB-BC41-D892F9E6555E}" dt="2024-05-28T16:55:09.507" v="3124" actId="478"/>
          <ac:grpSpMkLst>
            <pc:docMk/>
            <pc:sldMk cId="0" sldId="268"/>
            <ac:grpSpMk id="1340" creationId="{00000000-0000-0000-0000-000000000000}"/>
          </ac:grpSpMkLst>
        </pc:grpChg>
        <pc:grpChg chg="mod">
          <ac:chgData name="a46219 Lê Hải Sơn" userId="b07ee673-6122-4980-99d9-cc7dd5bb86ef" providerId="ADAL" clId="{06FE6DA5-91DA-48FB-BC41-D892F9E6555E}" dt="2024-05-28T16:56:21.304" v="3190" actId="1038"/>
          <ac:grpSpMkLst>
            <pc:docMk/>
            <pc:sldMk cId="0" sldId="268"/>
            <ac:grpSpMk id="1343" creationId="{00000000-0000-0000-0000-000000000000}"/>
          </ac:grpSpMkLst>
        </pc:grpChg>
        <pc:grpChg chg="del mod">
          <ac:chgData name="a46219 Lê Hải Sơn" userId="b07ee673-6122-4980-99d9-cc7dd5bb86ef" providerId="ADAL" clId="{06FE6DA5-91DA-48FB-BC41-D892F9E6555E}" dt="2024-05-28T16:57:24.086" v="3248" actId="478"/>
          <ac:grpSpMkLst>
            <pc:docMk/>
            <pc:sldMk cId="0" sldId="268"/>
            <ac:grpSpMk id="1346" creationId="{00000000-0000-0000-0000-000000000000}"/>
          </ac:grpSpMkLst>
        </pc:grpChg>
        <pc:grpChg chg="add del mod">
          <ac:chgData name="a46219 Lê Hải Sơn" userId="b07ee673-6122-4980-99d9-cc7dd5bb86ef" providerId="ADAL" clId="{06FE6DA5-91DA-48FB-BC41-D892F9E6555E}" dt="2024-05-28T17:05:52.901" v="3288" actId="478"/>
          <ac:grpSpMkLst>
            <pc:docMk/>
            <pc:sldMk cId="0" sldId="268"/>
            <ac:grpSpMk id="1349" creationId="{00000000-0000-0000-0000-000000000000}"/>
          </ac:grpSpMkLst>
        </pc:grpChg>
        <pc:picChg chg="add del">
          <ac:chgData name="a46219 Lê Hải Sơn" userId="b07ee673-6122-4980-99d9-cc7dd5bb86ef" providerId="ADAL" clId="{06FE6DA5-91DA-48FB-BC41-D892F9E6555E}" dt="2024-05-28T17:02:54.400" v="3269" actId="22"/>
          <ac:picMkLst>
            <pc:docMk/>
            <pc:sldMk cId="0" sldId="268"/>
            <ac:picMk id="18" creationId="{C28FDC15-E43F-6FB7-5C07-B341C5FD4B22}"/>
          </ac:picMkLst>
        </pc:picChg>
        <pc:picChg chg="add del mod">
          <ac:chgData name="a46219 Lê Hải Sơn" userId="b07ee673-6122-4980-99d9-cc7dd5bb86ef" providerId="ADAL" clId="{06FE6DA5-91DA-48FB-BC41-D892F9E6555E}" dt="2024-05-28T17:03:05.840" v="3272" actId="478"/>
          <ac:picMkLst>
            <pc:docMk/>
            <pc:sldMk cId="0" sldId="268"/>
            <ac:picMk id="20" creationId="{EF6E8E0F-D7F5-F00C-4DAF-EAF3E9A20815}"/>
          </ac:picMkLst>
        </pc:picChg>
        <pc:cxnChg chg="mod">
          <ac:chgData name="a46219 Lê Hải Sơn" userId="b07ee673-6122-4980-99d9-cc7dd5bb86ef" providerId="ADAL" clId="{06FE6DA5-91DA-48FB-BC41-D892F9E6555E}" dt="2024-05-28T16:59:08.886" v="3259" actId="478"/>
          <ac:cxnSpMkLst>
            <pc:docMk/>
            <pc:sldMk cId="0" sldId="268"/>
            <ac:cxnSpMk id="1287" creationId="{00000000-0000-0000-0000-000000000000}"/>
          </ac:cxnSpMkLst>
        </pc:cxnChg>
        <pc:cxnChg chg="mod">
          <ac:chgData name="a46219 Lê Hải Sơn" userId="b07ee673-6122-4980-99d9-cc7dd5bb86ef" providerId="ADAL" clId="{06FE6DA5-91DA-48FB-BC41-D892F9E6555E}" dt="2024-05-28T16:59:08.886" v="3259" actId="478"/>
          <ac:cxnSpMkLst>
            <pc:docMk/>
            <pc:sldMk cId="0" sldId="268"/>
            <ac:cxnSpMk id="1288" creationId="{00000000-0000-0000-0000-000000000000}"/>
          </ac:cxnSpMkLst>
        </pc:cxnChg>
        <pc:cxnChg chg="mod">
          <ac:chgData name="a46219 Lê Hải Sơn" userId="b07ee673-6122-4980-99d9-cc7dd5bb86ef" providerId="ADAL" clId="{06FE6DA5-91DA-48FB-BC41-D892F9E6555E}" dt="2024-05-28T16:59:08.886" v="3259" actId="478"/>
          <ac:cxnSpMkLst>
            <pc:docMk/>
            <pc:sldMk cId="0" sldId="268"/>
            <ac:cxnSpMk id="1289" creationId="{00000000-0000-0000-0000-000000000000}"/>
          </ac:cxnSpMkLst>
        </pc:cxnChg>
        <pc:cxnChg chg="mod">
          <ac:chgData name="a46219 Lê Hải Sơn" userId="b07ee673-6122-4980-99d9-cc7dd5bb86ef" providerId="ADAL" clId="{06FE6DA5-91DA-48FB-BC41-D892F9E6555E}" dt="2024-05-28T16:59:08.886" v="3259" actId="478"/>
          <ac:cxnSpMkLst>
            <pc:docMk/>
            <pc:sldMk cId="0" sldId="268"/>
            <ac:cxnSpMk id="1290" creationId="{00000000-0000-0000-0000-000000000000}"/>
          </ac:cxnSpMkLst>
        </pc:cxnChg>
      </pc:sldChg>
      <pc:sldChg chg="addSp delSp modSp del mod">
        <pc:chgData name="a46219 Lê Hải Sơn" userId="b07ee673-6122-4980-99d9-cc7dd5bb86ef" providerId="ADAL" clId="{06FE6DA5-91DA-48FB-BC41-D892F9E6555E}" dt="2024-05-28T18:45:51.934" v="4780" actId="2696"/>
        <pc:sldMkLst>
          <pc:docMk/>
          <pc:sldMk cId="0" sldId="269"/>
        </pc:sldMkLst>
        <pc:spChg chg="add del mod">
          <ac:chgData name="a46219 Lê Hải Sơn" userId="b07ee673-6122-4980-99d9-cc7dd5bb86ef" providerId="ADAL" clId="{06FE6DA5-91DA-48FB-BC41-D892F9E6555E}" dt="2024-05-28T18:45:06.628" v="4752" actId="478"/>
          <ac:spMkLst>
            <pc:docMk/>
            <pc:sldMk cId="0" sldId="269"/>
            <ac:spMk id="3" creationId="{0C4069CA-B939-8AFB-09F4-F5222378F6D0}"/>
          </ac:spMkLst>
        </pc:spChg>
        <pc:spChg chg="add del mod">
          <ac:chgData name="a46219 Lê Hải Sơn" userId="b07ee673-6122-4980-99d9-cc7dd5bb86ef" providerId="ADAL" clId="{06FE6DA5-91DA-48FB-BC41-D892F9E6555E}" dt="2024-05-28T18:45:07.546" v="4753" actId="478"/>
          <ac:spMkLst>
            <pc:docMk/>
            <pc:sldMk cId="0" sldId="269"/>
            <ac:spMk id="5" creationId="{9B1981A2-5777-2EAF-6770-74138EB7F2AF}"/>
          </ac:spMkLst>
        </pc:spChg>
        <pc:spChg chg="add mod">
          <ac:chgData name="a46219 Lê Hải Sơn" userId="b07ee673-6122-4980-99d9-cc7dd5bb86ef" providerId="ADAL" clId="{06FE6DA5-91DA-48FB-BC41-D892F9E6555E}" dt="2024-05-28T18:45:41.732" v="4779" actId="767"/>
          <ac:spMkLst>
            <pc:docMk/>
            <pc:sldMk cId="0" sldId="269"/>
            <ac:spMk id="6" creationId="{99293FE2-7E8F-33B7-FAEB-564B64118028}"/>
          </ac:spMkLst>
        </pc:spChg>
        <pc:spChg chg="mod">
          <ac:chgData name="a46219 Lê Hải Sơn" userId="b07ee673-6122-4980-99d9-cc7dd5bb86ef" providerId="ADAL" clId="{06FE6DA5-91DA-48FB-BC41-D892F9E6555E}" dt="2024-05-28T18:45:23.742" v="4778" actId="20577"/>
          <ac:spMkLst>
            <pc:docMk/>
            <pc:sldMk cId="0" sldId="269"/>
            <ac:spMk id="2325"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26"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28"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29"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30"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31"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32"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33"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34"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35" creationId="{00000000-0000-0000-0000-000000000000}"/>
          </ac:spMkLst>
        </pc:spChg>
        <pc:spChg chg="del">
          <ac:chgData name="a46219 Lê Hải Sơn" userId="b07ee673-6122-4980-99d9-cc7dd5bb86ef" providerId="ADAL" clId="{06FE6DA5-91DA-48FB-BC41-D892F9E6555E}" dt="2024-05-28T18:45:03.353" v="4751" actId="478"/>
          <ac:spMkLst>
            <pc:docMk/>
            <pc:sldMk cId="0" sldId="269"/>
            <ac:spMk id="2336" creationId="{00000000-0000-0000-0000-000000000000}"/>
          </ac:spMkLst>
        </pc:spChg>
        <pc:grpChg chg="del">
          <ac:chgData name="a46219 Lê Hải Sơn" userId="b07ee673-6122-4980-99d9-cc7dd5bb86ef" providerId="ADAL" clId="{06FE6DA5-91DA-48FB-BC41-D892F9E6555E}" dt="2024-05-28T18:45:03.353" v="4751" actId="478"/>
          <ac:grpSpMkLst>
            <pc:docMk/>
            <pc:sldMk cId="0" sldId="269"/>
            <ac:grpSpMk id="1356" creationId="{00000000-0000-0000-0000-000000000000}"/>
          </ac:grpSpMkLst>
        </pc:grpChg>
        <pc:grpChg chg="del">
          <ac:chgData name="a46219 Lê Hải Sơn" userId="b07ee673-6122-4980-99d9-cc7dd5bb86ef" providerId="ADAL" clId="{06FE6DA5-91DA-48FB-BC41-D892F9E6555E}" dt="2024-05-28T18:45:03.353" v="4751" actId="478"/>
          <ac:grpSpMkLst>
            <pc:docMk/>
            <pc:sldMk cId="0" sldId="269"/>
            <ac:grpSpMk id="2310" creationId="{00000000-0000-0000-0000-000000000000}"/>
          </ac:grpSpMkLst>
        </pc:grpChg>
        <pc:grpChg chg="del">
          <ac:chgData name="a46219 Lê Hải Sơn" userId="b07ee673-6122-4980-99d9-cc7dd5bb86ef" providerId="ADAL" clId="{06FE6DA5-91DA-48FB-BC41-D892F9E6555E}" dt="2024-05-28T18:45:03.353" v="4751" actId="478"/>
          <ac:grpSpMkLst>
            <pc:docMk/>
            <pc:sldMk cId="0" sldId="269"/>
            <ac:grpSpMk id="2313" creationId="{00000000-0000-0000-0000-000000000000}"/>
          </ac:grpSpMkLst>
        </pc:grpChg>
        <pc:grpChg chg="del">
          <ac:chgData name="a46219 Lê Hải Sơn" userId="b07ee673-6122-4980-99d9-cc7dd5bb86ef" providerId="ADAL" clId="{06FE6DA5-91DA-48FB-BC41-D892F9E6555E}" dt="2024-05-28T18:45:03.353" v="4751" actId="478"/>
          <ac:grpSpMkLst>
            <pc:docMk/>
            <pc:sldMk cId="0" sldId="269"/>
            <ac:grpSpMk id="2316" creationId="{00000000-0000-0000-0000-000000000000}"/>
          </ac:grpSpMkLst>
        </pc:grpChg>
        <pc:grpChg chg="del">
          <ac:chgData name="a46219 Lê Hải Sơn" userId="b07ee673-6122-4980-99d9-cc7dd5bb86ef" providerId="ADAL" clId="{06FE6DA5-91DA-48FB-BC41-D892F9E6555E}" dt="2024-05-28T18:45:03.353" v="4751" actId="478"/>
          <ac:grpSpMkLst>
            <pc:docMk/>
            <pc:sldMk cId="0" sldId="269"/>
            <ac:grpSpMk id="2319" creationId="{00000000-0000-0000-0000-000000000000}"/>
          </ac:grpSpMkLst>
        </pc:grpChg>
        <pc:grpChg chg="del">
          <ac:chgData name="a46219 Lê Hải Sơn" userId="b07ee673-6122-4980-99d9-cc7dd5bb86ef" providerId="ADAL" clId="{06FE6DA5-91DA-48FB-BC41-D892F9E6555E}" dt="2024-05-28T18:45:03.353" v="4751" actId="478"/>
          <ac:grpSpMkLst>
            <pc:docMk/>
            <pc:sldMk cId="0" sldId="269"/>
            <ac:grpSpMk id="2322" creationId="{00000000-0000-0000-0000-000000000000}"/>
          </ac:grpSpMkLst>
        </pc:grpChg>
        <pc:picChg chg="del">
          <ac:chgData name="a46219 Lê Hải Sơn" userId="b07ee673-6122-4980-99d9-cc7dd5bb86ef" providerId="ADAL" clId="{06FE6DA5-91DA-48FB-BC41-D892F9E6555E}" dt="2024-05-28T18:45:03.353" v="4751" actId="478"/>
          <ac:picMkLst>
            <pc:docMk/>
            <pc:sldMk cId="0" sldId="269"/>
            <ac:picMk id="2327" creationId="{00000000-0000-0000-0000-000000000000}"/>
          </ac:picMkLst>
        </pc:picChg>
      </pc:sldChg>
      <pc:sldChg chg="setBg modNotes">
        <pc:chgData name="a46219 Lê Hải Sơn" userId="b07ee673-6122-4980-99d9-cc7dd5bb86ef" providerId="ADAL" clId="{06FE6DA5-91DA-48FB-BC41-D892F9E6555E}" dt="2024-05-29T05:25:19.849" v="7473"/>
        <pc:sldMkLst>
          <pc:docMk/>
          <pc:sldMk cId="0" sldId="270"/>
        </pc:sldMkLst>
      </pc:sldChg>
      <pc:sldChg chg="addSp modSp mod ord modTransition setBg modNotes">
        <pc:chgData name="a46219 Lê Hải Sơn" userId="b07ee673-6122-4980-99d9-cc7dd5bb86ef" providerId="ADAL" clId="{06FE6DA5-91DA-48FB-BC41-D892F9E6555E}" dt="2024-05-29T05:25:19.849" v="7473"/>
        <pc:sldMkLst>
          <pc:docMk/>
          <pc:sldMk cId="0" sldId="271"/>
        </pc:sldMkLst>
        <pc:spChg chg="mod">
          <ac:chgData name="a46219 Lê Hải Sơn" userId="b07ee673-6122-4980-99d9-cc7dd5bb86ef" providerId="ADAL" clId="{06FE6DA5-91DA-48FB-BC41-D892F9E6555E}" dt="2024-05-28T15:07:36.438" v="2728"/>
          <ac:spMkLst>
            <pc:docMk/>
            <pc:sldMk cId="0" sldId="271"/>
            <ac:spMk id="3" creationId="{575282FE-48C2-FA66-2A9C-C39B257E5486}"/>
          </ac:spMkLst>
        </pc:spChg>
        <pc:spChg chg="mod">
          <ac:chgData name="a46219 Lê Hải Sơn" userId="b07ee673-6122-4980-99d9-cc7dd5bb86ef" providerId="ADAL" clId="{06FE6DA5-91DA-48FB-BC41-D892F9E6555E}" dt="2024-05-28T15:07:36.438" v="2728"/>
          <ac:spMkLst>
            <pc:docMk/>
            <pc:sldMk cId="0" sldId="271"/>
            <ac:spMk id="4" creationId="{296033FC-B511-1469-4CC7-118C096D24C2}"/>
          </ac:spMkLst>
        </pc:spChg>
        <pc:spChg chg="mod">
          <ac:chgData name="a46219 Lê Hải Sơn" userId="b07ee673-6122-4980-99d9-cc7dd5bb86ef" providerId="ADAL" clId="{06FE6DA5-91DA-48FB-BC41-D892F9E6555E}" dt="2024-05-28T15:07:36.438" v="2728"/>
          <ac:spMkLst>
            <pc:docMk/>
            <pc:sldMk cId="0" sldId="271"/>
            <ac:spMk id="5" creationId="{20F72B13-C20B-03B3-57C5-FA5AD97ABD89}"/>
          </ac:spMkLst>
        </pc:spChg>
        <pc:spChg chg="mod">
          <ac:chgData name="a46219 Lê Hải Sơn" userId="b07ee673-6122-4980-99d9-cc7dd5bb86ef" providerId="ADAL" clId="{06FE6DA5-91DA-48FB-BC41-D892F9E6555E}" dt="2024-05-28T15:07:36.438" v="2728"/>
          <ac:spMkLst>
            <pc:docMk/>
            <pc:sldMk cId="0" sldId="271"/>
            <ac:spMk id="6" creationId="{8A87532A-FBB1-BE75-18A9-42C178CF131A}"/>
          </ac:spMkLst>
        </pc:spChg>
        <pc:spChg chg="add mod">
          <ac:chgData name="a46219 Lê Hải Sơn" userId="b07ee673-6122-4980-99d9-cc7dd5bb86ef" providerId="ADAL" clId="{06FE6DA5-91DA-48FB-BC41-D892F9E6555E}" dt="2024-05-28T15:08:06.204" v="2732" actId="1076"/>
          <ac:spMkLst>
            <pc:docMk/>
            <pc:sldMk cId="0" sldId="271"/>
            <ac:spMk id="7" creationId="{27C8A572-7629-2686-5803-40F683FA6570}"/>
          </ac:spMkLst>
        </pc:spChg>
        <pc:spChg chg="add mod">
          <ac:chgData name="a46219 Lê Hải Sơn" userId="b07ee673-6122-4980-99d9-cc7dd5bb86ef" providerId="ADAL" clId="{06FE6DA5-91DA-48FB-BC41-D892F9E6555E}" dt="2024-05-28T15:08:08.760" v="2733" actId="1076"/>
          <ac:spMkLst>
            <pc:docMk/>
            <pc:sldMk cId="0" sldId="271"/>
            <ac:spMk id="8" creationId="{4C1EFA79-BD63-9B69-220F-DE58CDE48BF3}"/>
          </ac:spMkLst>
        </pc:spChg>
        <pc:spChg chg="mod">
          <ac:chgData name="a46219 Lê Hải Sơn" userId="b07ee673-6122-4980-99d9-cc7dd5bb86ef" providerId="ADAL" clId="{06FE6DA5-91DA-48FB-BC41-D892F9E6555E}" dt="2024-05-28T15:07:36.438" v="2728"/>
          <ac:spMkLst>
            <pc:docMk/>
            <pc:sldMk cId="0" sldId="271"/>
            <ac:spMk id="10" creationId="{E83F0A6E-57B1-11BE-3F08-92A5DEF45B01}"/>
          </ac:spMkLst>
        </pc:spChg>
        <pc:spChg chg="mod">
          <ac:chgData name="a46219 Lê Hải Sơn" userId="b07ee673-6122-4980-99d9-cc7dd5bb86ef" providerId="ADAL" clId="{06FE6DA5-91DA-48FB-BC41-D892F9E6555E}" dt="2024-05-28T15:07:36.438" v="2728"/>
          <ac:spMkLst>
            <pc:docMk/>
            <pc:sldMk cId="0" sldId="271"/>
            <ac:spMk id="11" creationId="{92A7C0D4-8D70-5AD8-C710-09F74BB9B01C}"/>
          </ac:spMkLst>
        </pc:spChg>
        <pc:spChg chg="mod">
          <ac:chgData name="a46219 Lê Hải Sơn" userId="b07ee673-6122-4980-99d9-cc7dd5bb86ef" providerId="ADAL" clId="{06FE6DA5-91DA-48FB-BC41-D892F9E6555E}" dt="2024-05-28T15:07:36.438" v="2728"/>
          <ac:spMkLst>
            <pc:docMk/>
            <pc:sldMk cId="0" sldId="271"/>
            <ac:spMk id="12" creationId="{6E8EED57-9229-DD6B-DC31-8D80442B387C}"/>
          </ac:spMkLst>
        </pc:spChg>
        <pc:spChg chg="mod">
          <ac:chgData name="a46219 Lê Hải Sơn" userId="b07ee673-6122-4980-99d9-cc7dd5bb86ef" providerId="ADAL" clId="{06FE6DA5-91DA-48FB-BC41-D892F9E6555E}" dt="2024-05-28T15:07:36.438" v="2728"/>
          <ac:spMkLst>
            <pc:docMk/>
            <pc:sldMk cId="0" sldId="271"/>
            <ac:spMk id="13" creationId="{EC9FA9E7-0078-F67A-5BF8-678E9C0F2C33}"/>
          </ac:spMkLst>
        </pc:spChg>
        <pc:spChg chg="mod">
          <ac:chgData name="a46219 Lê Hải Sơn" userId="b07ee673-6122-4980-99d9-cc7dd5bb86ef" providerId="ADAL" clId="{06FE6DA5-91DA-48FB-BC41-D892F9E6555E}" dt="2024-05-28T15:07:36.438" v="2728"/>
          <ac:spMkLst>
            <pc:docMk/>
            <pc:sldMk cId="0" sldId="271"/>
            <ac:spMk id="14" creationId="{AD5FCDAA-0786-1AD4-CAEA-18BE219F6FC8}"/>
          </ac:spMkLst>
        </pc:spChg>
        <pc:spChg chg="mod">
          <ac:chgData name="a46219 Lê Hải Sơn" userId="b07ee673-6122-4980-99d9-cc7dd5bb86ef" providerId="ADAL" clId="{06FE6DA5-91DA-48FB-BC41-D892F9E6555E}" dt="2024-05-28T15:07:36.438" v="2728"/>
          <ac:spMkLst>
            <pc:docMk/>
            <pc:sldMk cId="0" sldId="271"/>
            <ac:spMk id="15" creationId="{4ACB3EEC-299E-9C65-70DC-D140F04608FE}"/>
          </ac:spMkLst>
        </pc:spChg>
        <pc:spChg chg="mod">
          <ac:chgData name="a46219 Lê Hải Sơn" userId="b07ee673-6122-4980-99d9-cc7dd5bb86ef" providerId="ADAL" clId="{06FE6DA5-91DA-48FB-BC41-D892F9E6555E}" dt="2024-05-28T15:07:36.438" v="2728"/>
          <ac:spMkLst>
            <pc:docMk/>
            <pc:sldMk cId="0" sldId="271"/>
            <ac:spMk id="16" creationId="{7BB92D35-BF88-2DFA-A90A-FB6C7F6E17EE}"/>
          </ac:spMkLst>
        </pc:spChg>
        <pc:spChg chg="mod">
          <ac:chgData name="a46219 Lê Hải Sơn" userId="b07ee673-6122-4980-99d9-cc7dd5bb86ef" providerId="ADAL" clId="{06FE6DA5-91DA-48FB-BC41-D892F9E6555E}" dt="2024-05-28T15:07:36.438" v="2728"/>
          <ac:spMkLst>
            <pc:docMk/>
            <pc:sldMk cId="0" sldId="271"/>
            <ac:spMk id="17" creationId="{121BDAD2-DB0C-C9B4-19A7-D29EA9E7CDB5}"/>
          </ac:spMkLst>
        </pc:spChg>
        <pc:spChg chg="add mod">
          <ac:chgData name="a46219 Lê Hải Sơn" userId="b07ee673-6122-4980-99d9-cc7dd5bb86ef" providerId="ADAL" clId="{06FE6DA5-91DA-48FB-BC41-D892F9E6555E}" dt="2024-05-28T15:07:53.470" v="2730" actId="1076"/>
          <ac:spMkLst>
            <pc:docMk/>
            <pc:sldMk cId="0" sldId="271"/>
            <ac:spMk id="18" creationId="{6D942711-5945-F4B9-EC67-248E13CE861F}"/>
          </ac:spMkLst>
        </pc:spChg>
        <pc:spChg chg="mod">
          <ac:chgData name="a46219 Lê Hải Sơn" userId="b07ee673-6122-4980-99d9-cc7dd5bb86ef" providerId="ADAL" clId="{06FE6DA5-91DA-48FB-BC41-D892F9E6555E}" dt="2024-05-28T15:07:36.438" v="2728"/>
          <ac:spMkLst>
            <pc:docMk/>
            <pc:sldMk cId="0" sldId="271"/>
            <ac:spMk id="20" creationId="{EA9EC3E7-C7DD-672E-CDBC-52098EF8BCDD}"/>
          </ac:spMkLst>
        </pc:spChg>
        <pc:spChg chg="mod">
          <ac:chgData name="a46219 Lê Hải Sơn" userId="b07ee673-6122-4980-99d9-cc7dd5bb86ef" providerId="ADAL" clId="{06FE6DA5-91DA-48FB-BC41-D892F9E6555E}" dt="2024-05-28T15:07:36.438" v="2728"/>
          <ac:spMkLst>
            <pc:docMk/>
            <pc:sldMk cId="0" sldId="271"/>
            <ac:spMk id="21" creationId="{281AE1B3-40CF-4CA5-FEC4-78D6F12561AF}"/>
          </ac:spMkLst>
        </pc:spChg>
        <pc:spChg chg="mod">
          <ac:chgData name="a46219 Lê Hải Sơn" userId="b07ee673-6122-4980-99d9-cc7dd5bb86ef" providerId="ADAL" clId="{06FE6DA5-91DA-48FB-BC41-D892F9E6555E}" dt="2024-05-28T15:07:36.438" v="2728"/>
          <ac:spMkLst>
            <pc:docMk/>
            <pc:sldMk cId="0" sldId="271"/>
            <ac:spMk id="22" creationId="{E80E2740-3861-8662-04CE-5306726E7730}"/>
          </ac:spMkLst>
        </pc:spChg>
        <pc:spChg chg="mod">
          <ac:chgData name="a46219 Lê Hải Sơn" userId="b07ee673-6122-4980-99d9-cc7dd5bb86ef" providerId="ADAL" clId="{06FE6DA5-91DA-48FB-BC41-D892F9E6555E}" dt="2024-05-28T15:07:36.438" v="2728"/>
          <ac:spMkLst>
            <pc:docMk/>
            <pc:sldMk cId="0" sldId="271"/>
            <ac:spMk id="23" creationId="{93EB40CB-DE31-B8B2-11E7-9431EFFDE922}"/>
          </ac:spMkLst>
        </pc:spChg>
        <pc:spChg chg="mod">
          <ac:chgData name="a46219 Lê Hải Sơn" userId="b07ee673-6122-4980-99d9-cc7dd5bb86ef" providerId="ADAL" clId="{06FE6DA5-91DA-48FB-BC41-D892F9E6555E}" dt="2024-05-28T15:07:36.438" v="2728"/>
          <ac:spMkLst>
            <pc:docMk/>
            <pc:sldMk cId="0" sldId="271"/>
            <ac:spMk id="24" creationId="{E05112A1-2366-8B16-5CB8-7B33A6AEF753}"/>
          </ac:spMkLst>
        </pc:spChg>
        <pc:spChg chg="mod">
          <ac:chgData name="a46219 Lê Hải Sơn" userId="b07ee673-6122-4980-99d9-cc7dd5bb86ef" providerId="ADAL" clId="{06FE6DA5-91DA-48FB-BC41-D892F9E6555E}" dt="2024-05-28T15:07:36.438" v="2728"/>
          <ac:spMkLst>
            <pc:docMk/>
            <pc:sldMk cId="0" sldId="271"/>
            <ac:spMk id="26" creationId="{E9D65A93-B66E-3510-C6FF-7119677093AA}"/>
          </ac:spMkLst>
        </pc:spChg>
        <pc:spChg chg="mod">
          <ac:chgData name="a46219 Lê Hải Sơn" userId="b07ee673-6122-4980-99d9-cc7dd5bb86ef" providerId="ADAL" clId="{06FE6DA5-91DA-48FB-BC41-D892F9E6555E}" dt="2024-05-28T15:07:36.438" v="2728"/>
          <ac:spMkLst>
            <pc:docMk/>
            <pc:sldMk cId="0" sldId="271"/>
            <ac:spMk id="27" creationId="{19936830-A8C5-5DB5-7A34-816D868AAC1F}"/>
          </ac:spMkLst>
        </pc:spChg>
        <pc:spChg chg="mod">
          <ac:chgData name="a46219 Lê Hải Sơn" userId="b07ee673-6122-4980-99d9-cc7dd5bb86ef" providerId="ADAL" clId="{06FE6DA5-91DA-48FB-BC41-D892F9E6555E}" dt="2024-05-28T15:07:36.438" v="2728"/>
          <ac:spMkLst>
            <pc:docMk/>
            <pc:sldMk cId="0" sldId="271"/>
            <ac:spMk id="28" creationId="{9B718DC0-2394-D6A9-2B38-23D75781682D}"/>
          </ac:spMkLst>
        </pc:spChg>
        <pc:spChg chg="mod">
          <ac:chgData name="a46219 Lê Hải Sơn" userId="b07ee673-6122-4980-99d9-cc7dd5bb86ef" providerId="ADAL" clId="{06FE6DA5-91DA-48FB-BC41-D892F9E6555E}" dt="2024-05-28T15:07:36.438" v="2728"/>
          <ac:spMkLst>
            <pc:docMk/>
            <pc:sldMk cId="0" sldId="271"/>
            <ac:spMk id="29" creationId="{72921D0B-2F60-1A60-571F-9FBD5B5FEA2C}"/>
          </ac:spMkLst>
        </pc:spChg>
        <pc:spChg chg="mod">
          <ac:chgData name="a46219 Lê Hải Sơn" userId="b07ee673-6122-4980-99d9-cc7dd5bb86ef" providerId="ADAL" clId="{06FE6DA5-91DA-48FB-BC41-D892F9E6555E}" dt="2024-05-28T15:07:36.438" v="2728"/>
          <ac:spMkLst>
            <pc:docMk/>
            <pc:sldMk cId="0" sldId="271"/>
            <ac:spMk id="32" creationId="{2F7EA193-A318-C7F8-A057-FEE21FE7EDE5}"/>
          </ac:spMkLst>
        </pc:spChg>
        <pc:spChg chg="mod">
          <ac:chgData name="a46219 Lê Hải Sơn" userId="b07ee673-6122-4980-99d9-cc7dd5bb86ef" providerId="ADAL" clId="{06FE6DA5-91DA-48FB-BC41-D892F9E6555E}" dt="2024-05-28T15:07:36.438" v="2728"/>
          <ac:spMkLst>
            <pc:docMk/>
            <pc:sldMk cId="0" sldId="271"/>
            <ac:spMk id="34" creationId="{392605D0-705E-8F2D-7774-E7AD6307C7F5}"/>
          </ac:spMkLst>
        </pc:spChg>
        <pc:spChg chg="mod">
          <ac:chgData name="a46219 Lê Hải Sơn" userId="b07ee673-6122-4980-99d9-cc7dd5bb86ef" providerId="ADAL" clId="{06FE6DA5-91DA-48FB-BC41-D892F9E6555E}" dt="2024-05-28T15:07:36.438" v="2728"/>
          <ac:spMkLst>
            <pc:docMk/>
            <pc:sldMk cId="0" sldId="271"/>
            <ac:spMk id="35" creationId="{D4306411-2EAA-B0A0-744C-E46752C42DE4}"/>
          </ac:spMkLst>
        </pc:spChg>
        <pc:spChg chg="mod">
          <ac:chgData name="a46219 Lê Hải Sơn" userId="b07ee673-6122-4980-99d9-cc7dd5bb86ef" providerId="ADAL" clId="{06FE6DA5-91DA-48FB-BC41-D892F9E6555E}" dt="2024-05-28T15:07:36.438" v="2728"/>
          <ac:spMkLst>
            <pc:docMk/>
            <pc:sldMk cId="0" sldId="271"/>
            <ac:spMk id="36" creationId="{C53F517C-050C-83A5-0E93-2E9B8A009BFB}"/>
          </ac:spMkLst>
        </pc:spChg>
        <pc:spChg chg="mod">
          <ac:chgData name="a46219 Lê Hải Sơn" userId="b07ee673-6122-4980-99d9-cc7dd5bb86ef" providerId="ADAL" clId="{06FE6DA5-91DA-48FB-BC41-D892F9E6555E}" dt="2024-05-28T15:07:36.438" v="2728"/>
          <ac:spMkLst>
            <pc:docMk/>
            <pc:sldMk cId="0" sldId="271"/>
            <ac:spMk id="37" creationId="{86C40CFC-C725-45F1-EA62-ED6D6634F207}"/>
          </ac:spMkLst>
        </pc:spChg>
        <pc:spChg chg="mod">
          <ac:chgData name="a46219 Lê Hải Sơn" userId="b07ee673-6122-4980-99d9-cc7dd5bb86ef" providerId="ADAL" clId="{06FE6DA5-91DA-48FB-BC41-D892F9E6555E}" dt="2024-05-28T15:07:36.438" v="2728"/>
          <ac:spMkLst>
            <pc:docMk/>
            <pc:sldMk cId="0" sldId="271"/>
            <ac:spMk id="38" creationId="{57A2683D-1E5C-73A4-69CD-0C8C9BE910F7}"/>
          </ac:spMkLst>
        </pc:spChg>
        <pc:spChg chg="mod">
          <ac:chgData name="a46219 Lê Hải Sơn" userId="b07ee673-6122-4980-99d9-cc7dd5bb86ef" providerId="ADAL" clId="{06FE6DA5-91DA-48FB-BC41-D892F9E6555E}" dt="2024-05-28T15:07:36.438" v="2728"/>
          <ac:spMkLst>
            <pc:docMk/>
            <pc:sldMk cId="0" sldId="271"/>
            <ac:spMk id="39" creationId="{164DADDE-4AD8-097E-E3A8-70982DF762E3}"/>
          </ac:spMkLst>
        </pc:spChg>
        <pc:spChg chg="mod">
          <ac:chgData name="a46219 Lê Hải Sơn" userId="b07ee673-6122-4980-99d9-cc7dd5bb86ef" providerId="ADAL" clId="{06FE6DA5-91DA-48FB-BC41-D892F9E6555E}" dt="2024-05-28T15:07:36.438" v="2728"/>
          <ac:spMkLst>
            <pc:docMk/>
            <pc:sldMk cId="0" sldId="271"/>
            <ac:spMk id="40" creationId="{1C04196D-5C11-E0F8-CF9D-E3AAA84FD92A}"/>
          </ac:spMkLst>
        </pc:spChg>
        <pc:spChg chg="mod">
          <ac:chgData name="a46219 Lê Hải Sơn" userId="b07ee673-6122-4980-99d9-cc7dd5bb86ef" providerId="ADAL" clId="{06FE6DA5-91DA-48FB-BC41-D892F9E6555E}" dt="2024-05-28T15:07:36.438" v="2728"/>
          <ac:spMkLst>
            <pc:docMk/>
            <pc:sldMk cId="0" sldId="271"/>
            <ac:spMk id="41" creationId="{48FC6682-F5DE-0819-5814-AF55CA729489}"/>
          </ac:spMkLst>
        </pc:spChg>
        <pc:spChg chg="mod">
          <ac:chgData name="a46219 Lê Hải Sơn" userId="b07ee673-6122-4980-99d9-cc7dd5bb86ef" providerId="ADAL" clId="{06FE6DA5-91DA-48FB-BC41-D892F9E6555E}" dt="2024-05-28T15:07:36.438" v="2728"/>
          <ac:spMkLst>
            <pc:docMk/>
            <pc:sldMk cId="0" sldId="271"/>
            <ac:spMk id="42" creationId="{1D9AD4AF-0464-8438-2A00-AB61D18C96DE}"/>
          </ac:spMkLst>
        </pc:spChg>
        <pc:spChg chg="mod">
          <ac:chgData name="a46219 Lê Hải Sơn" userId="b07ee673-6122-4980-99d9-cc7dd5bb86ef" providerId="ADAL" clId="{06FE6DA5-91DA-48FB-BC41-D892F9E6555E}" dt="2024-05-28T15:07:36.438" v="2728"/>
          <ac:spMkLst>
            <pc:docMk/>
            <pc:sldMk cId="0" sldId="271"/>
            <ac:spMk id="43" creationId="{6EA1B924-2B49-C5AD-C625-00E7856E1020}"/>
          </ac:spMkLst>
        </pc:spChg>
        <pc:spChg chg="mod">
          <ac:chgData name="a46219 Lê Hải Sơn" userId="b07ee673-6122-4980-99d9-cc7dd5bb86ef" providerId="ADAL" clId="{06FE6DA5-91DA-48FB-BC41-D892F9E6555E}" dt="2024-05-28T15:07:36.438" v="2728"/>
          <ac:spMkLst>
            <pc:docMk/>
            <pc:sldMk cId="0" sldId="271"/>
            <ac:spMk id="44" creationId="{94AB4B85-2203-202E-FD37-B2302E7172DB}"/>
          </ac:spMkLst>
        </pc:spChg>
        <pc:spChg chg="mod">
          <ac:chgData name="a46219 Lê Hải Sơn" userId="b07ee673-6122-4980-99d9-cc7dd5bb86ef" providerId="ADAL" clId="{06FE6DA5-91DA-48FB-BC41-D892F9E6555E}" dt="2024-05-28T15:07:36.438" v="2728"/>
          <ac:spMkLst>
            <pc:docMk/>
            <pc:sldMk cId="0" sldId="271"/>
            <ac:spMk id="45" creationId="{CBC71AD3-FF54-AFC2-9A3D-FCEC00051FF3}"/>
          </ac:spMkLst>
        </pc:spChg>
        <pc:spChg chg="mod">
          <ac:chgData name="a46219 Lê Hải Sơn" userId="b07ee673-6122-4980-99d9-cc7dd5bb86ef" providerId="ADAL" clId="{06FE6DA5-91DA-48FB-BC41-D892F9E6555E}" dt="2024-05-28T15:07:36.438" v="2728"/>
          <ac:spMkLst>
            <pc:docMk/>
            <pc:sldMk cId="0" sldId="271"/>
            <ac:spMk id="46" creationId="{58EC2E95-53A2-E3C0-C06F-BC6A26AA1D9B}"/>
          </ac:spMkLst>
        </pc:spChg>
        <pc:spChg chg="mod">
          <ac:chgData name="a46219 Lê Hải Sơn" userId="b07ee673-6122-4980-99d9-cc7dd5bb86ef" providerId="ADAL" clId="{06FE6DA5-91DA-48FB-BC41-D892F9E6555E}" dt="2024-05-28T15:07:36.438" v="2728"/>
          <ac:spMkLst>
            <pc:docMk/>
            <pc:sldMk cId="0" sldId="271"/>
            <ac:spMk id="47" creationId="{9DDCCF16-BB38-C6A7-F2E1-DEEB9ED4EA2D}"/>
          </ac:spMkLst>
        </pc:spChg>
        <pc:spChg chg="mod">
          <ac:chgData name="a46219 Lê Hải Sơn" userId="b07ee673-6122-4980-99d9-cc7dd5bb86ef" providerId="ADAL" clId="{06FE6DA5-91DA-48FB-BC41-D892F9E6555E}" dt="2024-05-28T15:07:36.438" v="2728"/>
          <ac:spMkLst>
            <pc:docMk/>
            <pc:sldMk cId="0" sldId="271"/>
            <ac:spMk id="48" creationId="{3DAA300D-CD6E-1DE7-A263-9F464A7CD9F3}"/>
          </ac:spMkLst>
        </pc:spChg>
        <pc:spChg chg="mod">
          <ac:chgData name="a46219 Lê Hải Sơn" userId="b07ee673-6122-4980-99d9-cc7dd5bb86ef" providerId="ADAL" clId="{06FE6DA5-91DA-48FB-BC41-D892F9E6555E}" dt="2024-05-28T15:07:36.438" v="2728"/>
          <ac:spMkLst>
            <pc:docMk/>
            <pc:sldMk cId="0" sldId="271"/>
            <ac:spMk id="49" creationId="{0EADAF5C-57A8-8D31-9CA9-37F9B25487DD}"/>
          </ac:spMkLst>
        </pc:spChg>
        <pc:spChg chg="mod">
          <ac:chgData name="a46219 Lê Hải Sơn" userId="b07ee673-6122-4980-99d9-cc7dd5bb86ef" providerId="ADAL" clId="{06FE6DA5-91DA-48FB-BC41-D892F9E6555E}" dt="2024-05-28T15:07:36.438" v="2728"/>
          <ac:spMkLst>
            <pc:docMk/>
            <pc:sldMk cId="0" sldId="271"/>
            <ac:spMk id="50" creationId="{64FA845D-38EC-65AE-C7A5-92CE97ADE41E}"/>
          </ac:spMkLst>
        </pc:spChg>
        <pc:spChg chg="mod">
          <ac:chgData name="a46219 Lê Hải Sơn" userId="b07ee673-6122-4980-99d9-cc7dd5bb86ef" providerId="ADAL" clId="{06FE6DA5-91DA-48FB-BC41-D892F9E6555E}" dt="2024-05-28T15:07:36.438" v="2728"/>
          <ac:spMkLst>
            <pc:docMk/>
            <pc:sldMk cId="0" sldId="271"/>
            <ac:spMk id="51" creationId="{0461595A-99ED-D772-0E11-92328A066856}"/>
          </ac:spMkLst>
        </pc:spChg>
        <pc:spChg chg="mod">
          <ac:chgData name="a46219 Lê Hải Sơn" userId="b07ee673-6122-4980-99d9-cc7dd5bb86ef" providerId="ADAL" clId="{06FE6DA5-91DA-48FB-BC41-D892F9E6555E}" dt="2024-05-28T15:07:36.438" v="2728"/>
          <ac:spMkLst>
            <pc:docMk/>
            <pc:sldMk cId="0" sldId="271"/>
            <ac:spMk id="52" creationId="{E04BE593-295C-B016-5225-41F9BC7A9CF9}"/>
          </ac:spMkLst>
        </pc:spChg>
        <pc:spChg chg="mod">
          <ac:chgData name="a46219 Lê Hải Sơn" userId="b07ee673-6122-4980-99d9-cc7dd5bb86ef" providerId="ADAL" clId="{06FE6DA5-91DA-48FB-BC41-D892F9E6555E}" dt="2024-05-28T15:07:36.438" v="2728"/>
          <ac:spMkLst>
            <pc:docMk/>
            <pc:sldMk cId="0" sldId="271"/>
            <ac:spMk id="53" creationId="{70CAE80F-4171-3DE2-52E0-738F015120C8}"/>
          </ac:spMkLst>
        </pc:spChg>
        <pc:spChg chg="mod">
          <ac:chgData name="a46219 Lê Hải Sơn" userId="b07ee673-6122-4980-99d9-cc7dd5bb86ef" providerId="ADAL" clId="{06FE6DA5-91DA-48FB-BC41-D892F9E6555E}" dt="2024-05-28T15:07:36.438" v="2728"/>
          <ac:spMkLst>
            <pc:docMk/>
            <pc:sldMk cId="0" sldId="271"/>
            <ac:spMk id="54" creationId="{F140BF7D-EB3B-2C27-1CD1-9AA3CD604D27}"/>
          </ac:spMkLst>
        </pc:spChg>
        <pc:spChg chg="mod">
          <ac:chgData name="a46219 Lê Hải Sơn" userId="b07ee673-6122-4980-99d9-cc7dd5bb86ef" providerId="ADAL" clId="{06FE6DA5-91DA-48FB-BC41-D892F9E6555E}" dt="2024-05-28T15:07:36.438" v="2728"/>
          <ac:spMkLst>
            <pc:docMk/>
            <pc:sldMk cId="0" sldId="271"/>
            <ac:spMk id="55" creationId="{E1643851-3BF2-360C-56A3-F6949A6B57E8}"/>
          </ac:spMkLst>
        </pc:spChg>
        <pc:spChg chg="mod">
          <ac:chgData name="a46219 Lê Hải Sơn" userId="b07ee673-6122-4980-99d9-cc7dd5bb86ef" providerId="ADAL" clId="{06FE6DA5-91DA-48FB-BC41-D892F9E6555E}" dt="2024-05-28T15:07:36.438" v="2728"/>
          <ac:spMkLst>
            <pc:docMk/>
            <pc:sldMk cId="0" sldId="271"/>
            <ac:spMk id="56" creationId="{D54B21D8-DE4D-A435-8031-24F4E2B3EC27}"/>
          </ac:spMkLst>
        </pc:spChg>
        <pc:spChg chg="mod">
          <ac:chgData name="a46219 Lê Hải Sơn" userId="b07ee673-6122-4980-99d9-cc7dd5bb86ef" providerId="ADAL" clId="{06FE6DA5-91DA-48FB-BC41-D892F9E6555E}" dt="2024-05-28T15:07:36.438" v="2728"/>
          <ac:spMkLst>
            <pc:docMk/>
            <pc:sldMk cId="0" sldId="271"/>
            <ac:spMk id="57" creationId="{CDFB6504-D091-3473-C7EE-B054E7C5F9C5}"/>
          </ac:spMkLst>
        </pc:spChg>
        <pc:spChg chg="mod">
          <ac:chgData name="a46219 Lê Hải Sơn" userId="b07ee673-6122-4980-99d9-cc7dd5bb86ef" providerId="ADAL" clId="{06FE6DA5-91DA-48FB-BC41-D892F9E6555E}" dt="2024-05-28T15:07:36.438" v="2728"/>
          <ac:spMkLst>
            <pc:docMk/>
            <pc:sldMk cId="0" sldId="271"/>
            <ac:spMk id="58" creationId="{97878147-6F05-A95A-2EE8-62991E47F197}"/>
          </ac:spMkLst>
        </pc:spChg>
        <pc:spChg chg="mod">
          <ac:chgData name="a46219 Lê Hải Sơn" userId="b07ee673-6122-4980-99d9-cc7dd5bb86ef" providerId="ADAL" clId="{06FE6DA5-91DA-48FB-BC41-D892F9E6555E}" dt="2024-05-28T15:07:36.438" v="2728"/>
          <ac:spMkLst>
            <pc:docMk/>
            <pc:sldMk cId="0" sldId="271"/>
            <ac:spMk id="59" creationId="{7FB02642-F321-AD30-48AF-8321BB1DC640}"/>
          </ac:spMkLst>
        </pc:spChg>
        <pc:spChg chg="mod">
          <ac:chgData name="a46219 Lê Hải Sơn" userId="b07ee673-6122-4980-99d9-cc7dd5bb86ef" providerId="ADAL" clId="{06FE6DA5-91DA-48FB-BC41-D892F9E6555E}" dt="2024-05-28T15:07:36.438" v="2728"/>
          <ac:spMkLst>
            <pc:docMk/>
            <pc:sldMk cId="0" sldId="271"/>
            <ac:spMk id="60" creationId="{83415A0A-C6CD-2DB6-2638-351B76AA583C}"/>
          </ac:spMkLst>
        </pc:spChg>
        <pc:spChg chg="mod">
          <ac:chgData name="a46219 Lê Hải Sơn" userId="b07ee673-6122-4980-99d9-cc7dd5bb86ef" providerId="ADAL" clId="{06FE6DA5-91DA-48FB-BC41-D892F9E6555E}" dt="2024-05-28T15:07:36.438" v="2728"/>
          <ac:spMkLst>
            <pc:docMk/>
            <pc:sldMk cId="0" sldId="271"/>
            <ac:spMk id="61" creationId="{71DA73BE-8908-F128-E62F-2AFEED38B3EA}"/>
          </ac:spMkLst>
        </pc:spChg>
        <pc:spChg chg="mod">
          <ac:chgData name="a46219 Lê Hải Sơn" userId="b07ee673-6122-4980-99d9-cc7dd5bb86ef" providerId="ADAL" clId="{06FE6DA5-91DA-48FB-BC41-D892F9E6555E}" dt="2024-05-28T15:07:36.438" v="2728"/>
          <ac:spMkLst>
            <pc:docMk/>
            <pc:sldMk cId="0" sldId="271"/>
            <ac:spMk id="62" creationId="{0AA689BB-D304-4C28-CAB6-41F9BBD35D4E}"/>
          </ac:spMkLst>
        </pc:spChg>
        <pc:spChg chg="mod">
          <ac:chgData name="a46219 Lê Hải Sơn" userId="b07ee673-6122-4980-99d9-cc7dd5bb86ef" providerId="ADAL" clId="{06FE6DA5-91DA-48FB-BC41-D892F9E6555E}" dt="2024-05-28T15:07:36.438" v="2728"/>
          <ac:spMkLst>
            <pc:docMk/>
            <pc:sldMk cId="0" sldId="271"/>
            <ac:spMk id="63" creationId="{DCECACAB-8D36-608D-26BB-C1241AF5ECED}"/>
          </ac:spMkLst>
        </pc:spChg>
        <pc:spChg chg="mod">
          <ac:chgData name="a46219 Lê Hải Sơn" userId="b07ee673-6122-4980-99d9-cc7dd5bb86ef" providerId="ADAL" clId="{06FE6DA5-91DA-48FB-BC41-D892F9E6555E}" dt="2024-05-28T15:07:36.438" v="2728"/>
          <ac:spMkLst>
            <pc:docMk/>
            <pc:sldMk cId="0" sldId="271"/>
            <ac:spMk id="2432" creationId="{FB64ED14-E152-0C87-21CD-91FDF385F7CA}"/>
          </ac:spMkLst>
        </pc:spChg>
        <pc:spChg chg="mod">
          <ac:chgData name="a46219 Lê Hải Sơn" userId="b07ee673-6122-4980-99d9-cc7dd5bb86ef" providerId="ADAL" clId="{06FE6DA5-91DA-48FB-BC41-D892F9E6555E}" dt="2024-05-28T15:07:36.438" v="2728"/>
          <ac:spMkLst>
            <pc:docMk/>
            <pc:sldMk cId="0" sldId="271"/>
            <ac:spMk id="2433" creationId="{1693C68B-C01C-D980-7C1D-B8DBDA25D302}"/>
          </ac:spMkLst>
        </pc:spChg>
        <pc:spChg chg="mod">
          <ac:chgData name="a46219 Lê Hải Sơn" userId="b07ee673-6122-4980-99d9-cc7dd5bb86ef" providerId="ADAL" clId="{06FE6DA5-91DA-48FB-BC41-D892F9E6555E}" dt="2024-05-28T15:07:36.438" v="2728"/>
          <ac:spMkLst>
            <pc:docMk/>
            <pc:sldMk cId="0" sldId="271"/>
            <ac:spMk id="2434" creationId="{BF87F23A-BABC-12CD-A4A2-9B2AFD8C6EFA}"/>
          </ac:spMkLst>
        </pc:spChg>
        <pc:spChg chg="mod">
          <ac:chgData name="a46219 Lê Hải Sơn" userId="b07ee673-6122-4980-99d9-cc7dd5bb86ef" providerId="ADAL" clId="{06FE6DA5-91DA-48FB-BC41-D892F9E6555E}" dt="2024-05-28T15:07:36.438" v="2728"/>
          <ac:spMkLst>
            <pc:docMk/>
            <pc:sldMk cId="0" sldId="271"/>
            <ac:spMk id="2435" creationId="{375D30B0-3855-8003-4B2E-015C9FFA8F9D}"/>
          </ac:spMkLst>
        </pc:spChg>
        <pc:spChg chg="mod">
          <ac:chgData name="a46219 Lê Hải Sơn" userId="b07ee673-6122-4980-99d9-cc7dd5bb86ef" providerId="ADAL" clId="{06FE6DA5-91DA-48FB-BC41-D892F9E6555E}" dt="2024-05-28T15:07:36.438" v="2728"/>
          <ac:spMkLst>
            <pc:docMk/>
            <pc:sldMk cId="0" sldId="271"/>
            <ac:spMk id="2436" creationId="{CE057387-BA7B-DFE6-595D-F59861930C6A}"/>
          </ac:spMkLst>
        </pc:spChg>
        <pc:spChg chg="mod">
          <ac:chgData name="a46219 Lê Hải Sơn" userId="b07ee673-6122-4980-99d9-cc7dd5bb86ef" providerId="ADAL" clId="{06FE6DA5-91DA-48FB-BC41-D892F9E6555E}" dt="2024-05-28T15:07:36.438" v="2728"/>
          <ac:spMkLst>
            <pc:docMk/>
            <pc:sldMk cId="0" sldId="271"/>
            <ac:spMk id="2437" creationId="{E1D48273-A521-3EDC-9DF2-1A5FF8915538}"/>
          </ac:spMkLst>
        </pc:spChg>
        <pc:spChg chg="mod">
          <ac:chgData name="a46219 Lê Hải Sơn" userId="b07ee673-6122-4980-99d9-cc7dd5bb86ef" providerId="ADAL" clId="{06FE6DA5-91DA-48FB-BC41-D892F9E6555E}" dt="2024-05-28T15:07:36.438" v="2728"/>
          <ac:spMkLst>
            <pc:docMk/>
            <pc:sldMk cId="0" sldId="271"/>
            <ac:spMk id="2438" creationId="{4789B899-F1CF-CE1E-162C-6DEEE110B99C}"/>
          </ac:spMkLst>
        </pc:spChg>
        <pc:spChg chg="mod">
          <ac:chgData name="a46219 Lê Hải Sơn" userId="b07ee673-6122-4980-99d9-cc7dd5bb86ef" providerId="ADAL" clId="{06FE6DA5-91DA-48FB-BC41-D892F9E6555E}" dt="2024-05-28T04:10:24.788" v="1742"/>
          <ac:spMkLst>
            <pc:docMk/>
            <pc:sldMk cId="0" sldId="271"/>
            <ac:spMk id="2441" creationId="{00000000-0000-0000-0000-000000000000}"/>
          </ac:spMkLst>
        </pc:spChg>
        <pc:spChg chg="mod">
          <ac:chgData name="a46219 Lê Hải Sơn" userId="b07ee673-6122-4980-99d9-cc7dd5bb86ef" providerId="ADAL" clId="{06FE6DA5-91DA-48FB-BC41-D892F9E6555E}" dt="2024-05-28T15:07:53.470" v="2730" actId="1076"/>
          <ac:spMkLst>
            <pc:docMk/>
            <pc:sldMk cId="0" sldId="271"/>
            <ac:spMk id="2442" creationId="{00000000-0000-0000-0000-000000000000}"/>
          </ac:spMkLst>
        </pc:spChg>
        <pc:spChg chg="mod">
          <ac:chgData name="a46219 Lê Hải Sơn" userId="b07ee673-6122-4980-99d9-cc7dd5bb86ef" providerId="ADAL" clId="{06FE6DA5-91DA-48FB-BC41-D892F9E6555E}" dt="2024-05-28T04:10:17.592" v="1739" actId="255"/>
          <ac:spMkLst>
            <pc:docMk/>
            <pc:sldMk cId="0" sldId="271"/>
            <ac:spMk id="2443" creationId="{00000000-0000-0000-0000-000000000000}"/>
          </ac:spMkLst>
        </pc:spChg>
        <pc:spChg chg="mod">
          <ac:chgData name="a46219 Lê Hải Sơn" userId="b07ee673-6122-4980-99d9-cc7dd5bb86ef" providerId="ADAL" clId="{06FE6DA5-91DA-48FB-BC41-D892F9E6555E}" dt="2024-05-28T15:07:36.438" v="2728"/>
          <ac:spMkLst>
            <pc:docMk/>
            <pc:sldMk cId="0" sldId="271"/>
            <ac:spMk id="2448" creationId="{DBBA4EAF-EF38-5C3D-B446-642F016185E6}"/>
          </ac:spMkLst>
        </pc:spChg>
        <pc:spChg chg="mod">
          <ac:chgData name="a46219 Lê Hải Sơn" userId="b07ee673-6122-4980-99d9-cc7dd5bb86ef" providerId="ADAL" clId="{06FE6DA5-91DA-48FB-BC41-D892F9E6555E}" dt="2024-05-28T15:07:36.438" v="2728"/>
          <ac:spMkLst>
            <pc:docMk/>
            <pc:sldMk cId="0" sldId="271"/>
            <ac:spMk id="2452" creationId="{5C0A3917-376B-BB49-6220-D2DE8FBEC8CD}"/>
          </ac:spMkLst>
        </pc:spChg>
        <pc:spChg chg="mod">
          <ac:chgData name="a46219 Lê Hải Sơn" userId="b07ee673-6122-4980-99d9-cc7dd5bb86ef" providerId="ADAL" clId="{06FE6DA5-91DA-48FB-BC41-D892F9E6555E}" dt="2024-05-28T04:10:38.868" v="1764" actId="255"/>
          <ac:spMkLst>
            <pc:docMk/>
            <pc:sldMk cId="0" sldId="271"/>
            <ac:spMk id="2453" creationId="{00000000-0000-0000-0000-000000000000}"/>
          </ac:spMkLst>
        </pc:spChg>
        <pc:spChg chg="mod">
          <ac:chgData name="a46219 Lê Hải Sơn" userId="b07ee673-6122-4980-99d9-cc7dd5bb86ef" providerId="ADAL" clId="{06FE6DA5-91DA-48FB-BC41-D892F9E6555E}" dt="2024-05-28T04:11:13.010" v="1777"/>
          <ac:spMkLst>
            <pc:docMk/>
            <pc:sldMk cId="0" sldId="271"/>
            <ac:spMk id="2454" creationId="{00000000-0000-0000-0000-000000000000}"/>
          </ac:spMkLst>
        </pc:spChg>
        <pc:spChg chg="mod">
          <ac:chgData name="a46219 Lê Hải Sơn" userId="b07ee673-6122-4980-99d9-cc7dd5bb86ef" providerId="ADAL" clId="{06FE6DA5-91DA-48FB-BC41-D892F9E6555E}" dt="2024-05-28T04:11:05.247" v="1774" actId="20577"/>
          <ac:spMkLst>
            <pc:docMk/>
            <pc:sldMk cId="0" sldId="271"/>
            <ac:spMk id="2455" creationId="{00000000-0000-0000-0000-000000000000}"/>
          </ac:spMkLst>
        </pc:spChg>
        <pc:spChg chg="mod">
          <ac:chgData name="a46219 Lê Hải Sơn" userId="b07ee673-6122-4980-99d9-cc7dd5bb86ef" providerId="ADAL" clId="{06FE6DA5-91DA-48FB-BC41-D892F9E6555E}" dt="2024-05-28T04:11:19.665" v="1780"/>
          <ac:spMkLst>
            <pc:docMk/>
            <pc:sldMk cId="0" sldId="271"/>
            <ac:spMk id="2456" creationId="{00000000-0000-0000-0000-000000000000}"/>
          </ac:spMkLst>
        </pc:spChg>
        <pc:spChg chg="mod">
          <ac:chgData name="a46219 Lê Hải Sơn" userId="b07ee673-6122-4980-99d9-cc7dd5bb86ef" providerId="ADAL" clId="{06FE6DA5-91DA-48FB-BC41-D892F9E6555E}" dt="2024-05-28T04:10:02.763" v="1724" actId="20577"/>
          <ac:spMkLst>
            <pc:docMk/>
            <pc:sldMk cId="0" sldId="271"/>
            <ac:spMk id="2457" creationId="{00000000-0000-0000-0000-000000000000}"/>
          </ac:spMkLst>
        </pc:spChg>
        <pc:spChg chg="mod">
          <ac:chgData name="a46219 Lê Hải Sơn" userId="b07ee673-6122-4980-99d9-cc7dd5bb86ef" providerId="ADAL" clId="{06FE6DA5-91DA-48FB-BC41-D892F9E6555E}" dt="2024-05-28T15:07:36.438" v="2728"/>
          <ac:spMkLst>
            <pc:docMk/>
            <pc:sldMk cId="0" sldId="271"/>
            <ac:spMk id="2458" creationId="{0F8C98D4-E446-8486-419A-478B35D0F46D}"/>
          </ac:spMkLst>
        </pc:spChg>
        <pc:spChg chg="mod">
          <ac:chgData name="a46219 Lê Hải Sơn" userId="b07ee673-6122-4980-99d9-cc7dd5bb86ef" providerId="ADAL" clId="{06FE6DA5-91DA-48FB-BC41-D892F9E6555E}" dt="2024-05-28T15:07:36.438" v="2728"/>
          <ac:spMkLst>
            <pc:docMk/>
            <pc:sldMk cId="0" sldId="271"/>
            <ac:spMk id="2459" creationId="{75E4544B-EECF-EBC6-8A11-C24C9E7ACCC3}"/>
          </ac:spMkLst>
        </pc:spChg>
        <pc:spChg chg="mod">
          <ac:chgData name="a46219 Lê Hải Sơn" userId="b07ee673-6122-4980-99d9-cc7dd5bb86ef" providerId="ADAL" clId="{06FE6DA5-91DA-48FB-BC41-D892F9E6555E}" dt="2024-05-28T15:07:36.438" v="2728"/>
          <ac:spMkLst>
            <pc:docMk/>
            <pc:sldMk cId="0" sldId="271"/>
            <ac:spMk id="2460" creationId="{E61970E7-1887-5C71-04CB-9D3BB6FBABD1}"/>
          </ac:spMkLst>
        </pc:spChg>
        <pc:spChg chg="mod">
          <ac:chgData name="a46219 Lê Hải Sơn" userId="b07ee673-6122-4980-99d9-cc7dd5bb86ef" providerId="ADAL" clId="{06FE6DA5-91DA-48FB-BC41-D892F9E6555E}" dt="2024-05-28T15:07:36.438" v="2728"/>
          <ac:spMkLst>
            <pc:docMk/>
            <pc:sldMk cId="0" sldId="271"/>
            <ac:spMk id="2461" creationId="{1A162041-E294-1057-D2E0-89D9A3C1AD32}"/>
          </ac:spMkLst>
        </pc:spChg>
        <pc:spChg chg="mod">
          <ac:chgData name="a46219 Lê Hải Sơn" userId="b07ee673-6122-4980-99d9-cc7dd5bb86ef" providerId="ADAL" clId="{06FE6DA5-91DA-48FB-BC41-D892F9E6555E}" dt="2024-05-28T15:07:36.438" v="2728"/>
          <ac:spMkLst>
            <pc:docMk/>
            <pc:sldMk cId="0" sldId="271"/>
            <ac:spMk id="2462" creationId="{6A2B32C2-44F0-1A54-E990-AC1FC1ED91CB}"/>
          </ac:spMkLst>
        </pc:spChg>
        <pc:spChg chg="mod">
          <ac:chgData name="a46219 Lê Hải Sơn" userId="b07ee673-6122-4980-99d9-cc7dd5bb86ef" providerId="ADAL" clId="{06FE6DA5-91DA-48FB-BC41-D892F9E6555E}" dt="2024-05-28T15:07:36.438" v="2728"/>
          <ac:spMkLst>
            <pc:docMk/>
            <pc:sldMk cId="0" sldId="271"/>
            <ac:spMk id="2463" creationId="{6B2D5915-C891-9046-B47D-7CA27B364F84}"/>
          </ac:spMkLst>
        </pc:spChg>
        <pc:spChg chg="mod">
          <ac:chgData name="a46219 Lê Hải Sơn" userId="b07ee673-6122-4980-99d9-cc7dd5bb86ef" providerId="ADAL" clId="{06FE6DA5-91DA-48FB-BC41-D892F9E6555E}" dt="2024-05-28T15:07:36.438" v="2728"/>
          <ac:spMkLst>
            <pc:docMk/>
            <pc:sldMk cId="0" sldId="271"/>
            <ac:spMk id="2464" creationId="{AD732ACD-2F7C-AFF2-16B9-FD641FD7FA75}"/>
          </ac:spMkLst>
        </pc:spChg>
        <pc:spChg chg="mod">
          <ac:chgData name="a46219 Lê Hải Sơn" userId="b07ee673-6122-4980-99d9-cc7dd5bb86ef" providerId="ADAL" clId="{06FE6DA5-91DA-48FB-BC41-D892F9E6555E}" dt="2024-05-28T15:07:36.438" v="2728"/>
          <ac:spMkLst>
            <pc:docMk/>
            <pc:sldMk cId="0" sldId="271"/>
            <ac:spMk id="2465" creationId="{831ED7E4-A1DA-7CB7-F754-F3737395F4A1}"/>
          </ac:spMkLst>
        </pc:spChg>
        <pc:spChg chg="mod">
          <ac:chgData name="a46219 Lê Hải Sơn" userId="b07ee673-6122-4980-99d9-cc7dd5bb86ef" providerId="ADAL" clId="{06FE6DA5-91DA-48FB-BC41-D892F9E6555E}" dt="2024-05-28T15:07:36.438" v="2728"/>
          <ac:spMkLst>
            <pc:docMk/>
            <pc:sldMk cId="0" sldId="271"/>
            <ac:spMk id="2466" creationId="{D439B917-CFFA-DF8E-93B7-F222F22A8DE5}"/>
          </ac:spMkLst>
        </pc:spChg>
        <pc:spChg chg="mod">
          <ac:chgData name="a46219 Lê Hải Sơn" userId="b07ee673-6122-4980-99d9-cc7dd5bb86ef" providerId="ADAL" clId="{06FE6DA5-91DA-48FB-BC41-D892F9E6555E}" dt="2024-05-28T15:07:36.438" v="2728"/>
          <ac:spMkLst>
            <pc:docMk/>
            <pc:sldMk cId="0" sldId="271"/>
            <ac:spMk id="2467" creationId="{01E6270E-8200-8B41-EC6C-42238759D541}"/>
          </ac:spMkLst>
        </pc:spChg>
        <pc:spChg chg="mod">
          <ac:chgData name="a46219 Lê Hải Sơn" userId="b07ee673-6122-4980-99d9-cc7dd5bb86ef" providerId="ADAL" clId="{06FE6DA5-91DA-48FB-BC41-D892F9E6555E}" dt="2024-05-28T15:07:36.438" v="2728"/>
          <ac:spMkLst>
            <pc:docMk/>
            <pc:sldMk cId="0" sldId="271"/>
            <ac:spMk id="2468" creationId="{638F8247-058D-046F-5E5F-6E565FFFF910}"/>
          </ac:spMkLst>
        </pc:spChg>
        <pc:spChg chg="mod">
          <ac:chgData name="a46219 Lê Hải Sơn" userId="b07ee673-6122-4980-99d9-cc7dd5bb86ef" providerId="ADAL" clId="{06FE6DA5-91DA-48FB-BC41-D892F9E6555E}" dt="2024-05-28T15:07:36.438" v="2728"/>
          <ac:spMkLst>
            <pc:docMk/>
            <pc:sldMk cId="0" sldId="271"/>
            <ac:spMk id="2469" creationId="{A4D37F2C-98BE-A702-F40D-455FBA165C11}"/>
          </ac:spMkLst>
        </pc:spChg>
        <pc:spChg chg="mod">
          <ac:chgData name="a46219 Lê Hải Sơn" userId="b07ee673-6122-4980-99d9-cc7dd5bb86ef" providerId="ADAL" clId="{06FE6DA5-91DA-48FB-BC41-D892F9E6555E}" dt="2024-05-28T15:07:36.438" v="2728"/>
          <ac:spMkLst>
            <pc:docMk/>
            <pc:sldMk cId="0" sldId="271"/>
            <ac:spMk id="2470" creationId="{EE6E19AE-4B7E-109B-9AD0-44B4F5C27710}"/>
          </ac:spMkLst>
        </pc:spChg>
        <pc:spChg chg="mod">
          <ac:chgData name="a46219 Lê Hải Sơn" userId="b07ee673-6122-4980-99d9-cc7dd5bb86ef" providerId="ADAL" clId="{06FE6DA5-91DA-48FB-BC41-D892F9E6555E}" dt="2024-05-28T15:07:36.438" v="2728"/>
          <ac:spMkLst>
            <pc:docMk/>
            <pc:sldMk cId="0" sldId="271"/>
            <ac:spMk id="2471" creationId="{AEDE7183-F704-D7B6-32A1-DBEBE1FCB2F4}"/>
          </ac:spMkLst>
        </pc:spChg>
        <pc:spChg chg="mod">
          <ac:chgData name="a46219 Lê Hải Sơn" userId="b07ee673-6122-4980-99d9-cc7dd5bb86ef" providerId="ADAL" clId="{06FE6DA5-91DA-48FB-BC41-D892F9E6555E}" dt="2024-05-28T15:07:36.438" v="2728"/>
          <ac:spMkLst>
            <pc:docMk/>
            <pc:sldMk cId="0" sldId="271"/>
            <ac:spMk id="2472" creationId="{7FEB8283-172B-AA08-E652-7722CF003DD7}"/>
          </ac:spMkLst>
        </pc:spChg>
        <pc:spChg chg="mod">
          <ac:chgData name="a46219 Lê Hải Sơn" userId="b07ee673-6122-4980-99d9-cc7dd5bb86ef" providerId="ADAL" clId="{06FE6DA5-91DA-48FB-BC41-D892F9E6555E}" dt="2024-05-28T15:07:36.438" v="2728"/>
          <ac:spMkLst>
            <pc:docMk/>
            <pc:sldMk cId="0" sldId="271"/>
            <ac:spMk id="2473" creationId="{151464DC-D691-75B1-FA0C-D32A40BCAE35}"/>
          </ac:spMkLst>
        </pc:spChg>
        <pc:spChg chg="mod">
          <ac:chgData name="a46219 Lê Hải Sơn" userId="b07ee673-6122-4980-99d9-cc7dd5bb86ef" providerId="ADAL" clId="{06FE6DA5-91DA-48FB-BC41-D892F9E6555E}" dt="2024-05-28T15:07:36.438" v="2728"/>
          <ac:spMkLst>
            <pc:docMk/>
            <pc:sldMk cId="0" sldId="271"/>
            <ac:spMk id="2474" creationId="{7A7366F8-8099-655B-5166-64F17007C4D2}"/>
          </ac:spMkLst>
        </pc:spChg>
        <pc:spChg chg="mod">
          <ac:chgData name="a46219 Lê Hải Sơn" userId="b07ee673-6122-4980-99d9-cc7dd5bb86ef" providerId="ADAL" clId="{06FE6DA5-91DA-48FB-BC41-D892F9E6555E}" dt="2024-05-28T15:07:36.438" v="2728"/>
          <ac:spMkLst>
            <pc:docMk/>
            <pc:sldMk cId="0" sldId="271"/>
            <ac:spMk id="2475" creationId="{CBCA29F4-F5BE-876F-C0D0-734017BEE6D0}"/>
          </ac:spMkLst>
        </pc:spChg>
        <pc:spChg chg="mod">
          <ac:chgData name="a46219 Lê Hải Sơn" userId="b07ee673-6122-4980-99d9-cc7dd5bb86ef" providerId="ADAL" clId="{06FE6DA5-91DA-48FB-BC41-D892F9E6555E}" dt="2024-05-28T15:07:36.438" v="2728"/>
          <ac:spMkLst>
            <pc:docMk/>
            <pc:sldMk cId="0" sldId="271"/>
            <ac:spMk id="2476" creationId="{4881F2CC-FD40-2118-7EDF-DD96039EACFD}"/>
          </ac:spMkLst>
        </pc:spChg>
        <pc:spChg chg="mod">
          <ac:chgData name="a46219 Lê Hải Sơn" userId="b07ee673-6122-4980-99d9-cc7dd5bb86ef" providerId="ADAL" clId="{06FE6DA5-91DA-48FB-BC41-D892F9E6555E}" dt="2024-05-28T15:07:36.438" v="2728"/>
          <ac:spMkLst>
            <pc:docMk/>
            <pc:sldMk cId="0" sldId="271"/>
            <ac:spMk id="2477" creationId="{71D2A615-48ED-C3A6-D9AA-B132DDE55BFE}"/>
          </ac:spMkLst>
        </pc:spChg>
        <pc:spChg chg="mod">
          <ac:chgData name="a46219 Lê Hải Sơn" userId="b07ee673-6122-4980-99d9-cc7dd5bb86ef" providerId="ADAL" clId="{06FE6DA5-91DA-48FB-BC41-D892F9E6555E}" dt="2024-05-28T15:07:36.438" v="2728"/>
          <ac:spMkLst>
            <pc:docMk/>
            <pc:sldMk cId="0" sldId="271"/>
            <ac:spMk id="2478" creationId="{A25C8FAE-AAF4-78F7-F5A4-1A1077041065}"/>
          </ac:spMkLst>
        </pc:spChg>
        <pc:spChg chg="mod">
          <ac:chgData name="a46219 Lê Hải Sơn" userId="b07ee673-6122-4980-99d9-cc7dd5bb86ef" providerId="ADAL" clId="{06FE6DA5-91DA-48FB-BC41-D892F9E6555E}" dt="2024-05-28T15:07:36.438" v="2728"/>
          <ac:spMkLst>
            <pc:docMk/>
            <pc:sldMk cId="0" sldId="271"/>
            <ac:spMk id="2479" creationId="{D05E0D83-7AFE-469F-53AF-0CD47EF9B8F5}"/>
          </ac:spMkLst>
        </pc:spChg>
        <pc:spChg chg="mod">
          <ac:chgData name="a46219 Lê Hải Sơn" userId="b07ee673-6122-4980-99d9-cc7dd5bb86ef" providerId="ADAL" clId="{06FE6DA5-91DA-48FB-BC41-D892F9E6555E}" dt="2024-05-28T15:07:36.438" v="2728"/>
          <ac:spMkLst>
            <pc:docMk/>
            <pc:sldMk cId="0" sldId="271"/>
            <ac:spMk id="2480" creationId="{649BE099-77C8-0407-A35D-3ADD2FBBA744}"/>
          </ac:spMkLst>
        </pc:spChg>
        <pc:spChg chg="mod">
          <ac:chgData name="a46219 Lê Hải Sơn" userId="b07ee673-6122-4980-99d9-cc7dd5bb86ef" providerId="ADAL" clId="{06FE6DA5-91DA-48FB-BC41-D892F9E6555E}" dt="2024-05-28T15:07:36.438" v="2728"/>
          <ac:spMkLst>
            <pc:docMk/>
            <pc:sldMk cId="0" sldId="271"/>
            <ac:spMk id="2481" creationId="{23DCE2A1-DA59-85A3-C9A1-0DACB521C5EF}"/>
          </ac:spMkLst>
        </pc:spChg>
        <pc:spChg chg="mod">
          <ac:chgData name="a46219 Lê Hải Sơn" userId="b07ee673-6122-4980-99d9-cc7dd5bb86ef" providerId="ADAL" clId="{06FE6DA5-91DA-48FB-BC41-D892F9E6555E}" dt="2024-05-28T15:07:36.438" v="2728"/>
          <ac:spMkLst>
            <pc:docMk/>
            <pc:sldMk cId="0" sldId="271"/>
            <ac:spMk id="2482" creationId="{0D93E5B3-95B1-A0E9-1FC9-4CBE241C7FEF}"/>
          </ac:spMkLst>
        </pc:spChg>
        <pc:spChg chg="mod">
          <ac:chgData name="a46219 Lê Hải Sơn" userId="b07ee673-6122-4980-99d9-cc7dd5bb86ef" providerId="ADAL" clId="{06FE6DA5-91DA-48FB-BC41-D892F9E6555E}" dt="2024-05-28T15:07:36.438" v="2728"/>
          <ac:spMkLst>
            <pc:docMk/>
            <pc:sldMk cId="0" sldId="271"/>
            <ac:spMk id="2483" creationId="{0FDC8A7D-9117-7F1B-1299-0951BFF69D11}"/>
          </ac:spMkLst>
        </pc:spChg>
        <pc:spChg chg="mod">
          <ac:chgData name="a46219 Lê Hải Sơn" userId="b07ee673-6122-4980-99d9-cc7dd5bb86ef" providerId="ADAL" clId="{06FE6DA5-91DA-48FB-BC41-D892F9E6555E}" dt="2024-05-28T15:07:36.438" v="2728"/>
          <ac:spMkLst>
            <pc:docMk/>
            <pc:sldMk cId="0" sldId="271"/>
            <ac:spMk id="2484" creationId="{D0AE7971-6F63-4BBE-3B7F-2535DAA9EC73}"/>
          </ac:spMkLst>
        </pc:spChg>
        <pc:spChg chg="mod">
          <ac:chgData name="a46219 Lê Hải Sơn" userId="b07ee673-6122-4980-99d9-cc7dd5bb86ef" providerId="ADAL" clId="{06FE6DA5-91DA-48FB-BC41-D892F9E6555E}" dt="2024-05-28T15:07:36.438" v="2728"/>
          <ac:spMkLst>
            <pc:docMk/>
            <pc:sldMk cId="0" sldId="271"/>
            <ac:spMk id="2485" creationId="{B39D0670-5A1A-969D-0FBA-EE0D841E50E4}"/>
          </ac:spMkLst>
        </pc:spChg>
        <pc:spChg chg="mod">
          <ac:chgData name="a46219 Lê Hải Sơn" userId="b07ee673-6122-4980-99d9-cc7dd5bb86ef" providerId="ADAL" clId="{06FE6DA5-91DA-48FB-BC41-D892F9E6555E}" dt="2024-05-28T15:07:36.438" v="2728"/>
          <ac:spMkLst>
            <pc:docMk/>
            <pc:sldMk cId="0" sldId="271"/>
            <ac:spMk id="2486" creationId="{B22905D7-DE52-9529-97AE-DF1DE2BFAAD2}"/>
          </ac:spMkLst>
        </pc:spChg>
        <pc:spChg chg="mod">
          <ac:chgData name="a46219 Lê Hải Sơn" userId="b07ee673-6122-4980-99d9-cc7dd5bb86ef" providerId="ADAL" clId="{06FE6DA5-91DA-48FB-BC41-D892F9E6555E}" dt="2024-05-28T15:07:36.438" v="2728"/>
          <ac:spMkLst>
            <pc:docMk/>
            <pc:sldMk cId="0" sldId="271"/>
            <ac:spMk id="2487" creationId="{6ACCCBFC-FC93-0AE1-8EE0-9E1EB275F8F3}"/>
          </ac:spMkLst>
        </pc:spChg>
        <pc:spChg chg="mod">
          <ac:chgData name="a46219 Lê Hải Sơn" userId="b07ee673-6122-4980-99d9-cc7dd5bb86ef" providerId="ADAL" clId="{06FE6DA5-91DA-48FB-BC41-D892F9E6555E}" dt="2024-05-28T15:07:36.438" v="2728"/>
          <ac:spMkLst>
            <pc:docMk/>
            <pc:sldMk cId="0" sldId="271"/>
            <ac:spMk id="2488" creationId="{6CE7F226-5991-FBB6-3235-ECB8645D92B0}"/>
          </ac:spMkLst>
        </pc:spChg>
        <pc:spChg chg="mod">
          <ac:chgData name="a46219 Lê Hải Sơn" userId="b07ee673-6122-4980-99d9-cc7dd5bb86ef" providerId="ADAL" clId="{06FE6DA5-91DA-48FB-BC41-D892F9E6555E}" dt="2024-05-28T15:07:36.438" v="2728"/>
          <ac:spMkLst>
            <pc:docMk/>
            <pc:sldMk cId="0" sldId="271"/>
            <ac:spMk id="2489" creationId="{2B1C1B06-4C2A-76F2-F5CC-FD33882C0AEF}"/>
          </ac:spMkLst>
        </pc:spChg>
        <pc:spChg chg="mod">
          <ac:chgData name="a46219 Lê Hải Sơn" userId="b07ee673-6122-4980-99d9-cc7dd5bb86ef" providerId="ADAL" clId="{06FE6DA5-91DA-48FB-BC41-D892F9E6555E}" dt="2024-05-28T15:07:36.438" v="2728"/>
          <ac:spMkLst>
            <pc:docMk/>
            <pc:sldMk cId="0" sldId="271"/>
            <ac:spMk id="2490" creationId="{FCEC94C9-EC91-EBF6-3C49-86740DCDBCDD}"/>
          </ac:spMkLst>
        </pc:spChg>
        <pc:spChg chg="mod">
          <ac:chgData name="a46219 Lê Hải Sơn" userId="b07ee673-6122-4980-99d9-cc7dd5bb86ef" providerId="ADAL" clId="{06FE6DA5-91DA-48FB-BC41-D892F9E6555E}" dt="2024-05-28T15:07:36.438" v="2728"/>
          <ac:spMkLst>
            <pc:docMk/>
            <pc:sldMk cId="0" sldId="271"/>
            <ac:spMk id="2491" creationId="{715251D0-3D7A-503B-3165-F931D9912B83}"/>
          </ac:spMkLst>
        </pc:spChg>
        <pc:spChg chg="mod">
          <ac:chgData name="a46219 Lê Hải Sơn" userId="b07ee673-6122-4980-99d9-cc7dd5bb86ef" providerId="ADAL" clId="{06FE6DA5-91DA-48FB-BC41-D892F9E6555E}" dt="2024-05-28T15:07:36.438" v="2728"/>
          <ac:spMkLst>
            <pc:docMk/>
            <pc:sldMk cId="0" sldId="271"/>
            <ac:spMk id="2492" creationId="{FD9FB389-5C15-1F0F-BE87-F1E63077D35D}"/>
          </ac:spMkLst>
        </pc:spChg>
        <pc:spChg chg="mod">
          <ac:chgData name="a46219 Lê Hải Sơn" userId="b07ee673-6122-4980-99d9-cc7dd5bb86ef" providerId="ADAL" clId="{06FE6DA5-91DA-48FB-BC41-D892F9E6555E}" dt="2024-05-28T15:07:36.438" v="2728"/>
          <ac:spMkLst>
            <pc:docMk/>
            <pc:sldMk cId="0" sldId="271"/>
            <ac:spMk id="2493" creationId="{F340D8D6-1331-FF4C-8766-6B13690328F2}"/>
          </ac:spMkLst>
        </pc:spChg>
        <pc:spChg chg="mod">
          <ac:chgData name="a46219 Lê Hải Sơn" userId="b07ee673-6122-4980-99d9-cc7dd5bb86ef" providerId="ADAL" clId="{06FE6DA5-91DA-48FB-BC41-D892F9E6555E}" dt="2024-05-28T15:07:36.438" v="2728"/>
          <ac:spMkLst>
            <pc:docMk/>
            <pc:sldMk cId="0" sldId="271"/>
            <ac:spMk id="2494" creationId="{E96DA614-B126-2D49-2CF6-0DB43C04B0E6}"/>
          </ac:spMkLst>
        </pc:spChg>
        <pc:spChg chg="mod">
          <ac:chgData name="a46219 Lê Hải Sơn" userId="b07ee673-6122-4980-99d9-cc7dd5bb86ef" providerId="ADAL" clId="{06FE6DA5-91DA-48FB-BC41-D892F9E6555E}" dt="2024-05-28T15:07:36.438" v="2728"/>
          <ac:spMkLst>
            <pc:docMk/>
            <pc:sldMk cId="0" sldId="271"/>
            <ac:spMk id="2495" creationId="{E249AC29-0666-391F-4445-4683E4D2F435}"/>
          </ac:spMkLst>
        </pc:spChg>
        <pc:spChg chg="mod">
          <ac:chgData name="a46219 Lê Hải Sơn" userId="b07ee673-6122-4980-99d9-cc7dd5bb86ef" providerId="ADAL" clId="{06FE6DA5-91DA-48FB-BC41-D892F9E6555E}" dt="2024-05-28T15:07:36.438" v="2728"/>
          <ac:spMkLst>
            <pc:docMk/>
            <pc:sldMk cId="0" sldId="271"/>
            <ac:spMk id="2496" creationId="{BA6FDFDF-A9E8-648D-76A9-1BD0209E693C}"/>
          </ac:spMkLst>
        </pc:spChg>
        <pc:spChg chg="mod">
          <ac:chgData name="a46219 Lê Hải Sơn" userId="b07ee673-6122-4980-99d9-cc7dd5bb86ef" providerId="ADAL" clId="{06FE6DA5-91DA-48FB-BC41-D892F9E6555E}" dt="2024-05-28T15:07:36.438" v="2728"/>
          <ac:spMkLst>
            <pc:docMk/>
            <pc:sldMk cId="0" sldId="271"/>
            <ac:spMk id="2497" creationId="{DFD6374E-FF5F-2F35-F121-483359A31DCD}"/>
          </ac:spMkLst>
        </pc:spChg>
        <pc:spChg chg="mod">
          <ac:chgData name="a46219 Lê Hải Sơn" userId="b07ee673-6122-4980-99d9-cc7dd5bb86ef" providerId="ADAL" clId="{06FE6DA5-91DA-48FB-BC41-D892F9E6555E}" dt="2024-05-28T15:07:36.438" v="2728"/>
          <ac:spMkLst>
            <pc:docMk/>
            <pc:sldMk cId="0" sldId="271"/>
            <ac:spMk id="2498" creationId="{FCC49D01-56B7-6F60-816D-F9EC321A6CB0}"/>
          </ac:spMkLst>
        </pc:spChg>
        <pc:spChg chg="mod">
          <ac:chgData name="a46219 Lê Hải Sơn" userId="b07ee673-6122-4980-99d9-cc7dd5bb86ef" providerId="ADAL" clId="{06FE6DA5-91DA-48FB-BC41-D892F9E6555E}" dt="2024-05-28T15:07:36.438" v="2728"/>
          <ac:spMkLst>
            <pc:docMk/>
            <pc:sldMk cId="0" sldId="271"/>
            <ac:spMk id="2499" creationId="{252765F7-5EA7-EAB5-3BB2-48B785B495AE}"/>
          </ac:spMkLst>
        </pc:spChg>
        <pc:spChg chg="mod">
          <ac:chgData name="a46219 Lê Hải Sơn" userId="b07ee673-6122-4980-99d9-cc7dd5bb86ef" providerId="ADAL" clId="{06FE6DA5-91DA-48FB-BC41-D892F9E6555E}" dt="2024-05-28T15:07:36.438" v="2728"/>
          <ac:spMkLst>
            <pc:docMk/>
            <pc:sldMk cId="0" sldId="271"/>
            <ac:spMk id="2500" creationId="{2E186D78-A9D5-0827-896C-E4FFCC61A961}"/>
          </ac:spMkLst>
        </pc:spChg>
        <pc:spChg chg="mod">
          <ac:chgData name="a46219 Lê Hải Sơn" userId="b07ee673-6122-4980-99d9-cc7dd5bb86ef" providerId="ADAL" clId="{06FE6DA5-91DA-48FB-BC41-D892F9E6555E}" dt="2024-05-28T15:07:36.438" v="2728"/>
          <ac:spMkLst>
            <pc:docMk/>
            <pc:sldMk cId="0" sldId="271"/>
            <ac:spMk id="2501" creationId="{29CDF20D-57E2-40F1-41A4-E85EE5AA6729}"/>
          </ac:spMkLst>
        </pc:spChg>
        <pc:spChg chg="mod">
          <ac:chgData name="a46219 Lê Hải Sơn" userId="b07ee673-6122-4980-99d9-cc7dd5bb86ef" providerId="ADAL" clId="{06FE6DA5-91DA-48FB-BC41-D892F9E6555E}" dt="2024-05-28T15:07:36.438" v="2728"/>
          <ac:spMkLst>
            <pc:docMk/>
            <pc:sldMk cId="0" sldId="271"/>
            <ac:spMk id="2502" creationId="{ADF8EB9C-1B2B-40F2-74BB-2E6105D6208D}"/>
          </ac:spMkLst>
        </pc:spChg>
        <pc:spChg chg="mod">
          <ac:chgData name="a46219 Lê Hải Sơn" userId="b07ee673-6122-4980-99d9-cc7dd5bb86ef" providerId="ADAL" clId="{06FE6DA5-91DA-48FB-BC41-D892F9E6555E}" dt="2024-05-28T15:07:36.438" v="2728"/>
          <ac:spMkLst>
            <pc:docMk/>
            <pc:sldMk cId="0" sldId="271"/>
            <ac:spMk id="2503" creationId="{F7E143FF-21FA-29D3-C68D-4541093D4223}"/>
          </ac:spMkLst>
        </pc:spChg>
        <pc:spChg chg="mod">
          <ac:chgData name="a46219 Lê Hải Sơn" userId="b07ee673-6122-4980-99d9-cc7dd5bb86ef" providerId="ADAL" clId="{06FE6DA5-91DA-48FB-BC41-D892F9E6555E}" dt="2024-05-28T15:07:36.438" v="2728"/>
          <ac:spMkLst>
            <pc:docMk/>
            <pc:sldMk cId="0" sldId="271"/>
            <ac:spMk id="2504" creationId="{A3FE428E-AAEF-863D-7904-9DB9164632AB}"/>
          </ac:spMkLst>
        </pc:spChg>
        <pc:spChg chg="mod">
          <ac:chgData name="a46219 Lê Hải Sơn" userId="b07ee673-6122-4980-99d9-cc7dd5bb86ef" providerId="ADAL" clId="{06FE6DA5-91DA-48FB-BC41-D892F9E6555E}" dt="2024-05-28T15:07:36.438" v="2728"/>
          <ac:spMkLst>
            <pc:docMk/>
            <pc:sldMk cId="0" sldId="271"/>
            <ac:spMk id="2505" creationId="{BCCFA114-5554-2F03-638C-2A64F337DC5C}"/>
          </ac:spMkLst>
        </pc:spChg>
        <pc:spChg chg="mod">
          <ac:chgData name="a46219 Lê Hải Sơn" userId="b07ee673-6122-4980-99d9-cc7dd5bb86ef" providerId="ADAL" clId="{06FE6DA5-91DA-48FB-BC41-D892F9E6555E}" dt="2024-05-28T15:07:36.438" v="2728"/>
          <ac:spMkLst>
            <pc:docMk/>
            <pc:sldMk cId="0" sldId="271"/>
            <ac:spMk id="2506" creationId="{15AA261F-4BE9-69B7-0292-0169877B1C93}"/>
          </ac:spMkLst>
        </pc:spChg>
        <pc:spChg chg="mod">
          <ac:chgData name="a46219 Lê Hải Sơn" userId="b07ee673-6122-4980-99d9-cc7dd5bb86ef" providerId="ADAL" clId="{06FE6DA5-91DA-48FB-BC41-D892F9E6555E}" dt="2024-05-28T15:07:36.438" v="2728"/>
          <ac:spMkLst>
            <pc:docMk/>
            <pc:sldMk cId="0" sldId="271"/>
            <ac:spMk id="2507" creationId="{7254379B-2FF1-B8E8-2E9B-06AF1B093222}"/>
          </ac:spMkLst>
        </pc:spChg>
        <pc:spChg chg="mod">
          <ac:chgData name="a46219 Lê Hải Sơn" userId="b07ee673-6122-4980-99d9-cc7dd5bb86ef" providerId="ADAL" clId="{06FE6DA5-91DA-48FB-BC41-D892F9E6555E}" dt="2024-05-28T15:07:36.438" v="2728"/>
          <ac:spMkLst>
            <pc:docMk/>
            <pc:sldMk cId="0" sldId="271"/>
            <ac:spMk id="2508" creationId="{37036B6F-16B8-519F-1EEB-00063E6CC2A2}"/>
          </ac:spMkLst>
        </pc:spChg>
        <pc:spChg chg="mod">
          <ac:chgData name="a46219 Lê Hải Sơn" userId="b07ee673-6122-4980-99d9-cc7dd5bb86ef" providerId="ADAL" clId="{06FE6DA5-91DA-48FB-BC41-D892F9E6555E}" dt="2024-05-28T15:07:36.438" v="2728"/>
          <ac:spMkLst>
            <pc:docMk/>
            <pc:sldMk cId="0" sldId="271"/>
            <ac:spMk id="2509" creationId="{85DA3AA8-625A-B544-C4C0-E9F2BEE51018}"/>
          </ac:spMkLst>
        </pc:spChg>
        <pc:spChg chg="mod">
          <ac:chgData name="a46219 Lê Hải Sơn" userId="b07ee673-6122-4980-99d9-cc7dd5bb86ef" providerId="ADAL" clId="{06FE6DA5-91DA-48FB-BC41-D892F9E6555E}" dt="2024-05-28T15:07:36.438" v="2728"/>
          <ac:spMkLst>
            <pc:docMk/>
            <pc:sldMk cId="0" sldId="271"/>
            <ac:spMk id="2510" creationId="{3F244E19-2F2B-605E-7D12-377445695D56}"/>
          </ac:spMkLst>
        </pc:spChg>
        <pc:spChg chg="mod">
          <ac:chgData name="a46219 Lê Hải Sơn" userId="b07ee673-6122-4980-99d9-cc7dd5bb86ef" providerId="ADAL" clId="{06FE6DA5-91DA-48FB-BC41-D892F9E6555E}" dt="2024-05-28T15:07:36.438" v="2728"/>
          <ac:spMkLst>
            <pc:docMk/>
            <pc:sldMk cId="0" sldId="271"/>
            <ac:spMk id="2511" creationId="{269DA348-CCBD-3805-2690-26C7322A2C4C}"/>
          </ac:spMkLst>
        </pc:spChg>
        <pc:spChg chg="mod">
          <ac:chgData name="a46219 Lê Hải Sơn" userId="b07ee673-6122-4980-99d9-cc7dd5bb86ef" providerId="ADAL" clId="{06FE6DA5-91DA-48FB-BC41-D892F9E6555E}" dt="2024-05-28T15:07:36.438" v="2728"/>
          <ac:spMkLst>
            <pc:docMk/>
            <pc:sldMk cId="0" sldId="271"/>
            <ac:spMk id="2513" creationId="{C3DF18F1-C591-B660-EF9C-E7E5D2B986A3}"/>
          </ac:spMkLst>
        </pc:spChg>
        <pc:spChg chg="mod">
          <ac:chgData name="a46219 Lê Hải Sơn" userId="b07ee673-6122-4980-99d9-cc7dd5bb86ef" providerId="ADAL" clId="{06FE6DA5-91DA-48FB-BC41-D892F9E6555E}" dt="2024-05-28T15:07:36.438" v="2728"/>
          <ac:spMkLst>
            <pc:docMk/>
            <pc:sldMk cId="0" sldId="271"/>
            <ac:spMk id="2514" creationId="{DCBA037A-FE50-1C10-78CA-67D5C9EDDF63}"/>
          </ac:spMkLst>
        </pc:spChg>
        <pc:spChg chg="mod">
          <ac:chgData name="a46219 Lê Hải Sơn" userId="b07ee673-6122-4980-99d9-cc7dd5bb86ef" providerId="ADAL" clId="{06FE6DA5-91DA-48FB-BC41-D892F9E6555E}" dt="2024-05-28T15:07:36.438" v="2728"/>
          <ac:spMkLst>
            <pc:docMk/>
            <pc:sldMk cId="0" sldId="271"/>
            <ac:spMk id="2515" creationId="{5B15AD37-268B-D50A-F002-4665B0BE10E3}"/>
          </ac:spMkLst>
        </pc:spChg>
        <pc:spChg chg="mod">
          <ac:chgData name="a46219 Lê Hải Sơn" userId="b07ee673-6122-4980-99d9-cc7dd5bb86ef" providerId="ADAL" clId="{06FE6DA5-91DA-48FB-BC41-D892F9E6555E}" dt="2024-05-28T15:07:36.438" v="2728"/>
          <ac:spMkLst>
            <pc:docMk/>
            <pc:sldMk cId="0" sldId="271"/>
            <ac:spMk id="2516" creationId="{D88E1E00-2663-6012-4B86-E4170A0CBE37}"/>
          </ac:spMkLst>
        </pc:spChg>
        <pc:spChg chg="mod">
          <ac:chgData name="a46219 Lê Hải Sơn" userId="b07ee673-6122-4980-99d9-cc7dd5bb86ef" providerId="ADAL" clId="{06FE6DA5-91DA-48FB-BC41-D892F9E6555E}" dt="2024-05-28T15:07:36.438" v="2728"/>
          <ac:spMkLst>
            <pc:docMk/>
            <pc:sldMk cId="0" sldId="271"/>
            <ac:spMk id="2518" creationId="{51EBAEEF-41EB-BA75-9CF4-4A6D64DE5976}"/>
          </ac:spMkLst>
        </pc:spChg>
        <pc:spChg chg="mod">
          <ac:chgData name="a46219 Lê Hải Sơn" userId="b07ee673-6122-4980-99d9-cc7dd5bb86ef" providerId="ADAL" clId="{06FE6DA5-91DA-48FB-BC41-D892F9E6555E}" dt="2024-05-28T15:07:36.438" v="2728"/>
          <ac:spMkLst>
            <pc:docMk/>
            <pc:sldMk cId="0" sldId="271"/>
            <ac:spMk id="2519" creationId="{4D04F2CC-D679-B0B4-F29F-FA24EDF4C27C}"/>
          </ac:spMkLst>
        </pc:spChg>
        <pc:spChg chg="mod">
          <ac:chgData name="a46219 Lê Hải Sơn" userId="b07ee673-6122-4980-99d9-cc7dd5bb86ef" providerId="ADAL" clId="{06FE6DA5-91DA-48FB-BC41-D892F9E6555E}" dt="2024-05-28T15:07:36.438" v="2728"/>
          <ac:spMkLst>
            <pc:docMk/>
            <pc:sldMk cId="0" sldId="271"/>
            <ac:spMk id="2520" creationId="{A70DDCA9-C2D3-36C1-D48E-E9E69301DF21}"/>
          </ac:spMkLst>
        </pc:spChg>
        <pc:spChg chg="mod">
          <ac:chgData name="a46219 Lê Hải Sơn" userId="b07ee673-6122-4980-99d9-cc7dd5bb86ef" providerId="ADAL" clId="{06FE6DA5-91DA-48FB-BC41-D892F9E6555E}" dt="2024-05-28T15:07:36.438" v="2728"/>
          <ac:spMkLst>
            <pc:docMk/>
            <pc:sldMk cId="0" sldId="271"/>
            <ac:spMk id="2521" creationId="{C15177FF-99E9-9D47-2102-2DC694744F4D}"/>
          </ac:spMkLst>
        </pc:spChg>
        <pc:grpChg chg="add mod">
          <ac:chgData name="a46219 Lê Hải Sơn" userId="b07ee673-6122-4980-99d9-cc7dd5bb86ef" providerId="ADAL" clId="{06FE6DA5-91DA-48FB-BC41-D892F9E6555E}" dt="2024-05-28T15:07:53.470" v="2730" actId="1076"/>
          <ac:grpSpMkLst>
            <pc:docMk/>
            <pc:sldMk cId="0" sldId="271"/>
            <ac:grpSpMk id="2" creationId="{9397CB5B-2695-05FA-D857-F53289A792A7}"/>
          </ac:grpSpMkLst>
        </pc:grpChg>
        <pc:grpChg chg="add mod">
          <ac:chgData name="a46219 Lê Hải Sơn" userId="b07ee673-6122-4980-99d9-cc7dd5bb86ef" providerId="ADAL" clId="{06FE6DA5-91DA-48FB-BC41-D892F9E6555E}" dt="2024-05-28T15:07:45.078" v="2729" actId="1076"/>
          <ac:grpSpMkLst>
            <pc:docMk/>
            <pc:sldMk cId="0" sldId="271"/>
            <ac:grpSpMk id="9" creationId="{FE4AF829-BC83-1E02-E8E9-97EB9C3E8F93}"/>
          </ac:grpSpMkLst>
        </pc:grpChg>
        <pc:grpChg chg="add mod">
          <ac:chgData name="a46219 Lê Hải Sơn" userId="b07ee673-6122-4980-99d9-cc7dd5bb86ef" providerId="ADAL" clId="{06FE6DA5-91DA-48FB-BC41-D892F9E6555E}" dt="2024-05-28T15:08:31.058" v="2748" actId="1037"/>
          <ac:grpSpMkLst>
            <pc:docMk/>
            <pc:sldMk cId="0" sldId="271"/>
            <ac:grpSpMk id="19" creationId="{BE0ACC88-6A5C-3627-EEEE-6289587BC4FD}"/>
          </ac:grpSpMkLst>
        </pc:grpChg>
        <pc:grpChg chg="add mod">
          <ac:chgData name="a46219 Lê Hải Sơn" userId="b07ee673-6122-4980-99d9-cc7dd5bb86ef" providerId="ADAL" clId="{06FE6DA5-91DA-48FB-BC41-D892F9E6555E}" dt="2024-05-28T15:07:53.470" v="2730" actId="1076"/>
          <ac:grpSpMkLst>
            <pc:docMk/>
            <pc:sldMk cId="0" sldId="271"/>
            <ac:grpSpMk id="25" creationId="{CC17EAB3-C6B3-C246-9615-D880B4F49E8C}"/>
          </ac:grpSpMkLst>
        </pc:grpChg>
        <pc:grpChg chg="add mod">
          <ac:chgData name="a46219 Lê Hải Sơn" userId="b07ee673-6122-4980-99d9-cc7dd5bb86ef" providerId="ADAL" clId="{06FE6DA5-91DA-48FB-BC41-D892F9E6555E}" dt="2024-05-28T15:07:53.470" v="2730" actId="1076"/>
          <ac:grpSpMkLst>
            <pc:docMk/>
            <pc:sldMk cId="0" sldId="271"/>
            <ac:grpSpMk id="30" creationId="{B7571440-0E45-9C07-10C2-FECFF64E7CD8}"/>
          </ac:grpSpMkLst>
        </pc:grpChg>
        <pc:grpChg chg="mod">
          <ac:chgData name="a46219 Lê Hải Sơn" userId="b07ee673-6122-4980-99d9-cc7dd5bb86ef" providerId="ADAL" clId="{06FE6DA5-91DA-48FB-BC41-D892F9E6555E}" dt="2024-05-28T15:07:36.438" v="2728"/>
          <ac:grpSpMkLst>
            <pc:docMk/>
            <pc:sldMk cId="0" sldId="271"/>
            <ac:grpSpMk id="31" creationId="{9F474898-853F-3FE6-DD70-505513B59F33}"/>
          </ac:grpSpMkLst>
        </pc:grpChg>
        <pc:grpChg chg="mod">
          <ac:chgData name="a46219 Lê Hải Sơn" userId="b07ee673-6122-4980-99d9-cc7dd5bb86ef" providerId="ADAL" clId="{06FE6DA5-91DA-48FB-BC41-D892F9E6555E}" dt="2024-05-28T15:07:36.438" v="2728"/>
          <ac:grpSpMkLst>
            <pc:docMk/>
            <pc:sldMk cId="0" sldId="271"/>
            <ac:grpSpMk id="33" creationId="{98C05D34-25CC-4314-BF63-E09C8F9930F3}"/>
          </ac:grpSpMkLst>
        </pc:grpChg>
        <pc:grpChg chg="add mod">
          <ac:chgData name="a46219 Lê Hải Sơn" userId="b07ee673-6122-4980-99d9-cc7dd5bb86ef" providerId="ADAL" clId="{06FE6DA5-91DA-48FB-BC41-D892F9E6555E}" dt="2024-05-28T15:07:45.078" v="2729" actId="1076"/>
          <ac:grpSpMkLst>
            <pc:docMk/>
            <pc:sldMk cId="0" sldId="271"/>
            <ac:grpSpMk id="2512" creationId="{62B3F101-315C-8B28-A296-976835D7DDBA}"/>
          </ac:grpSpMkLst>
        </pc:grpChg>
        <pc:grpChg chg="add mod">
          <ac:chgData name="a46219 Lê Hải Sơn" userId="b07ee673-6122-4980-99d9-cc7dd5bb86ef" providerId="ADAL" clId="{06FE6DA5-91DA-48FB-BC41-D892F9E6555E}" dt="2024-05-28T15:07:45.078" v="2729" actId="1076"/>
          <ac:grpSpMkLst>
            <pc:docMk/>
            <pc:sldMk cId="0" sldId="271"/>
            <ac:grpSpMk id="2517" creationId="{DA3EBA21-5B84-2035-327A-84ADCDCA3B8A}"/>
          </ac:grpSpMkLst>
        </pc:grpChg>
        <pc:cxnChg chg="mod">
          <ac:chgData name="a46219 Lê Hải Sơn" userId="b07ee673-6122-4980-99d9-cc7dd5bb86ef" providerId="ADAL" clId="{06FE6DA5-91DA-48FB-BC41-D892F9E6555E}" dt="2024-05-28T15:07:53.470" v="2730" actId="1076"/>
          <ac:cxnSpMkLst>
            <pc:docMk/>
            <pc:sldMk cId="0" sldId="271"/>
            <ac:cxnSpMk id="2447" creationId="{00000000-0000-0000-0000-000000000000}"/>
          </ac:cxnSpMkLst>
        </pc:cxnChg>
        <pc:cxnChg chg="mod">
          <ac:chgData name="a46219 Lê Hải Sơn" userId="b07ee673-6122-4980-99d9-cc7dd5bb86ef" providerId="ADAL" clId="{06FE6DA5-91DA-48FB-BC41-D892F9E6555E}" dt="2024-05-28T15:07:53.470" v="2730" actId="1076"/>
          <ac:cxnSpMkLst>
            <pc:docMk/>
            <pc:sldMk cId="0" sldId="271"/>
            <ac:cxnSpMk id="2451" creationId="{00000000-0000-0000-0000-000000000000}"/>
          </ac:cxnSpMkLst>
        </pc:cxnChg>
      </pc:sldChg>
      <pc:sldChg chg="addSp delSp modSp mod ord modTransition setBg modNotes">
        <pc:chgData name="a46219 Lê Hải Sơn" userId="b07ee673-6122-4980-99d9-cc7dd5bb86ef" providerId="ADAL" clId="{06FE6DA5-91DA-48FB-BC41-D892F9E6555E}" dt="2024-05-29T05:25:19.849" v="7473"/>
        <pc:sldMkLst>
          <pc:docMk/>
          <pc:sldMk cId="0" sldId="272"/>
        </pc:sldMkLst>
        <pc:spChg chg="add del mod">
          <ac:chgData name="a46219 Lê Hải Sơn" userId="b07ee673-6122-4980-99d9-cc7dd5bb86ef" providerId="ADAL" clId="{06FE6DA5-91DA-48FB-BC41-D892F9E6555E}" dt="2024-05-28T18:54:56.277" v="4909" actId="478"/>
          <ac:spMkLst>
            <pc:docMk/>
            <pc:sldMk cId="0" sldId="272"/>
            <ac:spMk id="3" creationId="{078D7BCA-388F-C0FF-8F53-E2E9A3C09776}"/>
          </ac:spMkLst>
        </pc:spChg>
        <pc:spChg chg="add del mod">
          <ac:chgData name="a46219 Lê Hải Sơn" userId="b07ee673-6122-4980-99d9-cc7dd5bb86ef" providerId="ADAL" clId="{06FE6DA5-91DA-48FB-BC41-D892F9E6555E}" dt="2024-05-28T18:54:59.306" v="4911" actId="478"/>
          <ac:spMkLst>
            <pc:docMk/>
            <pc:sldMk cId="0" sldId="272"/>
            <ac:spMk id="5" creationId="{AF8704B8-9C67-D149-823F-950A52DB6339}"/>
          </ac:spMkLst>
        </pc:spChg>
        <pc:spChg chg="add del mod">
          <ac:chgData name="a46219 Lê Hải Sơn" userId="b07ee673-6122-4980-99d9-cc7dd5bb86ef" providerId="ADAL" clId="{06FE6DA5-91DA-48FB-BC41-D892F9E6555E}" dt="2024-05-28T18:55:02.556" v="4913" actId="478"/>
          <ac:spMkLst>
            <pc:docMk/>
            <pc:sldMk cId="0" sldId="272"/>
            <ac:spMk id="7" creationId="{56A646CF-0740-1196-19B0-BEC7BBCCE6EC}"/>
          </ac:spMkLst>
        </pc:spChg>
        <pc:spChg chg="mod">
          <ac:chgData name="a46219 Lê Hải Sơn" userId="b07ee673-6122-4980-99d9-cc7dd5bb86ef" providerId="ADAL" clId="{06FE6DA5-91DA-48FB-BC41-D892F9E6555E}" dt="2024-05-28T18:57:31.005" v="5092"/>
          <ac:spMkLst>
            <pc:docMk/>
            <pc:sldMk cId="0" sldId="272"/>
            <ac:spMk id="10" creationId="{EFF288DF-529D-E211-32D6-1967E01804AE}"/>
          </ac:spMkLst>
        </pc:spChg>
        <pc:spChg chg="mod">
          <ac:chgData name="a46219 Lê Hải Sơn" userId="b07ee673-6122-4980-99d9-cc7dd5bb86ef" providerId="ADAL" clId="{06FE6DA5-91DA-48FB-BC41-D892F9E6555E}" dt="2024-05-28T18:57:31.005" v="5092"/>
          <ac:spMkLst>
            <pc:docMk/>
            <pc:sldMk cId="0" sldId="272"/>
            <ac:spMk id="11" creationId="{ED668F91-4FBF-AF77-0770-116B72DCD7AD}"/>
          </ac:spMkLst>
        </pc:spChg>
        <pc:spChg chg="mod">
          <ac:chgData name="a46219 Lê Hải Sơn" userId="b07ee673-6122-4980-99d9-cc7dd5bb86ef" providerId="ADAL" clId="{06FE6DA5-91DA-48FB-BC41-D892F9E6555E}" dt="2024-05-28T18:57:31.005" v="5092"/>
          <ac:spMkLst>
            <pc:docMk/>
            <pc:sldMk cId="0" sldId="272"/>
            <ac:spMk id="12" creationId="{E0588109-EB6B-11B0-B30A-4A1A27D871B1}"/>
          </ac:spMkLst>
        </pc:spChg>
        <pc:spChg chg="mod">
          <ac:chgData name="a46219 Lê Hải Sơn" userId="b07ee673-6122-4980-99d9-cc7dd5bb86ef" providerId="ADAL" clId="{06FE6DA5-91DA-48FB-BC41-D892F9E6555E}" dt="2024-05-28T18:57:31.005" v="5092"/>
          <ac:spMkLst>
            <pc:docMk/>
            <pc:sldMk cId="0" sldId="272"/>
            <ac:spMk id="13" creationId="{9D4A5D13-3A85-AA4E-4C68-02314A9BF5AE}"/>
          </ac:spMkLst>
        </pc:spChg>
        <pc:spChg chg="mod">
          <ac:chgData name="a46219 Lê Hải Sơn" userId="b07ee673-6122-4980-99d9-cc7dd5bb86ef" providerId="ADAL" clId="{06FE6DA5-91DA-48FB-BC41-D892F9E6555E}" dt="2024-05-28T18:57:31.005" v="5092"/>
          <ac:spMkLst>
            <pc:docMk/>
            <pc:sldMk cId="0" sldId="272"/>
            <ac:spMk id="14" creationId="{28466D5B-224E-9919-4263-F53A1B2CDA86}"/>
          </ac:spMkLst>
        </pc:spChg>
        <pc:spChg chg="mod">
          <ac:chgData name="a46219 Lê Hải Sơn" userId="b07ee673-6122-4980-99d9-cc7dd5bb86ef" providerId="ADAL" clId="{06FE6DA5-91DA-48FB-BC41-D892F9E6555E}" dt="2024-05-28T18:57:31.005" v="5092"/>
          <ac:spMkLst>
            <pc:docMk/>
            <pc:sldMk cId="0" sldId="272"/>
            <ac:spMk id="15" creationId="{0E2594D5-293B-0520-3920-7049064C4C21}"/>
          </ac:spMkLst>
        </pc:spChg>
        <pc:spChg chg="mod">
          <ac:chgData name="a46219 Lê Hải Sơn" userId="b07ee673-6122-4980-99d9-cc7dd5bb86ef" providerId="ADAL" clId="{06FE6DA5-91DA-48FB-BC41-D892F9E6555E}" dt="2024-05-28T18:57:31.005" v="5092"/>
          <ac:spMkLst>
            <pc:docMk/>
            <pc:sldMk cId="0" sldId="272"/>
            <ac:spMk id="16" creationId="{7D71B272-7FFF-114B-AD88-85E0B43573FC}"/>
          </ac:spMkLst>
        </pc:spChg>
        <pc:spChg chg="mod">
          <ac:chgData name="a46219 Lê Hải Sơn" userId="b07ee673-6122-4980-99d9-cc7dd5bb86ef" providerId="ADAL" clId="{06FE6DA5-91DA-48FB-BC41-D892F9E6555E}" dt="2024-05-28T18:57:31.005" v="5092"/>
          <ac:spMkLst>
            <pc:docMk/>
            <pc:sldMk cId="0" sldId="272"/>
            <ac:spMk id="17" creationId="{7F583567-3173-6600-213B-21FD17C6E9DC}"/>
          </ac:spMkLst>
        </pc:spChg>
        <pc:spChg chg="mod">
          <ac:chgData name="a46219 Lê Hải Sơn" userId="b07ee673-6122-4980-99d9-cc7dd5bb86ef" providerId="ADAL" clId="{06FE6DA5-91DA-48FB-BC41-D892F9E6555E}" dt="2024-05-28T18:57:31.005" v="5092"/>
          <ac:spMkLst>
            <pc:docMk/>
            <pc:sldMk cId="0" sldId="272"/>
            <ac:spMk id="18" creationId="{4A921E79-29BE-07D3-E8B4-F8994DD9D374}"/>
          </ac:spMkLst>
        </pc:spChg>
        <pc:spChg chg="mod">
          <ac:chgData name="a46219 Lê Hải Sơn" userId="b07ee673-6122-4980-99d9-cc7dd5bb86ef" providerId="ADAL" clId="{06FE6DA5-91DA-48FB-BC41-D892F9E6555E}" dt="2024-05-28T18:57:31.005" v="5092"/>
          <ac:spMkLst>
            <pc:docMk/>
            <pc:sldMk cId="0" sldId="272"/>
            <ac:spMk id="19" creationId="{43C6EB51-DAEF-1F03-E49D-6A119383448A}"/>
          </ac:spMkLst>
        </pc:spChg>
        <pc:spChg chg="mod">
          <ac:chgData name="a46219 Lê Hải Sơn" userId="b07ee673-6122-4980-99d9-cc7dd5bb86ef" providerId="ADAL" clId="{06FE6DA5-91DA-48FB-BC41-D892F9E6555E}" dt="2024-05-28T18:57:31.005" v="5092"/>
          <ac:spMkLst>
            <pc:docMk/>
            <pc:sldMk cId="0" sldId="272"/>
            <ac:spMk id="20" creationId="{6946464A-CF57-DAB4-B312-5B0CDF92758A}"/>
          </ac:spMkLst>
        </pc:spChg>
        <pc:spChg chg="mod">
          <ac:chgData name="a46219 Lê Hải Sơn" userId="b07ee673-6122-4980-99d9-cc7dd5bb86ef" providerId="ADAL" clId="{06FE6DA5-91DA-48FB-BC41-D892F9E6555E}" dt="2024-05-28T18:57:31.005" v="5092"/>
          <ac:spMkLst>
            <pc:docMk/>
            <pc:sldMk cId="0" sldId="272"/>
            <ac:spMk id="21" creationId="{1BF25921-44BC-E566-EE7A-270716A1D575}"/>
          </ac:spMkLst>
        </pc:spChg>
        <pc:spChg chg="mod">
          <ac:chgData name="a46219 Lê Hải Sơn" userId="b07ee673-6122-4980-99d9-cc7dd5bb86ef" providerId="ADAL" clId="{06FE6DA5-91DA-48FB-BC41-D892F9E6555E}" dt="2024-05-28T18:57:31.005" v="5092"/>
          <ac:spMkLst>
            <pc:docMk/>
            <pc:sldMk cId="0" sldId="272"/>
            <ac:spMk id="22" creationId="{D5F2DFEB-4B17-0BDB-553F-6161D1922222}"/>
          </ac:spMkLst>
        </pc:spChg>
        <pc:spChg chg="mod">
          <ac:chgData name="a46219 Lê Hải Sơn" userId="b07ee673-6122-4980-99d9-cc7dd5bb86ef" providerId="ADAL" clId="{06FE6DA5-91DA-48FB-BC41-D892F9E6555E}" dt="2024-05-28T18:57:31.005" v="5092"/>
          <ac:spMkLst>
            <pc:docMk/>
            <pc:sldMk cId="0" sldId="272"/>
            <ac:spMk id="23" creationId="{0D2F9A78-0113-435A-5BB2-AFB45185C696}"/>
          </ac:spMkLst>
        </pc:spChg>
        <pc:spChg chg="mod">
          <ac:chgData name="a46219 Lê Hải Sơn" userId="b07ee673-6122-4980-99d9-cc7dd5bb86ef" providerId="ADAL" clId="{06FE6DA5-91DA-48FB-BC41-D892F9E6555E}" dt="2024-05-28T18:57:31.005" v="5092"/>
          <ac:spMkLst>
            <pc:docMk/>
            <pc:sldMk cId="0" sldId="272"/>
            <ac:spMk id="24" creationId="{6A5099D7-D1F2-3E69-4E94-AD2CCC2CE45F}"/>
          </ac:spMkLst>
        </pc:spChg>
        <pc:spChg chg="mod">
          <ac:chgData name="a46219 Lê Hải Sơn" userId="b07ee673-6122-4980-99d9-cc7dd5bb86ef" providerId="ADAL" clId="{06FE6DA5-91DA-48FB-BC41-D892F9E6555E}" dt="2024-05-28T18:57:31.005" v="5092"/>
          <ac:spMkLst>
            <pc:docMk/>
            <pc:sldMk cId="0" sldId="272"/>
            <ac:spMk id="25" creationId="{7EDCB361-D13C-BABE-7FDE-5655B6169D2A}"/>
          </ac:spMkLst>
        </pc:spChg>
        <pc:spChg chg="mod">
          <ac:chgData name="a46219 Lê Hải Sơn" userId="b07ee673-6122-4980-99d9-cc7dd5bb86ef" providerId="ADAL" clId="{06FE6DA5-91DA-48FB-BC41-D892F9E6555E}" dt="2024-05-28T18:57:31.005" v="5092"/>
          <ac:spMkLst>
            <pc:docMk/>
            <pc:sldMk cId="0" sldId="272"/>
            <ac:spMk id="26" creationId="{24603100-458D-31BF-9C0B-936BB7F65491}"/>
          </ac:spMkLst>
        </pc:spChg>
        <pc:spChg chg="mod">
          <ac:chgData name="a46219 Lê Hải Sơn" userId="b07ee673-6122-4980-99d9-cc7dd5bb86ef" providerId="ADAL" clId="{06FE6DA5-91DA-48FB-BC41-D892F9E6555E}" dt="2024-05-28T18:57:31.005" v="5092"/>
          <ac:spMkLst>
            <pc:docMk/>
            <pc:sldMk cId="0" sldId="272"/>
            <ac:spMk id="27" creationId="{E3602751-94A9-DD0E-B428-21D32AAF313F}"/>
          </ac:spMkLst>
        </pc:spChg>
        <pc:spChg chg="mod">
          <ac:chgData name="a46219 Lê Hải Sơn" userId="b07ee673-6122-4980-99d9-cc7dd5bb86ef" providerId="ADAL" clId="{06FE6DA5-91DA-48FB-BC41-D892F9E6555E}" dt="2024-05-28T18:57:31.005" v="5092"/>
          <ac:spMkLst>
            <pc:docMk/>
            <pc:sldMk cId="0" sldId="272"/>
            <ac:spMk id="28" creationId="{4042C390-0401-4394-BA66-2FE4869D521C}"/>
          </ac:spMkLst>
        </pc:spChg>
        <pc:spChg chg="mod">
          <ac:chgData name="a46219 Lê Hải Sơn" userId="b07ee673-6122-4980-99d9-cc7dd5bb86ef" providerId="ADAL" clId="{06FE6DA5-91DA-48FB-BC41-D892F9E6555E}" dt="2024-05-28T18:57:31.005" v="5092"/>
          <ac:spMkLst>
            <pc:docMk/>
            <pc:sldMk cId="0" sldId="272"/>
            <ac:spMk id="29" creationId="{6000715E-A673-F5D6-175E-E129A5F96F18}"/>
          </ac:spMkLst>
        </pc:spChg>
        <pc:spChg chg="mod">
          <ac:chgData name="a46219 Lê Hải Sơn" userId="b07ee673-6122-4980-99d9-cc7dd5bb86ef" providerId="ADAL" clId="{06FE6DA5-91DA-48FB-BC41-D892F9E6555E}" dt="2024-05-28T18:57:31.005" v="5092"/>
          <ac:spMkLst>
            <pc:docMk/>
            <pc:sldMk cId="0" sldId="272"/>
            <ac:spMk id="30" creationId="{4C19289B-D1D0-F275-3A3C-901C7FCC90B2}"/>
          </ac:spMkLst>
        </pc:spChg>
        <pc:spChg chg="mod">
          <ac:chgData name="a46219 Lê Hải Sơn" userId="b07ee673-6122-4980-99d9-cc7dd5bb86ef" providerId="ADAL" clId="{06FE6DA5-91DA-48FB-BC41-D892F9E6555E}" dt="2024-05-28T18:57:31.005" v="5092"/>
          <ac:spMkLst>
            <pc:docMk/>
            <pc:sldMk cId="0" sldId="272"/>
            <ac:spMk id="31" creationId="{F765D7E9-6117-06FD-4ACD-56C11F93906E}"/>
          </ac:spMkLst>
        </pc:spChg>
        <pc:spChg chg="mod">
          <ac:chgData name="a46219 Lê Hải Sơn" userId="b07ee673-6122-4980-99d9-cc7dd5bb86ef" providerId="ADAL" clId="{06FE6DA5-91DA-48FB-BC41-D892F9E6555E}" dt="2024-05-28T18:57:31.005" v="5092"/>
          <ac:spMkLst>
            <pc:docMk/>
            <pc:sldMk cId="0" sldId="272"/>
            <ac:spMk id="32" creationId="{8C09B3B4-5CB1-59BE-16B9-DA04383E9486}"/>
          </ac:spMkLst>
        </pc:spChg>
        <pc:spChg chg="mod">
          <ac:chgData name="a46219 Lê Hải Sơn" userId="b07ee673-6122-4980-99d9-cc7dd5bb86ef" providerId="ADAL" clId="{06FE6DA5-91DA-48FB-BC41-D892F9E6555E}" dt="2024-05-28T18:57:31.005" v="5092"/>
          <ac:spMkLst>
            <pc:docMk/>
            <pc:sldMk cId="0" sldId="272"/>
            <ac:spMk id="33" creationId="{AFB17D6D-C52B-1C86-FFF2-04C9275FBB85}"/>
          </ac:spMkLst>
        </pc:spChg>
        <pc:spChg chg="mod">
          <ac:chgData name="a46219 Lê Hải Sơn" userId="b07ee673-6122-4980-99d9-cc7dd5bb86ef" providerId="ADAL" clId="{06FE6DA5-91DA-48FB-BC41-D892F9E6555E}" dt="2024-05-28T18:57:31.005" v="5092"/>
          <ac:spMkLst>
            <pc:docMk/>
            <pc:sldMk cId="0" sldId="272"/>
            <ac:spMk id="34" creationId="{DF2E1574-FFF2-9F9C-F478-7C61DAFC0FE7}"/>
          </ac:spMkLst>
        </pc:spChg>
        <pc:spChg chg="mod">
          <ac:chgData name="a46219 Lê Hải Sơn" userId="b07ee673-6122-4980-99d9-cc7dd5bb86ef" providerId="ADAL" clId="{06FE6DA5-91DA-48FB-BC41-D892F9E6555E}" dt="2024-05-28T18:57:31.005" v="5092"/>
          <ac:spMkLst>
            <pc:docMk/>
            <pc:sldMk cId="0" sldId="272"/>
            <ac:spMk id="35" creationId="{5D82E99D-9448-CE90-45D5-CE470DDCB510}"/>
          </ac:spMkLst>
        </pc:spChg>
        <pc:spChg chg="mod">
          <ac:chgData name="a46219 Lê Hải Sơn" userId="b07ee673-6122-4980-99d9-cc7dd5bb86ef" providerId="ADAL" clId="{06FE6DA5-91DA-48FB-BC41-D892F9E6555E}" dt="2024-05-28T18:57:31.005" v="5092"/>
          <ac:spMkLst>
            <pc:docMk/>
            <pc:sldMk cId="0" sldId="272"/>
            <ac:spMk id="36" creationId="{074E8B05-078D-D224-85B9-D0C4F567E7A1}"/>
          </ac:spMkLst>
        </pc:spChg>
        <pc:spChg chg="mod">
          <ac:chgData name="a46219 Lê Hải Sơn" userId="b07ee673-6122-4980-99d9-cc7dd5bb86ef" providerId="ADAL" clId="{06FE6DA5-91DA-48FB-BC41-D892F9E6555E}" dt="2024-05-28T18:57:31.005" v="5092"/>
          <ac:spMkLst>
            <pc:docMk/>
            <pc:sldMk cId="0" sldId="272"/>
            <ac:spMk id="37" creationId="{2177FAED-C25B-E97C-6063-2829801B23D6}"/>
          </ac:spMkLst>
        </pc:spChg>
        <pc:spChg chg="mod">
          <ac:chgData name="a46219 Lê Hải Sơn" userId="b07ee673-6122-4980-99d9-cc7dd5bb86ef" providerId="ADAL" clId="{06FE6DA5-91DA-48FB-BC41-D892F9E6555E}" dt="2024-05-28T18:57:31.005" v="5092"/>
          <ac:spMkLst>
            <pc:docMk/>
            <pc:sldMk cId="0" sldId="272"/>
            <ac:spMk id="38" creationId="{93D7D775-125F-4F9F-AD19-3FE15C6BF3EF}"/>
          </ac:spMkLst>
        </pc:spChg>
        <pc:spChg chg="mod">
          <ac:chgData name="a46219 Lê Hải Sơn" userId="b07ee673-6122-4980-99d9-cc7dd5bb86ef" providerId="ADAL" clId="{06FE6DA5-91DA-48FB-BC41-D892F9E6555E}" dt="2024-05-28T18:57:31.005" v="5092"/>
          <ac:spMkLst>
            <pc:docMk/>
            <pc:sldMk cId="0" sldId="272"/>
            <ac:spMk id="39" creationId="{05DDF1DF-4CB8-C328-FEBC-89BD12E2F2B3}"/>
          </ac:spMkLst>
        </pc:spChg>
        <pc:spChg chg="mod">
          <ac:chgData name="a46219 Lê Hải Sơn" userId="b07ee673-6122-4980-99d9-cc7dd5bb86ef" providerId="ADAL" clId="{06FE6DA5-91DA-48FB-BC41-D892F9E6555E}" dt="2024-05-28T18:57:31.005" v="5092"/>
          <ac:spMkLst>
            <pc:docMk/>
            <pc:sldMk cId="0" sldId="272"/>
            <ac:spMk id="40" creationId="{521025F7-F197-5D57-39B1-52C054AB06B5}"/>
          </ac:spMkLst>
        </pc:spChg>
        <pc:spChg chg="mod">
          <ac:chgData name="a46219 Lê Hải Sơn" userId="b07ee673-6122-4980-99d9-cc7dd5bb86ef" providerId="ADAL" clId="{06FE6DA5-91DA-48FB-BC41-D892F9E6555E}" dt="2024-05-28T18:57:31.005" v="5092"/>
          <ac:spMkLst>
            <pc:docMk/>
            <pc:sldMk cId="0" sldId="272"/>
            <ac:spMk id="41" creationId="{6B35FEBA-07E6-3260-F4E7-0BC227C690D1}"/>
          </ac:spMkLst>
        </pc:spChg>
        <pc:spChg chg="mod">
          <ac:chgData name="a46219 Lê Hải Sơn" userId="b07ee673-6122-4980-99d9-cc7dd5bb86ef" providerId="ADAL" clId="{06FE6DA5-91DA-48FB-BC41-D892F9E6555E}" dt="2024-05-28T18:57:31.005" v="5092"/>
          <ac:spMkLst>
            <pc:docMk/>
            <pc:sldMk cId="0" sldId="272"/>
            <ac:spMk id="42" creationId="{59D75647-944F-7D09-7E81-7B17A4CFD40D}"/>
          </ac:spMkLst>
        </pc:spChg>
        <pc:spChg chg="mod">
          <ac:chgData name="a46219 Lê Hải Sơn" userId="b07ee673-6122-4980-99d9-cc7dd5bb86ef" providerId="ADAL" clId="{06FE6DA5-91DA-48FB-BC41-D892F9E6555E}" dt="2024-05-28T18:57:31.005" v="5092"/>
          <ac:spMkLst>
            <pc:docMk/>
            <pc:sldMk cId="0" sldId="272"/>
            <ac:spMk id="43" creationId="{D8B6DE89-0999-8521-4EBC-1664F14C0A80}"/>
          </ac:spMkLst>
        </pc:spChg>
        <pc:spChg chg="mod">
          <ac:chgData name="a46219 Lê Hải Sơn" userId="b07ee673-6122-4980-99d9-cc7dd5bb86ef" providerId="ADAL" clId="{06FE6DA5-91DA-48FB-BC41-D892F9E6555E}" dt="2024-05-28T18:57:31.005" v="5092"/>
          <ac:spMkLst>
            <pc:docMk/>
            <pc:sldMk cId="0" sldId="272"/>
            <ac:spMk id="44" creationId="{AA411D8C-8E1C-1BF1-B51B-BF33B3491976}"/>
          </ac:spMkLst>
        </pc:spChg>
        <pc:spChg chg="mod">
          <ac:chgData name="a46219 Lê Hải Sơn" userId="b07ee673-6122-4980-99d9-cc7dd5bb86ef" providerId="ADAL" clId="{06FE6DA5-91DA-48FB-BC41-D892F9E6555E}" dt="2024-05-28T18:57:31.005" v="5092"/>
          <ac:spMkLst>
            <pc:docMk/>
            <pc:sldMk cId="0" sldId="272"/>
            <ac:spMk id="45" creationId="{98BCAE60-84CC-A754-06C5-B987A040A877}"/>
          </ac:spMkLst>
        </pc:spChg>
        <pc:spChg chg="mod">
          <ac:chgData name="a46219 Lê Hải Sơn" userId="b07ee673-6122-4980-99d9-cc7dd5bb86ef" providerId="ADAL" clId="{06FE6DA5-91DA-48FB-BC41-D892F9E6555E}" dt="2024-05-28T18:57:31.005" v="5092"/>
          <ac:spMkLst>
            <pc:docMk/>
            <pc:sldMk cId="0" sldId="272"/>
            <ac:spMk id="46" creationId="{3AE436A2-2B65-C309-C6CF-ED669936709A}"/>
          </ac:spMkLst>
        </pc:spChg>
        <pc:spChg chg="mod">
          <ac:chgData name="a46219 Lê Hải Sơn" userId="b07ee673-6122-4980-99d9-cc7dd5bb86ef" providerId="ADAL" clId="{06FE6DA5-91DA-48FB-BC41-D892F9E6555E}" dt="2024-05-28T18:57:31.005" v="5092"/>
          <ac:spMkLst>
            <pc:docMk/>
            <pc:sldMk cId="0" sldId="272"/>
            <ac:spMk id="47" creationId="{184C40CE-5525-9472-8CEE-43DC2A2EB526}"/>
          </ac:spMkLst>
        </pc:spChg>
        <pc:spChg chg="mod">
          <ac:chgData name="a46219 Lê Hải Sơn" userId="b07ee673-6122-4980-99d9-cc7dd5bb86ef" providerId="ADAL" clId="{06FE6DA5-91DA-48FB-BC41-D892F9E6555E}" dt="2024-05-28T18:57:31.005" v="5092"/>
          <ac:spMkLst>
            <pc:docMk/>
            <pc:sldMk cId="0" sldId="272"/>
            <ac:spMk id="48" creationId="{0D983D23-BC62-38FE-84A5-FDED34958B10}"/>
          </ac:spMkLst>
        </pc:spChg>
        <pc:spChg chg="mod">
          <ac:chgData name="a46219 Lê Hải Sơn" userId="b07ee673-6122-4980-99d9-cc7dd5bb86ef" providerId="ADAL" clId="{06FE6DA5-91DA-48FB-BC41-D892F9E6555E}" dt="2024-05-28T18:57:31.005" v="5092"/>
          <ac:spMkLst>
            <pc:docMk/>
            <pc:sldMk cId="0" sldId="272"/>
            <ac:spMk id="49" creationId="{E302AA42-1B3B-BA05-84D9-1928AB0BC6F0}"/>
          </ac:spMkLst>
        </pc:spChg>
        <pc:spChg chg="mod">
          <ac:chgData name="a46219 Lê Hải Sơn" userId="b07ee673-6122-4980-99d9-cc7dd5bb86ef" providerId="ADAL" clId="{06FE6DA5-91DA-48FB-BC41-D892F9E6555E}" dt="2024-05-28T18:57:31.005" v="5092"/>
          <ac:spMkLst>
            <pc:docMk/>
            <pc:sldMk cId="0" sldId="272"/>
            <ac:spMk id="50" creationId="{D5549877-5A6B-4F53-C00E-EB9D0B269C6F}"/>
          </ac:spMkLst>
        </pc:spChg>
        <pc:spChg chg="mod">
          <ac:chgData name="a46219 Lê Hải Sơn" userId="b07ee673-6122-4980-99d9-cc7dd5bb86ef" providerId="ADAL" clId="{06FE6DA5-91DA-48FB-BC41-D892F9E6555E}" dt="2024-05-28T18:57:31.005" v="5092"/>
          <ac:spMkLst>
            <pc:docMk/>
            <pc:sldMk cId="0" sldId="272"/>
            <ac:spMk id="51" creationId="{0E68E98D-DD0A-FF2D-0CA8-636DE627205B}"/>
          </ac:spMkLst>
        </pc:spChg>
        <pc:spChg chg="mod">
          <ac:chgData name="a46219 Lê Hải Sơn" userId="b07ee673-6122-4980-99d9-cc7dd5bb86ef" providerId="ADAL" clId="{06FE6DA5-91DA-48FB-BC41-D892F9E6555E}" dt="2024-05-28T18:57:31.005" v="5092"/>
          <ac:spMkLst>
            <pc:docMk/>
            <pc:sldMk cId="0" sldId="272"/>
            <ac:spMk id="52" creationId="{84718D43-7481-BE52-A836-ACA0A4FEACB4}"/>
          </ac:spMkLst>
        </pc:spChg>
        <pc:spChg chg="mod">
          <ac:chgData name="a46219 Lê Hải Sơn" userId="b07ee673-6122-4980-99d9-cc7dd5bb86ef" providerId="ADAL" clId="{06FE6DA5-91DA-48FB-BC41-D892F9E6555E}" dt="2024-05-28T18:57:31.005" v="5092"/>
          <ac:spMkLst>
            <pc:docMk/>
            <pc:sldMk cId="0" sldId="272"/>
            <ac:spMk id="53" creationId="{3AAB8F7A-A73A-46D6-572E-65F774E9D585}"/>
          </ac:spMkLst>
        </pc:spChg>
        <pc:spChg chg="mod">
          <ac:chgData name="a46219 Lê Hải Sơn" userId="b07ee673-6122-4980-99d9-cc7dd5bb86ef" providerId="ADAL" clId="{06FE6DA5-91DA-48FB-BC41-D892F9E6555E}" dt="2024-05-28T18:57:31.005" v="5092"/>
          <ac:spMkLst>
            <pc:docMk/>
            <pc:sldMk cId="0" sldId="272"/>
            <ac:spMk id="54" creationId="{88F596BB-A223-053B-0682-124CFF41E5E1}"/>
          </ac:spMkLst>
        </pc:spChg>
        <pc:spChg chg="mod">
          <ac:chgData name="a46219 Lê Hải Sơn" userId="b07ee673-6122-4980-99d9-cc7dd5bb86ef" providerId="ADAL" clId="{06FE6DA5-91DA-48FB-BC41-D892F9E6555E}" dt="2024-05-28T18:57:31.005" v="5092"/>
          <ac:spMkLst>
            <pc:docMk/>
            <pc:sldMk cId="0" sldId="272"/>
            <ac:spMk id="55" creationId="{9255C79B-9811-69A8-633E-8803FEEA2211}"/>
          </ac:spMkLst>
        </pc:spChg>
        <pc:spChg chg="mod">
          <ac:chgData name="a46219 Lê Hải Sơn" userId="b07ee673-6122-4980-99d9-cc7dd5bb86ef" providerId="ADAL" clId="{06FE6DA5-91DA-48FB-BC41-D892F9E6555E}" dt="2024-05-28T18:57:31.005" v="5092"/>
          <ac:spMkLst>
            <pc:docMk/>
            <pc:sldMk cId="0" sldId="272"/>
            <ac:spMk id="56" creationId="{9C7EAEFA-AE01-7CEE-FABD-7ED9A8915A11}"/>
          </ac:spMkLst>
        </pc:spChg>
        <pc:spChg chg="mod">
          <ac:chgData name="a46219 Lê Hải Sơn" userId="b07ee673-6122-4980-99d9-cc7dd5bb86ef" providerId="ADAL" clId="{06FE6DA5-91DA-48FB-BC41-D892F9E6555E}" dt="2024-05-28T18:57:31.005" v="5092"/>
          <ac:spMkLst>
            <pc:docMk/>
            <pc:sldMk cId="0" sldId="272"/>
            <ac:spMk id="57" creationId="{F79ED550-7B47-8172-B8F1-0F50B1210286}"/>
          </ac:spMkLst>
        </pc:spChg>
        <pc:spChg chg="mod">
          <ac:chgData name="a46219 Lê Hải Sơn" userId="b07ee673-6122-4980-99d9-cc7dd5bb86ef" providerId="ADAL" clId="{06FE6DA5-91DA-48FB-BC41-D892F9E6555E}" dt="2024-05-28T18:57:31.005" v="5092"/>
          <ac:spMkLst>
            <pc:docMk/>
            <pc:sldMk cId="0" sldId="272"/>
            <ac:spMk id="58" creationId="{A9B8F39B-8A93-1553-7D8F-C39E4159B487}"/>
          </ac:spMkLst>
        </pc:spChg>
        <pc:spChg chg="mod">
          <ac:chgData name="a46219 Lê Hải Sơn" userId="b07ee673-6122-4980-99d9-cc7dd5bb86ef" providerId="ADAL" clId="{06FE6DA5-91DA-48FB-BC41-D892F9E6555E}" dt="2024-05-28T18:57:31.005" v="5092"/>
          <ac:spMkLst>
            <pc:docMk/>
            <pc:sldMk cId="0" sldId="272"/>
            <ac:spMk id="59" creationId="{6063ACA7-74FD-57B6-6EF7-26D9094733DB}"/>
          </ac:spMkLst>
        </pc:spChg>
        <pc:spChg chg="mod">
          <ac:chgData name="a46219 Lê Hải Sơn" userId="b07ee673-6122-4980-99d9-cc7dd5bb86ef" providerId="ADAL" clId="{06FE6DA5-91DA-48FB-BC41-D892F9E6555E}" dt="2024-05-28T18:57:31.005" v="5092"/>
          <ac:spMkLst>
            <pc:docMk/>
            <pc:sldMk cId="0" sldId="272"/>
            <ac:spMk id="60" creationId="{E873BE7E-C46A-D498-4FDB-93C3E7C601BC}"/>
          </ac:spMkLst>
        </pc:spChg>
        <pc:spChg chg="mod">
          <ac:chgData name="a46219 Lê Hải Sơn" userId="b07ee673-6122-4980-99d9-cc7dd5bb86ef" providerId="ADAL" clId="{06FE6DA5-91DA-48FB-BC41-D892F9E6555E}" dt="2024-05-28T18:57:31.005" v="5092"/>
          <ac:spMkLst>
            <pc:docMk/>
            <pc:sldMk cId="0" sldId="272"/>
            <ac:spMk id="61" creationId="{2DF8A332-6A2A-4BB0-BCA1-82E1A336C9AB}"/>
          </ac:spMkLst>
        </pc:spChg>
        <pc:spChg chg="mod">
          <ac:chgData name="a46219 Lê Hải Sơn" userId="b07ee673-6122-4980-99d9-cc7dd5bb86ef" providerId="ADAL" clId="{06FE6DA5-91DA-48FB-BC41-D892F9E6555E}" dt="2024-05-28T18:57:31.005" v="5092"/>
          <ac:spMkLst>
            <pc:docMk/>
            <pc:sldMk cId="0" sldId="272"/>
            <ac:spMk id="62" creationId="{47A6BE04-188B-C320-9DF6-713C58D06B21}"/>
          </ac:spMkLst>
        </pc:spChg>
        <pc:spChg chg="mod">
          <ac:chgData name="a46219 Lê Hải Sơn" userId="b07ee673-6122-4980-99d9-cc7dd5bb86ef" providerId="ADAL" clId="{06FE6DA5-91DA-48FB-BC41-D892F9E6555E}" dt="2024-05-28T18:57:31.005" v="5092"/>
          <ac:spMkLst>
            <pc:docMk/>
            <pc:sldMk cId="0" sldId="272"/>
            <ac:spMk id="63" creationId="{070E0FB8-6572-1CB4-C63A-4F7E30CC023C}"/>
          </ac:spMkLst>
        </pc:spChg>
        <pc:spChg chg="mod">
          <ac:chgData name="a46219 Lê Hải Sơn" userId="b07ee673-6122-4980-99d9-cc7dd5bb86ef" providerId="ADAL" clId="{06FE6DA5-91DA-48FB-BC41-D892F9E6555E}" dt="2024-05-28T18:57:31.005" v="5092"/>
          <ac:spMkLst>
            <pc:docMk/>
            <pc:sldMk cId="0" sldId="272"/>
            <ac:spMk id="2432" creationId="{6D241DD8-7C60-2F92-B56B-17E10CC59A8A}"/>
          </ac:spMkLst>
        </pc:spChg>
        <pc:spChg chg="mod">
          <ac:chgData name="a46219 Lê Hải Sơn" userId="b07ee673-6122-4980-99d9-cc7dd5bb86ef" providerId="ADAL" clId="{06FE6DA5-91DA-48FB-BC41-D892F9E6555E}" dt="2024-05-28T18:57:31.005" v="5092"/>
          <ac:spMkLst>
            <pc:docMk/>
            <pc:sldMk cId="0" sldId="272"/>
            <ac:spMk id="2433" creationId="{96D2B278-7D33-1983-C5F8-E221CDD78AE3}"/>
          </ac:spMkLst>
        </pc:spChg>
        <pc:spChg chg="mod">
          <ac:chgData name="a46219 Lê Hải Sơn" userId="b07ee673-6122-4980-99d9-cc7dd5bb86ef" providerId="ADAL" clId="{06FE6DA5-91DA-48FB-BC41-D892F9E6555E}" dt="2024-05-28T18:57:31.005" v="5092"/>
          <ac:spMkLst>
            <pc:docMk/>
            <pc:sldMk cId="0" sldId="272"/>
            <ac:spMk id="2434" creationId="{25DB4C48-2867-FE13-3249-57B767EEAC5E}"/>
          </ac:spMkLst>
        </pc:spChg>
        <pc:spChg chg="mod">
          <ac:chgData name="a46219 Lê Hải Sơn" userId="b07ee673-6122-4980-99d9-cc7dd5bb86ef" providerId="ADAL" clId="{06FE6DA5-91DA-48FB-BC41-D892F9E6555E}" dt="2024-05-28T18:57:31.005" v="5092"/>
          <ac:spMkLst>
            <pc:docMk/>
            <pc:sldMk cId="0" sldId="272"/>
            <ac:spMk id="2435" creationId="{D67B296F-F127-627D-DA28-7885B5C45EFC}"/>
          </ac:spMkLst>
        </pc:spChg>
        <pc:spChg chg="mod">
          <ac:chgData name="a46219 Lê Hải Sơn" userId="b07ee673-6122-4980-99d9-cc7dd5bb86ef" providerId="ADAL" clId="{06FE6DA5-91DA-48FB-BC41-D892F9E6555E}" dt="2024-05-28T18:57:31.005" v="5092"/>
          <ac:spMkLst>
            <pc:docMk/>
            <pc:sldMk cId="0" sldId="272"/>
            <ac:spMk id="2436" creationId="{08792E36-5F67-2685-B25E-19C4396B5388}"/>
          </ac:spMkLst>
        </pc:spChg>
        <pc:spChg chg="mod">
          <ac:chgData name="a46219 Lê Hải Sơn" userId="b07ee673-6122-4980-99d9-cc7dd5bb86ef" providerId="ADAL" clId="{06FE6DA5-91DA-48FB-BC41-D892F9E6555E}" dt="2024-05-28T18:57:31.005" v="5092"/>
          <ac:spMkLst>
            <pc:docMk/>
            <pc:sldMk cId="0" sldId="272"/>
            <ac:spMk id="2437" creationId="{A0CD5937-1DC0-0CD0-B7D2-38E06AD29DEA}"/>
          </ac:spMkLst>
        </pc:spChg>
        <pc:spChg chg="mod">
          <ac:chgData name="a46219 Lê Hải Sơn" userId="b07ee673-6122-4980-99d9-cc7dd5bb86ef" providerId="ADAL" clId="{06FE6DA5-91DA-48FB-BC41-D892F9E6555E}" dt="2024-05-28T18:57:31.005" v="5092"/>
          <ac:spMkLst>
            <pc:docMk/>
            <pc:sldMk cId="0" sldId="272"/>
            <ac:spMk id="2439" creationId="{4F67B707-D6B0-5AB2-F2BF-14860ADEFF22}"/>
          </ac:spMkLst>
        </pc:spChg>
        <pc:spChg chg="mod">
          <ac:chgData name="a46219 Lê Hải Sơn" userId="b07ee673-6122-4980-99d9-cc7dd5bb86ef" providerId="ADAL" clId="{06FE6DA5-91DA-48FB-BC41-D892F9E6555E}" dt="2024-05-28T18:57:31.005" v="5092"/>
          <ac:spMkLst>
            <pc:docMk/>
            <pc:sldMk cId="0" sldId="272"/>
            <ac:spMk id="2440" creationId="{7835A802-C391-76D1-28A4-31B0E6926B84}"/>
          </ac:spMkLst>
        </pc:spChg>
        <pc:spChg chg="mod">
          <ac:chgData name="a46219 Lê Hải Sơn" userId="b07ee673-6122-4980-99d9-cc7dd5bb86ef" providerId="ADAL" clId="{06FE6DA5-91DA-48FB-BC41-D892F9E6555E}" dt="2024-05-28T18:57:31.005" v="5092"/>
          <ac:spMkLst>
            <pc:docMk/>
            <pc:sldMk cId="0" sldId="272"/>
            <ac:spMk id="2441" creationId="{5DFAE37F-048A-42AA-B33F-10FE51C1BECB}"/>
          </ac:spMkLst>
        </pc:spChg>
        <pc:spChg chg="mod">
          <ac:chgData name="a46219 Lê Hải Sơn" userId="b07ee673-6122-4980-99d9-cc7dd5bb86ef" providerId="ADAL" clId="{06FE6DA5-91DA-48FB-BC41-D892F9E6555E}" dt="2024-05-28T18:57:31.005" v="5092"/>
          <ac:spMkLst>
            <pc:docMk/>
            <pc:sldMk cId="0" sldId="272"/>
            <ac:spMk id="2442" creationId="{93ECC88E-35C1-F115-B9FE-3F7C18EE429A}"/>
          </ac:spMkLst>
        </pc:spChg>
        <pc:spChg chg="mod">
          <ac:chgData name="a46219 Lê Hải Sơn" userId="b07ee673-6122-4980-99d9-cc7dd5bb86ef" providerId="ADAL" clId="{06FE6DA5-91DA-48FB-BC41-D892F9E6555E}" dt="2024-05-28T18:57:31.005" v="5092"/>
          <ac:spMkLst>
            <pc:docMk/>
            <pc:sldMk cId="0" sldId="272"/>
            <ac:spMk id="2443" creationId="{D1E1D6F3-D2A0-7437-9570-DDBB592E0B54}"/>
          </ac:spMkLst>
        </pc:spChg>
        <pc:spChg chg="mod">
          <ac:chgData name="a46219 Lê Hải Sơn" userId="b07ee673-6122-4980-99d9-cc7dd5bb86ef" providerId="ADAL" clId="{06FE6DA5-91DA-48FB-BC41-D892F9E6555E}" dt="2024-05-28T18:57:31.005" v="5092"/>
          <ac:spMkLst>
            <pc:docMk/>
            <pc:sldMk cId="0" sldId="272"/>
            <ac:spMk id="2444" creationId="{F46B3F56-3903-A0C0-BC3F-EFACF2B94364}"/>
          </ac:spMkLst>
        </pc:spChg>
        <pc:spChg chg="mod">
          <ac:chgData name="a46219 Lê Hải Sơn" userId="b07ee673-6122-4980-99d9-cc7dd5bb86ef" providerId="ADAL" clId="{06FE6DA5-91DA-48FB-BC41-D892F9E6555E}" dt="2024-05-28T18:57:31.005" v="5092"/>
          <ac:spMkLst>
            <pc:docMk/>
            <pc:sldMk cId="0" sldId="272"/>
            <ac:spMk id="2445" creationId="{4CAE86C7-56BF-E8F6-E678-6366407F2FFB}"/>
          </ac:spMkLst>
        </pc:spChg>
        <pc:spChg chg="mod">
          <ac:chgData name="a46219 Lê Hải Sơn" userId="b07ee673-6122-4980-99d9-cc7dd5bb86ef" providerId="ADAL" clId="{06FE6DA5-91DA-48FB-BC41-D892F9E6555E}" dt="2024-05-28T18:57:31.005" v="5092"/>
          <ac:spMkLst>
            <pc:docMk/>
            <pc:sldMk cId="0" sldId="272"/>
            <ac:spMk id="2446" creationId="{2797880A-84D7-666B-15F9-79A9EF7ABA2B}"/>
          </ac:spMkLst>
        </pc:spChg>
        <pc:spChg chg="mod">
          <ac:chgData name="a46219 Lê Hải Sơn" userId="b07ee673-6122-4980-99d9-cc7dd5bb86ef" providerId="ADAL" clId="{06FE6DA5-91DA-48FB-BC41-D892F9E6555E}" dt="2024-05-28T18:57:31.005" v="5092"/>
          <ac:spMkLst>
            <pc:docMk/>
            <pc:sldMk cId="0" sldId="272"/>
            <ac:spMk id="2447" creationId="{19BFA1F3-76A2-5CED-3911-CE2983889351}"/>
          </ac:spMkLst>
        </pc:spChg>
        <pc:spChg chg="mod">
          <ac:chgData name="a46219 Lê Hải Sơn" userId="b07ee673-6122-4980-99d9-cc7dd5bb86ef" providerId="ADAL" clId="{06FE6DA5-91DA-48FB-BC41-D892F9E6555E}" dt="2024-05-28T18:57:31.005" v="5092"/>
          <ac:spMkLst>
            <pc:docMk/>
            <pc:sldMk cId="0" sldId="272"/>
            <ac:spMk id="2448" creationId="{463B4B9E-1DC0-BE6D-1704-1FFE430897A4}"/>
          </ac:spMkLst>
        </pc:spChg>
        <pc:spChg chg="mod">
          <ac:chgData name="a46219 Lê Hải Sơn" userId="b07ee673-6122-4980-99d9-cc7dd5bb86ef" providerId="ADAL" clId="{06FE6DA5-91DA-48FB-BC41-D892F9E6555E}" dt="2024-05-28T18:57:31.005" v="5092"/>
          <ac:spMkLst>
            <pc:docMk/>
            <pc:sldMk cId="0" sldId="272"/>
            <ac:spMk id="2449" creationId="{402F2A43-609C-D8D7-0FD5-6ECD0609290E}"/>
          </ac:spMkLst>
        </pc:spChg>
        <pc:spChg chg="mod">
          <ac:chgData name="a46219 Lê Hải Sơn" userId="b07ee673-6122-4980-99d9-cc7dd5bb86ef" providerId="ADAL" clId="{06FE6DA5-91DA-48FB-BC41-D892F9E6555E}" dt="2024-05-28T18:57:31.005" v="5092"/>
          <ac:spMkLst>
            <pc:docMk/>
            <pc:sldMk cId="0" sldId="272"/>
            <ac:spMk id="2450" creationId="{DF2245D0-07CA-E664-E56D-76EB05B478E7}"/>
          </ac:spMkLst>
        </pc:spChg>
        <pc:spChg chg="mod">
          <ac:chgData name="a46219 Lê Hải Sơn" userId="b07ee673-6122-4980-99d9-cc7dd5bb86ef" providerId="ADAL" clId="{06FE6DA5-91DA-48FB-BC41-D892F9E6555E}" dt="2024-05-28T18:57:31.005" v="5092"/>
          <ac:spMkLst>
            <pc:docMk/>
            <pc:sldMk cId="0" sldId="272"/>
            <ac:spMk id="2451" creationId="{95DF9FF5-6CB6-D669-38EA-52F38B09EF46}"/>
          </ac:spMkLst>
        </pc:spChg>
        <pc:spChg chg="mod">
          <ac:chgData name="a46219 Lê Hải Sơn" userId="b07ee673-6122-4980-99d9-cc7dd5bb86ef" providerId="ADAL" clId="{06FE6DA5-91DA-48FB-BC41-D892F9E6555E}" dt="2024-05-28T18:57:31.005" v="5092"/>
          <ac:spMkLst>
            <pc:docMk/>
            <pc:sldMk cId="0" sldId="272"/>
            <ac:spMk id="2452" creationId="{7A3C004F-4ABD-39FE-D5A8-E84A46791826}"/>
          </ac:spMkLst>
        </pc:spChg>
        <pc:spChg chg="mod">
          <ac:chgData name="a46219 Lê Hải Sơn" userId="b07ee673-6122-4980-99d9-cc7dd5bb86ef" providerId="ADAL" clId="{06FE6DA5-91DA-48FB-BC41-D892F9E6555E}" dt="2024-05-28T18:57:31.005" v="5092"/>
          <ac:spMkLst>
            <pc:docMk/>
            <pc:sldMk cId="0" sldId="272"/>
            <ac:spMk id="2453" creationId="{F40BE098-7F71-2DC5-E1F1-F5EAF9AB9F33}"/>
          </ac:spMkLst>
        </pc:spChg>
        <pc:spChg chg="mod">
          <ac:chgData name="a46219 Lê Hải Sơn" userId="b07ee673-6122-4980-99d9-cc7dd5bb86ef" providerId="ADAL" clId="{06FE6DA5-91DA-48FB-BC41-D892F9E6555E}" dt="2024-05-28T18:57:31.005" v="5092"/>
          <ac:spMkLst>
            <pc:docMk/>
            <pc:sldMk cId="0" sldId="272"/>
            <ac:spMk id="2454" creationId="{4D91321E-0CAE-6557-B176-0FF91C66AC07}"/>
          </ac:spMkLst>
        </pc:spChg>
        <pc:spChg chg="mod">
          <ac:chgData name="a46219 Lê Hải Sơn" userId="b07ee673-6122-4980-99d9-cc7dd5bb86ef" providerId="ADAL" clId="{06FE6DA5-91DA-48FB-BC41-D892F9E6555E}" dt="2024-05-28T18:57:31.005" v="5092"/>
          <ac:spMkLst>
            <pc:docMk/>
            <pc:sldMk cId="0" sldId="272"/>
            <ac:spMk id="2455" creationId="{88F0AB18-BD5F-3483-291B-4D3ED5A3D793}"/>
          </ac:spMkLst>
        </pc:spChg>
        <pc:spChg chg="mod">
          <ac:chgData name="a46219 Lê Hải Sơn" userId="b07ee673-6122-4980-99d9-cc7dd5bb86ef" providerId="ADAL" clId="{06FE6DA5-91DA-48FB-BC41-D892F9E6555E}" dt="2024-05-28T18:57:31.005" v="5092"/>
          <ac:spMkLst>
            <pc:docMk/>
            <pc:sldMk cId="0" sldId="272"/>
            <ac:spMk id="2456" creationId="{5271F47F-01B7-85AA-7C46-6FC1750816D1}"/>
          </ac:spMkLst>
        </pc:spChg>
        <pc:spChg chg="mod">
          <ac:chgData name="a46219 Lê Hải Sơn" userId="b07ee673-6122-4980-99d9-cc7dd5bb86ef" providerId="ADAL" clId="{06FE6DA5-91DA-48FB-BC41-D892F9E6555E}" dt="2024-05-28T18:57:31.005" v="5092"/>
          <ac:spMkLst>
            <pc:docMk/>
            <pc:sldMk cId="0" sldId="272"/>
            <ac:spMk id="2457" creationId="{5F5DACD9-980F-2159-5FD0-A268BE64BE9E}"/>
          </ac:spMkLst>
        </pc:spChg>
        <pc:spChg chg="mod">
          <ac:chgData name="a46219 Lê Hải Sơn" userId="b07ee673-6122-4980-99d9-cc7dd5bb86ef" providerId="ADAL" clId="{06FE6DA5-91DA-48FB-BC41-D892F9E6555E}" dt="2024-05-28T18:57:31.005" v="5092"/>
          <ac:spMkLst>
            <pc:docMk/>
            <pc:sldMk cId="0" sldId="272"/>
            <ac:spMk id="2458" creationId="{3E4E0A67-DEDC-CAED-14A0-491C14D920A0}"/>
          </ac:spMkLst>
        </pc:spChg>
        <pc:spChg chg="mod">
          <ac:chgData name="a46219 Lê Hải Sơn" userId="b07ee673-6122-4980-99d9-cc7dd5bb86ef" providerId="ADAL" clId="{06FE6DA5-91DA-48FB-BC41-D892F9E6555E}" dt="2024-05-28T18:57:31.005" v="5092"/>
          <ac:spMkLst>
            <pc:docMk/>
            <pc:sldMk cId="0" sldId="272"/>
            <ac:spMk id="2459" creationId="{159CDDB8-F9D1-CF44-8CED-B0E695C09D4F}"/>
          </ac:spMkLst>
        </pc:spChg>
        <pc:spChg chg="mod">
          <ac:chgData name="a46219 Lê Hải Sơn" userId="b07ee673-6122-4980-99d9-cc7dd5bb86ef" providerId="ADAL" clId="{06FE6DA5-91DA-48FB-BC41-D892F9E6555E}" dt="2024-05-28T18:57:31.005" v="5092"/>
          <ac:spMkLst>
            <pc:docMk/>
            <pc:sldMk cId="0" sldId="272"/>
            <ac:spMk id="2460" creationId="{9C860488-5395-3685-9224-6E281439170E}"/>
          </ac:spMkLst>
        </pc:spChg>
        <pc:spChg chg="mod">
          <ac:chgData name="a46219 Lê Hải Sơn" userId="b07ee673-6122-4980-99d9-cc7dd5bb86ef" providerId="ADAL" clId="{06FE6DA5-91DA-48FB-BC41-D892F9E6555E}" dt="2024-05-28T18:57:31.005" v="5092"/>
          <ac:spMkLst>
            <pc:docMk/>
            <pc:sldMk cId="0" sldId="272"/>
            <ac:spMk id="2461" creationId="{CA11494E-E204-B0CC-6131-F0D3BD7144A7}"/>
          </ac:spMkLst>
        </pc:spChg>
        <pc:spChg chg="mod">
          <ac:chgData name="a46219 Lê Hải Sơn" userId="b07ee673-6122-4980-99d9-cc7dd5bb86ef" providerId="ADAL" clId="{06FE6DA5-91DA-48FB-BC41-D892F9E6555E}" dt="2024-05-28T18:57:49.057" v="5094" actId="255"/>
          <ac:spMkLst>
            <pc:docMk/>
            <pc:sldMk cId="0" sldId="272"/>
            <ac:spMk id="2463" creationId="{00000000-0000-0000-0000-000000000000}"/>
          </ac:spMkLst>
        </pc:spChg>
        <pc:spChg chg="mod">
          <ac:chgData name="a46219 Lê Hải Sơn" userId="b07ee673-6122-4980-99d9-cc7dd5bb86ef" providerId="ADAL" clId="{06FE6DA5-91DA-48FB-BC41-D892F9E6555E}" dt="2024-05-28T18:57:49.057" v="5094" actId="255"/>
          <ac:spMkLst>
            <pc:docMk/>
            <pc:sldMk cId="0" sldId="272"/>
            <ac:spMk id="2464" creationId="{00000000-0000-0000-0000-000000000000}"/>
          </ac:spMkLst>
        </pc:spChg>
        <pc:spChg chg="mod">
          <ac:chgData name="a46219 Lê Hải Sơn" userId="b07ee673-6122-4980-99d9-cc7dd5bb86ef" providerId="ADAL" clId="{06FE6DA5-91DA-48FB-BC41-D892F9E6555E}" dt="2024-05-28T18:57:49.057" v="5094" actId="255"/>
          <ac:spMkLst>
            <pc:docMk/>
            <pc:sldMk cId="0" sldId="272"/>
            <ac:spMk id="2466" creationId="{00000000-0000-0000-0000-000000000000}"/>
          </ac:spMkLst>
        </pc:spChg>
        <pc:spChg chg="mod">
          <ac:chgData name="a46219 Lê Hải Sơn" userId="b07ee673-6122-4980-99d9-cc7dd5bb86ef" providerId="ADAL" clId="{06FE6DA5-91DA-48FB-BC41-D892F9E6555E}" dt="2024-05-28T18:57:49.057" v="5094" actId="255"/>
          <ac:spMkLst>
            <pc:docMk/>
            <pc:sldMk cId="0" sldId="272"/>
            <ac:spMk id="2467" creationId="{00000000-0000-0000-0000-000000000000}"/>
          </ac:spMkLst>
        </pc:spChg>
        <pc:spChg chg="mod">
          <ac:chgData name="a46219 Lê Hải Sơn" userId="b07ee673-6122-4980-99d9-cc7dd5bb86ef" providerId="ADAL" clId="{06FE6DA5-91DA-48FB-BC41-D892F9E6555E}" dt="2024-05-28T18:57:49.057" v="5094" actId="255"/>
          <ac:spMkLst>
            <pc:docMk/>
            <pc:sldMk cId="0" sldId="272"/>
            <ac:spMk id="2469" creationId="{00000000-0000-0000-0000-000000000000}"/>
          </ac:spMkLst>
        </pc:spChg>
        <pc:spChg chg="mod">
          <ac:chgData name="a46219 Lê Hải Sơn" userId="b07ee673-6122-4980-99d9-cc7dd5bb86ef" providerId="ADAL" clId="{06FE6DA5-91DA-48FB-BC41-D892F9E6555E}" dt="2024-05-28T18:57:49.057" v="5094" actId="255"/>
          <ac:spMkLst>
            <pc:docMk/>
            <pc:sldMk cId="0" sldId="272"/>
            <ac:spMk id="2470" creationId="{00000000-0000-0000-0000-000000000000}"/>
          </ac:spMkLst>
        </pc:spChg>
        <pc:spChg chg="mod">
          <ac:chgData name="a46219 Lê Hải Sơn" userId="b07ee673-6122-4980-99d9-cc7dd5bb86ef" providerId="ADAL" clId="{06FE6DA5-91DA-48FB-BC41-D892F9E6555E}" dt="2024-05-28T18:56:45.570" v="5045" actId="255"/>
          <ac:spMkLst>
            <pc:docMk/>
            <pc:sldMk cId="0" sldId="272"/>
            <ac:spMk id="2471" creationId="{00000000-0000-0000-0000-000000000000}"/>
          </ac:spMkLst>
        </pc:spChg>
        <pc:spChg chg="del">
          <ac:chgData name="a46219 Lê Hải Sơn" userId="b07ee673-6122-4980-99d9-cc7dd5bb86ef" providerId="ADAL" clId="{06FE6DA5-91DA-48FB-BC41-D892F9E6555E}" dt="2024-05-28T18:54:54.831" v="4908" actId="478"/>
          <ac:spMkLst>
            <pc:docMk/>
            <pc:sldMk cId="0" sldId="272"/>
            <ac:spMk id="2472" creationId="{00000000-0000-0000-0000-000000000000}"/>
          </ac:spMkLst>
        </pc:spChg>
        <pc:spChg chg="del">
          <ac:chgData name="a46219 Lê Hải Sơn" userId="b07ee673-6122-4980-99d9-cc7dd5bb86ef" providerId="ADAL" clId="{06FE6DA5-91DA-48FB-BC41-D892F9E6555E}" dt="2024-05-28T18:54:58.678" v="4910" actId="478"/>
          <ac:spMkLst>
            <pc:docMk/>
            <pc:sldMk cId="0" sldId="272"/>
            <ac:spMk id="2473" creationId="{00000000-0000-0000-0000-000000000000}"/>
          </ac:spMkLst>
        </pc:spChg>
        <pc:spChg chg="del">
          <ac:chgData name="a46219 Lê Hải Sơn" userId="b07ee673-6122-4980-99d9-cc7dd5bb86ef" providerId="ADAL" clId="{06FE6DA5-91DA-48FB-BC41-D892F9E6555E}" dt="2024-05-28T18:55:00.946" v="4912" actId="478"/>
          <ac:spMkLst>
            <pc:docMk/>
            <pc:sldMk cId="0" sldId="272"/>
            <ac:spMk id="2474" creationId="{00000000-0000-0000-0000-000000000000}"/>
          </ac:spMkLst>
        </pc:spChg>
        <pc:spChg chg="mod">
          <ac:chgData name="a46219 Lê Hải Sơn" userId="b07ee673-6122-4980-99d9-cc7dd5bb86ef" providerId="ADAL" clId="{06FE6DA5-91DA-48FB-BC41-D892F9E6555E}" dt="2024-05-29T02:46:32.652" v="5561" actId="20577"/>
          <ac:spMkLst>
            <pc:docMk/>
            <pc:sldMk cId="0" sldId="272"/>
            <ac:spMk id="2475" creationId="{00000000-0000-0000-0000-000000000000}"/>
          </ac:spMkLst>
        </pc:spChg>
        <pc:spChg chg="mod">
          <ac:chgData name="a46219 Lê Hải Sơn" userId="b07ee673-6122-4980-99d9-cc7dd5bb86ef" providerId="ADAL" clId="{06FE6DA5-91DA-48FB-BC41-D892F9E6555E}" dt="2024-05-29T02:47:01.364" v="5601" actId="20577"/>
          <ac:spMkLst>
            <pc:docMk/>
            <pc:sldMk cId="0" sldId="272"/>
            <ac:spMk id="2476" creationId="{00000000-0000-0000-0000-000000000000}"/>
          </ac:spMkLst>
        </pc:spChg>
        <pc:spChg chg="mod">
          <ac:chgData name="a46219 Lê Hải Sơn" userId="b07ee673-6122-4980-99d9-cc7dd5bb86ef" providerId="ADAL" clId="{06FE6DA5-91DA-48FB-BC41-D892F9E6555E}" dt="2024-05-29T02:47:22.834" v="5659" actId="20577"/>
          <ac:spMkLst>
            <pc:docMk/>
            <pc:sldMk cId="0" sldId="272"/>
            <ac:spMk id="2477" creationId="{00000000-0000-0000-0000-000000000000}"/>
          </ac:spMkLst>
        </pc:spChg>
        <pc:spChg chg="mod">
          <ac:chgData name="a46219 Lê Hải Sơn" userId="b07ee673-6122-4980-99d9-cc7dd5bb86ef" providerId="ADAL" clId="{06FE6DA5-91DA-48FB-BC41-D892F9E6555E}" dt="2024-05-28T18:57:31.005" v="5092"/>
          <ac:spMkLst>
            <pc:docMk/>
            <pc:sldMk cId="0" sldId="272"/>
            <ac:spMk id="2478" creationId="{34CE7E1E-9590-A598-9207-3579209F1E80}"/>
          </ac:spMkLst>
        </pc:spChg>
        <pc:spChg chg="mod">
          <ac:chgData name="a46219 Lê Hải Sơn" userId="b07ee673-6122-4980-99d9-cc7dd5bb86ef" providerId="ADAL" clId="{06FE6DA5-91DA-48FB-BC41-D892F9E6555E}" dt="2024-05-28T18:57:31.005" v="5092"/>
          <ac:spMkLst>
            <pc:docMk/>
            <pc:sldMk cId="0" sldId="272"/>
            <ac:spMk id="2479" creationId="{11F1AFDB-924F-90F0-C2A1-C986D09C7C99}"/>
          </ac:spMkLst>
        </pc:spChg>
        <pc:spChg chg="mod">
          <ac:chgData name="a46219 Lê Hải Sơn" userId="b07ee673-6122-4980-99d9-cc7dd5bb86ef" providerId="ADAL" clId="{06FE6DA5-91DA-48FB-BC41-D892F9E6555E}" dt="2024-05-28T18:57:31.005" v="5092"/>
          <ac:spMkLst>
            <pc:docMk/>
            <pc:sldMk cId="0" sldId="272"/>
            <ac:spMk id="2480" creationId="{094F06D7-13A4-86C6-F382-F05237444921}"/>
          </ac:spMkLst>
        </pc:spChg>
        <pc:spChg chg="mod">
          <ac:chgData name="a46219 Lê Hải Sơn" userId="b07ee673-6122-4980-99d9-cc7dd5bb86ef" providerId="ADAL" clId="{06FE6DA5-91DA-48FB-BC41-D892F9E6555E}" dt="2024-05-28T18:57:31.005" v="5092"/>
          <ac:spMkLst>
            <pc:docMk/>
            <pc:sldMk cId="0" sldId="272"/>
            <ac:spMk id="2481" creationId="{FE696A76-4775-DF43-FD65-50F440A2851D}"/>
          </ac:spMkLst>
        </pc:spChg>
        <pc:spChg chg="mod">
          <ac:chgData name="a46219 Lê Hải Sơn" userId="b07ee673-6122-4980-99d9-cc7dd5bb86ef" providerId="ADAL" clId="{06FE6DA5-91DA-48FB-BC41-D892F9E6555E}" dt="2024-05-28T18:57:31.005" v="5092"/>
          <ac:spMkLst>
            <pc:docMk/>
            <pc:sldMk cId="0" sldId="272"/>
            <ac:spMk id="2482" creationId="{129F2C0A-2DBF-F31B-3D7C-B7255C1602A5}"/>
          </ac:spMkLst>
        </pc:spChg>
        <pc:spChg chg="mod">
          <ac:chgData name="a46219 Lê Hải Sơn" userId="b07ee673-6122-4980-99d9-cc7dd5bb86ef" providerId="ADAL" clId="{06FE6DA5-91DA-48FB-BC41-D892F9E6555E}" dt="2024-05-28T18:57:31.005" v="5092"/>
          <ac:spMkLst>
            <pc:docMk/>
            <pc:sldMk cId="0" sldId="272"/>
            <ac:spMk id="2483" creationId="{95CDD255-73E5-2FA1-9C03-070E3877F4DC}"/>
          </ac:spMkLst>
        </pc:spChg>
        <pc:spChg chg="mod">
          <ac:chgData name="a46219 Lê Hải Sơn" userId="b07ee673-6122-4980-99d9-cc7dd5bb86ef" providerId="ADAL" clId="{06FE6DA5-91DA-48FB-BC41-D892F9E6555E}" dt="2024-05-28T18:57:31.005" v="5092"/>
          <ac:spMkLst>
            <pc:docMk/>
            <pc:sldMk cId="0" sldId="272"/>
            <ac:spMk id="2484" creationId="{6D5CE77B-E455-A03E-A397-67376CAAD7A7}"/>
          </ac:spMkLst>
        </pc:spChg>
        <pc:spChg chg="mod">
          <ac:chgData name="a46219 Lê Hải Sơn" userId="b07ee673-6122-4980-99d9-cc7dd5bb86ef" providerId="ADAL" clId="{06FE6DA5-91DA-48FB-BC41-D892F9E6555E}" dt="2024-05-28T18:57:31.005" v="5092"/>
          <ac:spMkLst>
            <pc:docMk/>
            <pc:sldMk cId="0" sldId="272"/>
            <ac:spMk id="2485" creationId="{AE7CA494-E534-C75E-200F-E9CD0478B61A}"/>
          </ac:spMkLst>
        </pc:spChg>
        <pc:spChg chg="mod">
          <ac:chgData name="a46219 Lê Hải Sơn" userId="b07ee673-6122-4980-99d9-cc7dd5bb86ef" providerId="ADAL" clId="{06FE6DA5-91DA-48FB-BC41-D892F9E6555E}" dt="2024-05-28T18:57:31.005" v="5092"/>
          <ac:spMkLst>
            <pc:docMk/>
            <pc:sldMk cId="0" sldId="272"/>
            <ac:spMk id="2486" creationId="{D420A5E7-446E-EB4C-DF7D-7CA16E5AD36D}"/>
          </ac:spMkLst>
        </pc:spChg>
        <pc:spChg chg="mod">
          <ac:chgData name="a46219 Lê Hải Sơn" userId="b07ee673-6122-4980-99d9-cc7dd5bb86ef" providerId="ADAL" clId="{06FE6DA5-91DA-48FB-BC41-D892F9E6555E}" dt="2024-05-28T18:57:31.005" v="5092"/>
          <ac:spMkLst>
            <pc:docMk/>
            <pc:sldMk cId="0" sldId="272"/>
            <ac:spMk id="2487" creationId="{B412E24C-31CE-BE90-A137-4EF8C3A70A27}"/>
          </ac:spMkLst>
        </pc:spChg>
        <pc:spChg chg="mod">
          <ac:chgData name="a46219 Lê Hải Sơn" userId="b07ee673-6122-4980-99d9-cc7dd5bb86ef" providerId="ADAL" clId="{06FE6DA5-91DA-48FB-BC41-D892F9E6555E}" dt="2024-05-28T18:57:31.005" v="5092"/>
          <ac:spMkLst>
            <pc:docMk/>
            <pc:sldMk cId="0" sldId="272"/>
            <ac:spMk id="2488" creationId="{2DC612F4-B713-C799-6990-7D65B35A0A2A}"/>
          </ac:spMkLst>
        </pc:spChg>
        <pc:spChg chg="mod">
          <ac:chgData name="a46219 Lê Hải Sơn" userId="b07ee673-6122-4980-99d9-cc7dd5bb86ef" providerId="ADAL" clId="{06FE6DA5-91DA-48FB-BC41-D892F9E6555E}" dt="2024-05-28T18:57:31.005" v="5092"/>
          <ac:spMkLst>
            <pc:docMk/>
            <pc:sldMk cId="0" sldId="272"/>
            <ac:spMk id="2489" creationId="{A9125E73-441D-D6D3-C401-0F78CEA14E38}"/>
          </ac:spMkLst>
        </pc:spChg>
        <pc:spChg chg="mod">
          <ac:chgData name="a46219 Lê Hải Sơn" userId="b07ee673-6122-4980-99d9-cc7dd5bb86ef" providerId="ADAL" clId="{06FE6DA5-91DA-48FB-BC41-D892F9E6555E}" dt="2024-05-28T18:57:31.005" v="5092"/>
          <ac:spMkLst>
            <pc:docMk/>
            <pc:sldMk cId="0" sldId="272"/>
            <ac:spMk id="2490" creationId="{8C54D436-0BDE-3B28-28C3-2458D98D48F2}"/>
          </ac:spMkLst>
        </pc:spChg>
        <pc:spChg chg="mod">
          <ac:chgData name="a46219 Lê Hải Sơn" userId="b07ee673-6122-4980-99d9-cc7dd5bb86ef" providerId="ADAL" clId="{06FE6DA5-91DA-48FB-BC41-D892F9E6555E}" dt="2024-05-28T18:57:31.005" v="5092"/>
          <ac:spMkLst>
            <pc:docMk/>
            <pc:sldMk cId="0" sldId="272"/>
            <ac:spMk id="2491" creationId="{8BC4D881-B9EB-AAEB-6C6C-A9032461A1B3}"/>
          </ac:spMkLst>
        </pc:spChg>
        <pc:spChg chg="mod">
          <ac:chgData name="a46219 Lê Hải Sơn" userId="b07ee673-6122-4980-99d9-cc7dd5bb86ef" providerId="ADAL" clId="{06FE6DA5-91DA-48FB-BC41-D892F9E6555E}" dt="2024-05-28T18:57:31.005" v="5092"/>
          <ac:spMkLst>
            <pc:docMk/>
            <pc:sldMk cId="0" sldId="272"/>
            <ac:spMk id="2492" creationId="{4ECCCEAD-FE3D-B2A5-824E-30A763697FBC}"/>
          </ac:spMkLst>
        </pc:spChg>
        <pc:spChg chg="mod">
          <ac:chgData name="a46219 Lê Hải Sơn" userId="b07ee673-6122-4980-99d9-cc7dd5bb86ef" providerId="ADAL" clId="{06FE6DA5-91DA-48FB-BC41-D892F9E6555E}" dt="2024-05-28T18:57:31.005" v="5092"/>
          <ac:spMkLst>
            <pc:docMk/>
            <pc:sldMk cId="0" sldId="272"/>
            <ac:spMk id="2493" creationId="{E52A87A7-C2A3-EEBB-63FC-063D1BD41D59}"/>
          </ac:spMkLst>
        </pc:spChg>
        <pc:spChg chg="mod">
          <ac:chgData name="a46219 Lê Hải Sơn" userId="b07ee673-6122-4980-99d9-cc7dd5bb86ef" providerId="ADAL" clId="{06FE6DA5-91DA-48FB-BC41-D892F9E6555E}" dt="2024-05-28T18:57:31.005" v="5092"/>
          <ac:spMkLst>
            <pc:docMk/>
            <pc:sldMk cId="0" sldId="272"/>
            <ac:spMk id="2494" creationId="{9AA8A64B-57F9-CE50-3020-6522207BCE98}"/>
          </ac:spMkLst>
        </pc:spChg>
        <pc:spChg chg="mod">
          <ac:chgData name="a46219 Lê Hải Sơn" userId="b07ee673-6122-4980-99d9-cc7dd5bb86ef" providerId="ADAL" clId="{06FE6DA5-91DA-48FB-BC41-D892F9E6555E}" dt="2024-05-28T18:57:31.005" v="5092"/>
          <ac:spMkLst>
            <pc:docMk/>
            <pc:sldMk cId="0" sldId="272"/>
            <ac:spMk id="2495" creationId="{478E8B0C-8883-E478-ABC1-8E6D2610C08D}"/>
          </ac:spMkLst>
        </pc:spChg>
        <pc:spChg chg="mod">
          <ac:chgData name="a46219 Lê Hải Sơn" userId="b07ee673-6122-4980-99d9-cc7dd5bb86ef" providerId="ADAL" clId="{06FE6DA5-91DA-48FB-BC41-D892F9E6555E}" dt="2024-05-28T18:57:31.005" v="5092"/>
          <ac:spMkLst>
            <pc:docMk/>
            <pc:sldMk cId="0" sldId="272"/>
            <ac:spMk id="2496" creationId="{AD256939-7E60-6A64-49D5-42400FD11699}"/>
          </ac:spMkLst>
        </pc:spChg>
        <pc:spChg chg="mod">
          <ac:chgData name="a46219 Lê Hải Sơn" userId="b07ee673-6122-4980-99d9-cc7dd5bb86ef" providerId="ADAL" clId="{06FE6DA5-91DA-48FB-BC41-D892F9E6555E}" dt="2024-05-28T18:57:31.005" v="5092"/>
          <ac:spMkLst>
            <pc:docMk/>
            <pc:sldMk cId="0" sldId="272"/>
            <ac:spMk id="2497" creationId="{0DD87F2F-7EED-37D4-26B7-A31035A24C1E}"/>
          </ac:spMkLst>
        </pc:spChg>
        <pc:spChg chg="mod">
          <ac:chgData name="a46219 Lê Hải Sơn" userId="b07ee673-6122-4980-99d9-cc7dd5bb86ef" providerId="ADAL" clId="{06FE6DA5-91DA-48FB-BC41-D892F9E6555E}" dt="2024-05-28T18:57:31.005" v="5092"/>
          <ac:spMkLst>
            <pc:docMk/>
            <pc:sldMk cId="0" sldId="272"/>
            <ac:spMk id="2498" creationId="{4097131D-63F4-27C8-DA50-B9D816F35F93}"/>
          </ac:spMkLst>
        </pc:spChg>
        <pc:spChg chg="mod">
          <ac:chgData name="a46219 Lê Hải Sơn" userId="b07ee673-6122-4980-99d9-cc7dd5bb86ef" providerId="ADAL" clId="{06FE6DA5-91DA-48FB-BC41-D892F9E6555E}" dt="2024-05-28T18:57:31.005" v="5092"/>
          <ac:spMkLst>
            <pc:docMk/>
            <pc:sldMk cId="0" sldId="272"/>
            <ac:spMk id="2499" creationId="{1B20AEB6-60A5-2BA8-A166-2C8CC67412FC}"/>
          </ac:spMkLst>
        </pc:spChg>
        <pc:spChg chg="mod">
          <ac:chgData name="a46219 Lê Hải Sơn" userId="b07ee673-6122-4980-99d9-cc7dd5bb86ef" providerId="ADAL" clId="{06FE6DA5-91DA-48FB-BC41-D892F9E6555E}" dt="2024-05-28T18:57:31.005" v="5092"/>
          <ac:spMkLst>
            <pc:docMk/>
            <pc:sldMk cId="0" sldId="272"/>
            <ac:spMk id="2500" creationId="{65E21612-5E9F-C92D-2D66-50F77FAEDABA}"/>
          </ac:spMkLst>
        </pc:spChg>
        <pc:spChg chg="mod">
          <ac:chgData name="a46219 Lê Hải Sơn" userId="b07ee673-6122-4980-99d9-cc7dd5bb86ef" providerId="ADAL" clId="{06FE6DA5-91DA-48FB-BC41-D892F9E6555E}" dt="2024-05-28T18:57:31.005" v="5092"/>
          <ac:spMkLst>
            <pc:docMk/>
            <pc:sldMk cId="0" sldId="272"/>
            <ac:spMk id="2501" creationId="{DC6A53DA-9293-1311-A912-BD81E584D772}"/>
          </ac:spMkLst>
        </pc:spChg>
        <pc:spChg chg="mod">
          <ac:chgData name="a46219 Lê Hải Sơn" userId="b07ee673-6122-4980-99d9-cc7dd5bb86ef" providerId="ADAL" clId="{06FE6DA5-91DA-48FB-BC41-D892F9E6555E}" dt="2024-05-28T18:57:31.005" v="5092"/>
          <ac:spMkLst>
            <pc:docMk/>
            <pc:sldMk cId="0" sldId="272"/>
            <ac:spMk id="2502" creationId="{1AB70EAD-5C52-9970-A7B7-158105FEA4AE}"/>
          </ac:spMkLst>
        </pc:spChg>
        <pc:spChg chg="mod">
          <ac:chgData name="a46219 Lê Hải Sơn" userId="b07ee673-6122-4980-99d9-cc7dd5bb86ef" providerId="ADAL" clId="{06FE6DA5-91DA-48FB-BC41-D892F9E6555E}" dt="2024-05-28T18:57:31.005" v="5092"/>
          <ac:spMkLst>
            <pc:docMk/>
            <pc:sldMk cId="0" sldId="272"/>
            <ac:spMk id="2503" creationId="{21A8918D-BCCC-0E2A-80A3-A91E2ED689C4}"/>
          </ac:spMkLst>
        </pc:spChg>
        <pc:spChg chg="mod">
          <ac:chgData name="a46219 Lê Hải Sơn" userId="b07ee673-6122-4980-99d9-cc7dd5bb86ef" providerId="ADAL" clId="{06FE6DA5-91DA-48FB-BC41-D892F9E6555E}" dt="2024-05-28T18:57:31.005" v="5092"/>
          <ac:spMkLst>
            <pc:docMk/>
            <pc:sldMk cId="0" sldId="272"/>
            <ac:spMk id="2504" creationId="{8791C366-DE68-F270-85B7-C8B364A1BC1B}"/>
          </ac:spMkLst>
        </pc:spChg>
        <pc:spChg chg="mod">
          <ac:chgData name="a46219 Lê Hải Sơn" userId="b07ee673-6122-4980-99d9-cc7dd5bb86ef" providerId="ADAL" clId="{06FE6DA5-91DA-48FB-BC41-D892F9E6555E}" dt="2024-05-28T18:57:31.005" v="5092"/>
          <ac:spMkLst>
            <pc:docMk/>
            <pc:sldMk cId="0" sldId="272"/>
            <ac:spMk id="2505" creationId="{5F228839-6B37-E8E8-52E2-F58CC95447CE}"/>
          </ac:spMkLst>
        </pc:spChg>
        <pc:spChg chg="mod">
          <ac:chgData name="a46219 Lê Hải Sơn" userId="b07ee673-6122-4980-99d9-cc7dd5bb86ef" providerId="ADAL" clId="{06FE6DA5-91DA-48FB-BC41-D892F9E6555E}" dt="2024-05-28T18:57:31.005" v="5092"/>
          <ac:spMkLst>
            <pc:docMk/>
            <pc:sldMk cId="0" sldId="272"/>
            <ac:spMk id="2506" creationId="{E8E37884-19AF-0F3C-ECAF-7A0EB980B8C0}"/>
          </ac:spMkLst>
        </pc:spChg>
        <pc:spChg chg="mod">
          <ac:chgData name="a46219 Lê Hải Sơn" userId="b07ee673-6122-4980-99d9-cc7dd5bb86ef" providerId="ADAL" clId="{06FE6DA5-91DA-48FB-BC41-D892F9E6555E}" dt="2024-05-28T18:57:31.005" v="5092"/>
          <ac:spMkLst>
            <pc:docMk/>
            <pc:sldMk cId="0" sldId="272"/>
            <ac:spMk id="2507" creationId="{F991E40D-877B-F352-FC2F-6AF402BACA2A}"/>
          </ac:spMkLst>
        </pc:spChg>
        <pc:spChg chg="mod">
          <ac:chgData name="a46219 Lê Hải Sơn" userId="b07ee673-6122-4980-99d9-cc7dd5bb86ef" providerId="ADAL" clId="{06FE6DA5-91DA-48FB-BC41-D892F9E6555E}" dt="2024-05-28T18:57:31.005" v="5092"/>
          <ac:spMkLst>
            <pc:docMk/>
            <pc:sldMk cId="0" sldId="272"/>
            <ac:spMk id="2508" creationId="{C29CFC05-B807-A031-DC7F-B2BE0F915821}"/>
          </ac:spMkLst>
        </pc:spChg>
        <pc:spChg chg="mod">
          <ac:chgData name="a46219 Lê Hải Sơn" userId="b07ee673-6122-4980-99d9-cc7dd5bb86ef" providerId="ADAL" clId="{06FE6DA5-91DA-48FB-BC41-D892F9E6555E}" dt="2024-05-28T18:57:31.005" v="5092"/>
          <ac:spMkLst>
            <pc:docMk/>
            <pc:sldMk cId="0" sldId="272"/>
            <ac:spMk id="2509" creationId="{E8ED5EFB-A769-01F3-4048-9E0D59010AEE}"/>
          </ac:spMkLst>
        </pc:spChg>
        <pc:spChg chg="mod">
          <ac:chgData name="a46219 Lê Hải Sơn" userId="b07ee673-6122-4980-99d9-cc7dd5bb86ef" providerId="ADAL" clId="{06FE6DA5-91DA-48FB-BC41-D892F9E6555E}" dt="2024-05-28T18:57:31.005" v="5092"/>
          <ac:spMkLst>
            <pc:docMk/>
            <pc:sldMk cId="0" sldId="272"/>
            <ac:spMk id="2510" creationId="{22487F72-F799-7DE9-4CEB-FB09DC6A8649}"/>
          </ac:spMkLst>
        </pc:spChg>
        <pc:spChg chg="mod">
          <ac:chgData name="a46219 Lê Hải Sơn" userId="b07ee673-6122-4980-99d9-cc7dd5bb86ef" providerId="ADAL" clId="{06FE6DA5-91DA-48FB-BC41-D892F9E6555E}" dt="2024-05-28T18:57:31.005" v="5092"/>
          <ac:spMkLst>
            <pc:docMk/>
            <pc:sldMk cId="0" sldId="272"/>
            <ac:spMk id="2511" creationId="{FB2B915D-6354-C51A-E2AC-F29F330307CC}"/>
          </ac:spMkLst>
        </pc:spChg>
        <pc:spChg chg="mod">
          <ac:chgData name="a46219 Lê Hải Sơn" userId="b07ee673-6122-4980-99d9-cc7dd5bb86ef" providerId="ADAL" clId="{06FE6DA5-91DA-48FB-BC41-D892F9E6555E}" dt="2024-05-28T18:57:31.005" v="5092"/>
          <ac:spMkLst>
            <pc:docMk/>
            <pc:sldMk cId="0" sldId="272"/>
            <ac:spMk id="2512" creationId="{D4525A6A-406B-1014-CCCA-8B9D11A067C7}"/>
          </ac:spMkLst>
        </pc:spChg>
        <pc:spChg chg="mod">
          <ac:chgData name="a46219 Lê Hải Sơn" userId="b07ee673-6122-4980-99d9-cc7dd5bb86ef" providerId="ADAL" clId="{06FE6DA5-91DA-48FB-BC41-D892F9E6555E}" dt="2024-05-28T18:57:31.005" v="5092"/>
          <ac:spMkLst>
            <pc:docMk/>
            <pc:sldMk cId="0" sldId="272"/>
            <ac:spMk id="2513" creationId="{531C8693-B46D-DDD2-460D-7F33B3B97B4C}"/>
          </ac:spMkLst>
        </pc:spChg>
        <pc:spChg chg="mod">
          <ac:chgData name="a46219 Lê Hải Sơn" userId="b07ee673-6122-4980-99d9-cc7dd5bb86ef" providerId="ADAL" clId="{06FE6DA5-91DA-48FB-BC41-D892F9E6555E}" dt="2024-05-28T18:57:31.005" v="5092"/>
          <ac:spMkLst>
            <pc:docMk/>
            <pc:sldMk cId="0" sldId="272"/>
            <ac:spMk id="2514" creationId="{95C187C1-815F-1907-234C-C46F9B850E87}"/>
          </ac:spMkLst>
        </pc:spChg>
        <pc:spChg chg="mod">
          <ac:chgData name="a46219 Lê Hải Sơn" userId="b07ee673-6122-4980-99d9-cc7dd5bb86ef" providerId="ADAL" clId="{06FE6DA5-91DA-48FB-BC41-D892F9E6555E}" dt="2024-05-28T18:57:31.005" v="5092"/>
          <ac:spMkLst>
            <pc:docMk/>
            <pc:sldMk cId="0" sldId="272"/>
            <ac:spMk id="2515" creationId="{808702B5-A8C0-DA78-3D4F-41C806692A44}"/>
          </ac:spMkLst>
        </pc:spChg>
        <pc:spChg chg="mod">
          <ac:chgData name="a46219 Lê Hải Sơn" userId="b07ee673-6122-4980-99d9-cc7dd5bb86ef" providerId="ADAL" clId="{06FE6DA5-91DA-48FB-BC41-D892F9E6555E}" dt="2024-05-28T18:57:31.005" v="5092"/>
          <ac:spMkLst>
            <pc:docMk/>
            <pc:sldMk cId="0" sldId="272"/>
            <ac:spMk id="2516" creationId="{20EC1143-80B4-8A5C-3C24-B02C1F08E859}"/>
          </ac:spMkLst>
        </pc:spChg>
        <pc:spChg chg="mod">
          <ac:chgData name="a46219 Lê Hải Sơn" userId="b07ee673-6122-4980-99d9-cc7dd5bb86ef" providerId="ADAL" clId="{06FE6DA5-91DA-48FB-BC41-D892F9E6555E}" dt="2024-05-28T18:57:31.005" v="5092"/>
          <ac:spMkLst>
            <pc:docMk/>
            <pc:sldMk cId="0" sldId="272"/>
            <ac:spMk id="2517" creationId="{AD9712F0-6D48-B973-3E34-62311E51E1B9}"/>
          </ac:spMkLst>
        </pc:spChg>
        <pc:spChg chg="mod">
          <ac:chgData name="a46219 Lê Hải Sơn" userId="b07ee673-6122-4980-99d9-cc7dd5bb86ef" providerId="ADAL" clId="{06FE6DA5-91DA-48FB-BC41-D892F9E6555E}" dt="2024-05-28T18:57:31.005" v="5092"/>
          <ac:spMkLst>
            <pc:docMk/>
            <pc:sldMk cId="0" sldId="272"/>
            <ac:spMk id="2518" creationId="{3F330DEF-50B7-A589-C072-A496284F38CF}"/>
          </ac:spMkLst>
        </pc:spChg>
        <pc:spChg chg="mod">
          <ac:chgData name="a46219 Lê Hải Sơn" userId="b07ee673-6122-4980-99d9-cc7dd5bb86ef" providerId="ADAL" clId="{06FE6DA5-91DA-48FB-BC41-D892F9E6555E}" dt="2024-05-28T18:57:31.005" v="5092"/>
          <ac:spMkLst>
            <pc:docMk/>
            <pc:sldMk cId="0" sldId="272"/>
            <ac:spMk id="2519" creationId="{AE60315A-E645-74E3-9A01-5062FBFD5A0D}"/>
          </ac:spMkLst>
        </pc:spChg>
        <pc:spChg chg="mod">
          <ac:chgData name="a46219 Lê Hải Sơn" userId="b07ee673-6122-4980-99d9-cc7dd5bb86ef" providerId="ADAL" clId="{06FE6DA5-91DA-48FB-BC41-D892F9E6555E}" dt="2024-05-28T18:57:31.005" v="5092"/>
          <ac:spMkLst>
            <pc:docMk/>
            <pc:sldMk cId="0" sldId="272"/>
            <ac:spMk id="2520" creationId="{12DAD788-304D-A24D-C6BB-ABC6FA25E337}"/>
          </ac:spMkLst>
        </pc:spChg>
        <pc:spChg chg="mod">
          <ac:chgData name="a46219 Lê Hải Sơn" userId="b07ee673-6122-4980-99d9-cc7dd5bb86ef" providerId="ADAL" clId="{06FE6DA5-91DA-48FB-BC41-D892F9E6555E}" dt="2024-05-28T18:57:31.005" v="5092"/>
          <ac:spMkLst>
            <pc:docMk/>
            <pc:sldMk cId="0" sldId="272"/>
            <ac:spMk id="2521" creationId="{15DAC869-BA30-9A74-E149-3D22518BA3C7}"/>
          </ac:spMkLst>
        </pc:spChg>
        <pc:spChg chg="mod">
          <ac:chgData name="a46219 Lê Hải Sơn" userId="b07ee673-6122-4980-99d9-cc7dd5bb86ef" providerId="ADAL" clId="{06FE6DA5-91DA-48FB-BC41-D892F9E6555E}" dt="2024-05-28T18:57:31.005" v="5092"/>
          <ac:spMkLst>
            <pc:docMk/>
            <pc:sldMk cId="0" sldId="272"/>
            <ac:spMk id="2522" creationId="{4C6C8E0A-07BC-6EAC-4377-81102450DD68}"/>
          </ac:spMkLst>
        </pc:spChg>
        <pc:spChg chg="mod">
          <ac:chgData name="a46219 Lê Hải Sơn" userId="b07ee673-6122-4980-99d9-cc7dd5bb86ef" providerId="ADAL" clId="{06FE6DA5-91DA-48FB-BC41-D892F9E6555E}" dt="2024-05-28T18:57:31.005" v="5092"/>
          <ac:spMkLst>
            <pc:docMk/>
            <pc:sldMk cId="0" sldId="272"/>
            <ac:spMk id="2523" creationId="{48256702-A151-4D0E-9187-D784AA475C84}"/>
          </ac:spMkLst>
        </pc:spChg>
        <pc:spChg chg="mod">
          <ac:chgData name="a46219 Lê Hải Sơn" userId="b07ee673-6122-4980-99d9-cc7dd5bb86ef" providerId="ADAL" clId="{06FE6DA5-91DA-48FB-BC41-D892F9E6555E}" dt="2024-05-28T18:57:31.005" v="5092"/>
          <ac:spMkLst>
            <pc:docMk/>
            <pc:sldMk cId="0" sldId="272"/>
            <ac:spMk id="2524" creationId="{64F9A864-480C-59F1-4E2E-87C3D30EE1FB}"/>
          </ac:spMkLst>
        </pc:spChg>
        <pc:spChg chg="mod">
          <ac:chgData name="a46219 Lê Hải Sơn" userId="b07ee673-6122-4980-99d9-cc7dd5bb86ef" providerId="ADAL" clId="{06FE6DA5-91DA-48FB-BC41-D892F9E6555E}" dt="2024-05-28T18:57:31.005" v="5092"/>
          <ac:spMkLst>
            <pc:docMk/>
            <pc:sldMk cId="0" sldId="272"/>
            <ac:spMk id="2525" creationId="{473512F9-52EE-B37B-8BE9-13599BBF6D1D}"/>
          </ac:spMkLst>
        </pc:spChg>
        <pc:spChg chg="mod">
          <ac:chgData name="a46219 Lê Hải Sơn" userId="b07ee673-6122-4980-99d9-cc7dd5bb86ef" providerId="ADAL" clId="{06FE6DA5-91DA-48FB-BC41-D892F9E6555E}" dt="2024-05-28T18:57:31.005" v="5092"/>
          <ac:spMkLst>
            <pc:docMk/>
            <pc:sldMk cId="0" sldId="272"/>
            <ac:spMk id="2526" creationId="{8540C318-E93A-E30F-FEF9-6E32305C0D3E}"/>
          </ac:spMkLst>
        </pc:spChg>
        <pc:spChg chg="mod">
          <ac:chgData name="a46219 Lê Hải Sơn" userId="b07ee673-6122-4980-99d9-cc7dd5bb86ef" providerId="ADAL" clId="{06FE6DA5-91DA-48FB-BC41-D892F9E6555E}" dt="2024-05-28T18:57:31.005" v="5092"/>
          <ac:spMkLst>
            <pc:docMk/>
            <pc:sldMk cId="0" sldId="272"/>
            <ac:spMk id="2527" creationId="{285669BD-F97A-8687-FA23-DBCAB1EAE9EA}"/>
          </ac:spMkLst>
        </pc:spChg>
        <pc:spChg chg="mod">
          <ac:chgData name="a46219 Lê Hải Sơn" userId="b07ee673-6122-4980-99d9-cc7dd5bb86ef" providerId="ADAL" clId="{06FE6DA5-91DA-48FB-BC41-D892F9E6555E}" dt="2024-05-28T18:57:31.005" v="5092"/>
          <ac:spMkLst>
            <pc:docMk/>
            <pc:sldMk cId="0" sldId="272"/>
            <ac:spMk id="2528" creationId="{0B7F36C9-5F5F-A014-51D6-E2854DED49DD}"/>
          </ac:spMkLst>
        </pc:spChg>
        <pc:spChg chg="mod">
          <ac:chgData name="a46219 Lê Hải Sơn" userId="b07ee673-6122-4980-99d9-cc7dd5bb86ef" providerId="ADAL" clId="{06FE6DA5-91DA-48FB-BC41-D892F9E6555E}" dt="2024-05-28T18:57:31.005" v="5092"/>
          <ac:spMkLst>
            <pc:docMk/>
            <pc:sldMk cId="0" sldId="272"/>
            <ac:spMk id="2529" creationId="{91F2A12D-CF9B-C227-37B8-3D2FFE100C85}"/>
          </ac:spMkLst>
        </pc:spChg>
        <pc:spChg chg="mod">
          <ac:chgData name="a46219 Lê Hải Sơn" userId="b07ee673-6122-4980-99d9-cc7dd5bb86ef" providerId="ADAL" clId="{06FE6DA5-91DA-48FB-BC41-D892F9E6555E}" dt="2024-05-28T18:57:31.005" v="5092"/>
          <ac:spMkLst>
            <pc:docMk/>
            <pc:sldMk cId="0" sldId="272"/>
            <ac:spMk id="2530" creationId="{82E5DB05-318C-9C6D-5A26-F879F27F91F3}"/>
          </ac:spMkLst>
        </pc:spChg>
        <pc:spChg chg="mod">
          <ac:chgData name="a46219 Lê Hải Sơn" userId="b07ee673-6122-4980-99d9-cc7dd5bb86ef" providerId="ADAL" clId="{06FE6DA5-91DA-48FB-BC41-D892F9E6555E}" dt="2024-05-28T18:57:31.005" v="5092"/>
          <ac:spMkLst>
            <pc:docMk/>
            <pc:sldMk cId="0" sldId="272"/>
            <ac:spMk id="2531" creationId="{AC9EEDCA-9BAC-7795-B643-C2137CB0A297}"/>
          </ac:spMkLst>
        </pc:spChg>
        <pc:spChg chg="mod">
          <ac:chgData name="a46219 Lê Hải Sơn" userId="b07ee673-6122-4980-99d9-cc7dd5bb86ef" providerId="ADAL" clId="{06FE6DA5-91DA-48FB-BC41-D892F9E6555E}" dt="2024-05-28T18:57:31.005" v="5092"/>
          <ac:spMkLst>
            <pc:docMk/>
            <pc:sldMk cId="0" sldId="272"/>
            <ac:spMk id="2532" creationId="{3408E477-AEEE-C6E3-2626-0F3374671542}"/>
          </ac:spMkLst>
        </pc:spChg>
        <pc:spChg chg="mod">
          <ac:chgData name="a46219 Lê Hải Sơn" userId="b07ee673-6122-4980-99d9-cc7dd5bb86ef" providerId="ADAL" clId="{06FE6DA5-91DA-48FB-BC41-D892F9E6555E}" dt="2024-05-28T18:57:31.005" v="5092"/>
          <ac:spMkLst>
            <pc:docMk/>
            <pc:sldMk cId="0" sldId="272"/>
            <ac:spMk id="2533" creationId="{57248FEF-79C3-0E02-5429-D672CA50091E}"/>
          </ac:spMkLst>
        </pc:spChg>
        <pc:spChg chg="mod">
          <ac:chgData name="a46219 Lê Hải Sơn" userId="b07ee673-6122-4980-99d9-cc7dd5bb86ef" providerId="ADAL" clId="{06FE6DA5-91DA-48FB-BC41-D892F9E6555E}" dt="2024-05-28T18:57:31.005" v="5092"/>
          <ac:spMkLst>
            <pc:docMk/>
            <pc:sldMk cId="0" sldId="272"/>
            <ac:spMk id="2534" creationId="{A0598B01-876D-4665-C995-79E50DB8E9F4}"/>
          </ac:spMkLst>
        </pc:spChg>
        <pc:spChg chg="mod">
          <ac:chgData name="a46219 Lê Hải Sơn" userId="b07ee673-6122-4980-99d9-cc7dd5bb86ef" providerId="ADAL" clId="{06FE6DA5-91DA-48FB-BC41-D892F9E6555E}" dt="2024-05-28T18:57:31.005" v="5092"/>
          <ac:spMkLst>
            <pc:docMk/>
            <pc:sldMk cId="0" sldId="272"/>
            <ac:spMk id="2535" creationId="{50F0043D-F815-B0EE-4EA4-18B7BC298541}"/>
          </ac:spMkLst>
        </pc:spChg>
        <pc:spChg chg="mod">
          <ac:chgData name="a46219 Lê Hải Sơn" userId="b07ee673-6122-4980-99d9-cc7dd5bb86ef" providerId="ADAL" clId="{06FE6DA5-91DA-48FB-BC41-D892F9E6555E}" dt="2024-05-28T18:57:31.005" v="5092"/>
          <ac:spMkLst>
            <pc:docMk/>
            <pc:sldMk cId="0" sldId="272"/>
            <ac:spMk id="2536" creationId="{0CC9A047-BBF2-72A7-7B5A-AD5FA98C59F4}"/>
          </ac:spMkLst>
        </pc:spChg>
        <pc:spChg chg="mod">
          <ac:chgData name="a46219 Lê Hải Sơn" userId="b07ee673-6122-4980-99d9-cc7dd5bb86ef" providerId="ADAL" clId="{06FE6DA5-91DA-48FB-BC41-D892F9E6555E}" dt="2024-05-28T18:57:31.005" v="5092"/>
          <ac:spMkLst>
            <pc:docMk/>
            <pc:sldMk cId="0" sldId="272"/>
            <ac:spMk id="2537" creationId="{1360E99D-E8CA-1A6F-8818-81E81EE5C041}"/>
          </ac:spMkLst>
        </pc:spChg>
        <pc:spChg chg="mod">
          <ac:chgData name="a46219 Lê Hải Sơn" userId="b07ee673-6122-4980-99d9-cc7dd5bb86ef" providerId="ADAL" clId="{06FE6DA5-91DA-48FB-BC41-D892F9E6555E}" dt="2024-05-28T18:57:31.005" v="5092"/>
          <ac:spMkLst>
            <pc:docMk/>
            <pc:sldMk cId="0" sldId="272"/>
            <ac:spMk id="2538" creationId="{31039D1C-7E05-2150-8E78-3C78E1A792EC}"/>
          </ac:spMkLst>
        </pc:spChg>
        <pc:spChg chg="mod">
          <ac:chgData name="a46219 Lê Hải Sơn" userId="b07ee673-6122-4980-99d9-cc7dd5bb86ef" providerId="ADAL" clId="{06FE6DA5-91DA-48FB-BC41-D892F9E6555E}" dt="2024-05-28T18:57:31.005" v="5092"/>
          <ac:spMkLst>
            <pc:docMk/>
            <pc:sldMk cId="0" sldId="272"/>
            <ac:spMk id="2539" creationId="{853194BA-68E2-C542-0375-672132B89E92}"/>
          </ac:spMkLst>
        </pc:spChg>
        <pc:spChg chg="mod">
          <ac:chgData name="a46219 Lê Hải Sơn" userId="b07ee673-6122-4980-99d9-cc7dd5bb86ef" providerId="ADAL" clId="{06FE6DA5-91DA-48FB-BC41-D892F9E6555E}" dt="2024-05-28T18:57:31.005" v="5092"/>
          <ac:spMkLst>
            <pc:docMk/>
            <pc:sldMk cId="0" sldId="272"/>
            <ac:spMk id="2540" creationId="{DA7C6CB5-30C6-0627-CEF1-5E1ED3B10BCA}"/>
          </ac:spMkLst>
        </pc:spChg>
        <pc:spChg chg="mod">
          <ac:chgData name="a46219 Lê Hải Sơn" userId="b07ee673-6122-4980-99d9-cc7dd5bb86ef" providerId="ADAL" clId="{06FE6DA5-91DA-48FB-BC41-D892F9E6555E}" dt="2024-05-28T18:57:31.005" v="5092"/>
          <ac:spMkLst>
            <pc:docMk/>
            <pc:sldMk cId="0" sldId="272"/>
            <ac:spMk id="2541" creationId="{2656A507-9023-89BB-ED64-AC29870358F5}"/>
          </ac:spMkLst>
        </pc:spChg>
        <pc:spChg chg="mod">
          <ac:chgData name="a46219 Lê Hải Sơn" userId="b07ee673-6122-4980-99d9-cc7dd5bb86ef" providerId="ADAL" clId="{06FE6DA5-91DA-48FB-BC41-D892F9E6555E}" dt="2024-05-28T18:57:31.005" v="5092"/>
          <ac:spMkLst>
            <pc:docMk/>
            <pc:sldMk cId="0" sldId="272"/>
            <ac:spMk id="2542" creationId="{D781C0D1-1D43-22EC-220C-10F1C3872C97}"/>
          </ac:spMkLst>
        </pc:spChg>
        <pc:spChg chg="mod">
          <ac:chgData name="a46219 Lê Hải Sơn" userId="b07ee673-6122-4980-99d9-cc7dd5bb86ef" providerId="ADAL" clId="{06FE6DA5-91DA-48FB-BC41-D892F9E6555E}" dt="2024-05-28T18:57:31.005" v="5092"/>
          <ac:spMkLst>
            <pc:docMk/>
            <pc:sldMk cId="0" sldId="272"/>
            <ac:spMk id="2543" creationId="{2BFFA44C-B2C9-6E41-6E85-A269B9CF6679}"/>
          </ac:spMkLst>
        </pc:spChg>
        <pc:spChg chg="mod">
          <ac:chgData name="a46219 Lê Hải Sơn" userId="b07ee673-6122-4980-99d9-cc7dd5bb86ef" providerId="ADAL" clId="{06FE6DA5-91DA-48FB-BC41-D892F9E6555E}" dt="2024-05-28T18:57:31.005" v="5092"/>
          <ac:spMkLst>
            <pc:docMk/>
            <pc:sldMk cId="0" sldId="272"/>
            <ac:spMk id="2544" creationId="{F91DFA56-C3A4-CC7E-AD74-7387B963F5E6}"/>
          </ac:spMkLst>
        </pc:spChg>
        <pc:spChg chg="mod">
          <ac:chgData name="a46219 Lê Hải Sơn" userId="b07ee673-6122-4980-99d9-cc7dd5bb86ef" providerId="ADAL" clId="{06FE6DA5-91DA-48FB-BC41-D892F9E6555E}" dt="2024-05-28T18:57:31.005" v="5092"/>
          <ac:spMkLst>
            <pc:docMk/>
            <pc:sldMk cId="0" sldId="272"/>
            <ac:spMk id="2545" creationId="{66DA566E-BC6B-DCF0-D9D4-C34718E2D2AF}"/>
          </ac:spMkLst>
        </pc:spChg>
        <pc:spChg chg="mod">
          <ac:chgData name="a46219 Lê Hải Sơn" userId="b07ee673-6122-4980-99d9-cc7dd5bb86ef" providerId="ADAL" clId="{06FE6DA5-91DA-48FB-BC41-D892F9E6555E}" dt="2024-05-28T18:57:31.005" v="5092"/>
          <ac:spMkLst>
            <pc:docMk/>
            <pc:sldMk cId="0" sldId="272"/>
            <ac:spMk id="2546" creationId="{8A747D7F-12FD-376C-AA0B-30492A42886B}"/>
          </ac:spMkLst>
        </pc:spChg>
        <pc:spChg chg="mod">
          <ac:chgData name="a46219 Lê Hải Sơn" userId="b07ee673-6122-4980-99d9-cc7dd5bb86ef" providerId="ADAL" clId="{06FE6DA5-91DA-48FB-BC41-D892F9E6555E}" dt="2024-05-28T18:57:31.005" v="5092"/>
          <ac:spMkLst>
            <pc:docMk/>
            <pc:sldMk cId="0" sldId="272"/>
            <ac:spMk id="2547" creationId="{6D0A07E4-5367-E5FB-9C4B-646F1C54C4D0}"/>
          </ac:spMkLst>
        </pc:spChg>
        <pc:spChg chg="mod">
          <ac:chgData name="a46219 Lê Hải Sơn" userId="b07ee673-6122-4980-99d9-cc7dd5bb86ef" providerId="ADAL" clId="{06FE6DA5-91DA-48FB-BC41-D892F9E6555E}" dt="2024-05-28T18:57:31.005" v="5092"/>
          <ac:spMkLst>
            <pc:docMk/>
            <pc:sldMk cId="0" sldId="272"/>
            <ac:spMk id="2548" creationId="{3FA874D1-25C3-B3CE-D623-221390540D88}"/>
          </ac:spMkLst>
        </pc:spChg>
        <pc:spChg chg="mod">
          <ac:chgData name="a46219 Lê Hải Sơn" userId="b07ee673-6122-4980-99d9-cc7dd5bb86ef" providerId="ADAL" clId="{06FE6DA5-91DA-48FB-BC41-D892F9E6555E}" dt="2024-05-28T18:57:31.005" v="5092"/>
          <ac:spMkLst>
            <pc:docMk/>
            <pc:sldMk cId="0" sldId="272"/>
            <ac:spMk id="2549" creationId="{5275DCA9-76D9-FA83-5DA8-4A10EA6AEDA4}"/>
          </ac:spMkLst>
        </pc:spChg>
        <pc:spChg chg="mod">
          <ac:chgData name="a46219 Lê Hải Sơn" userId="b07ee673-6122-4980-99d9-cc7dd5bb86ef" providerId="ADAL" clId="{06FE6DA5-91DA-48FB-BC41-D892F9E6555E}" dt="2024-05-28T18:57:31.005" v="5092"/>
          <ac:spMkLst>
            <pc:docMk/>
            <pc:sldMk cId="0" sldId="272"/>
            <ac:spMk id="2550" creationId="{E00B18F7-FC90-26C8-EF8C-1F46EC31309C}"/>
          </ac:spMkLst>
        </pc:spChg>
        <pc:spChg chg="mod">
          <ac:chgData name="a46219 Lê Hải Sơn" userId="b07ee673-6122-4980-99d9-cc7dd5bb86ef" providerId="ADAL" clId="{06FE6DA5-91DA-48FB-BC41-D892F9E6555E}" dt="2024-05-28T18:57:31.005" v="5092"/>
          <ac:spMkLst>
            <pc:docMk/>
            <pc:sldMk cId="0" sldId="272"/>
            <ac:spMk id="2551" creationId="{77972C90-CF4B-3071-63CB-1BCE78648E14}"/>
          </ac:spMkLst>
        </pc:spChg>
        <pc:spChg chg="mod">
          <ac:chgData name="a46219 Lê Hải Sơn" userId="b07ee673-6122-4980-99d9-cc7dd5bb86ef" providerId="ADAL" clId="{06FE6DA5-91DA-48FB-BC41-D892F9E6555E}" dt="2024-05-28T18:57:31.005" v="5092"/>
          <ac:spMkLst>
            <pc:docMk/>
            <pc:sldMk cId="0" sldId="272"/>
            <ac:spMk id="2552" creationId="{719B9B42-91B3-E81A-2C69-F327D4C26383}"/>
          </ac:spMkLst>
        </pc:spChg>
        <pc:spChg chg="mod">
          <ac:chgData name="a46219 Lê Hải Sơn" userId="b07ee673-6122-4980-99d9-cc7dd5bb86ef" providerId="ADAL" clId="{06FE6DA5-91DA-48FB-BC41-D892F9E6555E}" dt="2024-05-28T18:57:31.005" v="5092"/>
          <ac:spMkLst>
            <pc:docMk/>
            <pc:sldMk cId="0" sldId="272"/>
            <ac:spMk id="2553" creationId="{509D9C42-5D5F-B09B-006D-35DB3A6D69B5}"/>
          </ac:spMkLst>
        </pc:spChg>
        <pc:spChg chg="mod">
          <ac:chgData name="a46219 Lê Hải Sơn" userId="b07ee673-6122-4980-99d9-cc7dd5bb86ef" providerId="ADAL" clId="{06FE6DA5-91DA-48FB-BC41-D892F9E6555E}" dt="2024-05-28T18:57:31.005" v="5092"/>
          <ac:spMkLst>
            <pc:docMk/>
            <pc:sldMk cId="0" sldId="272"/>
            <ac:spMk id="2554" creationId="{1CCF57CF-1B93-A295-8EA7-7EDB15D5F300}"/>
          </ac:spMkLst>
        </pc:spChg>
        <pc:spChg chg="mod">
          <ac:chgData name="a46219 Lê Hải Sơn" userId="b07ee673-6122-4980-99d9-cc7dd5bb86ef" providerId="ADAL" clId="{06FE6DA5-91DA-48FB-BC41-D892F9E6555E}" dt="2024-05-28T18:57:31.005" v="5092"/>
          <ac:spMkLst>
            <pc:docMk/>
            <pc:sldMk cId="0" sldId="272"/>
            <ac:spMk id="2555" creationId="{F91F12C2-217D-35F2-A312-02456421EB41}"/>
          </ac:spMkLst>
        </pc:spChg>
        <pc:spChg chg="mod">
          <ac:chgData name="a46219 Lê Hải Sơn" userId="b07ee673-6122-4980-99d9-cc7dd5bb86ef" providerId="ADAL" clId="{06FE6DA5-91DA-48FB-BC41-D892F9E6555E}" dt="2024-05-28T18:57:31.005" v="5092"/>
          <ac:spMkLst>
            <pc:docMk/>
            <pc:sldMk cId="0" sldId="272"/>
            <ac:spMk id="2556" creationId="{A99349EE-47A9-1B97-48A6-369689508860}"/>
          </ac:spMkLst>
        </pc:spChg>
        <pc:spChg chg="mod">
          <ac:chgData name="a46219 Lê Hải Sơn" userId="b07ee673-6122-4980-99d9-cc7dd5bb86ef" providerId="ADAL" clId="{06FE6DA5-91DA-48FB-BC41-D892F9E6555E}" dt="2024-05-28T18:57:31.005" v="5092"/>
          <ac:spMkLst>
            <pc:docMk/>
            <pc:sldMk cId="0" sldId="272"/>
            <ac:spMk id="2557" creationId="{61A2A684-B4BE-0A8D-20B0-46F07BD324B9}"/>
          </ac:spMkLst>
        </pc:spChg>
        <pc:spChg chg="mod">
          <ac:chgData name="a46219 Lê Hải Sơn" userId="b07ee673-6122-4980-99d9-cc7dd5bb86ef" providerId="ADAL" clId="{06FE6DA5-91DA-48FB-BC41-D892F9E6555E}" dt="2024-05-28T18:57:31.005" v="5092"/>
          <ac:spMkLst>
            <pc:docMk/>
            <pc:sldMk cId="0" sldId="272"/>
            <ac:spMk id="2558" creationId="{CEE9ED2E-C656-6ECE-7313-5C00518ED857}"/>
          </ac:spMkLst>
        </pc:spChg>
        <pc:spChg chg="mod">
          <ac:chgData name="a46219 Lê Hải Sơn" userId="b07ee673-6122-4980-99d9-cc7dd5bb86ef" providerId="ADAL" clId="{06FE6DA5-91DA-48FB-BC41-D892F9E6555E}" dt="2024-05-28T18:57:31.005" v="5092"/>
          <ac:spMkLst>
            <pc:docMk/>
            <pc:sldMk cId="0" sldId="272"/>
            <ac:spMk id="2559" creationId="{013C34FB-381F-5258-794F-4728AD49B390}"/>
          </ac:spMkLst>
        </pc:spChg>
        <pc:spChg chg="mod">
          <ac:chgData name="a46219 Lê Hải Sơn" userId="b07ee673-6122-4980-99d9-cc7dd5bb86ef" providerId="ADAL" clId="{06FE6DA5-91DA-48FB-BC41-D892F9E6555E}" dt="2024-05-28T18:57:31.005" v="5092"/>
          <ac:spMkLst>
            <pc:docMk/>
            <pc:sldMk cId="0" sldId="272"/>
            <ac:spMk id="2560" creationId="{0B8115E4-1608-57BB-5E7C-D0091BF9F33E}"/>
          </ac:spMkLst>
        </pc:spChg>
        <pc:spChg chg="mod">
          <ac:chgData name="a46219 Lê Hải Sơn" userId="b07ee673-6122-4980-99d9-cc7dd5bb86ef" providerId="ADAL" clId="{06FE6DA5-91DA-48FB-BC41-D892F9E6555E}" dt="2024-05-28T18:57:31.005" v="5092"/>
          <ac:spMkLst>
            <pc:docMk/>
            <pc:sldMk cId="0" sldId="272"/>
            <ac:spMk id="2561" creationId="{8484A986-42F4-7CD2-F5B9-53188044C2B5}"/>
          </ac:spMkLst>
        </pc:spChg>
        <pc:spChg chg="mod">
          <ac:chgData name="a46219 Lê Hải Sơn" userId="b07ee673-6122-4980-99d9-cc7dd5bb86ef" providerId="ADAL" clId="{06FE6DA5-91DA-48FB-BC41-D892F9E6555E}" dt="2024-05-28T18:57:31.005" v="5092"/>
          <ac:spMkLst>
            <pc:docMk/>
            <pc:sldMk cId="0" sldId="272"/>
            <ac:spMk id="2562" creationId="{F50D8778-A05E-5DC6-D2BF-FD775DB674FC}"/>
          </ac:spMkLst>
        </pc:spChg>
        <pc:spChg chg="mod">
          <ac:chgData name="a46219 Lê Hải Sơn" userId="b07ee673-6122-4980-99d9-cc7dd5bb86ef" providerId="ADAL" clId="{06FE6DA5-91DA-48FB-BC41-D892F9E6555E}" dt="2024-05-28T18:57:31.005" v="5092"/>
          <ac:spMkLst>
            <pc:docMk/>
            <pc:sldMk cId="0" sldId="272"/>
            <ac:spMk id="2563" creationId="{3FF895E8-BA54-43CE-A62C-0C5E8DC6C47A}"/>
          </ac:spMkLst>
        </pc:spChg>
        <pc:spChg chg="mod">
          <ac:chgData name="a46219 Lê Hải Sơn" userId="b07ee673-6122-4980-99d9-cc7dd5bb86ef" providerId="ADAL" clId="{06FE6DA5-91DA-48FB-BC41-D892F9E6555E}" dt="2024-05-28T18:57:31.005" v="5092"/>
          <ac:spMkLst>
            <pc:docMk/>
            <pc:sldMk cId="0" sldId="272"/>
            <ac:spMk id="2564" creationId="{54C78454-5CF5-5843-099F-909581920D5B}"/>
          </ac:spMkLst>
        </pc:spChg>
        <pc:spChg chg="mod">
          <ac:chgData name="a46219 Lê Hải Sơn" userId="b07ee673-6122-4980-99d9-cc7dd5bb86ef" providerId="ADAL" clId="{06FE6DA5-91DA-48FB-BC41-D892F9E6555E}" dt="2024-05-28T18:57:31.005" v="5092"/>
          <ac:spMkLst>
            <pc:docMk/>
            <pc:sldMk cId="0" sldId="272"/>
            <ac:spMk id="2565" creationId="{49F81682-9F14-668B-57BE-821261112FBD}"/>
          </ac:spMkLst>
        </pc:spChg>
        <pc:spChg chg="mod">
          <ac:chgData name="a46219 Lê Hải Sơn" userId="b07ee673-6122-4980-99d9-cc7dd5bb86ef" providerId="ADAL" clId="{06FE6DA5-91DA-48FB-BC41-D892F9E6555E}" dt="2024-05-28T18:57:31.005" v="5092"/>
          <ac:spMkLst>
            <pc:docMk/>
            <pc:sldMk cId="0" sldId="272"/>
            <ac:spMk id="2566" creationId="{8A97791C-A5B1-F743-74FF-44A22E061FED}"/>
          </ac:spMkLst>
        </pc:spChg>
        <pc:spChg chg="mod">
          <ac:chgData name="a46219 Lê Hải Sơn" userId="b07ee673-6122-4980-99d9-cc7dd5bb86ef" providerId="ADAL" clId="{06FE6DA5-91DA-48FB-BC41-D892F9E6555E}" dt="2024-05-28T18:57:31.005" v="5092"/>
          <ac:spMkLst>
            <pc:docMk/>
            <pc:sldMk cId="0" sldId="272"/>
            <ac:spMk id="2567" creationId="{3B2A9BBF-F349-541D-320D-3D65DD6AFD0F}"/>
          </ac:spMkLst>
        </pc:spChg>
        <pc:spChg chg="mod">
          <ac:chgData name="a46219 Lê Hải Sơn" userId="b07ee673-6122-4980-99d9-cc7dd5bb86ef" providerId="ADAL" clId="{06FE6DA5-91DA-48FB-BC41-D892F9E6555E}" dt="2024-05-28T18:57:31.005" v="5092"/>
          <ac:spMkLst>
            <pc:docMk/>
            <pc:sldMk cId="0" sldId="272"/>
            <ac:spMk id="2568" creationId="{6C4C37D8-5E93-CA9F-C3C1-8BECC82F6FC0}"/>
          </ac:spMkLst>
        </pc:spChg>
        <pc:spChg chg="mod">
          <ac:chgData name="a46219 Lê Hải Sơn" userId="b07ee673-6122-4980-99d9-cc7dd5bb86ef" providerId="ADAL" clId="{06FE6DA5-91DA-48FB-BC41-D892F9E6555E}" dt="2024-05-28T18:57:31.005" v="5092"/>
          <ac:spMkLst>
            <pc:docMk/>
            <pc:sldMk cId="0" sldId="272"/>
            <ac:spMk id="2569" creationId="{9FBFFC31-E435-DDD4-799F-568C0400C9BD}"/>
          </ac:spMkLst>
        </pc:spChg>
        <pc:spChg chg="mod">
          <ac:chgData name="a46219 Lê Hải Sơn" userId="b07ee673-6122-4980-99d9-cc7dd5bb86ef" providerId="ADAL" clId="{06FE6DA5-91DA-48FB-BC41-D892F9E6555E}" dt="2024-05-28T18:57:31.005" v="5092"/>
          <ac:spMkLst>
            <pc:docMk/>
            <pc:sldMk cId="0" sldId="272"/>
            <ac:spMk id="2570" creationId="{FD6711FF-3BD5-3EDD-89E4-A2C872FCE964}"/>
          </ac:spMkLst>
        </pc:spChg>
        <pc:spChg chg="mod">
          <ac:chgData name="a46219 Lê Hải Sơn" userId="b07ee673-6122-4980-99d9-cc7dd5bb86ef" providerId="ADAL" clId="{06FE6DA5-91DA-48FB-BC41-D892F9E6555E}" dt="2024-05-28T18:57:31.005" v="5092"/>
          <ac:spMkLst>
            <pc:docMk/>
            <pc:sldMk cId="0" sldId="272"/>
            <ac:spMk id="2571" creationId="{9FBF444F-C774-181D-03B2-EFEEEA55304F}"/>
          </ac:spMkLst>
        </pc:spChg>
        <pc:spChg chg="mod">
          <ac:chgData name="a46219 Lê Hải Sơn" userId="b07ee673-6122-4980-99d9-cc7dd5bb86ef" providerId="ADAL" clId="{06FE6DA5-91DA-48FB-BC41-D892F9E6555E}" dt="2024-05-28T18:57:31.005" v="5092"/>
          <ac:spMkLst>
            <pc:docMk/>
            <pc:sldMk cId="0" sldId="272"/>
            <ac:spMk id="2572" creationId="{3E7A8199-E80D-1D3D-ED5D-29810C9D1201}"/>
          </ac:spMkLst>
        </pc:spChg>
        <pc:spChg chg="mod">
          <ac:chgData name="a46219 Lê Hải Sơn" userId="b07ee673-6122-4980-99d9-cc7dd5bb86ef" providerId="ADAL" clId="{06FE6DA5-91DA-48FB-BC41-D892F9E6555E}" dt="2024-05-28T18:57:31.005" v="5092"/>
          <ac:spMkLst>
            <pc:docMk/>
            <pc:sldMk cId="0" sldId="272"/>
            <ac:spMk id="2573" creationId="{3ED6602D-A2FF-2342-BD23-D4AE465F9178}"/>
          </ac:spMkLst>
        </pc:spChg>
        <pc:spChg chg="mod">
          <ac:chgData name="a46219 Lê Hải Sơn" userId="b07ee673-6122-4980-99d9-cc7dd5bb86ef" providerId="ADAL" clId="{06FE6DA5-91DA-48FB-BC41-D892F9E6555E}" dt="2024-05-28T18:57:31.005" v="5092"/>
          <ac:spMkLst>
            <pc:docMk/>
            <pc:sldMk cId="0" sldId="272"/>
            <ac:spMk id="2574" creationId="{421045F6-4447-96C7-ADCC-61EA467768D7}"/>
          </ac:spMkLst>
        </pc:spChg>
        <pc:spChg chg="mod">
          <ac:chgData name="a46219 Lê Hải Sơn" userId="b07ee673-6122-4980-99d9-cc7dd5bb86ef" providerId="ADAL" clId="{06FE6DA5-91DA-48FB-BC41-D892F9E6555E}" dt="2024-05-28T18:57:31.005" v="5092"/>
          <ac:spMkLst>
            <pc:docMk/>
            <pc:sldMk cId="0" sldId="272"/>
            <ac:spMk id="2575" creationId="{53E647B2-E4F6-8B97-8791-2BC14E5CC81A}"/>
          </ac:spMkLst>
        </pc:spChg>
        <pc:spChg chg="mod">
          <ac:chgData name="a46219 Lê Hải Sơn" userId="b07ee673-6122-4980-99d9-cc7dd5bb86ef" providerId="ADAL" clId="{06FE6DA5-91DA-48FB-BC41-D892F9E6555E}" dt="2024-05-28T18:57:31.005" v="5092"/>
          <ac:spMkLst>
            <pc:docMk/>
            <pc:sldMk cId="0" sldId="272"/>
            <ac:spMk id="2577" creationId="{D8DDD7FF-CBCD-CABB-03BB-1C8B173603BE}"/>
          </ac:spMkLst>
        </pc:spChg>
        <pc:spChg chg="mod">
          <ac:chgData name="a46219 Lê Hải Sơn" userId="b07ee673-6122-4980-99d9-cc7dd5bb86ef" providerId="ADAL" clId="{06FE6DA5-91DA-48FB-BC41-D892F9E6555E}" dt="2024-05-28T18:57:31.005" v="5092"/>
          <ac:spMkLst>
            <pc:docMk/>
            <pc:sldMk cId="0" sldId="272"/>
            <ac:spMk id="2578" creationId="{D56A33AF-18DC-5329-4CD9-C20B4ABAAA84}"/>
          </ac:spMkLst>
        </pc:spChg>
        <pc:spChg chg="mod">
          <ac:chgData name="a46219 Lê Hải Sơn" userId="b07ee673-6122-4980-99d9-cc7dd5bb86ef" providerId="ADAL" clId="{06FE6DA5-91DA-48FB-BC41-D892F9E6555E}" dt="2024-05-28T18:57:31.005" v="5092"/>
          <ac:spMkLst>
            <pc:docMk/>
            <pc:sldMk cId="0" sldId="272"/>
            <ac:spMk id="2579" creationId="{AC16CE43-03B0-E3DD-68E9-FF8AF6845BDC}"/>
          </ac:spMkLst>
        </pc:spChg>
        <pc:spChg chg="add del">
          <ac:chgData name="a46219 Lê Hải Sơn" userId="b07ee673-6122-4980-99d9-cc7dd5bb86ef" providerId="ADAL" clId="{06FE6DA5-91DA-48FB-BC41-D892F9E6555E}" dt="2024-05-28T18:57:52.003" v="5096" actId="22"/>
          <ac:spMkLst>
            <pc:docMk/>
            <pc:sldMk cId="0" sldId="272"/>
            <ac:spMk id="2581" creationId="{E130D51C-2776-9368-080D-3A8867D7C514}"/>
          </ac:spMkLst>
        </pc:spChg>
        <pc:spChg chg="add mod">
          <ac:chgData name="a46219 Lê Hải Sơn" userId="b07ee673-6122-4980-99d9-cc7dd5bb86ef" providerId="ADAL" clId="{06FE6DA5-91DA-48FB-BC41-D892F9E6555E}" dt="2024-05-29T02:45:03.537" v="5419" actId="2711"/>
          <ac:spMkLst>
            <pc:docMk/>
            <pc:sldMk cId="0" sldId="272"/>
            <ac:spMk id="2582" creationId="{EE51A8F4-3362-D5E7-2314-8ABC49740CC1}"/>
          </ac:spMkLst>
        </pc:spChg>
        <pc:grpChg chg="add mod">
          <ac:chgData name="a46219 Lê Hải Sơn" userId="b07ee673-6122-4980-99d9-cc7dd5bb86ef" providerId="ADAL" clId="{06FE6DA5-91DA-48FB-BC41-D892F9E6555E}" dt="2024-05-28T18:57:35.204" v="5093" actId="1076"/>
          <ac:grpSpMkLst>
            <pc:docMk/>
            <pc:sldMk cId="0" sldId="272"/>
            <ac:grpSpMk id="9" creationId="{E3B97197-D3DE-0F5D-C7F8-88FD24D3BADE}"/>
          </ac:grpSpMkLst>
        </pc:grpChg>
        <pc:grpChg chg="mod">
          <ac:chgData name="a46219 Lê Hải Sơn" userId="b07ee673-6122-4980-99d9-cc7dd5bb86ef" providerId="ADAL" clId="{06FE6DA5-91DA-48FB-BC41-D892F9E6555E}" dt="2024-05-28T18:57:31.005" v="5092"/>
          <ac:grpSpMkLst>
            <pc:docMk/>
            <pc:sldMk cId="0" sldId="272"/>
            <ac:grpSpMk id="2438" creationId="{893B79DE-2ED9-C3C7-2055-152E374E3E5C}"/>
          </ac:grpSpMkLst>
        </pc:grpChg>
        <pc:grpChg chg="mod">
          <ac:chgData name="a46219 Lê Hải Sơn" userId="b07ee673-6122-4980-99d9-cc7dd5bb86ef" providerId="ADAL" clId="{06FE6DA5-91DA-48FB-BC41-D892F9E6555E}" dt="2024-05-28T18:56:51.134" v="5085" actId="1038"/>
          <ac:grpSpMkLst>
            <pc:docMk/>
            <pc:sldMk cId="0" sldId="272"/>
            <ac:grpSpMk id="2462" creationId="{00000000-0000-0000-0000-000000000000}"/>
          </ac:grpSpMkLst>
        </pc:grpChg>
        <pc:grpChg chg="mod">
          <ac:chgData name="a46219 Lê Hải Sơn" userId="b07ee673-6122-4980-99d9-cc7dd5bb86ef" providerId="ADAL" clId="{06FE6DA5-91DA-48FB-BC41-D892F9E6555E}" dt="2024-05-28T18:56:51.134" v="5085" actId="1038"/>
          <ac:grpSpMkLst>
            <pc:docMk/>
            <pc:sldMk cId="0" sldId="272"/>
            <ac:grpSpMk id="2465" creationId="{00000000-0000-0000-0000-000000000000}"/>
          </ac:grpSpMkLst>
        </pc:grpChg>
        <pc:grpChg chg="mod">
          <ac:chgData name="a46219 Lê Hải Sơn" userId="b07ee673-6122-4980-99d9-cc7dd5bb86ef" providerId="ADAL" clId="{06FE6DA5-91DA-48FB-BC41-D892F9E6555E}" dt="2024-05-28T18:56:51.134" v="5085" actId="1038"/>
          <ac:grpSpMkLst>
            <pc:docMk/>
            <pc:sldMk cId="0" sldId="272"/>
            <ac:grpSpMk id="2468" creationId="{00000000-0000-0000-0000-000000000000}"/>
          </ac:grpSpMkLst>
        </pc:grpChg>
        <pc:grpChg chg="mod">
          <ac:chgData name="a46219 Lê Hải Sơn" userId="b07ee673-6122-4980-99d9-cc7dd5bb86ef" providerId="ADAL" clId="{06FE6DA5-91DA-48FB-BC41-D892F9E6555E}" dt="2024-05-28T18:57:31.005" v="5092"/>
          <ac:grpSpMkLst>
            <pc:docMk/>
            <pc:sldMk cId="0" sldId="272"/>
            <ac:grpSpMk id="2576" creationId="{E91F5B00-D21A-7893-1943-AA22D8EA2426}"/>
          </ac:grpSpMkLst>
        </pc:grpChg>
        <pc:picChg chg="add mod">
          <ac:chgData name="a46219 Lê Hải Sơn" userId="b07ee673-6122-4980-99d9-cc7dd5bb86ef" providerId="ADAL" clId="{06FE6DA5-91DA-48FB-BC41-D892F9E6555E}" dt="2024-05-28T18:57:02.758" v="5088" actId="14100"/>
          <ac:picMkLst>
            <pc:docMk/>
            <pc:sldMk cId="0" sldId="272"/>
            <ac:picMk id="8" creationId="{D5604E37-3386-44EA-4695-9B836F022F35}"/>
          </ac:picMkLst>
        </pc:picChg>
      </pc:sldChg>
      <pc:sldChg chg="modSp mod setBg">
        <pc:chgData name="a46219 Lê Hải Sơn" userId="b07ee673-6122-4980-99d9-cc7dd5bb86ef" providerId="ADAL" clId="{06FE6DA5-91DA-48FB-BC41-D892F9E6555E}" dt="2024-05-29T05:25:19.849" v="7473"/>
        <pc:sldMkLst>
          <pc:docMk/>
          <pc:sldMk cId="0" sldId="273"/>
        </pc:sldMkLst>
        <pc:grpChg chg="mod">
          <ac:chgData name="a46219 Lê Hải Sơn" userId="b07ee673-6122-4980-99d9-cc7dd5bb86ef" providerId="ADAL" clId="{06FE6DA5-91DA-48FB-BC41-D892F9E6555E}" dt="2024-05-29T03:35:00.587" v="6381" actId="1076"/>
          <ac:grpSpMkLst>
            <pc:docMk/>
            <pc:sldMk cId="0" sldId="273"/>
            <ac:grpSpMk id="2482" creationId="{00000000-0000-0000-0000-000000000000}"/>
          </ac:grpSpMkLst>
        </pc:grpChg>
        <pc:graphicFrameChg chg="mod">
          <ac:chgData name="a46219 Lê Hải Sơn" userId="b07ee673-6122-4980-99d9-cc7dd5bb86ef" providerId="ADAL" clId="{06FE6DA5-91DA-48FB-BC41-D892F9E6555E}" dt="2024-05-29T03:35:08.309" v="6383" actId="1076"/>
          <ac:graphicFrameMkLst>
            <pc:docMk/>
            <pc:sldMk cId="0" sldId="273"/>
            <ac:graphicFrameMk id="2485" creationId="{00000000-0000-0000-0000-000000000000}"/>
          </ac:graphicFrameMkLst>
        </pc:graphicFrameChg>
      </pc:sldChg>
      <pc:sldChg chg="setBg modNotes">
        <pc:chgData name="a46219 Lê Hải Sơn" userId="b07ee673-6122-4980-99d9-cc7dd5bb86ef" providerId="ADAL" clId="{06FE6DA5-91DA-48FB-BC41-D892F9E6555E}" dt="2024-05-29T05:25:19.849" v="7473"/>
        <pc:sldMkLst>
          <pc:docMk/>
          <pc:sldMk cId="0" sldId="274"/>
        </pc:sldMkLst>
      </pc:sldChg>
      <pc:sldChg chg="setBg modNotes">
        <pc:chgData name="a46219 Lê Hải Sơn" userId="b07ee673-6122-4980-99d9-cc7dd5bb86ef" providerId="ADAL" clId="{06FE6DA5-91DA-48FB-BC41-D892F9E6555E}" dt="2024-05-29T05:25:19.849" v="7473"/>
        <pc:sldMkLst>
          <pc:docMk/>
          <pc:sldMk cId="0" sldId="275"/>
        </pc:sldMkLst>
      </pc:sldChg>
      <pc:sldChg chg="delSp modSp mod setBg">
        <pc:chgData name="a46219 Lê Hải Sơn" userId="b07ee673-6122-4980-99d9-cc7dd5bb86ef" providerId="ADAL" clId="{06FE6DA5-91DA-48FB-BC41-D892F9E6555E}" dt="2024-05-29T05:25:19.849" v="7473"/>
        <pc:sldMkLst>
          <pc:docMk/>
          <pc:sldMk cId="0" sldId="276"/>
        </pc:sldMkLst>
        <pc:spChg chg="mod">
          <ac:chgData name="a46219 Lê Hải Sơn" userId="b07ee673-6122-4980-99d9-cc7dd5bb86ef" providerId="ADAL" clId="{06FE6DA5-91DA-48FB-BC41-D892F9E6555E}" dt="2024-05-28T16:28:54.536" v="2829" actId="20577"/>
          <ac:spMkLst>
            <pc:docMk/>
            <pc:sldMk cId="0" sldId="276"/>
            <ac:spMk id="2537" creationId="{00000000-0000-0000-0000-000000000000}"/>
          </ac:spMkLst>
        </pc:spChg>
        <pc:spChg chg="del">
          <ac:chgData name="a46219 Lê Hải Sơn" userId="b07ee673-6122-4980-99d9-cc7dd5bb86ef" providerId="ADAL" clId="{06FE6DA5-91DA-48FB-BC41-D892F9E6555E}" dt="2024-05-28T16:28:38.320" v="2823" actId="478"/>
          <ac:spMkLst>
            <pc:docMk/>
            <pc:sldMk cId="0" sldId="276"/>
            <ac:spMk id="2619" creationId="{00000000-0000-0000-0000-000000000000}"/>
          </ac:spMkLst>
        </pc:spChg>
        <pc:grpChg chg="mod">
          <ac:chgData name="a46219 Lê Hải Sơn" userId="b07ee673-6122-4980-99d9-cc7dd5bb86ef" providerId="ADAL" clId="{06FE6DA5-91DA-48FB-BC41-D892F9E6555E}" dt="2024-05-28T18:57:26.308" v="5091" actId="1076"/>
          <ac:grpSpMkLst>
            <pc:docMk/>
            <pc:sldMk cId="0" sldId="276"/>
            <ac:grpSpMk id="2620" creationId="{00000000-0000-0000-0000-000000000000}"/>
          </ac:grpSpMkLst>
        </pc:grpChg>
        <pc:grpChg chg="del">
          <ac:chgData name="a46219 Lê Hải Sơn" userId="b07ee673-6122-4980-99d9-cc7dd5bb86ef" providerId="ADAL" clId="{06FE6DA5-91DA-48FB-BC41-D892F9E6555E}" dt="2024-05-28T16:28:38.320" v="2823" actId="478"/>
          <ac:grpSpMkLst>
            <pc:docMk/>
            <pc:sldMk cId="0" sldId="276"/>
            <ac:grpSpMk id="2812" creationId="{00000000-0000-0000-0000-000000000000}"/>
          </ac:grpSpMkLst>
        </pc:grpChg>
        <pc:grpChg chg="del">
          <ac:chgData name="a46219 Lê Hải Sơn" userId="b07ee673-6122-4980-99d9-cc7dd5bb86ef" providerId="ADAL" clId="{06FE6DA5-91DA-48FB-BC41-D892F9E6555E}" dt="2024-05-28T16:28:38.320" v="2823" actId="478"/>
          <ac:grpSpMkLst>
            <pc:docMk/>
            <pc:sldMk cId="0" sldId="276"/>
            <ac:grpSpMk id="2817" creationId="{00000000-0000-0000-0000-000000000000}"/>
          </ac:grpSpMkLst>
        </pc:grpChg>
        <pc:grpChg chg="del">
          <ac:chgData name="a46219 Lê Hải Sơn" userId="b07ee673-6122-4980-99d9-cc7dd5bb86ef" providerId="ADAL" clId="{06FE6DA5-91DA-48FB-BC41-D892F9E6555E}" dt="2024-05-28T16:28:38.320" v="2823" actId="478"/>
          <ac:grpSpMkLst>
            <pc:docMk/>
            <pc:sldMk cId="0" sldId="276"/>
            <ac:grpSpMk id="2822" creationId="{00000000-0000-0000-0000-000000000000}"/>
          </ac:grpSpMkLst>
        </pc:grpChg>
      </pc:sldChg>
      <pc:sldChg chg="setBg modNotes">
        <pc:chgData name="a46219 Lê Hải Sơn" userId="b07ee673-6122-4980-99d9-cc7dd5bb86ef" providerId="ADAL" clId="{06FE6DA5-91DA-48FB-BC41-D892F9E6555E}" dt="2024-05-29T05:25:19.849" v="7473"/>
        <pc:sldMkLst>
          <pc:docMk/>
          <pc:sldMk cId="0" sldId="277"/>
        </pc:sldMkLst>
      </pc:sldChg>
      <pc:sldChg chg="setBg modNotes">
        <pc:chgData name="a46219 Lê Hải Sơn" userId="b07ee673-6122-4980-99d9-cc7dd5bb86ef" providerId="ADAL" clId="{06FE6DA5-91DA-48FB-BC41-D892F9E6555E}" dt="2024-05-29T05:25:19.849" v="7473"/>
        <pc:sldMkLst>
          <pc:docMk/>
          <pc:sldMk cId="0" sldId="278"/>
        </pc:sldMkLst>
      </pc:sldChg>
      <pc:sldChg chg="setBg modNotes">
        <pc:chgData name="a46219 Lê Hải Sơn" userId="b07ee673-6122-4980-99d9-cc7dd5bb86ef" providerId="ADAL" clId="{06FE6DA5-91DA-48FB-BC41-D892F9E6555E}" dt="2024-05-29T05:25:19.849" v="7473"/>
        <pc:sldMkLst>
          <pc:docMk/>
          <pc:sldMk cId="0" sldId="279"/>
        </pc:sldMkLst>
      </pc:sldChg>
      <pc:sldChg chg="setBg modNotes">
        <pc:chgData name="a46219 Lê Hải Sơn" userId="b07ee673-6122-4980-99d9-cc7dd5bb86ef" providerId="ADAL" clId="{06FE6DA5-91DA-48FB-BC41-D892F9E6555E}" dt="2024-05-29T05:25:19.849" v="7473"/>
        <pc:sldMkLst>
          <pc:docMk/>
          <pc:sldMk cId="0" sldId="280"/>
        </pc:sldMkLst>
      </pc:sldChg>
      <pc:sldChg chg="setBg modNotes">
        <pc:chgData name="a46219 Lê Hải Sơn" userId="b07ee673-6122-4980-99d9-cc7dd5bb86ef" providerId="ADAL" clId="{06FE6DA5-91DA-48FB-BC41-D892F9E6555E}" dt="2024-05-29T05:25:19.849" v="7473"/>
        <pc:sldMkLst>
          <pc:docMk/>
          <pc:sldMk cId="0" sldId="281"/>
        </pc:sldMkLst>
      </pc:sldChg>
      <pc:sldChg chg="setBg modNotes">
        <pc:chgData name="a46219 Lê Hải Sơn" userId="b07ee673-6122-4980-99d9-cc7dd5bb86ef" providerId="ADAL" clId="{06FE6DA5-91DA-48FB-BC41-D892F9E6555E}" dt="2024-05-29T05:25:19.849" v="7473"/>
        <pc:sldMkLst>
          <pc:docMk/>
          <pc:sldMk cId="0" sldId="282"/>
        </pc:sldMkLst>
      </pc:sldChg>
      <pc:sldChg chg="setBg modNotes">
        <pc:chgData name="a46219 Lê Hải Sơn" userId="b07ee673-6122-4980-99d9-cc7dd5bb86ef" providerId="ADAL" clId="{06FE6DA5-91DA-48FB-BC41-D892F9E6555E}" dt="2024-05-29T05:25:19.849" v="7473"/>
        <pc:sldMkLst>
          <pc:docMk/>
          <pc:sldMk cId="0" sldId="283"/>
        </pc:sldMkLst>
      </pc:sldChg>
      <pc:sldChg chg="setBg modNotes">
        <pc:chgData name="a46219 Lê Hải Sơn" userId="b07ee673-6122-4980-99d9-cc7dd5bb86ef" providerId="ADAL" clId="{06FE6DA5-91DA-48FB-BC41-D892F9E6555E}" dt="2024-05-29T05:25:19.849" v="7473"/>
        <pc:sldMkLst>
          <pc:docMk/>
          <pc:sldMk cId="0" sldId="284"/>
        </pc:sldMkLst>
      </pc:sldChg>
      <pc:sldChg chg="setBg modNotes">
        <pc:chgData name="a46219 Lê Hải Sơn" userId="b07ee673-6122-4980-99d9-cc7dd5bb86ef" providerId="ADAL" clId="{06FE6DA5-91DA-48FB-BC41-D892F9E6555E}" dt="2024-05-29T05:25:19.849" v="7473"/>
        <pc:sldMkLst>
          <pc:docMk/>
          <pc:sldMk cId="0" sldId="285"/>
        </pc:sldMkLst>
      </pc:sldChg>
      <pc:sldChg chg="setBg modNotes">
        <pc:chgData name="a46219 Lê Hải Sơn" userId="b07ee673-6122-4980-99d9-cc7dd5bb86ef" providerId="ADAL" clId="{06FE6DA5-91DA-48FB-BC41-D892F9E6555E}" dt="2024-05-29T05:25:19.849" v="7473"/>
        <pc:sldMkLst>
          <pc:docMk/>
          <pc:sldMk cId="0" sldId="287"/>
        </pc:sldMkLst>
      </pc:sldChg>
      <pc:sldChg chg="setBg modNotes">
        <pc:chgData name="a46219 Lê Hải Sơn" userId="b07ee673-6122-4980-99d9-cc7dd5bb86ef" providerId="ADAL" clId="{06FE6DA5-91DA-48FB-BC41-D892F9E6555E}" dt="2024-05-29T05:25:19.849" v="7473"/>
        <pc:sldMkLst>
          <pc:docMk/>
          <pc:sldMk cId="0" sldId="288"/>
        </pc:sldMkLst>
      </pc:sldChg>
      <pc:sldChg chg="setBg modNotes">
        <pc:chgData name="a46219 Lê Hải Sơn" userId="b07ee673-6122-4980-99d9-cc7dd5bb86ef" providerId="ADAL" clId="{06FE6DA5-91DA-48FB-BC41-D892F9E6555E}" dt="2024-05-29T05:25:19.849" v="7473"/>
        <pc:sldMkLst>
          <pc:docMk/>
          <pc:sldMk cId="0" sldId="289"/>
        </pc:sldMkLst>
      </pc:sldChg>
      <pc:sldChg chg="setBg modNotes">
        <pc:chgData name="a46219 Lê Hải Sơn" userId="b07ee673-6122-4980-99d9-cc7dd5bb86ef" providerId="ADAL" clId="{06FE6DA5-91DA-48FB-BC41-D892F9E6555E}" dt="2024-05-29T05:25:19.849" v="7473"/>
        <pc:sldMkLst>
          <pc:docMk/>
          <pc:sldMk cId="0" sldId="290"/>
        </pc:sldMkLst>
      </pc:sldChg>
      <pc:sldChg chg="setBg modNotes">
        <pc:chgData name="a46219 Lê Hải Sơn" userId="b07ee673-6122-4980-99d9-cc7dd5bb86ef" providerId="ADAL" clId="{06FE6DA5-91DA-48FB-BC41-D892F9E6555E}" dt="2024-05-29T05:25:19.849" v="7473"/>
        <pc:sldMkLst>
          <pc:docMk/>
          <pc:sldMk cId="0" sldId="291"/>
        </pc:sldMkLst>
      </pc:sldChg>
      <pc:sldChg chg="setBg modNotes">
        <pc:chgData name="a46219 Lê Hải Sơn" userId="b07ee673-6122-4980-99d9-cc7dd5bb86ef" providerId="ADAL" clId="{06FE6DA5-91DA-48FB-BC41-D892F9E6555E}" dt="2024-05-29T05:25:19.849" v="7473"/>
        <pc:sldMkLst>
          <pc:docMk/>
          <pc:sldMk cId="0" sldId="292"/>
        </pc:sldMkLst>
      </pc:sldChg>
      <pc:sldChg chg="addSp delSp modSp add mod ord modTransition setBg">
        <pc:chgData name="a46219 Lê Hải Sơn" userId="b07ee673-6122-4980-99d9-cc7dd5bb86ef" providerId="ADAL" clId="{06FE6DA5-91DA-48FB-BC41-D892F9E6555E}" dt="2024-05-29T05:25:19.849" v="7473"/>
        <pc:sldMkLst>
          <pc:docMk/>
          <pc:sldMk cId="4116854677" sldId="293"/>
        </pc:sldMkLst>
        <pc:spChg chg="add del">
          <ac:chgData name="a46219 Lê Hải Sơn" userId="b07ee673-6122-4980-99d9-cc7dd5bb86ef" providerId="ADAL" clId="{06FE6DA5-91DA-48FB-BC41-D892F9E6555E}" dt="2024-05-28T05:17:44.665" v="2018" actId="21"/>
          <ac:spMkLst>
            <pc:docMk/>
            <pc:sldMk cId="4116854677" sldId="293"/>
            <ac:spMk id="4" creationId="{453A6314-0B66-4C19-72EB-40CF0ACB6505}"/>
          </ac:spMkLst>
        </pc:spChg>
        <pc:spChg chg="add del">
          <ac:chgData name="a46219 Lê Hải Sơn" userId="b07ee673-6122-4980-99d9-cc7dd5bb86ef" providerId="ADAL" clId="{06FE6DA5-91DA-48FB-BC41-D892F9E6555E}" dt="2024-05-28T05:26:57.128" v="2418" actId="11529"/>
          <ac:spMkLst>
            <pc:docMk/>
            <pc:sldMk cId="4116854677" sldId="293"/>
            <ac:spMk id="12" creationId="{0B9DBF6D-22E4-D7ED-2F53-B1F900B7E82B}"/>
          </ac:spMkLst>
        </pc:spChg>
        <pc:spChg chg="add mod ord">
          <ac:chgData name="a46219 Lê Hải Sơn" userId="b07ee673-6122-4980-99d9-cc7dd5bb86ef" providerId="ADAL" clId="{06FE6DA5-91DA-48FB-BC41-D892F9E6555E}" dt="2024-05-28T05:27:22.814" v="2425" actId="14100"/>
          <ac:spMkLst>
            <pc:docMk/>
            <pc:sldMk cId="4116854677" sldId="293"/>
            <ac:spMk id="13" creationId="{413687CC-967C-1BA0-E40D-486488D039AE}"/>
          </ac:spMkLst>
        </pc:spChg>
        <pc:spChg chg="add mod">
          <ac:chgData name="a46219 Lê Hải Sơn" userId="b07ee673-6122-4980-99d9-cc7dd5bb86ef" providerId="ADAL" clId="{06FE6DA5-91DA-48FB-BC41-D892F9E6555E}" dt="2024-05-28T05:57:02.361" v="2598" actId="20577"/>
          <ac:spMkLst>
            <pc:docMk/>
            <pc:sldMk cId="4116854677" sldId="293"/>
            <ac:spMk id="14" creationId="{3DB7FB15-DCD6-602B-ADC0-70AC4997F7A0}"/>
          </ac:spMkLst>
        </pc:spChg>
        <pc:spChg chg="mod">
          <ac:chgData name="a46219 Lê Hải Sơn" userId="b07ee673-6122-4980-99d9-cc7dd5bb86ef" providerId="ADAL" clId="{06FE6DA5-91DA-48FB-BC41-D892F9E6555E}" dt="2024-05-28T05:27:18.242" v="2423" actId="1076"/>
          <ac:spMkLst>
            <pc:docMk/>
            <pc:sldMk cId="4116854677" sldId="293"/>
            <ac:spMk id="835" creationId="{00000000-0000-0000-0000-000000000000}"/>
          </ac:spMkLst>
        </pc:spChg>
        <pc:grpChg chg="mod">
          <ac:chgData name="a46219 Lê Hải Sơn" userId="b07ee673-6122-4980-99d9-cc7dd5bb86ef" providerId="ADAL" clId="{06FE6DA5-91DA-48FB-BC41-D892F9E6555E}" dt="2024-05-28T04:35:52.564" v="2011" actId="1076"/>
          <ac:grpSpMkLst>
            <pc:docMk/>
            <pc:sldMk cId="4116854677" sldId="293"/>
            <ac:grpSpMk id="840" creationId="{00000000-0000-0000-0000-000000000000}"/>
          </ac:grpSpMkLst>
        </pc:grpChg>
        <pc:picChg chg="add del mod">
          <ac:chgData name="a46219 Lê Hải Sơn" userId="b07ee673-6122-4980-99d9-cc7dd5bb86ef" providerId="ADAL" clId="{06FE6DA5-91DA-48FB-BC41-D892F9E6555E}" dt="2024-05-28T05:56:01.887" v="2587" actId="478"/>
          <ac:picMkLst>
            <pc:docMk/>
            <pc:sldMk cId="4116854677" sldId="293"/>
            <ac:picMk id="11" creationId="{69274665-49FA-9A35-1903-F68601E696FA}"/>
          </ac:picMkLst>
        </pc:picChg>
        <pc:picChg chg="add mod">
          <ac:chgData name="a46219 Lê Hải Sơn" userId="b07ee673-6122-4980-99d9-cc7dd5bb86ef" providerId="ADAL" clId="{06FE6DA5-91DA-48FB-BC41-D892F9E6555E}" dt="2024-05-28T05:56:04.437" v="2589" actId="1076"/>
          <ac:picMkLst>
            <pc:docMk/>
            <pc:sldMk cId="4116854677" sldId="293"/>
            <ac:picMk id="16" creationId="{61C0B6B2-A3A4-B1D6-F7E1-B29587DB79F3}"/>
          </ac:picMkLst>
        </pc:picChg>
        <pc:cxnChg chg="add del">
          <ac:chgData name="a46219 Lê Hải Sơn" userId="b07ee673-6122-4980-99d9-cc7dd5bb86ef" providerId="ADAL" clId="{06FE6DA5-91DA-48FB-BC41-D892F9E6555E}" dt="2024-05-28T05:17:47.635" v="2019" actId="21"/>
          <ac:cxnSpMkLst>
            <pc:docMk/>
            <pc:sldMk cId="4116854677" sldId="293"/>
            <ac:cxnSpMk id="6" creationId="{0CE9638B-0906-B674-961A-44FF93AC89F1}"/>
          </ac:cxnSpMkLst>
        </pc:cxnChg>
      </pc:sldChg>
      <pc:sldChg chg="addSp delSp modSp add mod modTransition setBg">
        <pc:chgData name="a46219 Lê Hải Sơn" userId="b07ee673-6122-4980-99d9-cc7dd5bb86ef" providerId="ADAL" clId="{06FE6DA5-91DA-48FB-BC41-D892F9E6555E}" dt="2024-05-29T05:25:19.849" v="7473"/>
        <pc:sldMkLst>
          <pc:docMk/>
          <pc:sldMk cId="3077084597" sldId="294"/>
        </pc:sldMkLst>
        <pc:spChg chg="mod">
          <ac:chgData name="a46219 Lê Hải Sơn" userId="b07ee673-6122-4980-99d9-cc7dd5bb86ef" providerId="ADAL" clId="{06FE6DA5-91DA-48FB-BC41-D892F9E6555E}" dt="2024-05-28T05:30:39.567" v="2584" actId="1037"/>
          <ac:spMkLst>
            <pc:docMk/>
            <pc:sldMk cId="3077084597" sldId="294"/>
            <ac:spMk id="13" creationId="{413687CC-967C-1BA0-E40D-486488D039AE}"/>
          </ac:spMkLst>
        </pc:spChg>
        <pc:spChg chg="mod">
          <ac:chgData name="a46219 Lê Hải Sơn" userId="b07ee673-6122-4980-99d9-cc7dd5bb86ef" providerId="ADAL" clId="{06FE6DA5-91DA-48FB-BC41-D892F9E6555E}" dt="2024-05-28T05:57:42.429" v="2669" actId="1076"/>
          <ac:spMkLst>
            <pc:docMk/>
            <pc:sldMk cId="3077084597" sldId="294"/>
            <ac:spMk id="14" creationId="{3DB7FB15-DCD6-602B-ADC0-70AC4997F7A0}"/>
          </ac:spMkLst>
        </pc:spChg>
        <pc:spChg chg="mod">
          <ac:chgData name="a46219 Lê Hải Sơn" userId="b07ee673-6122-4980-99d9-cc7dd5bb86ef" providerId="ADAL" clId="{06FE6DA5-91DA-48FB-BC41-D892F9E6555E}" dt="2024-05-28T05:30:39.567" v="2584" actId="1037"/>
          <ac:spMkLst>
            <pc:docMk/>
            <pc:sldMk cId="3077084597" sldId="294"/>
            <ac:spMk id="835" creationId="{00000000-0000-0000-0000-000000000000}"/>
          </ac:spMkLst>
        </pc:spChg>
        <pc:picChg chg="add del mod">
          <ac:chgData name="a46219 Lê Hải Sơn" userId="b07ee673-6122-4980-99d9-cc7dd5bb86ef" providerId="ADAL" clId="{06FE6DA5-91DA-48FB-BC41-D892F9E6555E}" dt="2024-05-28T17:59:10.396" v="4699" actId="478"/>
          <ac:picMkLst>
            <pc:docMk/>
            <pc:sldMk cId="3077084597" sldId="294"/>
            <ac:picMk id="3" creationId="{6802B3FD-8443-CAD6-44D2-F69DFD951E95}"/>
          </ac:picMkLst>
        </pc:picChg>
        <pc:picChg chg="add mod">
          <ac:chgData name="a46219 Lê Hải Sơn" userId="b07ee673-6122-4980-99d9-cc7dd5bb86ef" providerId="ADAL" clId="{06FE6DA5-91DA-48FB-BC41-D892F9E6555E}" dt="2024-05-28T17:59:14.496" v="4701" actId="1076"/>
          <ac:picMkLst>
            <pc:docMk/>
            <pc:sldMk cId="3077084597" sldId="294"/>
            <ac:picMk id="4" creationId="{2317B8BF-CC4E-B63D-F0FD-3DAD5D045522}"/>
          </ac:picMkLst>
        </pc:picChg>
        <pc:picChg chg="del">
          <ac:chgData name="a46219 Lê Hải Sơn" userId="b07ee673-6122-4980-99d9-cc7dd5bb86ef" providerId="ADAL" clId="{06FE6DA5-91DA-48FB-BC41-D892F9E6555E}" dt="2024-05-28T05:30:10.079" v="2502" actId="478"/>
          <ac:picMkLst>
            <pc:docMk/>
            <pc:sldMk cId="3077084597" sldId="294"/>
            <ac:picMk id="11" creationId="{69274665-49FA-9A35-1903-F68601E696FA}"/>
          </ac:picMkLst>
        </pc:picChg>
      </pc:sldChg>
      <pc:sldChg chg="addSp delSp modSp add mod ord modTransition setBg">
        <pc:chgData name="a46219 Lê Hải Sơn" userId="b07ee673-6122-4980-99d9-cc7dd5bb86ef" providerId="ADAL" clId="{06FE6DA5-91DA-48FB-BC41-D892F9E6555E}" dt="2024-05-29T05:25:19.849" v="7473"/>
        <pc:sldMkLst>
          <pc:docMk/>
          <pc:sldMk cId="3458397057" sldId="295"/>
        </pc:sldMkLst>
        <pc:spChg chg="add del mod">
          <ac:chgData name="a46219 Lê Hải Sơn" userId="b07ee673-6122-4980-99d9-cc7dd5bb86ef" providerId="ADAL" clId="{06FE6DA5-91DA-48FB-BC41-D892F9E6555E}" dt="2024-05-28T18:46:03.554" v="4783" actId="478"/>
          <ac:spMkLst>
            <pc:docMk/>
            <pc:sldMk cId="3458397057" sldId="295"/>
            <ac:spMk id="3" creationId="{2571C01D-2229-80DB-3753-D0B9E0402C24}"/>
          </ac:spMkLst>
        </pc:spChg>
        <pc:spChg chg="add del mod">
          <ac:chgData name="a46219 Lê Hải Sơn" userId="b07ee673-6122-4980-99d9-cc7dd5bb86ef" providerId="ADAL" clId="{06FE6DA5-91DA-48FB-BC41-D892F9E6555E}" dt="2024-05-28T18:46:03.554" v="4783" actId="478"/>
          <ac:spMkLst>
            <pc:docMk/>
            <pc:sldMk cId="3458397057" sldId="295"/>
            <ac:spMk id="5" creationId="{482B1C86-902B-7D48-FAC0-C00AA4873DC0}"/>
          </ac:spMkLst>
        </pc:spChg>
        <pc:spChg chg="add mod">
          <ac:chgData name="a46219 Lê Hải Sơn" userId="b07ee673-6122-4980-99d9-cc7dd5bb86ef" providerId="ADAL" clId="{06FE6DA5-91DA-48FB-BC41-D892F9E6555E}" dt="2024-05-29T03:31:48.485" v="6213" actId="1038"/>
          <ac:spMkLst>
            <pc:docMk/>
            <pc:sldMk cId="3458397057" sldId="295"/>
            <ac:spMk id="6" creationId="{32C016D2-1550-9716-1D66-78DCC0AEF7E7}"/>
          </ac:spMkLst>
        </pc:spChg>
        <pc:spChg chg="add del mod">
          <ac:chgData name="a46219 Lê Hải Sơn" userId="b07ee673-6122-4980-99d9-cc7dd5bb86ef" providerId="ADAL" clId="{06FE6DA5-91DA-48FB-BC41-D892F9E6555E}" dt="2024-05-29T03:55:49.204" v="6751" actId="1036"/>
          <ac:spMkLst>
            <pc:docMk/>
            <pc:sldMk cId="3458397057" sldId="295"/>
            <ac:spMk id="7" creationId="{648FF5C0-153D-A0F5-F81C-F04372754830}"/>
          </ac:spMkLst>
        </pc:spChg>
        <pc:spChg chg="add del mod">
          <ac:chgData name="a46219 Lê Hải Sơn" userId="b07ee673-6122-4980-99d9-cc7dd5bb86ef" providerId="ADAL" clId="{06FE6DA5-91DA-48FB-BC41-D892F9E6555E}" dt="2024-05-28T19:04:30.615" v="5244" actId="478"/>
          <ac:spMkLst>
            <pc:docMk/>
            <pc:sldMk cId="3458397057" sldId="295"/>
            <ac:spMk id="8" creationId="{33A520A0-B48E-2958-A549-290DFE8A9C82}"/>
          </ac:spMkLst>
        </pc:spChg>
        <pc:spChg chg="add mod">
          <ac:chgData name="a46219 Lê Hải Sơn" userId="b07ee673-6122-4980-99d9-cc7dd5bb86ef" providerId="ADAL" clId="{06FE6DA5-91DA-48FB-BC41-D892F9E6555E}" dt="2024-05-29T04:11:04.644" v="6869" actId="122"/>
          <ac:spMkLst>
            <pc:docMk/>
            <pc:sldMk cId="3458397057" sldId="295"/>
            <ac:spMk id="8" creationId="{55BEDF3E-AD45-9BBC-B2A6-D1BDDCD5965D}"/>
          </ac:spMkLst>
        </pc:spChg>
        <pc:spChg chg="add del mod">
          <ac:chgData name="a46219 Lê Hải Sơn" userId="b07ee673-6122-4980-99d9-cc7dd5bb86ef" providerId="ADAL" clId="{06FE6DA5-91DA-48FB-BC41-D892F9E6555E}" dt="2024-05-28T19:04:30.615" v="5244" actId="478"/>
          <ac:spMkLst>
            <pc:docMk/>
            <pc:sldMk cId="3458397057" sldId="295"/>
            <ac:spMk id="10" creationId="{46DD5339-9DB0-0F04-364D-E8821441D9C1}"/>
          </ac:spMkLst>
        </pc:spChg>
        <pc:spChg chg="add del mod">
          <ac:chgData name="a46219 Lê Hải Sơn" userId="b07ee673-6122-4980-99d9-cc7dd5bb86ef" providerId="ADAL" clId="{06FE6DA5-91DA-48FB-BC41-D892F9E6555E}" dt="2024-05-29T03:35:17.837" v="6384" actId="478"/>
          <ac:spMkLst>
            <pc:docMk/>
            <pc:sldMk cId="3458397057" sldId="295"/>
            <ac:spMk id="10" creationId="{7CB9EE2E-99E6-BD6E-0849-5F58171B6996}"/>
          </ac:spMkLst>
        </pc:spChg>
        <pc:spChg chg="add del mod">
          <ac:chgData name="a46219 Lê Hải Sơn" userId="b07ee673-6122-4980-99d9-cc7dd5bb86ef" providerId="ADAL" clId="{06FE6DA5-91DA-48FB-BC41-D892F9E6555E}" dt="2024-05-29T03:35:17.837" v="6384" actId="478"/>
          <ac:spMkLst>
            <pc:docMk/>
            <pc:sldMk cId="3458397057" sldId="295"/>
            <ac:spMk id="11" creationId="{393030E2-74D0-AD85-69A6-62EF9FF06436}"/>
          </ac:spMkLst>
        </pc:spChg>
        <pc:spChg chg="mod">
          <ac:chgData name="a46219 Lê Hải Sơn" userId="b07ee673-6122-4980-99d9-cc7dd5bb86ef" providerId="ADAL" clId="{06FE6DA5-91DA-48FB-BC41-D892F9E6555E}" dt="2024-05-28T19:04:31.979" v="5245"/>
          <ac:spMkLst>
            <pc:docMk/>
            <pc:sldMk cId="3458397057" sldId="295"/>
            <ac:spMk id="12" creationId="{24A89738-9C2C-4D71-E3FD-DA3DFCA84706}"/>
          </ac:spMkLst>
        </pc:spChg>
        <pc:spChg chg="mod">
          <ac:chgData name="a46219 Lê Hải Sơn" userId="b07ee673-6122-4980-99d9-cc7dd5bb86ef" providerId="ADAL" clId="{06FE6DA5-91DA-48FB-BC41-D892F9E6555E}" dt="2024-05-28T19:04:31.979" v="5245"/>
          <ac:spMkLst>
            <pc:docMk/>
            <pc:sldMk cId="3458397057" sldId="295"/>
            <ac:spMk id="13" creationId="{BC1BB575-B7C5-9BEC-0EA7-C0DFD4BFCE21}"/>
          </ac:spMkLst>
        </pc:spChg>
        <pc:spChg chg="add mod">
          <ac:chgData name="a46219 Lê Hải Sơn" userId="b07ee673-6122-4980-99d9-cc7dd5bb86ef" providerId="ADAL" clId="{06FE6DA5-91DA-48FB-BC41-D892F9E6555E}" dt="2024-05-29T03:55:35.949" v="6731" actId="1076"/>
          <ac:spMkLst>
            <pc:docMk/>
            <pc:sldMk cId="3458397057" sldId="295"/>
            <ac:spMk id="15" creationId="{5FD1320D-9D16-1BD0-7CEB-5FD7EF5C2154}"/>
          </ac:spMkLst>
        </pc:spChg>
        <pc:spChg chg="add del mod">
          <ac:chgData name="a46219 Lê Hải Sơn" userId="b07ee673-6122-4980-99d9-cc7dd5bb86ef" providerId="ADAL" clId="{06FE6DA5-91DA-48FB-BC41-D892F9E6555E}" dt="2024-05-28T19:05:30.727" v="5251"/>
          <ac:spMkLst>
            <pc:docMk/>
            <pc:sldMk cId="3458397057" sldId="295"/>
            <ac:spMk id="15" creationId="{922F1280-51CD-7BC6-C83D-5259422478BB}"/>
          </ac:spMkLst>
        </pc:spChg>
        <pc:spChg chg="add mod">
          <ac:chgData name="a46219 Lê Hải Sơn" userId="b07ee673-6122-4980-99d9-cc7dd5bb86ef" providerId="ADAL" clId="{06FE6DA5-91DA-48FB-BC41-D892F9E6555E}" dt="2024-05-29T04:11:07.089" v="6870" actId="122"/>
          <ac:spMkLst>
            <pc:docMk/>
            <pc:sldMk cId="3458397057" sldId="295"/>
            <ac:spMk id="16" creationId="{462767D6-D391-14DF-D2A2-CAB5DA160D0F}"/>
          </ac:spMkLst>
        </pc:spChg>
        <pc:spChg chg="add mod">
          <ac:chgData name="a46219 Lê Hải Sơn" userId="b07ee673-6122-4980-99d9-cc7dd5bb86ef" providerId="ADAL" clId="{06FE6DA5-91DA-48FB-BC41-D892F9E6555E}" dt="2024-05-28T19:08:24.893" v="5263" actId="767"/>
          <ac:spMkLst>
            <pc:docMk/>
            <pc:sldMk cId="3458397057" sldId="295"/>
            <ac:spMk id="16" creationId="{5A33B3EB-55FC-8E4F-4B2C-60DCB6EE0E89}"/>
          </ac:spMkLst>
        </pc:spChg>
        <pc:spChg chg="add mod">
          <ac:chgData name="a46219 Lê Hải Sơn" userId="b07ee673-6122-4980-99d9-cc7dd5bb86ef" providerId="ADAL" clId="{06FE6DA5-91DA-48FB-BC41-D892F9E6555E}" dt="2024-05-28T19:08:34.195" v="5264" actId="767"/>
          <ac:spMkLst>
            <pc:docMk/>
            <pc:sldMk cId="3458397057" sldId="295"/>
            <ac:spMk id="17" creationId="{8E7E71C0-BBE4-462B-9D33-67C34901F6AB}"/>
          </ac:spMkLst>
        </pc:spChg>
        <pc:spChg chg="add mod">
          <ac:chgData name="a46219 Lê Hải Sơn" userId="b07ee673-6122-4980-99d9-cc7dd5bb86ef" providerId="ADAL" clId="{06FE6DA5-91DA-48FB-BC41-D892F9E6555E}" dt="2024-05-28T19:08:37.004" v="5266" actId="767"/>
          <ac:spMkLst>
            <pc:docMk/>
            <pc:sldMk cId="3458397057" sldId="295"/>
            <ac:spMk id="18" creationId="{CAB24454-024D-866C-1734-949E351C78DA}"/>
          </ac:spMkLst>
        </pc:spChg>
        <pc:spChg chg="add del mod">
          <ac:chgData name="a46219 Lê Hải Sơn" userId="b07ee673-6122-4980-99d9-cc7dd5bb86ef" providerId="ADAL" clId="{06FE6DA5-91DA-48FB-BC41-D892F9E6555E}" dt="2024-05-29T03:31:32.175" v="6195" actId="1037"/>
          <ac:spMkLst>
            <pc:docMk/>
            <pc:sldMk cId="3458397057" sldId="295"/>
            <ac:spMk id="19" creationId="{C4756DF0-3505-0354-C416-E18E9F398B32}"/>
          </ac:spMkLst>
        </pc:spChg>
        <pc:spChg chg="add mod">
          <ac:chgData name="a46219 Lê Hải Sơn" userId="b07ee673-6122-4980-99d9-cc7dd5bb86ef" providerId="ADAL" clId="{06FE6DA5-91DA-48FB-BC41-D892F9E6555E}" dt="2024-05-29T03:31:32.175" v="6195" actId="1037"/>
          <ac:spMkLst>
            <pc:docMk/>
            <pc:sldMk cId="3458397057" sldId="295"/>
            <ac:spMk id="20" creationId="{BD82C775-C289-F8CE-DF9D-8EEAA4AE801C}"/>
          </ac:spMkLst>
        </pc:spChg>
        <pc:spChg chg="add mod">
          <ac:chgData name="a46219 Lê Hải Sơn" userId="b07ee673-6122-4980-99d9-cc7dd5bb86ef" providerId="ADAL" clId="{06FE6DA5-91DA-48FB-BC41-D892F9E6555E}" dt="2024-05-29T03:55:35.949" v="6731" actId="1076"/>
          <ac:spMkLst>
            <pc:docMk/>
            <pc:sldMk cId="3458397057" sldId="295"/>
            <ac:spMk id="21" creationId="{0729088D-51D1-FFC9-FE17-496336517071}"/>
          </ac:spMkLst>
        </pc:spChg>
        <pc:spChg chg="add mod">
          <ac:chgData name="a46219 Lê Hải Sơn" userId="b07ee673-6122-4980-99d9-cc7dd5bb86ef" providerId="ADAL" clId="{06FE6DA5-91DA-48FB-BC41-D892F9E6555E}" dt="2024-05-29T04:03:37.501" v="6796" actId="1076"/>
          <ac:spMkLst>
            <pc:docMk/>
            <pc:sldMk cId="3458397057" sldId="295"/>
            <ac:spMk id="22" creationId="{F694B6E2-2AC2-9F35-125D-FB1776103EA2}"/>
          </ac:spMkLst>
        </pc:spChg>
        <pc:spChg chg="add mod">
          <ac:chgData name="a46219 Lê Hải Sơn" userId="b07ee673-6122-4980-99d9-cc7dd5bb86ef" providerId="ADAL" clId="{06FE6DA5-91DA-48FB-BC41-D892F9E6555E}" dt="2024-05-29T03:54:20.379" v="6728" actId="1076"/>
          <ac:spMkLst>
            <pc:docMk/>
            <pc:sldMk cId="3458397057" sldId="295"/>
            <ac:spMk id="24" creationId="{3743C1F7-DF1F-046E-682E-7C5129887DAF}"/>
          </ac:spMkLst>
        </pc:spChg>
        <pc:spChg chg="mod">
          <ac:chgData name="a46219 Lê Hải Sơn" userId="b07ee673-6122-4980-99d9-cc7dd5bb86ef" providerId="ADAL" clId="{06FE6DA5-91DA-48FB-BC41-D892F9E6555E}" dt="2024-05-29T04:04:14.659" v="6820" actId="20577"/>
          <ac:spMkLst>
            <pc:docMk/>
            <pc:sldMk cId="3458397057" sldId="295"/>
            <ac:spMk id="2325" creationId="{00000000-0000-0000-0000-000000000000}"/>
          </ac:spMkLst>
        </pc:spChg>
        <pc:spChg chg="add del">
          <ac:chgData name="a46219 Lê Hải Sơn" userId="b07ee673-6122-4980-99d9-cc7dd5bb86ef" providerId="ADAL" clId="{06FE6DA5-91DA-48FB-BC41-D892F9E6555E}" dt="2024-05-28T19:04:29.435" v="5243" actId="478"/>
          <ac:spMkLst>
            <pc:docMk/>
            <pc:sldMk cId="3458397057" sldId="295"/>
            <ac:spMk id="2326" creationId="{00000000-0000-0000-0000-000000000000}"/>
          </ac:spMkLst>
        </pc:spChg>
        <pc:spChg chg="add del">
          <ac:chgData name="a46219 Lê Hải Sơn" userId="b07ee673-6122-4980-99d9-cc7dd5bb86ef" providerId="ADAL" clId="{06FE6DA5-91DA-48FB-BC41-D892F9E6555E}" dt="2024-05-28T19:04:29.435" v="5243" actId="478"/>
          <ac:spMkLst>
            <pc:docMk/>
            <pc:sldMk cId="3458397057" sldId="295"/>
            <ac:spMk id="2328" creationId="{00000000-0000-0000-0000-000000000000}"/>
          </ac:spMkLst>
        </pc:spChg>
        <pc:spChg chg="add del">
          <ac:chgData name="a46219 Lê Hải Sơn" userId="b07ee673-6122-4980-99d9-cc7dd5bb86ef" providerId="ADAL" clId="{06FE6DA5-91DA-48FB-BC41-D892F9E6555E}" dt="2024-05-28T19:04:29.435" v="5243" actId="478"/>
          <ac:spMkLst>
            <pc:docMk/>
            <pc:sldMk cId="3458397057" sldId="295"/>
            <ac:spMk id="2329" creationId="{00000000-0000-0000-0000-000000000000}"/>
          </ac:spMkLst>
        </pc:spChg>
        <pc:spChg chg="add del">
          <ac:chgData name="a46219 Lê Hải Sơn" userId="b07ee673-6122-4980-99d9-cc7dd5bb86ef" providerId="ADAL" clId="{06FE6DA5-91DA-48FB-BC41-D892F9E6555E}" dt="2024-05-28T19:04:29.435" v="5243" actId="478"/>
          <ac:spMkLst>
            <pc:docMk/>
            <pc:sldMk cId="3458397057" sldId="295"/>
            <ac:spMk id="2330" creationId="{00000000-0000-0000-0000-000000000000}"/>
          </ac:spMkLst>
        </pc:spChg>
        <pc:spChg chg="add del">
          <ac:chgData name="a46219 Lê Hải Sơn" userId="b07ee673-6122-4980-99d9-cc7dd5bb86ef" providerId="ADAL" clId="{06FE6DA5-91DA-48FB-BC41-D892F9E6555E}" dt="2024-05-28T19:04:29.435" v="5243" actId="478"/>
          <ac:spMkLst>
            <pc:docMk/>
            <pc:sldMk cId="3458397057" sldId="295"/>
            <ac:spMk id="2331" creationId="{00000000-0000-0000-0000-000000000000}"/>
          </ac:spMkLst>
        </pc:spChg>
        <pc:spChg chg="add del">
          <ac:chgData name="a46219 Lê Hải Sơn" userId="b07ee673-6122-4980-99d9-cc7dd5bb86ef" providerId="ADAL" clId="{06FE6DA5-91DA-48FB-BC41-D892F9E6555E}" dt="2024-05-28T19:04:29.435" v="5243" actId="478"/>
          <ac:spMkLst>
            <pc:docMk/>
            <pc:sldMk cId="3458397057" sldId="295"/>
            <ac:spMk id="2332" creationId="{00000000-0000-0000-0000-000000000000}"/>
          </ac:spMkLst>
        </pc:spChg>
        <pc:spChg chg="add del">
          <ac:chgData name="a46219 Lê Hải Sơn" userId="b07ee673-6122-4980-99d9-cc7dd5bb86ef" providerId="ADAL" clId="{06FE6DA5-91DA-48FB-BC41-D892F9E6555E}" dt="2024-05-28T19:04:29.435" v="5243" actId="478"/>
          <ac:spMkLst>
            <pc:docMk/>
            <pc:sldMk cId="3458397057" sldId="295"/>
            <ac:spMk id="2333" creationId="{00000000-0000-0000-0000-000000000000}"/>
          </ac:spMkLst>
        </pc:spChg>
        <pc:spChg chg="add del">
          <ac:chgData name="a46219 Lê Hải Sơn" userId="b07ee673-6122-4980-99d9-cc7dd5bb86ef" providerId="ADAL" clId="{06FE6DA5-91DA-48FB-BC41-D892F9E6555E}" dt="2024-05-28T19:04:29.435" v="5243" actId="478"/>
          <ac:spMkLst>
            <pc:docMk/>
            <pc:sldMk cId="3458397057" sldId="295"/>
            <ac:spMk id="2334" creationId="{00000000-0000-0000-0000-000000000000}"/>
          </ac:spMkLst>
        </pc:spChg>
        <pc:spChg chg="add del">
          <ac:chgData name="a46219 Lê Hải Sơn" userId="b07ee673-6122-4980-99d9-cc7dd5bb86ef" providerId="ADAL" clId="{06FE6DA5-91DA-48FB-BC41-D892F9E6555E}" dt="2024-05-28T19:04:29.435" v="5243" actId="478"/>
          <ac:spMkLst>
            <pc:docMk/>
            <pc:sldMk cId="3458397057" sldId="295"/>
            <ac:spMk id="2335" creationId="{00000000-0000-0000-0000-000000000000}"/>
          </ac:spMkLst>
        </pc:spChg>
        <pc:spChg chg="add del">
          <ac:chgData name="a46219 Lê Hải Sơn" userId="b07ee673-6122-4980-99d9-cc7dd5bb86ef" providerId="ADAL" clId="{06FE6DA5-91DA-48FB-BC41-D892F9E6555E}" dt="2024-05-28T18:46:11.267" v="4784" actId="478"/>
          <ac:spMkLst>
            <pc:docMk/>
            <pc:sldMk cId="3458397057" sldId="295"/>
            <ac:spMk id="2336" creationId="{00000000-0000-0000-0000-000000000000}"/>
          </ac:spMkLst>
        </pc:spChg>
        <pc:grpChg chg="add del mod">
          <ac:chgData name="a46219 Lê Hải Sơn" userId="b07ee673-6122-4980-99d9-cc7dd5bb86ef" providerId="ADAL" clId="{06FE6DA5-91DA-48FB-BC41-D892F9E6555E}" dt="2024-05-28T19:06:58.996" v="5252" actId="478"/>
          <ac:grpSpMkLst>
            <pc:docMk/>
            <pc:sldMk cId="3458397057" sldId="295"/>
            <ac:grpSpMk id="11" creationId="{7357535D-A8C6-8A06-EC5F-15445C018845}"/>
          </ac:grpSpMkLst>
        </pc:grpChg>
        <pc:grpChg chg="add del">
          <ac:chgData name="a46219 Lê Hải Sơn" userId="b07ee673-6122-4980-99d9-cc7dd5bb86ef" providerId="ADAL" clId="{06FE6DA5-91DA-48FB-BC41-D892F9E6555E}" dt="2024-05-28T18:46:11.267" v="4784" actId="478"/>
          <ac:grpSpMkLst>
            <pc:docMk/>
            <pc:sldMk cId="3458397057" sldId="295"/>
            <ac:grpSpMk id="1356" creationId="{00000000-0000-0000-0000-000000000000}"/>
          </ac:grpSpMkLst>
        </pc:grpChg>
        <pc:grpChg chg="add del">
          <ac:chgData name="a46219 Lê Hải Sơn" userId="b07ee673-6122-4980-99d9-cc7dd5bb86ef" providerId="ADAL" clId="{06FE6DA5-91DA-48FB-BC41-D892F9E6555E}" dt="2024-05-28T18:46:11.267" v="4784" actId="478"/>
          <ac:grpSpMkLst>
            <pc:docMk/>
            <pc:sldMk cId="3458397057" sldId="295"/>
            <ac:grpSpMk id="2310" creationId="{00000000-0000-0000-0000-000000000000}"/>
          </ac:grpSpMkLst>
        </pc:grpChg>
        <pc:grpChg chg="add del">
          <ac:chgData name="a46219 Lê Hải Sơn" userId="b07ee673-6122-4980-99d9-cc7dd5bb86ef" providerId="ADAL" clId="{06FE6DA5-91DA-48FB-BC41-D892F9E6555E}" dt="2024-05-28T18:46:11.267" v="4784" actId="478"/>
          <ac:grpSpMkLst>
            <pc:docMk/>
            <pc:sldMk cId="3458397057" sldId="295"/>
            <ac:grpSpMk id="2313" creationId="{00000000-0000-0000-0000-000000000000}"/>
          </ac:grpSpMkLst>
        </pc:grpChg>
        <pc:grpChg chg="add del">
          <ac:chgData name="a46219 Lê Hải Sơn" userId="b07ee673-6122-4980-99d9-cc7dd5bb86ef" providerId="ADAL" clId="{06FE6DA5-91DA-48FB-BC41-D892F9E6555E}" dt="2024-05-28T18:46:11.267" v="4784" actId="478"/>
          <ac:grpSpMkLst>
            <pc:docMk/>
            <pc:sldMk cId="3458397057" sldId="295"/>
            <ac:grpSpMk id="2316" creationId="{00000000-0000-0000-0000-000000000000}"/>
          </ac:grpSpMkLst>
        </pc:grpChg>
        <pc:grpChg chg="add del">
          <ac:chgData name="a46219 Lê Hải Sơn" userId="b07ee673-6122-4980-99d9-cc7dd5bb86ef" providerId="ADAL" clId="{06FE6DA5-91DA-48FB-BC41-D892F9E6555E}" dt="2024-05-28T18:46:11.267" v="4784" actId="478"/>
          <ac:grpSpMkLst>
            <pc:docMk/>
            <pc:sldMk cId="3458397057" sldId="295"/>
            <ac:grpSpMk id="2319" creationId="{00000000-0000-0000-0000-000000000000}"/>
          </ac:grpSpMkLst>
        </pc:grpChg>
        <pc:grpChg chg="add del">
          <ac:chgData name="a46219 Lê Hải Sơn" userId="b07ee673-6122-4980-99d9-cc7dd5bb86ef" providerId="ADAL" clId="{06FE6DA5-91DA-48FB-BC41-D892F9E6555E}" dt="2024-05-28T18:46:11.267" v="4784" actId="478"/>
          <ac:grpSpMkLst>
            <pc:docMk/>
            <pc:sldMk cId="3458397057" sldId="295"/>
            <ac:grpSpMk id="2322" creationId="{00000000-0000-0000-0000-000000000000}"/>
          </ac:grpSpMkLst>
        </pc:grpChg>
        <pc:graphicFrameChg chg="add del mod modGraphic">
          <ac:chgData name="a46219 Lê Hải Sơn" userId="b07ee673-6122-4980-99d9-cc7dd5bb86ef" providerId="ADAL" clId="{06FE6DA5-91DA-48FB-BC41-D892F9E6555E}" dt="2024-05-29T03:35:17.837" v="6384" actId="478"/>
          <ac:graphicFrameMkLst>
            <pc:docMk/>
            <pc:sldMk cId="3458397057" sldId="295"/>
            <ac:graphicFrameMk id="9" creationId="{7690FA0E-22DD-61D5-D76F-7C51F416CC3B}"/>
          </ac:graphicFrameMkLst>
        </pc:graphicFrameChg>
        <pc:graphicFrameChg chg="add mod modGraphic">
          <ac:chgData name="a46219 Lê Hải Sơn" userId="b07ee673-6122-4980-99d9-cc7dd5bb86ef" providerId="ADAL" clId="{06FE6DA5-91DA-48FB-BC41-D892F9E6555E}" dt="2024-05-29T04:11:02.470" v="6868" actId="122"/>
          <ac:graphicFrameMkLst>
            <pc:docMk/>
            <pc:sldMk cId="3458397057" sldId="295"/>
            <ac:graphicFrameMk id="14" creationId="{4EDA5B71-0A65-8D34-FBAD-61845B536388}"/>
          </ac:graphicFrameMkLst>
        </pc:graphicFrameChg>
        <pc:graphicFrameChg chg="add mod">
          <ac:chgData name="a46219 Lê Hải Sơn" userId="b07ee673-6122-4980-99d9-cc7dd5bb86ef" providerId="ADAL" clId="{06FE6DA5-91DA-48FB-BC41-D892F9E6555E}" dt="2024-05-29T03:32:49.270" v="6312" actId="1076"/>
          <ac:graphicFrameMkLst>
            <pc:docMk/>
            <pc:sldMk cId="3458397057" sldId="295"/>
            <ac:graphicFrameMk id="17" creationId="{337A9CF8-4F67-DC95-D347-465CA186AD1A}"/>
          </ac:graphicFrameMkLst>
        </pc:graphicFrameChg>
        <pc:graphicFrameChg chg="add mod modGraphic">
          <ac:chgData name="a46219 Lê Hải Sơn" userId="b07ee673-6122-4980-99d9-cc7dd5bb86ef" providerId="ADAL" clId="{06FE6DA5-91DA-48FB-BC41-D892F9E6555E}" dt="2024-05-29T05:04:45.245" v="7183" actId="20577"/>
          <ac:graphicFrameMkLst>
            <pc:docMk/>
            <pc:sldMk cId="3458397057" sldId="295"/>
            <ac:graphicFrameMk id="18" creationId="{51748AA0-61A4-7C60-3DFC-C5AFF9ECA341}"/>
          </ac:graphicFrameMkLst>
        </pc:graphicFrameChg>
        <pc:picChg chg="add del">
          <ac:chgData name="a46219 Lê Hải Sơn" userId="b07ee673-6122-4980-99d9-cc7dd5bb86ef" providerId="ADAL" clId="{06FE6DA5-91DA-48FB-BC41-D892F9E6555E}" dt="2024-05-28T19:04:29.435" v="5243" actId="478"/>
          <ac:picMkLst>
            <pc:docMk/>
            <pc:sldMk cId="3458397057" sldId="295"/>
            <ac:picMk id="2327" creationId="{00000000-0000-0000-0000-000000000000}"/>
          </ac:picMkLst>
        </pc:picChg>
        <pc:cxnChg chg="add mod">
          <ac:chgData name="a46219 Lê Hải Sơn" userId="b07ee673-6122-4980-99d9-cc7dd5bb86ef" providerId="ADAL" clId="{06FE6DA5-91DA-48FB-BC41-D892F9E6555E}" dt="2024-05-29T03:31:32.175" v="6195" actId="1037"/>
          <ac:cxnSpMkLst>
            <pc:docMk/>
            <pc:sldMk cId="3458397057" sldId="295"/>
            <ac:cxnSpMk id="3" creationId="{43267815-9E02-3B2F-1171-5119B8A4C2FE}"/>
          </ac:cxnSpMkLst>
        </pc:cxnChg>
        <pc:cxnChg chg="add mod">
          <ac:chgData name="a46219 Lê Hải Sơn" userId="b07ee673-6122-4980-99d9-cc7dd5bb86ef" providerId="ADAL" clId="{06FE6DA5-91DA-48FB-BC41-D892F9E6555E}" dt="2024-05-29T04:05:00.096" v="6862" actId="1036"/>
          <ac:cxnSpMkLst>
            <pc:docMk/>
            <pc:sldMk cId="3458397057" sldId="295"/>
            <ac:cxnSpMk id="4" creationId="{91513BC8-E86F-7BDD-A3E3-4FA59869726A}"/>
          </ac:cxnSpMkLst>
        </pc:cxnChg>
        <pc:cxnChg chg="add del mod">
          <ac:chgData name="a46219 Lê Hải Sơn" userId="b07ee673-6122-4980-99d9-cc7dd5bb86ef" providerId="ADAL" clId="{06FE6DA5-91DA-48FB-BC41-D892F9E6555E}" dt="2024-05-29T03:35:17.837" v="6384" actId="478"/>
          <ac:cxnSpMkLst>
            <pc:docMk/>
            <pc:sldMk cId="3458397057" sldId="295"/>
            <ac:cxnSpMk id="12" creationId="{DA7DDBFB-4504-A864-6D55-768522B989BF}"/>
          </ac:cxnSpMkLst>
        </pc:cxnChg>
        <pc:cxnChg chg="add mod">
          <ac:chgData name="a46219 Lê Hải Sơn" userId="b07ee673-6122-4980-99d9-cc7dd5bb86ef" providerId="ADAL" clId="{06FE6DA5-91DA-48FB-BC41-D892F9E6555E}" dt="2024-05-29T03:55:35.949" v="6731" actId="1076"/>
          <ac:cxnSpMkLst>
            <pc:docMk/>
            <pc:sldMk cId="3458397057" sldId="295"/>
            <ac:cxnSpMk id="13" creationId="{5F9CC5B8-71A6-0C9B-C81C-C67C8E19BF25}"/>
          </ac:cxnSpMkLst>
        </pc:cxnChg>
        <pc:cxnChg chg="add mod">
          <ac:chgData name="a46219 Lê Hải Sơn" userId="b07ee673-6122-4980-99d9-cc7dd5bb86ef" providerId="ADAL" clId="{06FE6DA5-91DA-48FB-BC41-D892F9E6555E}" dt="2024-05-29T03:55:35.949" v="6731" actId="1076"/>
          <ac:cxnSpMkLst>
            <pc:docMk/>
            <pc:sldMk cId="3458397057" sldId="295"/>
            <ac:cxnSpMk id="23" creationId="{2DB64680-EC31-77BC-F6BB-CF586453C1D5}"/>
          </ac:cxnSpMkLst>
        </pc:cxnChg>
      </pc:sldChg>
      <pc:sldChg chg="add setBg">
        <pc:chgData name="a46219 Lê Hải Sơn" userId="b07ee673-6122-4980-99d9-cc7dd5bb86ef" providerId="ADAL" clId="{06FE6DA5-91DA-48FB-BC41-D892F9E6555E}" dt="2024-05-29T05:25:19.849" v="7473"/>
        <pc:sldMkLst>
          <pc:docMk/>
          <pc:sldMk cId="1230017354" sldId="296"/>
        </pc:sldMkLst>
      </pc:sldChg>
      <pc:sldChg chg="delSp modSp add del mod ord setBg">
        <pc:chgData name="a46219 Lê Hải Sơn" userId="b07ee673-6122-4980-99d9-cc7dd5bb86ef" providerId="ADAL" clId="{06FE6DA5-91DA-48FB-BC41-D892F9E6555E}" dt="2024-05-29T05:25:19.849" v="7473"/>
        <pc:sldMkLst>
          <pc:docMk/>
          <pc:sldMk cId="803943670" sldId="297"/>
        </pc:sldMkLst>
        <pc:spChg chg="mod">
          <ac:chgData name="a46219 Lê Hải Sơn" userId="b07ee673-6122-4980-99d9-cc7dd5bb86ef" providerId="ADAL" clId="{06FE6DA5-91DA-48FB-BC41-D892F9E6555E}" dt="2024-05-29T04:24:03.165" v="7133" actId="20577"/>
          <ac:spMkLst>
            <pc:docMk/>
            <pc:sldMk cId="803943670" sldId="297"/>
            <ac:spMk id="2486" creationId="{00000000-0000-0000-0000-000000000000}"/>
          </ac:spMkLst>
        </pc:spChg>
        <pc:grpChg chg="del">
          <ac:chgData name="a46219 Lê Hải Sơn" userId="b07ee673-6122-4980-99d9-cc7dd5bb86ef" providerId="ADAL" clId="{06FE6DA5-91DA-48FB-BC41-D892F9E6555E}" dt="2024-05-29T04:24:12.138" v="7134" actId="478"/>
          <ac:grpSpMkLst>
            <pc:docMk/>
            <pc:sldMk cId="803943670" sldId="297"/>
            <ac:grpSpMk id="2482" creationId="{00000000-0000-0000-0000-000000000000}"/>
          </ac:grpSpMkLst>
        </pc:grpChg>
        <pc:graphicFrameChg chg="del">
          <ac:chgData name="a46219 Lê Hải Sơn" userId="b07ee673-6122-4980-99d9-cc7dd5bb86ef" providerId="ADAL" clId="{06FE6DA5-91DA-48FB-BC41-D892F9E6555E}" dt="2024-05-29T04:24:12.138" v="7134" actId="478"/>
          <ac:graphicFrameMkLst>
            <pc:docMk/>
            <pc:sldMk cId="803943670" sldId="297"/>
            <ac:graphicFrameMk id="2485" creationId="{00000000-0000-0000-0000-000000000000}"/>
          </ac:graphicFrameMkLst>
        </pc:graphicFrameChg>
      </pc:sldChg>
      <pc:sldChg chg="modSp add mod ord setBg">
        <pc:chgData name="a46219 Lê Hải Sơn" userId="b07ee673-6122-4980-99d9-cc7dd5bb86ef" providerId="ADAL" clId="{06FE6DA5-91DA-48FB-BC41-D892F9E6555E}" dt="2024-05-29T05:25:19.849" v="7473"/>
        <pc:sldMkLst>
          <pc:docMk/>
          <pc:sldMk cId="661929442" sldId="298"/>
        </pc:sldMkLst>
        <pc:spChg chg="mod">
          <ac:chgData name="a46219 Lê Hải Sơn" userId="b07ee673-6122-4980-99d9-cc7dd5bb86ef" providerId="ADAL" clId="{06FE6DA5-91DA-48FB-BC41-D892F9E6555E}" dt="2024-05-29T04:25:28.484" v="7176" actId="20577"/>
          <ac:spMkLst>
            <pc:docMk/>
            <pc:sldMk cId="661929442" sldId="298"/>
            <ac:spMk id="2486" creationId="{00000000-0000-0000-0000-000000000000}"/>
          </ac:spMkLst>
        </pc:spChg>
        <pc:graphicFrameChg chg="modGraphic">
          <ac:chgData name="a46219 Lê Hải Sơn" userId="b07ee673-6122-4980-99d9-cc7dd5bb86ef" providerId="ADAL" clId="{06FE6DA5-91DA-48FB-BC41-D892F9E6555E}" dt="2024-05-29T04:25:53.744" v="7178" actId="20577"/>
          <ac:graphicFrameMkLst>
            <pc:docMk/>
            <pc:sldMk cId="661929442" sldId="298"/>
            <ac:graphicFrameMk id="2485" creationId="{00000000-0000-0000-0000-000000000000}"/>
          </ac:graphicFrameMkLst>
        </pc:graphicFrameChg>
      </pc:sldChg>
      <pc:sldMasterChg chg="delSldLayout modSldLayout">
        <pc:chgData name="a46219 Lê Hải Sơn" userId="b07ee673-6122-4980-99d9-cc7dd5bb86ef" providerId="ADAL" clId="{06FE6DA5-91DA-48FB-BC41-D892F9E6555E}" dt="2024-05-29T05:25:19.849" v="7473"/>
        <pc:sldMasterMkLst>
          <pc:docMk/>
          <pc:sldMasterMk cId="0" sldId="2147483670"/>
        </pc:sldMasterMkLst>
        <pc:sldLayoutChg chg="setBg">
          <pc:chgData name="a46219 Lê Hải Sơn" userId="b07ee673-6122-4980-99d9-cc7dd5bb86ef" providerId="ADAL" clId="{06FE6DA5-91DA-48FB-BC41-D892F9E6555E}" dt="2024-05-29T05:25:19.849" v="7473"/>
          <pc:sldLayoutMkLst>
            <pc:docMk/>
            <pc:sldMasterMk cId="0" sldId="2147483670"/>
            <pc:sldLayoutMk cId="0" sldId="2147483648"/>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49"/>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0"/>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1"/>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2"/>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3"/>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4"/>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5"/>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6"/>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7"/>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8"/>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59"/>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60"/>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61"/>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62"/>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63"/>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64"/>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65"/>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66"/>
          </pc:sldLayoutMkLst>
        </pc:sldLayoutChg>
        <pc:sldLayoutChg chg="setBg">
          <pc:chgData name="a46219 Lê Hải Sơn" userId="b07ee673-6122-4980-99d9-cc7dd5bb86ef" providerId="ADAL" clId="{06FE6DA5-91DA-48FB-BC41-D892F9E6555E}" dt="2024-05-29T05:25:19.849" v="7473"/>
          <pc:sldLayoutMkLst>
            <pc:docMk/>
            <pc:sldMasterMk cId="0" sldId="2147483670"/>
            <pc:sldLayoutMk cId="0" sldId="2147483667"/>
          </pc:sldLayoutMkLst>
        </pc:sldLayoutChg>
        <pc:sldLayoutChg chg="del">
          <pc:chgData name="a46219 Lê Hải Sơn" userId="b07ee673-6122-4980-99d9-cc7dd5bb86ef" providerId="ADAL" clId="{06FE6DA5-91DA-48FB-BC41-D892F9E6555E}" dt="2024-05-29T02:47:41.814" v="5660" actId="2696"/>
          <pc:sldLayoutMkLst>
            <pc:docMk/>
            <pc:sldMasterMk cId="0" sldId="2147483670"/>
            <pc:sldLayoutMk cId="1643976535" sldId="2147483673"/>
          </pc:sldLayoutMkLst>
        </pc:sldLayoutChg>
      </pc:sldMasterChg>
    </pc:docChg>
  </pc:docChgLst>
  <pc:docChgLst>
    <pc:chgData name="a46219 Lê Hải Sơn" userId="b07ee673-6122-4980-99d9-cc7dd5bb86ef" providerId="ADAL" clId="{25A24D89-CDB5-439F-81AA-71C432E97E0F}"/>
    <pc:docChg chg="undo redo custSel addSld delSld modSld sldOrd delMainMaster">
      <pc:chgData name="a46219 Lê Hải Sơn" userId="b07ee673-6122-4980-99d9-cc7dd5bb86ef" providerId="ADAL" clId="{25A24D89-CDB5-439F-81AA-71C432E97E0F}" dt="2024-05-29T19:11:54.982" v="2128" actId="14734"/>
      <pc:docMkLst>
        <pc:docMk/>
      </pc:docMkLst>
      <pc:sldChg chg="addSp delSp modSp mod">
        <pc:chgData name="a46219 Lê Hải Sơn" userId="b07ee673-6122-4980-99d9-cc7dd5bb86ef" providerId="ADAL" clId="{25A24D89-CDB5-439F-81AA-71C432E97E0F}" dt="2024-05-29T19:05:18.681" v="2014" actId="20577"/>
        <pc:sldMkLst>
          <pc:docMk/>
          <pc:sldMk cId="0" sldId="257"/>
        </pc:sldMkLst>
        <pc:spChg chg="mod">
          <ac:chgData name="a46219 Lê Hải Sơn" userId="b07ee673-6122-4980-99d9-cc7dd5bb86ef" providerId="ADAL" clId="{25A24D89-CDB5-439F-81AA-71C432E97E0F}" dt="2024-05-29T19:05:18.681" v="2014" actId="20577"/>
          <ac:spMkLst>
            <pc:docMk/>
            <pc:sldMk cId="0" sldId="257"/>
            <ac:spMk id="13" creationId="{B5A1BE4E-D35A-D090-216A-C8F92098D542}"/>
          </ac:spMkLst>
        </pc:spChg>
        <pc:spChg chg="mod">
          <ac:chgData name="a46219 Lê Hải Sơn" userId="b07ee673-6122-4980-99d9-cc7dd5bb86ef" providerId="ADAL" clId="{25A24D89-CDB5-439F-81AA-71C432E97E0F}" dt="2024-05-29T17:25:22.928" v="883" actId="20577"/>
          <ac:spMkLst>
            <pc:docMk/>
            <pc:sldMk cId="0" sldId="257"/>
            <ac:spMk id="422" creationId="{00000000-0000-0000-0000-000000000000}"/>
          </ac:spMkLst>
        </pc:spChg>
        <pc:spChg chg="del mod">
          <ac:chgData name="a46219 Lê Hải Sơn" userId="b07ee673-6122-4980-99d9-cc7dd5bb86ef" providerId="ADAL" clId="{25A24D89-CDB5-439F-81AA-71C432E97E0F}" dt="2024-05-29T16:43:26.941" v="472" actId="478"/>
          <ac:spMkLst>
            <pc:docMk/>
            <pc:sldMk cId="0" sldId="257"/>
            <ac:spMk id="436" creationId="{7C3BF0AB-0146-91B4-29B9-9C5C5C32E593}"/>
          </ac:spMkLst>
        </pc:spChg>
        <pc:spChg chg="del">
          <ac:chgData name="a46219 Lê Hải Sơn" userId="b07ee673-6122-4980-99d9-cc7dd5bb86ef" providerId="ADAL" clId="{25A24D89-CDB5-439F-81AA-71C432E97E0F}" dt="2024-05-29T16:43:26.941" v="472" actId="478"/>
          <ac:spMkLst>
            <pc:docMk/>
            <pc:sldMk cId="0" sldId="257"/>
            <ac:spMk id="437" creationId="{B1218D85-E82E-5E7B-57CE-A83FE737BA79}"/>
          </ac:spMkLst>
        </pc:spChg>
        <pc:spChg chg="del mod">
          <ac:chgData name="a46219 Lê Hải Sơn" userId="b07ee673-6122-4980-99d9-cc7dd5bb86ef" providerId="ADAL" clId="{25A24D89-CDB5-439F-81AA-71C432E97E0F}" dt="2024-05-29T16:43:26.941" v="472" actId="478"/>
          <ac:spMkLst>
            <pc:docMk/>
            <pc:sldMk cId="0" sldId="257"/>
            <ac:spMk id="438" creationId="{CF1114A8-84CD-83C5-2ED1-6D1C18BCAA31}"/>
          </ac:spMkLst>
        </pc:spChg>
        <pc:spChg chg="del">
          <ac:chgData name="a46219 Lê Hải Sơn" userId="b07ee673-6122-4980-99d9-cc7dd5bb86ef" providerId="ADAL" clId="{25A24D89-CDB5-439F-81AA-71C432E97E0F}" dt="2024-05-29T16:43:26.941" v="472" actId="478"/>
          <ac:spMkLst>
            <pc:docMk/>
            <pc:sldMk cId="0" sldId="257"/>
            <ac:spMk id="439" creationId="{D77D61DF-13DC-C1D3-40CC-88EEA1BD978F}"/>
          </ac:spMkLst>
        </pc:spChg>
        <pc:graphicFrameChg chg="add mod">
          <ac:chgData name="a46219 Lê Hải Sơn" userId="b07ee673-6122-4980-99d9-cc7dd5bb86ef" providerId="ADAL" clId="{25A24D89-CDB5-439F-81AA-71C432E97E0F}" dt="2024-05-29T16:49:52.862" v="475" actId="1957"/>
          <ac:graphicFrameMkLst>
            <pc:docMk/>
            <pc:sldMk cId="0" sldId="257"/>
            <ac:graphicFrameMk id="4" creationId="{EA302926-8F64-E21D-56B0-CE71C2FF16B9}"/>
          </ac:graphicFrameMkLst>
        </pc:graphicFrameChg>
        <pc:graphicFrameChg chg="add del mod">
          <ac:chgData name="a46219 Lê Hải Sơn" userId="b07ee673-6122-4980-99d9-cc7dd5bb86ef" providerId="ADAL" clId="{25A24D89-CDB5-439F-81AA-71C432E97E0F}" dt="2024-05-29T16:58:22.405" v="488" actId="478"/>
          <ac:graphicFrameMkLst>
            <pc:docMk/>
            <pc:sldMk cId="0" sldId="257"/>
            <ac:graphicFrameMk id="7" creationId="{66139D0D-5270-4194-56B8-2AA65FB1D1A2}"/>
          </ac:graphicFrameMkLst>
        </pc:graphicFrameChg>
        <pc:graphicFrameChg chg="add mod">
          <ac:chgData name="a46219 Lê Hải Sơn" userId="b07ee673-6122-4980-99d9-cc7dd5bb86ef" providerId="ADAL" clId="{25A24D89-CDB5-439F-81AA-71C432E97E0F}" dt="2024-05-29T17:25:49.794" v="887"/>
          <ac:graphicFrameMkLst>
            <pc:docMk/>
            <pc:sldMk cId="0" sldId="257"/>
            <ac:graphicFrameMk id="10" creationId="{7C91363D-CDD9-35D4-A683-E45C3C03A157}"/>
          </ac:graphicFrameMkLst>
        </pc:graphicFrameChg>
      </pc:sldChg>
      <pc:sldChg chg="del">
        <pc:chgData name="a46219 Lê Hải Sơn" userId="b07ee673-6122-4980-99d9-cc7dd5bb86ef" providerId="ADAL" clId="{25A24D89-CDB5-439F-81AA-71C432E97E0F}" dt="2024-05-29T18:52:21.907" v="1877" actId="47"/>
        <pc:sldMkLst>
          <pc:docMk/>
          <pc:sldMk cId="0" sldId="258"/>
        </pc:sldMkLst>
      </pc:sldChg>
      <pc:sldChg chg="del ord">
        <pc:chgData name="a46219 Lê Hải Sơn" userId="b07ee673-6122-4980-99d9-cc7dd5bb86ef" providerId="ADAL" clId="{25A24D89-CDB5-439F-81AA-71C432E97E0F}" dt="2024-05-29T18:52:23.698" v="1879" actId="47"/>
        <pc:sldMkLst>
          <pc:docMk/>
          <pc:sldMk cId="0" sldId="260"/>
        </pc:sldMkLst>
      </pc:sldChg>
      <pc:sldChg chg="modTransition">
        <pc:chgData name="a46219 Lê Hải Sơn" userId="b07ee673-6122-4980-99d9-cc7dd5bb86ef" providerId="ADAL" clId="{25A24D89-CDB5-439F-81AA-71C432E97E0F}" dt="2024-05-29T16:58:47.992" v="491"/>
        <pc:sldMkLst>
          <pc:docMk/>
          <pc:sldMk cId="0" sldId="261"/>
        </pc:sldMkLst>
      </pc:sldChg>
      <pc:sldChg chg="modSp mod">
        <pc:chgData name="a46219 Lê Hải Sơn" userId="b07ee673-6122-4980-99d9-cc7dd5bb86ef" providerId="ADAL" clId="{25A24D89-CDB5-439F-81AA-71C432E97E0F}" dt="2024-05-29T18:56:42.300" v="1911" actId="1076"/>
        <pc:sldMkLst>
          <pc:docMk/>
          <pc:sldMk cId="0" sldId="262"/>
        </pc:sldMkLst>
        <pc:spChg chg="mod">
          <ac:chgData name="a46219 Lê Hải Sơn" userId="b07ee673-6122-4980-99d9-cc7dd5bb86ef" providerId="ADAL" clId="{25A24D89-CDB5-439F-81AA-71C432E97E0F}" dt="2024-05-29T17:50:07.716" v="1446" actId="2711"/>
          <ac:spMkLst>
            <pc:docMk/>
            <pc:sldMk cId="0" sldId="262"/>
            <ac:spMk id="7" creationId="{40A2F489-41AD-3964-1F71-F621D67115E7}"/>
          </ac:spMkLst>
        </pc:spChg>
        <pc:spChg chg="mod">
          <ac:chgData name="a46219 Lê Hải Sơn" userId="b07ee673-6122-4980-99d9-cc7dd5bb86ef" providerId="ADAL" clId="{25A24D89-CDB5-439F-81AA-71C432E97E0F}" dt="2024-05-29T17:50:07.716" v="1446" actId="2711"/>
          <ac:spMkLst>
            <pc:docMk/>
            <pc:sldMk cId="0" sldId="262"/>
            <ac:spMk id="8" creationId="{30F1744D-AC4B-BF02-27C4-BD3299C038E1}"/>
          </ac:spMkLst>
        </pc:spChg>
        <pc:spChg chg="mod">
          <ac:chgData name="a46219 Lê Hải Sơn" userId="b07ee673-6122-4980-99d9-cc7dd5bb86ef" providerId="ADAL" clId="{25A24D89-CDB5-439F-81AA-71C432E97E0F}" dt="2024-05-29T17:50:07.716" v="1446" actId="2711"/>
          <ac:spMkLst>
            <pc:docMk/>
            <pc:sldMk cId="0" sldId="262"/>
            <ac:spMk id="788" creationId="{00000000-0000-0000-0000-000000000000}"/>
          </ac:spMkLst>
        </pc:spChg>
        <pc:spChg chg="mod">
          <ac:chgData name="a46219 Lê Hải Sơn" userId="b07ee673-6122-4980-99d9-cc7dd5bb86ef" providerId="ADAL" clId="{25A24D89-CDB5-439F-81AA-71C432E97E0F}" dt="2024-05-29T18:56:42.300" v="1911" actId="1076"/>
          <ac:spMkLst>
            <pc:docMk/>
            <pc:sldMk cId="0" sldId="262"/>
            <ac:spMk id="789" creationId="{00000000-0000-0000-0000-000000000000}"/>
          </ac:spMkLst>
        </pc:spChg>
        <pc:spChg chg="mod">
          <ac:chgData name="a46219 Lê Hải Sơn" userId="b07ee673-6122-4980-99d9-cc7dd5bb86ef" providerId="ADAL" clId="{25A24D89-CDB5-439F-81AA-71C432E97E0F}" dt="2024-05-29T17:50:11.308" v="1447" actId="14100"/>
          <ac:spMkLst>
            <pc:docMk/>
            <pc:sldMk cId="0" sldId="262"/>
            <ac:spMk id="805" creationId="{00000000-0000-0000-0000-000000000000}"/>
          </ac:spMkLst>
        </pc:spChg>
        <pc:picChg chg="mod">
          <ac:chgData name="a46219 Lê Hải Sơn" userId="b07ee673-6122-4980-99d9-cc7dd5bb86ef" providerId="ADAL" clId="{25A24D89-CDB5-439F-81AA-71C432E97E0F}" dt="2024-05-29T17:50:07.716" v="1446" actId="2711"/>
          <ac:picMkLst>
            <pc:docMk/>
            <pc:sldMk cId="0" sldId="262"/>
            <ac:picMk id="5" creationId="{9EEDB46E-C96C-55AC-BF1E-29645AB2483A}"/>
          </ac:picMkLst>
        </pc:picChg>
        <pc:picChg chg="mod">
          <ac:chgData name="a46219 Lê Hải Sơn" userId="b07ee673-6122-4980-99d9-cc7dd5bb86ef" providerId="ADAL" clId="{25A24D89-CDB5-439F-81AA-71C432E97E0F}" dt="2024-05-29T17:50:07.716" v="1446" actId="2711"/>
          <ac:picMkLst>
            <pc:docMk/>
            <pc:sldMk cId="0" sldId="262"/>
            <ac:picMk id="1026" creationId="{0F52D7ED-64E4-1601-511B-4826BBCAFB52}"/>
          </ac:picMkLst>
        </pc:picChg>
      </pc:sldChg>
      <pc:sldChg chg="modSp mod">
        <pc:chgData name="a46219 Lê Hải Sơn" userId="b07ee673-6122-4980-99d9-cc7dd5bb86ef" providerId="ADAL" clId="{25A24D89-CDB5-439F-81AA-71C432E97E0F}" dt="2024-05-29T19:03:40.346" v="1919" actId="1076"/>
        <pc:sldMkLst>
          <pc:docMk/>
          <pc:sldMk cId="0" sldId="263"/>
        </pc:sldMkLst>
        <pc:spChg chg="mod">
          <ac:chgData name="a46219 Lê Hải Sơn" userId="b07ee673-6122-4980-99d9-cc7dd5bb86ef" providerId="ADAL" clId="{25A24D89-CDB5-439F-81AA-71C432E97E0F}" dt="2024-05-29T17:49:10.954" v="1392" actId="2711"/>
          <ac:spMkLst>
            <pc:docMk/>
            <pc:sldMk cId="0" sldId="263"/>
            <ac:spMk id="2" creationId="{7C047162-45C3-9FC6-9A64-AEEC1B83C377}"/>
          </ac:spMkLst>
        </pc:spChg>
        <pc:spChg chg="mod">
          <ac:chgData name="a46219 Lê Hải Sơn" userId="b07ee673-6122-4980-99d9-cc7dd5bb86ef" providerId="ADAL" clId="{25A24D89-CDB5-439F-81AA-71C432E97E0F}" dt="2024-05-29T17:49:10.954" v="1392" actId="2711"/>
          <ac:spMkLst>
            <pc:docMk/>
            <pc:sldMk cId="0" sldId="263"/>
            <ac:spMk id="3" creationId="{FD75121A-34EC-31B2-CC25-5AE552195EC2}"/>
          </ac:spMkLst>
        </pc:spChg>
        <pc:spChg chg="mod">
          <ac:chgData name="a46219 Lê Hải Sơn" userId="b07ee673-6122-4980-99d9-cc7dd5bb86ef" providerId="ADAL" clId="{25A24D89-CDB5-439F-81AA-71C432E97E0F}" dt="2024-05-29T17:49:10.954" v="1392" actId="2711"/>
          <ac:spMkLst>
            <pc:docMk/>
            <pc:sldMk cId="0" sldId="263"/>
            <ac:spMk id="4" creationId="{2CFF4B4E-80A0-D544-937E-A4648C2E8EBE}"/>
          </ac:spMkLst>
        </pc:spChg>
        <pc:spChg chg="mod">
          <ac:chgData name="a46219 Lê Hải Sơn" userId="b07ee673-6122-4980-99d9-cc7dd5bb86ef" providerId="ADAL" clId="{25A24D89-CDB5-439F-81AA-71C432E97E0F}" dt="2024-05-29T17:49:10.954" v="1392" actId="2711"/>
          <ac:spMkLst>
            <pc:docMk/>
            <pc:sldMk cId="0" sldId="263"/>
            <ac:spMk id="6" creationId="{3807C732-76E7-5D7E-22A0-5FA36B57875E}"/>
          </ac:spMkLst>
        </pc:spChg>
        <pc:spChg chg="mod">
          <ac:chgData name="a46219 Lê Hải Sơn" userId="b07ee673-6122-4980-99d9-cc7dd5bb86ef" providerId="ADAL" clId="{25A24D89-CDB5-439F-81AA-71C432E97E0F}" dt="2024-05-29T17:49:10.954" v="1392" actId="2711"/>
          <ac:spMkLst>
            <pc:docMk/>
            <pc:sldMk cId="0" sldId="263"/>
            <ac:spMk id="7" creationId="{992DDFDE-B130-E8BF-4F4E-90D810427495}"/>
          </ac:spMkLst>
        </pc:spChg>
        <pc:spChg chg="mod">
          <ac:chgData name="a46219 Lê Hải Sơn" userId="b07ee673-6122-4980-99d9-cc7dd5bb86ef" providerId="ADAL" clId="{25A24D89-CDB5-439F-81AA-71C432E97E0F}" dt="2024-05-29T17:49:10.954" v="1392" actId="2711"/>
          <ac:spMkLst>
            <pc:docMk/>
            <pc:sldMk cId="0" sldId="263"/>
            <ac:spMk id="9" creationId="{71D5D379-5C82-1657-30F7-61583165A6EE}"/>
          </ac:spMkLst>
        </pc:spChg>
        <pc:spChg chg="mod">
          <ac:chgData name="a46219 Lê Hải Sơn" userId="b07ee673-6122-4980-99d9-cc7dd5bb86ef" providerId="ADAL" clId="{25A24D89-CDB5-439F-81AA-71C432E97E0F}" dt="2024-05-29T17:49:10.954" v="1392" actId="2711"/>
          <ac:spMkLst>
            <pc:docMk/>
            <pc:sldMk cId="0" sldId="263"/>
            <ac:spMk id="10" creationId="{A1214198-8A5A-7201-FF29-1CE0D597133C}"/>
          </ac:spMkLst>
        </pc:spChg>
        <pc:spChg chg="mod">
          <ac:chgData name="a46219 Lê Hải Sơn" userId="b07ee673-6122-4980-99d9-cc7dd5bb86ef" providerId="ADAL" clId="{25A24D89-CDB5-439F-81AA-71C432E97E0F}" dt="2024-05-29T17:49:10.954" v="1392" actId="2711"/>
          <ac:spMkLst>
            <pc:docMk/>
            <pc:sldMk cId="0" sldId="263"/>
            <ac:spMk id="12" creationId="{774717BB-9CE1-AFC9-C40F-CF315C814106}"/>
          </ac:spMkLst>
        </pc:spChg>
        <pc:spChg chg="mod">
          <ac:chgData name="a46219 Lê Hải Sơn" userId="b07ee673-6122-4980-99d9-cc7dd5bb86ef" providerId="ADAL" clId="{25A24D89-CDB5-439F-81AA-71C432E97E0F}" dt="2024-05-29T17:49:10.954" v="1392" actId="2711"/>
          <ac:spMkLst>
            <pc:docMk/>
            <pc:sldMk cId="0" sldId="263"/>
            <ac:spMk id="13" creationId="{B355CEF1-3534-5D7A-79D7-8933D1AB23E8}"/>
          </ac:spMkLst>
        </pc:spChg>
        <pc:spChg chg="mod">
          <ac:chgData name="a46219 Lê Hải Sơn" userId="b07ee673-6122-4980-99d9-cc7dd5bb86ef" providerId="ADAL" clId="{25A24D89-CDB5-439F-81AA-71C432E97E0F}" dt="2024-05-29T17:49:10.954" v="1392" actId="2711"/>
          <ac:spMkLst>
            <pc:docMk/>
            <pc:sldMk cId="0" sldId="263"/>
            <ac:spMk id="14" creationId="{47A0354F-06FA-B03D-209D-FAE843F23803}"/>
          </ac:spMkLst>
        </pc:spChg>
        <pc:spChg chg="mod">
          <ac:chgData name="a46219 Lê Hải Sơn" userId="b07ee673-6122-4980-99d9-cc7dd5bb86ef" providerId="ADAL" clId="{25A24D89-CDB5-439F-81AA-71C432E97E0F}" dt="2024-05-29T17:49:10.954" v="1392" actId="2711"/>
          <ac:spMkLst>
            <pc:docMk/>
            <pc:sldMk cId="0" sldId="263"/>
            <ac:spMk id="15" creationId="{3450BB6D-A9A3-402D-453B-02C5DDD0C2CC}"/>
          </ac:spMkLst>
        </pc:spChg>
        <pc:spChg chg="mod">
          <ac:chgData name="a46219 Lê Hải Sơn" userId="b07ee673-6122-4980-99d9-cc7dd5bb86ef" providerId="ADAL" clId="{25A24D89-CDB5-439F-81AA-71C432E97E0F}" dt="2024-05-29T17:49:10.954" v="1392" actId="2711"/>
          <ac:spMkLst>
            <pc:docMk/>
            <pc:sldMk cId="0" sldId="263"/>
            <ac:spMk id="16" creationId="{1D5B3490-0C80-0259-E92A-D6906EC329E1}"/>
          </ac:spMkLst>
        </pc:spChg>
        <pc:spChg chg="mod">
          <ac:chgData name="a46219 Lê Hải Sơn" userId="b07ee673-6122-4980-99d9-cc7dd5bb86ef" providerId="ADAL" clId="{25A24D89-CDB5-439F-81AA-71C432E97E0F}" dt="2024-05-29T17:49:10.954" v="1392" actId="2711"/>
          <ac:spMkLst>
            <pc:docMk/>
            <pc:sldMk cId="0" sldId="263"/>
            <ac:spMk id="18" creationId="{393D24BE-DF87-CA15-E249-B717E15F9C02}"/>
          </ac:spMkLst>
        </pc:spChg>
        <pc:spChg chg="mod">
          <ac:chgData name="a46219 Lê Hải Sơn" userId="b07ee673-6122-4980-99d9-cc7dd5bb86ef" providerId="ADAL" clId="{25A24D89-CDB5-439F-81AA-71C432E97E0F}" dt="2024-05-29T17:49:10.954" v="1392" actId="2711"/>
          <ac:spMkLst>
            <pc:docMk/>
            <pc:sldMk cId="0" sldId="263"/>
            <ac:spMk id="19" creationId="{4D879C24-D7C2-EF86-7381-5B4F0CE30F77}"/>
          </ac:spMkLst>
        </pc:spChg>
        <pc:spChg chg="mod">
          <ac:chgData name="a46219 Lê Hải Sơn" userId="b07ee673-6122-4980-99d9-cc7dd5bb86ef" providerId="ADAL" clId="{25A24D89-CDB5-439F-81AA-71C432E97E0F}" dt="2024-05-29T19:03:40.346" v="1919" actId="1076"/>
          <ac:spMkLst>
            <pc:docMk/>
            <pc:sldMk cId="0" sldId="263"/>
            <ac:spMk id="20" creationId="{567E2EF9-9C42-6EBC-E5C9-6A0C81D1675C}"/>
          </ac:spMkLst>
        </pc:spChg>
        <pc:spChg chg="mod">
          <ac:chgData name="a46219 Lê Hải Sơn" userId="b07ee673-6122-4980-99d9-cc7dd5bb86ef" providerId="ADAL" clId="{25A24D89-CDB5-439F-81AA-71C432E97E0F}" dt="2024-05-29T17:49:10.954" v="1392" actId="2711"/>
          <ac:spMkLst>
            <pc:docMk/>
            <pc:sldMk cId="0" sldId="263"/>
            <ac:spMk id="22" creationId="{51DCE224-6B7E-D859-233E-8773BCF09616}"/>
          </ac:spMkLst>
        </pc:spChg>
        <pc:spChg chg="mod">
          <ac:chgData name="a46219 Lê Hải Sơn" userId="b07ee673-6122-4980-99d9-cc7dd5bb86ef" providerId="ADAL" clId="{25A24D89-CDB5-439F-81AA-71C432E97E0F}" dt="2024-05-29T17:49:10.954" v="1392" actId="2711"/>
          <ac:spMkLst>
            <pc:docMk/>
            <pc:sldMk cId="0" sldId="263"/>
            <ac:spMk id="23" creationId="{63B86A13-F4CD-71C3-8FBB-B64AF902D654}"/>
          </ac:spMkLst>
        </pc:spChg>
        <pc:spChg chg="mod">
          <ac:chgData name="a46219 Lê Hải Sơn" userId="b07ee673-6122-4980-99d9-cc7dd5bb86ef" providerId="ADAL" clId="{25A24D89-CDB5-439F-81AA-71C432E97E0F}" dt="2024-05-29T17:49:17.924" v="1394" actId="113"/>
          <ac:spMkLst>
            <pc:docMk/>
            <pc:sldMk cId="0" sldId="263"/>
            <ac:spMk id="24" creationId="{1C91092B-6A32-28A4-4557-03DDACC5F139}"/>
          </ac:spMkLst>
        </pc:spChg>
        <pc:spChg chg="mod">
          <ac:chgData name="a46219 Lê Hải Sơn" userId="b07ee673-6122-4980-99d9-cc7dd5bb86ef" providerId="ADAL" clId="{25A24D89-CDB5-439F-81AA-71C432E97E0F}" dt="2024-05-29T17:49:10.954" v="1392" actId="2711"/>
          <ac:spMkLst>
            <pc:docMk/>
            <pc:sldMk cId="0" sldId="263"/>
            <ac:spMk id="25" creationId="{42606DFD-5D87-FD03-8175-D59D140FA991}"/>
          </ac:spMkLst>
        </pc:spChg>
        <pc:spChg chg="mod">
          <ac:chgData name="a46219 Lê Hải Sơn" userId="b07ee673-6122-4980-99d9-cc7dd5bb86ef" providerId="ADAL" clId="{25A24D89-CDB5-439F-81AA-71C432E97E0F}" dt="2024-05-29T17:49:10.954" v="1392" actId="2711"/>
          <ac:spMkLst>
            <pc:docMk/>
            <pc:sldMk cId="0" sldId="263"/>
            <ac:spMk id="27" creationId="{36DED410-FA6C-F46A-6F81-5536ED7ED074}"/>
          </ac:spMkLst>
        </pc:spChg>
        <pc:spChg chg="mod">
          <ac:chgData name="a46219 Lê Hải Sơn" userId="b07ee673-6122-4980-99d9-cc7dd5bb86ef" providerId="ADAL" clId="{25A24D89-CDB5-439F-81AA-71C432E97E0F}" dt="2024-05-29T17:49:10.954" v="1392" actId="2711"/>
          <ac:spMkLst>
            <pc:docMk/>
            <pc:sldMk cId="0" sldId="263"/>
            <ac:spMk id="29" creationId="{0BEC9DE4-227B-F48E-BF45-EB3AD2FC83BB}"/>
          </ac:spMkLst>
        </pc:spChg>
        <pc:spChg chg="mod">
          <ac:chgData name="a46219 Lê Hải Sơn" userId="b07ee673-6122-4980-99d9-cc7dd5bb86ef" providerId="ADAL" clId="{25A24D89-CDB5-439F-81AA-71C432E97E0F}" dt="2024-05-29T17:49:10.954" v="1392" actId="2711"/>
          <ac:spMkLst>
            <pc:docMk/>
            <pc:sldMk cId="0" sldId="263"/>
            <ac:spMk id="30" creationId="{504646EE-CF4E-7B35-B92C-BEF928C5B8FE}"/>
          </ac:spMkLst>
        </pc:spChg>
        <pc:spChg chg="mod">
          <ac:chgData name="a46219 Lê Hải Sơn" userId="b07ee673-6122-4980-99d9-cc7dd5bb86ef" providerId="ADAL" clId="{25A24D89-CDB5-439F-81AA-71C432E97E0F}" dt="2024-05-29T17:49:45.584" v="1443" actId="113"/>
          <ac:spMkLst>
            <pc:docMk/>
            <pc:sldMk cId="0" sldId="263"/>
            <ac:spMk id="31" creationId="{95445603-505E-351D-B9C5-95D6CD741896}"/>
          </ac:spMkLst>
        </pc:spChg>
        <pc:spChg chg="mod">
          <ac:chgData name="a46219 Lê Hải Sơn" userId="b07ee673-6122-4980-99d9-cc7dd5bb86ef" providerId="ADAL" clId="{25A24D89-CDB5-439F-81AA-71C432E97E0F}" dt="2024-05-29T17:49:10.954" v="1392" actId="2711"/>
          <ac:spMkLst>
            <pc:docMk/>
            <pc:sldMk cId="0" sldId="263"/>
            <ac:spMk id="35" creationId="{2FBF312B-EDF5-AB78-422F-4A8B88952976}"/>
          </ac:spMkLst>
        </pc:spChg>
        <pc:spChg chg="mod">
          <ac:chgData name="a46219 Lê Hải Sơn" userId="b07ee673-6122-4980-99d9-cc7dd5bb86ef" providerId="ADAL" clId="{25A24D89-CDB5-439F-81AA-71C432E97E0F}" dt="2024-05-29T17:49:10.954" v="1392" actId="2711"/>
          <ac:spMkLst>
            <pc:docMk/>
            <pc:sldMk cId="0" sldId="263"/>
            <ac:spMk id="810"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12"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13"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15"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16"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18"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19"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21"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22" creationId="{00000000-0000-0000-0000-000000000000}"/>
          </ac:spMkLst>
        </pc:spChg>
        <pc:spChg chg="mod">
          <ac:chgData name="a46219 Lê Hải Sơn" userId="b07ee673-6122-4980-99d9-cc7dd5bb86ef" providerId="ADAL" clId="{25A24D89-CDB5-439F-81AA-71C432E97E0F}" dt="2024-05-29T19:03:16.992" v="1916" actId="5793"/>
          <ac:spMkLst>
            <pc:docMk/>
            <pc:sldMk cId="0" sldId="263"/>
            <ac:spMk id="823" creationId="{00000000-0000-0000-0000-000000000000}"/>
          </ac:spMkLst>
        </pc:spChg>
        <pc:spChg chg="mod">
          <ac:chgData name="a46219 Lê Hải Sơn" userId="b07ee673-6122-4980-99d9-cc7dd5bb86ef" providerId="ADAL" clId="{25A24D89-CDB5-439F-81AA-71C432E97E0F}" dt="2024-05-29T17:49:44.368" v="1442" actId="113"/>
          <ac:spMkLst>
            <pc:docMk/>
            <pc:sldMk cId="0" sldId="263"/>
            <ac:spMk id="824" creationId="{00000000-0000-0000-0000-000000000000}"/>
          </ac:spMkLst>
        </pc:spChg>
        <pc:spChg chg="mod">
          <ac:chgData name="a46219 Lê Hải Sơn" userId="b07ee673-6122-4980-99d9-cc7dd5bb86ef" providerId="ADAL" clId="{25A24D89-CDB5-439F-81AA-71C432E97E0F}" dt="2024-05-29T17:49:16.511" v="1393" actId="113"/>
          <ac:spMkLst>
            <pc:docMk/>
            <pc:sldMk cId="0" sldId="263"/>
            <ac:spMk id="825" creationId="{00000000-0000-0000-0000-000000000000}"/>
          </ac:spMkLst>
        </pc:spChg>
        <pc:spChg chg="mod">
          <ac:chgData name="a46219 Lê Hải Sơn" userId="b07ee673-6122-4980-99d9-cc7dd5bb86ef" providerId="ADAL" clId="{25A24D89-CDB5-439F-81AA-71C432E97E0F}" dt="2024-05-29T17:49:47.625" v="1444" actId="113"/>
          <ac:spMkLst>
            <pc:docMk/>
            <pc:sldMk cId="0" sldId="263"/>
            <ac:spMk id="826"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27"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28" creationId="{00000000-0000-0000-0000-000000000000}"/>
          </ac:spMkLst>
        </pc:spChg>
        <pc:spChg chg="mod">
          <ac:chgData name="a46219 Lê Hải Sơn" userId="b07ee673-6122-4980-99d9-cc7dd5bb86ef" providerId="ADAL" clId="{25A24D89-CDB5-439F-81AA-71C432E97E0F}" dt="2024-05-29T17:49:39.885" v="1441" actId="1076"/>
          <ac:spMkLst>
            <pc:docMk/>
            <pc:sldMk cId="0" sldId="263"/>
            <ac:spMk id="829" creationId="{00000000-0000-0000-0000-000000000000}"/>
          </ac:spMkLst>
        </pc:spChg>
        <pc:spChg chg="mod">
          <ac:chgData name="a46219 Lê Hải Sơn" userId="b07ee673-6122-4980-99d9-cc7dd5bb86ef" providerId="ADAL" clId="{25A24D89-CDB5-439F-81AA-71C432E97E0F}" dt="2024-05-29T17:49:10.954" v="1392" actId="2711"/>
          <ac:spMkLst>
            <pc:docMk/>
            <pc:sldMk cId="0" sldId="263"/>
            <ac:spMk id="830" creationId="{00000000-0000-0000-0000-000000000000}"/>
          </ac:spMkLst>
        </pc:spChg>
        <pc:grpChg chg="mod">
          <ac:chgData name="a46219 Lê Hải Sơn" userId="b07ee673-6122-4980-99d9-cc7dd5bb86ef" providerId="ADAL" clId="{25A24D89-CDB5-439F-81AA-71C432E97E0F}" dt="2024-05-29T19:03:40.346" v="1919" actId="1076"/>
          <ac:grpSpMkLst>
            <pc:docMk/>
            <pc:sldMk cId="0" sldId="263"/>
            <ac:grpSpMk id="17" creationId="{4BADACFA-035C-6D1F-76A1-3E290FAF4B5B}"/>
          </ac:grpSpMkLst>
        </pc:grpChg>
      </pc:sldChg>
      <pc:sldChg chg="modSp mod ord">
        <pc:chgData name="a46219 Lê Hải Sơn" userId="b07ee673-6122-4980-99d9-cc7dd5bb86ef" providerId="ADAL" clId="{25A24D89-CDB5-439F-81AA-71C432E97E0F}" dt="2024-05-29T17:44:33.787" v="1261" actId="255"/>
        <pc:sldMkLst>
          <pc:docMk/>
          <pc:sldMk cId="0" sldId="264"/>
        </pc:sldMkLst>
        <pc:spChg chg="mod">
          <ac:chgData name="a46219 Lê Hải Sơn" userId="b07ee673-6122-4980-99d9-cc7dd5bb86ef" providerId="ADAL" clId="{25A24D89-CDB5-439F-81AA-71C432E97E0F}" dt="2024-05-29T17:44:33.787" v="1261" actId="255"/>
          <ac:spMkLst>
            <pc:docMk/>
            <pc:sldMk cId="0" sldId="264"/>
            <ac:spMk id="835" creationId="{00000000-0000-0000-0000-000000000000}"/>
          </ac:spMkLst>
        </pc:spChg>
        <pc:grpChg chg="mod">
          <ac:chgData name="a46219 Lê Hải Sơn" userId="b07ee673-6122-4980-99d9-cc7dd5bb86ef" providerId="ADAL" clId="{25A24D89-CDB5-439F-81AA-71C432E97E0F}" dt="2024-05-29T17:42:41.153" v="1230" actId="1038"/>
          <ac:grpSpMkLst>
            <pc:docMk/>
            <pc:sldMk cId="0" sldId="264"/>
            <ac:grpSpMk id="840" creationId="{00000000-0000-0000-0000-000000000000}"/>
          </ac:grpSpMkLst>
        </pc:grpChg>
      </pc:sldChg>
      <pc:sldChg chg="del">
        <pc:chgData name="a46219 Lê Hải Sơn" userId="b07ee673-6122-4980-99d9-cc7dd5bb86ef" providerId="ADAL" clId="{25A24D89-CDB5-439F-81AA-71C432E97E0F}" dt="2024-05-29T18:52:26.056" v="1883" actId="47"/>
        <pc:sldMkLst>
          <pc:docMk/>
          <pc:sldMk cId="0" sldId="265"/>
        </pc:sldMkLst>
      </pc:sldChg>
      <pc:sldChg chg="del">
        <pc:chgData name="a46219 Lê Hải Sơn" userId="b07ee673-6122-4980-99d9-cc7dd5bb86ef" providerId="ADAL" clId="{25A24D89-CDB5-439F-81AA-71C432E97E0F}" dt="2024-05-29T18:52:22.851" v="1878" actId="47"/>
        <pc:sldMkLst>
          <pc:docMk/>
          <pc:sldMk cId="0" sldId="266"/>
        </pc:sldMkLst>
      </pc:sldChg>
      <pc:sldChg chg="modSp mod modTransition">
        <pc:chgData name="a46219 Lê Hải Sơn" userId="b07ee673-6122-4980-99d9-cc7dd5bb86ef" providerId="ADAL" clId="{25A24D89-CDB5-439F-81AA-71C432E97E0F}" dt="2024-05-29T18:51:59.810" v="1876" actId="120"/>
        <pc:sldMkLst>
          <pc:docMk/>
          <pc:sldMk cId="0" sldId="267"/>
        </pc:sldMkLst>
        <pc:spChg chg="mod">
          <ac:chgData name="a46219 Lê Hải Sơn" userId="b07ee673-6122-4980-99d9-cc7dd5bb86ef" providerId="ADAL" clId="{25A24D89-CDB5-439F-81AA-71C432E97E0F}" dt="2024-05-29T18:51:59.810" v="1876" actId="120"/>
          <ac:spMkLst>
            <pc:docMk/>
            <pc:sldMk cId="0" sldId="267"/>
            <ac:spMk id="1141" creationId="{00000000-0000-0000-0000-000000000000}"/>
          </ac:spMkLst>
        </pc:spChg>
      </pc:sldChg>
      <pc:sldChg chg="addSp delSp modSp mod modTransition">
        <pc:chgData name="a46219 Lê Hải Sơn" userId="b07ee673-6122-4980-99d9-cc7dd5bb86ef" providerId="ADAL" clId="{25A24D89-CDB5-439F-81AA-71C432E97E0F}" dt="2024-05-29T15:10:53.060" v="349" actId="122"/>
        <pc:sldMkLst>
          <pc:docMk/>
          <pc:sldMk cId="0" sldId="268"/>
        </pc:sldMkLst>
        <pc:spChg chg="add del">
          <ac:chgData name="a46219 Lê Hải Sơn" userId="b07ee673-6122-4980-99d9-cc7dd5bb86ef" providerId="ADAL" clId="{25A24D89-CDB5-439F-81AA-71C432E97E0F}" dt="2024-05-29T08:46:06.111" v="243" actId="11529"/>
          <ac:spMkLst>
            <pc:docMk/>
            <pc:sldMk cId="0" sldId="268"/>
            <ac:spMk id="2" creationId="{E231149E-FF58-9EE2-2F76-413521C8DD72}"/>
          </ac:spMkLst>
        </pc:spChg>
        <pc:spChg chg="mod">
          <ac:chgData name="a46219 Lê Hải Sơn" userId="b07ee673-6122-4980-99d9-cc7dd5bb86ef" providerId="ADAL" clId="{25A24D89-CDB5-439F-81AA-71C432E97E0F}" dt="2024-05-29T15:10:53.060" v="349" actId="122"/>
          <ac:spMkLst>
            <pc:docMk/>
            <pc:sldMk cId="0" sldId="268"/>
            <ac:spMk id="4" creationId="{EA564E7B-020E-5DF9-0128-823794B719B5}"/>
          </ac:spMkLst>
        </pc:spChg>
        <pc:spChg chg="mod">
          <ac:chgData name="a46219 Lê Hải Sơn" userId="b07ee673-6122-4980-99d9-cc7dd5bb86ef" providerId="ADAL" clId="{25A24D89-CDB5-439F-81AA-71C432E97E0F}" dt="2024-05-29T15:10:53.060" v="349" actId="122"/>
          <ac:spMkLst>
            <pc:docMk/>
            <pc:sldMk cId="0" sldId="268"/>
            <ac:spMk id="5" creationId="{100FDA8E-0C74-4771-7AFB-DD8C22D9667A}"/>
          </ac:spMkLst>
        </pc:spChg>
        <pc:spChg chg="mod">
          <ac:chgData name="a46219 Lê Hải Sơn" userId="b07ee673-6122-4980-99d9-cc7dd5bb86ef" providerId="ADAL" clId="{25A24D89-CDB5-439F-81AA-71C432E97E0F}" dt="2024-05-29T15:10:53.060" v="349" actId="122"/>
          <ac:spMkLst>
            <pc:docMk/>
            <pc:sldMk cId="0" sldId="268"/>
            <ac:spMk id="7" creationId="{FC800005-A601-7213-70C7-94E4D6D5D0C3}"/>
          </ac:spMkLst>
        </pc:spChg>
        <pc:spChg chg="mod">
          <ac:chgData name="a46219 Lê Hải Sơn" userId="b07ee673-6122-4980-99d9-cc7dd5bb86ef" providerId="ADAL" clId="{25A24D89-CDB5-439F-81AA-71C432E97E0F}" dt="2024-05-29T15:10:53.060" v="349" actId="122"/>
          <ac:spMkLst>
            <pc:docMk/>
            <pc:sldMk cId="0" sldId="268"/>
            <ac:spMk id="8" creationId="{E78FE4E7-74CB-47AB-E92F-1C953AE29D3C}"/>
          </ac:spMkLst>
        </pc:spChg>
        <pc:spChg chg="mod">
          <ac:chgData name="a46219 Lê Hải Sơn" userId="b07ee673-6122-4980-99d9-cc7dd5bb86ef" providerId="ADAL" clId="{25A24D89-CDB5-439F-81AA-71C432E97E0F}" dt="2024-05-29T15:10:53.060" v="349" actId="122"/>
          <ac:spMkLst>
            <pc:docMk/>
            <pc:sldMk cId="0" sldId="268"/>
            <ac:spMk id="10" creationId="{0A7242E9-5856-59BD-D74F-77FBAE44CFDF}"/>
          </ac:spMkLst>
        </pc:spChg>
        <pc:spChg chg="mod">
          <ac:chgData name="a46219 Lê Hải Sơn" userId="b07ee673-6122-4980-99d9-cc7dd5bb86ef" providerId="ADAL" clId="{25A24D89-CDB5-439F-81AA-71C432E97E0F}" dt="2024-05-29T15:10:53.060" v="349" actId="122"/>
          <ac:spMkLst>
            <pc:docMk/>
            <pc:sldMk cId="0" sldId="268"/>
            <ac:spMk id="11" creationId="{9425A729-4322-98DA-7CDF-24A72E124160}"/>
          </ac:spMkLst>
        </pc:spChg>
        <pc:spChg chg="mod">
          <ac:chgData name="a46219 Lê Hải Sơn" userId="b07ee673-6122-4980-99d9-cc7dd5bb86ef" providerId="ADAL" clId="{25A24D89-CDB5-439F-81AA-71C432E97E0F}" dt="2024-05-29T15:10:53.060" v="349" actId="122"/>
          <ac:spMkLst>
            <pc:docMk/>
            <pc:sldMk cId="0" sldId="268"/>
            <ac:spMk id="13" creationId="{F9E69C9C-0850-2B87-C4CD-B03D2328714B}"/>
          </ac:spMkLst>
        </pc:spChg>
        <pc:spChg chg="mod">
          <ac:chgData name="a46219 Lê Hải Sơn" userId="b07ee673-6122-4980-99d9-cc7dd5bb86ef" providerId="ADAL" clId="{25A24D89-CDB5-439F-81AA-71C432E97E0F}" dt="2024-05-29T15:10:53.060" v="349" actId="122"/>
          <ac:spMkLst>
            <pc:docMk/>
            <pc:sldMk cId="0" sldId="268"/>
            <ac:spMk id="14" creationId="{775CD143-9023-26CC-C7E1-AD093525FF7F}"/>
          </ac:spMkLst>
        </pc:spChg>
        <pc:spChg chg="add del ord">
          <ac:chgData name="a46219 Lê Hải Sơn" userId="b07ee673-6122-4980-99d9-cc7dd5bb86ef" providerId="ADAL" clId="{25A24D89-CDB5-439F-81AA-71C432E97E0F}" dt="2024-05-29T08:46:41.126" v="249" actId="11529"/>
          <ac:spMkLst>
            <pc:docMk/>
            <pc:sldMk cId="0" sldId="268"/>
            <ac:spMk id="15" creationId="{1D6120B8-B7E6-A32D-D311-C63875B32269}"/>
          </ac:spMkLst>
        </pc:spChg>
        <pc:spChg chg="add del ord">
          <ac:chgData name="a46219 Lê Hải Sơn" userId="b07ee673-6122-4980-99d9-cc7dd5bb86ef" providerId="ADAL" clId="{25A24D89-CDB5-439F-81AA-71C432E97E0F}" dt="2024-05-29T08:47:07.374" v="257" actId="11529"/>
          <ac:spMkLst>
            <pc:docMk/>
            <pc:sldMk cId="0" sldId="268"/>
            <ac:spMk id="16" creationId="{4C87A295-C9E0-3081-F8A0-39ED05D0C397}"/>
          </ac:spMkLst>
        </pc:spChg>
        <pc:spChg chg="add del mod ord">
          <ac:chgData name="a46219 Lê Hải Sơn" userId="b07ee673-6122-4980-99d9-cc7dd5bb86ef" providerId="ADAL" clId="{25A24D89-CDB5-439F-81AA-71C432E97E0F}" dt="2024-05-29T08:47:32.278" v="263" actId="11529"/>
          <ac:spMkLst>
            <pc:docMk/>
            <pc:sldMk cId="0" sldId="268"/>
            <ac:spMk id="17" creationId="{C2357D3C-A474-90B2-B819-0FC3E4528CEB}"/>
          </ac:spMkLst>
        </pc:spChg>
        <pc:spChg chg="add del mod">
          <ac:chgData name="a46219 Lê Hải Sơn" userId="b07ee673-6122-4980-99d9-cc7dd5bb86ef" providerId="ADAL" clId="{25A24D89-CDB5-439F-81AA-71C432E97E0F}" dt="2024-05-29T15:09:38.247" v="271" actId="478"/>
          <ac:spMkLst>
            <pc:docMk/>
            <pc:sldMk cId="0" sldId="268"/>
            <ac:spMk id="18" creationId="{1F4CABAF-92A5-9563-6516-DF9311E71760}"/>
          </ac:spMkLst>
        </pc:spChg>
        <pc:spChg chg="mod">
          <ac:chgData name="a46219 Lê Hải Sơn" userId="b07ee673-6122-4980-99d9-cc7dd5bb86ef" providerId="ADAL" clId="{25A24D89-CDB5-439F-81AA-71C432E97E0F}" dt="2024-05-29T15:10:53.060" v="349" actId="122"/>
          <ac:spMkLst>
            <pc:docMk/>
            <pc:sldMk cId="0" sldId="268"/>
            <ac:spMk id="22" creationId="{F6961086-1AA0-2E10-6348-7DF1A9739FA6}"/>
          </ac:spMkLst>
        </pc:spChg>
        <pc:spChg chg="mod">
          <ac:chgData name="a46219 Lê Hải Sơn" userId="b07ee673-6122-4980-99d9-cc7dd5bb86ef" providerId="ADAL" clId="{25A24D89-CDB5-439F-81AA-71C432E97E0F}" dt="2024-05-29T15:10:53.060" v="349" actId="122"/>
          <ac:spMkLst>
            <pc:docMk/>
            <pc:sldMk cId="0" sldId="268"/>
            <ac:spMk id="23" creationId="{BD20E512-21B3-79DD-8388-D45BD0F18630}"/>
          </ac:spMkLst>
        </pc:spChg>
        <pc:spChg chg="mod">
          <ac:chgData name="a46219 Lê Hải Sơn" userId="b07ee673-6122-4980-99d9-cc7dd5bb86ef" providerId="ADAL" clId="{25A24D89-CDB5-439F-81AA-71C432E97E0F}" dt="2024-05-29T15:10:53.060" v="349" actId="122"/>
          <ac:spMkLst>
            <pc:docMk/>
            <pc:sldMk cId="0" sldId="268"/>
            <ac:spMk id="25" creationId="{2D35DBBF-DFE9-1AC5-FFAB-D415182D08EE}"/>
          </ac:spMkLst>
        </pc:spChg>
        <pc:spChg chg="mod">
          <ac:chgData name="a46219 Lê Hải Sơn" userId="b07ee673-6122-4980-99d9-cc7dd5bb86ef" providerId="ADAL" clId="{25A24D89-CDB5-439F-81AA-71C432E97E0F}" dt="2024-05-29T15:10:53.060" v="349" actId="122"/>
          <ac:spMkLst>
            <pc:docMk/>
            <pc:sldMk cId="0" sldId="268"/>
            <ac:spMk id="26" creationId="{665172C3-0A39-9913-682B-7A47D98BE3FF}"/>
          </ac:spMkLst>
        </pc:spChg>
        <pc:spChg chg="mod">
          <ac:chgData name="a46219 Lê Hải Sơn" userId="b07ee673-6122-4980-99d9-cc7dd5bb86ef" providerId="ADAL" clId="{25A24D89-CDB5-439F-81AA-71C432E97E0F}" dt="2024-05-29T15:10:53.060" v="349" actId="122"/>
          <ac:spMkLst>
            <pc:docMk/>
            <pc:sldMk cId="0" sldId="268"/>
            <ac:spMk id="29" creationId="{DCDBA239-77A3-4109-0C19-2C93758EBEA9}"/>
          </ac:spMkLst>
        </pc:spChg>
        <pc:spChg chg="mod">
          <ac:chgData name="a46219 Lê Hải Sơn" userId="b07ee673-6122-4980-99d9-cc7dd5bb86ef" providerId="ADAL" clId="{25A24D89-CDB5-439F-81AA-71C432E97E0F}" dt="2024-05-29T15:10:53.060" v="349" actId="122"/>
          <ac:spMkLst>
            <pc:docMk/>
            <pc:sldMk cId="0" sldId="268"/>
            <ac:spMk id="30" creationId="{5B07F081-287F-232D-9658-C32873D26083}"/>
          </ac:spMkLst>
        </pc:spChg>
        <pc:spChg chg="mod">
          <ac:chgData name="a46219 Lê Hải Sơn" userId="b07ee673-6122-4980-99d9-cc7dd5bb86ef" providerId="ADAL" clId="{25A24D89-CDB5-439F-81AA-71C432E97E0F}" dt="2024-05-29T15:10:53.060" v="349" actId="122"/>
          <ac:spMkLst>
            <pc:docMk/>
            <pc:sldMk cId="0" sldId="268"/>
            <ac:spMk id="1217" creationId="{00000000-0000-0000-0000-000000000000}"/>
          </ac:spMkLst>
        </pc:spChg>
        <pc:spChg chg="mod">
          <ac:chgData name="a46219 Lê Hải Sơn" userId="b07ee673-6122-4980-99d9-cc7dd5bb86ef" providerId="ADAL" clId="{25A24D89-CDB5-439F-81AA-71C432E97E0F}" dt="2024-05-29T15:10:03.414" v="296" actId="122"/>
          <ac:spMkLst>
            <pc:docMk/>
            <pc:sldMk cId="0" sldId="268"/>
            <ac:spMk id="1218" creationId="{00000000-0000-0000-0000-000000000000}"/>
          </ac:spMkLst>
        </pc:spChg>
        <pc:spChg chg="mod">
          <ac:chgData name="a46219 Lê Hải Sơn" userId="b07ee673-6122-4980-99d9-cc7dd5bb86ef" providerId="ADAL" clId="{25A24D89-CDB5-439F-81AA-71C432E97E0F}" dt="2024-05-29T15:10:36.482" v="320" actId="1038"/>
          <ac:spMkLst>
            <pc:docMk/>
            <pc:sldMk cId="0" sldId="268"/>
            <ac:spMk id="1219" creationId="{00000000-0000-0000-0000-000000000000}"/>
          </ac:spMkLst>
        </pc:spChg>
        <pc:spChg chg="mod">
          <ac:chgData name="a46219 Lê Hải Sơn" userId="b07ee673-6122-4980-99d9-cc7dd5bb86ef" providerId="ADAL" clId="{25A24D89-CDB5-439F-81AA-71C432E97E0F}" dt="2024-05-29T15:10:36.482" v="320" actId="1038"/>
          <ac:spMkLst>
            <pc:docMk/>
            <pc:sldMk cId="0" sldId="268"/>
            <ac:spMk id="1220"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23"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24"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25"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28"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29"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31"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32"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34"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35"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43"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44"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46"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47"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49"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50"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58"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59"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61"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62"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64"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65"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73"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74"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76"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77"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79"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80" creationId="{00000000-0000-0000-0000-000000000000}"/>
          </ac:spMkLst>
        </pc:spChg>
        <pc:spChg chg="mod">
          <ac:chgData name="a46219 Lê Hải Sơn" userId="b07ee673-6122-4980-99d9-cc7dd5bb86ef" providerId="ADAL" clId="{25A24D89-CDB5-439F-81AA-71C432E97E0F}" dt="2024-05-29T15:10:21.573" v="298" actId="1076"/>
          <ac:spMkLst>
            <pc:docMk/>
            <pc:sldMk cId="0" sldId="268"/>
            <ac:spMk id="1291"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93"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294"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311"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312"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332"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333"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335"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336"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344" creationId="{00000000-0000-0000-0000-000000000000}"/>
          </ac:spMkLst>
        </pc:spChg>
        <pc:spChg chg="mod">
          <ac:chgData name="a46219 Lê Hải Sơn" userId="b07ee673-6122-4980-99d9-cc7dd5bb86ef" providerId="ADAL" clId="{25A24D89-CDB5-439F-81AA-71C432E97E0F}" dt="2024-05-29T15:10:53.060" v="349" actId="122"/>
          <ac:spMkLst>
            <pc:docMk/>
            <pc:sldMk cId="0" sldId="268"/>
            <ac:spMk id="1345" creationId="{00000000-0000-0000-0000-000000000000}"/>
          </ac:spMkLst>
        </pc:spChg>
        <pc:grpChg chg="mod">
          <ac:chgData name="a46219 Lê Hải Sơn" userId="b07ee673-6122-4980-99d9-cc7dd5bb86ef" providerId="ADAL" clId="{25A24D89-CDB5-439F-81AA-71C432E97E0F}" dt="2024-05-29T15:10:46.208" v="348" actId="1038"/>
          <ac:grpSpMkLst>
            <pc:docMk/>
            <pc:sldMk cId="0" sldId="268"/>
            <ac:grpSpMk id="3" creationId="{9714173C-9EF6-B15D-BC8E-C7DD534030AA}"/>
          </ac:grpSpMkLst>
        </pc:grpChg>
        <pc:grpChg chg="mod">
          <ac:chgData name="a46219 Lê Hải Sơn" userId="b07ee673-6122-4980-99d9-cc7dd5bb86ef" providerId="ADAL" clId="{25A24D89-CDB5-439F-81AA-71C432E97E0F}" dt="2024-05-29T15:10:46.208" v="348" actId="1038"/>
          <ac:grpSpMkLst>
            <pc:docMk/>
            <pc:sldMk cId="0" sldId="268"/>
            <ac:grpSpMk id="6" creationId="{1DEC7AD1-F927-EBDD-2B62-D6C054D8BF63}"/>
          </ac:grpSpMkLst>
        </pc:grpChg>
        <pc:grpChg chg="mod">
          <ac:chgData name="a46219 Lê Hải Sơn" userId="b07ee673-6122-4980-99d9-cc7dd5bb86ef" providerId="ADAL" clId="{25A24D89-CDB5-439F-81AA-71C432E97E0F}" dt="2024-05-29T15:10:00.161" v="295" actId="1037"/>
          <ac:grpSpMkLst>
            <pc:docMk/>
            <pc:sldMk cId="0" sldId="268"/>
            <ac:grpSpMk id="9" creationId="{FADF428E-1BE1-5B42-013F-26D3E240179E}"/>
          </ac:grpSpMkLst>
        </pc:grpChg>
        <pc:grpChg chg="mod">
          <ac:chgData name="a46219 Lê Hải Sơn" userId="b07ee673-6122-4980-99d9-cc7dd5bb86ef" providerId="ADAL" clId="{25A24D89-CDB5-439F-81AA-71C432E97E0F}" dt="2024-05-29T15:10:00.161" v="295" actId="1037"/>
          <ac:grpSpMkLst>
            <pc:docMk/>
            <pc:sldMk cId="0" sldId="268"/>
            <ac:grpSpMk id="12" creationId="{3DD544C6-BC9E-6195-00B5-045E63899313}"/>
          </ac:grpSpMkLst>
        </pc:grpChg>
        <pc:grpChg chg="mod">
          <ac:chgData name="a46219 Lê Hải Sơn" userId="b07ee673-6122-4980-99d9-cc7dd5bb86ef" providerId="ADAL" clId="{25A24D89-CDB5-439F-81AA-71C432E97E0F}" dt="2024-05-29T15:10:46.208" v="348" actId="1038"/>
          <ac:grpSpMkLst>
            <pc:docMk/>
            <pc:sldMk cId="0" sldId="268"/>
            <ac:grpSpMk id="21" creationId="{A7D60286-3DDD-4BB9-CBBA-D2C60F4B1714}"/>
          </ac:grpSpMkLst>
        </pc:grpChg>
        <pc:grpChg chg="mod">
          <ac:chgData name="a46219 Lê Hải Sơn" userId="b07ee673-6122-4980-99d9-cc7dd5bb86ef" providerId="ADAL" clId="{25A24D89-CDB5-439F-81AA-71C432E97E0F}" dt="2024-05-29T15:10:46.208" v="348" actId="1038"/>
          <ac:grpSpMkLst>
            <pc:docMk/>
            <pc:sldMk cId="0" sldId="268"/>
            <ac:grpSpMk id="24" creationId="{70AF15C0-C007-C520-D044-3AA50DF8CDD5}"/>
          </ac:grpSpMkLst>
        </pc:grpChg>
        <pc:grpChg chg="mod">
          <ac:chgData name="a46219 Lê Hải Sơn" userId="b07ee673-6122-4980-99d9-cc7dd5bb86ef" providerId="ADAL" clId="{25A24D89-CDB5-439F-81AA-71C432E97E0F}" dt="2024-05-29T15:10:00.161" v="295" actId="1037"/>
          <ac:grpSpMkLst>
            <pc:docMk/>
            <pc:sldMk cId="0" sldId="268"/>
            <ac:grpSpMk id="28" creationId="{2618491E-3386-43A9-1705-10CCB7FFD2E4}"/>
          </ac:grpSpMkLst>
        </pc:grpChg>
        <pc:grpChg chg="mod">
          <ac:chgData name="a46219 Lê Hải Sơn" userId="b07ee673-6122-4980-99d9-cc7dd5bb86ef" providerId="ADAL" clId="{25A24D89-CDB5-439F-81AA-71C432E97E0F}" dt="2024-05-29T15:10:45.906" v="347" actId="1076"/>
          <ac:grpSpMkLst>
            <pc:docMk/>
            <pc:sldMk cId="0" sldId="268"/>
            <ac:grpSpMk id="1226" creationId="{00000000-0000-0000-0000-000000000000}"/>
          </ac:grpSpMkLst>
        </pc:grpChg>
        <pc:grpChg chg="mod">
          <ac:chgData name="a46219 Lê Hải Sơn" userId="b07ee673-6122-4980-99d9-cc7dd5bb86ef" providerId="ADAL" clId="{25A24D89-CDB5-439F-81AA-71C432E97E0F}" dt="2024-05-29T15:10:46.208" v="348" actId="1038"/>
          <ac:grpSpMkLst>
            <pc:docMk/>
            <pc:sldMk cId="0" sldId="268"/>
            <ac:grpSpMk id="1292" creationId="{00000000-0000-0000-0000-000000000000}"/>
          </ac:grpSpMkLst>
        </pc:grpChg>
        <pc:grpChg chg="mod">
          <ac:chgData name="a46219 Lê Hải Sơn" userId="b07ee673-6122-4980-99d9-cc7dd5bb86ef" providerId="ADAL" clId="{25A24D89-CDB5-439F-81AA-71C432E97E0F}" dt="2024-05-29T15:10:46.208" v="348" actId="1038"/>
          <ac:grpSpMkLst>
            <pc:docMk/>
            <pc:sldMk cId="0" sldId="268"/>
            <ac:grpSpMk id="1310" creationId="{00000000-0000-0000-0000-000000000000}"/>
          </ac:grpSpMkLst>
        </pc:grpChg>
        <pc:grpChg chg="mod">
          <ac:chgData name="a46219 Lê Hải Sơn" userId="b07ee673-6122-4980-99d9-cc7dd5bb86ef" providerId="ADAL" clId="{25A24D89-CDB5-439F-81AA-71C432E97E0F}" dt="2024-05-29T15:10:00.161" v="295" actId="1037"/>
          <ac:grpSpMkLst>
            <pc:docMk/>
            <pc:sldMk cId="0" sldId="268"/>
            <ac:grpSpMk id="1331" creationId="{00000000-0000-0000-0000-000000000000}"/>
          </ac:grpSpMkLst>
        </pc:grpChg>
        <pc:grpChg chg="mod">
          <ac:chgData name="a46219 Lê Hải Sơn" userId="b07ee673-6122-4980-99d9-cc7dd5bb86ef" providerId="ADAL" clId="{25A24D89-CDB5-439F-81AA-71C432E97E0F}" dt="2024-05-29T15:10:46.208" v="348" actId="1038"/>
          <ac:grpSpMkLst>
            <pc:docMk/>
            <pc:sldMk cId="0" sldId="268"/>
            <ac:grpSpMk id="1334" creationId="{00000000-0000-0000-0000-000000000000}"/>
          </ac:grpSpMkLst>
        </pc:grpChg>
        <pc:grpChg chg="mod">
          <ac:chgData name="a46219 Lê Hải Sơn" userId="b07ee673-6122-4980-99d9-cc7dd5bb86ef" providerId="ADAL" clId="{25A24D89-CDB5-439F-81AA-71C432E97E0F}" dt="2024-05-29T15:10:46.208" v="348" actId="1038"/>
          <ac:grpSpMkLst>
            <pc:docMk/>
            <pc:sldMk cId="0" sldId="268"/>
            <ac:grpSpMk id="1343" creationId="{00000000-0000-0000-0000-000000000000}"/>
          </ac:grpSpMkLst>
        </pc:grpChg>
        <pc:cxnChg chg="mod">
          <ac:chgData name="a46219 Lê Hải Sơn" userId="b07ee673-6122-4980-99d9-cc7dd5bb86ef" providerId="ADAL" clId="{25A24D89-CDB5-439F-81AA-71C432E97E0F}" dt="2024-05-29T15:10:45.906" v="347" actId="1076"/>
          <ac:cxnSpMkLst>
            <pc:docMk/>
            <pc:sldMk cId="0" sldId="268"/>
            <ac:cxnSpMk id="1287" creationId="{00000000-0000-0000-0000-000000000000}"/>
          </ac:cxnSpMkLst>
        </pc:cxnChg>
        <pc:cxnChg chg="mod">
          <ac:chgData name="a46219 Lê Hải Sơn" userId="b07ee673-6122-4980-99d9-cc7dd5bb86ef" providerId="ADAL" clId="{25A24D89-CDB5-439F-81AA-71C432E97E0F}" dt="2024-05-29T15:10:45.906" v="347" actId="1076"/>
          <ac:cxnSpMkLst>
            <pc:docMk/>
            <pc:sldMk cId="0" sldId="268"/>
            <ac:cxnSpMk id="1288" creationId="{00000000-0000-0000-0000-000000000000}"/>
          </ac:cxnSpMkLst>
        </pc:cxnChg>
        <pc:cxnChg chg="mod">
          <ac:chgData name="a46219 Lê Hải Sơn" userId="b07ee673-6122-4980-99d9-cc7dd5bb86ef" providerId="ADAL" clId="{25A24D89-CDB5-439F-81AA-71C432E97E0F}" dt="2024-05-29T15:10:45.906" v="347" actId="1076"/>
          <ac:cxnSpMkLst>
            <pc:docMk/>
            <pc:sldMk cId="0" sldId="268"/>
            <ac:cxnSpMk id="1289" creationId="{00000000-0000-0000-0000-000000000000}"/>
          </ac:cxnSpMkLst>
        </pc:cxnChg>
        <pc:cxnChg chg="mod">
          <ac:chgData name="a46219 Lê Hải Sơn" userId="b07ee673-6122-4980-99d9-cc7dd5bb86ef" providerId="ADAL" clId="{25A24D89-CDB5-439F-81AA-71C432E97E0F}" dt="2024-05-29T15:10:45.906" v="347" actId="1076"/>
          <ac:cxnSpMkLst>
            <pc:docMk/>
            <pc:sldMk cId="0" sldId="268"/>
            <ac:cxnSpMk id="1290" creationId="{00000000-0000-0000-0000-000000000000}"/>
          </ac:cxnSpMkLst>
        </pc:cxnChg>
      </pc:sldChg>
      <pc:sldChg chg="del">
        <pc:chgData name="a46219 Lê Hải Sơn" userId="b07ee673-6122-4980-99d9-cc7dd5bb86ef" providerId="ADAL" clId="{25A24D89-CDB5-439F-81AA-71C432E97E0F}" dt="2024-05-29T18:52:25.112" v="1881" actId="47"/>
        <pc:sldMkLst>
          <pc:docMk/>
          <pc:sldMk cId="0" sldId="270"/>
        </pc:sldMkLst>
      </pc:sldChg>
      <pc:sldChg chg="modSp mod">
        <pc:chgData name="a46219 Lê Hải Sơn" userId="b07ee673-6122-4980-99d9-cc7dd5bb86ef" providerId="ADAL" clId="{25A24D89-CDB5-439F-81AA-71C432E97E0F}" dt="2024-05-29T15:14:30.700" v="428" actId="122"/>
        <pc:sldMkLst>
          <pc:docMk/>
          <pc:sldMk cId="0" sldId="272"/>
        </pc:sldMkLst>
        <pc:spChg chg="mod">
          <ac:chgData name="a46219 Lê Hải Sơn" userId="b07ee673-6122-4980-99d9-cc7dd5bb86ef" providerId="ADAL" clId="{25A24D89-CDB5-439F-81AA-71C432E97E0F}" dt="2024-05-29T15:14:30.700" v="428" actId="122"/>
          <ac:spMkLst>
            <pc:docMk/>
            <pc:sldMk cId="0" sldId="272"/>
            <ac:spMk id="2582" creationId="{EE51A8F4-3362-D5E7-2314-8ABC49740CC1}"/>
          </ac:spMkLst>
        </pc:spChg>
      </pc:sldChg>
      <pc:sldChg chg="del">
        <pc:chgData name="a46219 Lê Hải Sơn" userId="b07ee673-6122-4980-99d9-cc7dd5bb86ef" providerId="ADAL" clId="{25A24D89-CDB5-439F-81AA-71C432E97E0F}" dt="2024-05-29T18:52:25.648" v="1882" actId="47"/>
        <pc:sldMkLst>
          <pc:docMk/>
          <pc:sldMk cId="0" sldId="273"/>
        </pc:sldMkLst>
      </pc:sldChg>
      <pc:sldChg chg="del">
        <pc:chgData name="a46219 Lê Hải Sơn" userId="b07ee673-6122-4980-99d9-cc7dd5bb86ef" providerId="ADAL" clId="{25A24D89-CDB5-439F-81AA-71C432E97E0F}" dt="2024-05-29T18:52:26.693" v="1884" actId="47"/>
        <pc:sldMkLst>
          <pc:docMk/>
          <pc:sldMk cId="0" sldId="274"/>
        </pc:sldMkLst>
      </pc:sldChg>
      <pc:sldChg chg="addSp delSp modSp mod ord modTransition">
        <pc:chgData name="a46219 Lê Hải Sơn" userId="b07ee673-6122-4980-99d9-cc7dd5bb86ef" providerId="ADAL" clId="{25A24D89-CDB5-439F-81AA-71C432E97E0F}" dt="2024-05-29T19:10:18.206" v="2115" actId="20577"/>
        <pc:sldMkLst>
          <pc:docMk/>
          <pc:sldMk cId="0" sldId="275"/>
        </pc:sldMkLst>
        <pc:spChg chg="add">
          <ac:chgData name="a46219 Lê Hải Sơn" userId="b07ee673-6122-4980-99d9-cc7dd5bb86ef" providerId="ADAL" clId="{25A24D89-CDB5-439F-81AA-71C432E97E0F}" dt="2024-05-29T17:29:44.091" v="1037"/>
          <ac:spMkLst>
            <pc:docMk/>
            <pc:sldMk cId="0" sldId="275"/>
            <ac:spMk id="2" creationId="{C4107729-FA57-7E6A-3DA4-329A975A5EB8}"/>
          </ac:spMkLst>
        </pc:spChg>
        <pc:spChg chg="add mod">
          <ac:chgData name="a46219 Lê Hải Sơn" userId="b07ee673-6122-4980-99d9-cc7dd5bb86ef" providerId="ADAL" clId="{25A24D89-CDB5-439F-81AA-71C432E97E0F}" dt="2024-05-29T17:29:55.246" v="1046"/>
          <ac:spMkLst>
            <pc:docMk/>
            <pc:sldMk cId="0" sldId="275"/>
            <ac:spMk id="3" creationId="{B2C14D57-E475-0989-1EE5-397F832918D5}"/>
          </ac:spMkLst>
        </pc:spChg>
        <pc:spChg chg="add">
          <ac:chgData name="a46219 Lê Hải Sơn" userId="b07ee673-6122-4980-99d9-cc7dd5bb86ef" providerId="ADAL" clId="{25A24D89-CDB5-439F-81AA-71C432E97E0F}" dt="2024-05-29T17:31:47.697" v="1069"/>
          <ac:spMkLst>
            <pc:docMk/>
            <pc:sldMk cId="0" sldId="275"/>
            <ac:spMk id="4" creationId="{321D36D5-653E-70F3-A876-35A854312E23}"/>
          </ac:spMkLst>
        </pc:spChg>
        <pc:spChg chg="add mod">
          <ac:chgData name="a46219 Lê Hải Sơn" userId="b07ee673-6122-4980-99d9-cc7dd5bb86ef" providerId="ADAL" clId="{25A24D89-CDB5-439F-81AA-71C432E97E0F}" dt="2024-05-29T17:31:54.087" v="1072"/>
          <ac:spMkLst>
            <pc:docMk/>
            <pc:sldMk cId="0" sldId="275"/>
            <ac:spMk id="5" creationId="{0CEFB628-5714-B506-F204-6E4A75393FBD}"/>
          </ac:spMkLst>
        </pc:spChg>
        <pc:spChg chg="add mod">
          <ac:chgData name="a46219 Lê Hải Sơn" userId="b07ee673-6122-4980-99d9-cc7dd5bb86ef" providerId="ADAL" clId="{25A24D89-CDB5-439F-81AA-71C432E97E0F}" dt="2024-05-29T17:32:18.004" v="1077"/>
          <ac:spMkLst>
            <pc:docMk/>
            <pc:sldMk cId="0" sldId="275"/>
            <ac:spMk id="6" creationId="{BE04574B-D522-E168-C948-FE98474F317D}"/>
          </ac:spMkLst>
        </pc:spChg>
        <pc:spChg chg="mod">
          <ac:chgData name="a46219 Lê Hải Sơn" userId="b07ee673-6122-4980-99d9-cc7dd5bb86ef" providerId="ADAL" clId="{25A24D89-CDB5-439F-81AA-71C432E97E0F}" dt="2024-05-29T17:34:26.942" v="1120"/>
          <ac:spMkLst>
            <pc:docMk/>
            <pc:sldMk cId="0" sldId="275"/>
            <ac:spMk id="8" creationId="{9C07CF32-B968-8548-4811-C64218A07EF1}"/>
          </ac:spMkLst>
        </pc:spChg>
        <pc:spChg chg="mod">
          <ac:chgData name="a46219 Lê Hải Sơn" userId="b07ee673-6122-4980-99d9-cc7dd5bb86ef" providerId="ADAL" clId="{25A24D89-CDB5-439F-81AA-71C432E97E0F}" dt="2024-05-29T17:34:26.942" v="1120"/>
          <ac:spMkLst>
            <pc:docMk/>
            <pc:sldMk cId="0" sldId="275"/>
            <ac:spMk id="16" creationId="{C9D95B84-4429-7F1D-7686-8C7CD7182350}"/>
          </ac:spMkLst>
        </pc:spChg>
        <pc:spChg chg="mod">
          <ac:chgData name="a46219 Lê Hải Sơn" userId="b07ee673-6122-4980-99d9-cc7dd5bb86ef" providerId="ADAL" clId="{25A24D89-CDB5-439F-81AA-71C432E97E0F}" dt="2024-05-29T17:34:26.942" v="1120"/>
          <ac:spMkLst>
            <pc:docMk/>
            <pc:sldMk cId="0" sldId="275"/>
            <ac:spMk id="17" creationId="{3231688F-9BCB-954C-9203-B74852602B7C}"/>
          </ac:spMkLst>
        </pc:spChg>
        <pc:spChg chg="mod">
          <ac:chgData name="a46219 Lê Hải Sơn" userId="b07ee673-6122-4980-99d9-cc7dd5bb86ef" providerId="ADAL" clId="{25A24D89-CDB5-439F-81AA-71C432E97E0F}" dt="2024-05-29T17:34:26.942" v="1120"/>
          <ac:spMkLst>
            <pc:docMk/>
            <pc:sldMk cId="0" sldId="275"/>
            <ac:spMk id="18" creationId="{FF64EA50-F8F3-8AB5-52CA-31318E4E2F37}"/>
          </ac:spMkLst>
        </pc:spChg>
        <pc:spChg chg="mod">
          <ac:chgData name="a46219 Lê Hải Sơn" userId="b07ee673-6122-4980-99d9-cc7dd5bb86ef" providerId="ADAL" clId="{25A24D89-CDB5-439F-81AA-71C432E97E0F}" dt="2024-05-29T17:34:26.942" v="1120"/>
          <ac:spMkLst>
            <pc:docMk/>
            <pc:sldMk cId="0" sldId="275"/>
            <ac:spMk id="19" creationId="{37ACDB7E-5EF1-7EA2-EC39-497AC6B2F16C}"/>
          </ac:spMkLst>
        </pc:spChg>
        <pc:spChg chg="mod">
          <ac:chgData name="a46219 Lê Hải Sơn" userId="b07ee673-6122-4980-99d9-cc7dd5bb86ef" providerId="ADAL" clId="{25A24D89-CDB5-439F-81AA-71C432E97E0F}" dt="2024-05-29T17:34:26.942" v="1120"/>
          <ac:spMkLst>
            <pc:docMk/>
            <pc:sldMk cId="0" sldId="275"/>
            <ac:spMk id="20" creationId="{02E16059-F65B-8F9A-336C-BE8F983F7AB2}"/>
          </ac:spMkLst>
        </pc:spChg>
        <pc:spChg chg="mod">
          <ac:chgData name="a46219 Lê Hải Sơn" userId="b07ee673-6122-4980-99d9-cc7dd5bb86ef" providerId="ADAL" clId="{25A24D89-CDB5-439F-81AA-71C432E97E0F}" dt="2024-05-29T17:34:26.942" v="1120"/>
          <ac:spMkLst>
            <pc:docMk/>
            <pc:sldMk cId="0" sldId="275"/>
            <ac:spMk id="21" creationId="{292483FD-4E00-FF71-4F25-0F76ABFF8643}"/>
          </ac:spMkLst>
        </pc:spChg>
        <pc:spChg chg="mod">
          <ac:chgData name="a46219 Lê Hải Sơn" userId="b07ee673-6122-4980-99d9-cc7dd5bb86ef" providerId="ADAL" clId="{25A24D89-CDB5-439F-81AA-71C432E97E0F}" dt="2024-05-29T17:34:26.942" v="1120"/>
          <ac:spMkLst>
            <pc:docMk/>
            <pc:sldMk cId="0" sldId="275"/>
            <ac:spMk id="22" creationId="{D994BE19-FC07-BF50-862F-AF5EFF63F8A5}"/>
          </ac:spMkLst>
        </pc:spChg>
        <pc:spChg chg="mod">
          <ac:chgData name="a46219 Lê Hải Sơn" userId="b07ee673-6122-4980-99d9-cc7dd5bb86ef" providerId="ADAL" clId="{25A24D89-CDB5-439F-81AA-71C432E97E0F}" dt="2024-05-29T17:34:26.942" v="1120"/>
          <ac:spMkLst>
            <pc:docMk/>
            <pc:sldMk cId="0" sldId="275"/>
            <ac:spMk id="23" creationId="{816FFDCB-A8A9-D35B-651A-2E4D12245539}"/>
          </ac:spMkLst>
        </pc:spChg>
        <pc:spChg chg="mod">
          <ac:chgData name="a46219 Lê Hải Sơn" userId="b07ee673-6122-4980-99d9-cc7dd5bb86ef" providerId="ADAL" clId="{25A24D89-CDB5-439F-81AA-71C432E97E0F}" dt="2024-05-29T17:34:26.942" v="1120"/>
          <ac:spMkLst>
            <pc:docMk/>
            <pc:sldMk cId="0" sldId="275"/>
            <ac:spMk id="24" creationId="{E33DF313-53C2-BE66-16F5-E1BB7C54E6BA}"/>
          </ac:spMkLst>
        </pc:spChg>
        <pc:spChg chg="mod">
          <ac:chgData name="a46219 Lê Hải Sơn" userId="b07ee673-6122-4980-99d9-cc7dd5bb86ef" providerId="ADAL" clId="{25A24D89-CDB5-439F-81AA-71C432E97E0F}" dt="2024-05-29T17:34:26.942" v="1120"/>
          <ac:spMkLst>
            <pc:docMk/>
            <pc:sldMk cId="0" sldId="275"/>
            <ac:spMk id="25" creationId="{D05AC089-6182-057B-22C6-5F5EBE82458E}"/>
          </ac:spMkLst>
        </pc:spChg>
        <pc:spChg chg="mod">
          <ac:chgData name="a46219 Lê Hải Sơn" userId="b07ee673-6122-4980-99d9-cc7dd5bb86ef" providerId="ADAL" clId="{25A24D89-CDB5-439F-81AA-71C432E97E0F}" dt="2024-05-29T17:34:26.942" v="1120"/>
          <ac:spMkLst>
            <pc:docMk/>
            <pc:sldMk cId="0" sldId="275"/>
            <ac:spMk id="26" creationId="{0E7E1CF7-091D-1DEA-93CE-4C09BCA3363C}"/>
          </ac:spMkLst>
        </pc:spChg>
        <pc:spChg chg="mod">
          <ac:chgData name="a46219 Lê Hải Sơn" userId="b07ee673-6122-4980-99d9-cc7dd5bb86ef" providerId="ADAL" clId="{25A24D89-CDB5-439F-81AA-71C432E97E0F}" dt="2024-05-29T17:34:26.942" v="1120"/>
          <ac:spMkLst>
            <pc:docMk/>
            <pc:sldMk cId="0" sldId="275"/>
            <ac:spMk id="27" creationId="{2D808581-CC6B-28B7-5D57-F2ED7C994DFA}"/>
          </ac:spMkLst>
        </pc:spChg>
        <pc:spChg chg="mod">
          <ac:chgData name="a46219 Lê Hải Sơn" userId="b07ee673-6122-4980-99d9-cc7dd5bb86ef" providerId="ADAL" clId="{25A24D89-CDB5-439F-81AA-71C432E97E0F}" dt="2024-05-29T17:34:26.942" v="1120"/>
          <ac:spMkLst>
            <pc:docMk/>
            <pc:sldMk cId="0" sldId="275"/>
            <ac:spMk id="28" creationId="{CE161AEB-B916-E28C-B6D8-117403FD6B12}"/>
          </ac:spMkLst>
        </pc:spChg>
        <pc:spChg chg="mod">
          <ac:chgData name="a46219 Lê Hải Sơn" userId="b07ee673-6122-4980-99d9-cc7dd5bb86ef" providerId="ADAL" clId="{25A24D89-CDB5-439F-81AA-71C432E97E0F}" dt="2024-05-29T17:34:26.942" v="1120"/>
          <ac:spMkLst>
            <pc:docMk/>
            <pc:sldMk cId="0" sldId="275"/>
            <ac:spMk id="29" creationId="{7BB63F3F-D684-2E76-57E4-8E17CECB5FFD}"/>
          </ac:spMkLst>
        </pc:spChg>
        <pc:spChg chg="mod">
          <ac:chgData name="a46219 Lê Hải Sơn" userId="b07ee673-6122-4980-99d9-cc7dd5bb86ef" providerId="ADAL" clId="{25A24D89-CDB5-439F-81AA-71C432E97E0F}" dt="2024-05-29T17:34:26.942" v="1120"/>
          <ac:spMkLst>
            <pc:docMk/>
            <pc:sldMk cId="0" sldId="275"/>
            <ac:spMk id="30" creationId="{949E53B3-BE74-72A7-84B6-918D3C3D5F84}"/>
          </ac:spMkLst>
        </pc:spChg>
        <pc:spChg chg="mod">
          <ac:chgData name="a46219 Lê Hải Sơn" userId="b07ee673-6122-4980-99d9-cc7dd5bb86ef" providerId="ADAL" clId="{25A24D89-CDB5-439F-81AA-71C432E97E0F}" dt="2024-05-29T17:34:26.942" v="1120"/>
          <ac:spMkLst>
            <pc:docMk/>
            <pc:sldMk cId="0" sldId="275"/>
            <ac:spMk id="31" creationId="{F0936996-9345-D8AF-442E-4DBF13439219}"/>
          </ac:spMkLst>
        </pc:spChg>
        <pc:spChg chg="mod">
          <ac:chgData name="a46219 Lê Hải Sơn" userId="b07ee673-6122-4980-99d9-cc7dd5bb86ef" providerId="ADAL" clId="{25A24D89-CDB5-439F-81AA-71C432E97E0F}" dt="2024-05-29T17:34:26.942" v="1120"/>
          <ac:spMkLst>
            <pc:docMk/>
            <pc:sldMk cId="0" sldId="275"/>
            <ac:spMk id="32" creationId="{0724390A-D55A-3A5F-0548-4C0AFC31EABB}"/>
          </ac:spMkLst>
        </pc:spChg>
        <pc:spChg chg="mod">
          <ac:chgData name="a46219 Lê Hải Sơn" userId="b07ee673-6122-4980-99d9-cc7dd5bb86ef" providerId="ADAL" clId="{25A24D89-CDB5-439F-81AA-71C432E97E0F}" dt="2024-05-29T17:34:26.942" v="1120"/>
          <ac:spMkLst>
            <pc:docMk/>
            <pc:sldMk cId="0" sldId="275"/>
            <ac:spMk id="33" creationId="{58685277-EF3B-CD91-F778-E46BCD33314F}"/>
          </ac:spMkLst>
        </pc:spChg>
        <pc:spChg chg="mod">
          <ac:chgData name="a46219 Lê Hải Sơn" userId="b07ee673-6122-4980-99d9-cc7dd5bb86ef" providerId="ADAL" clId="{25A24D89-CDB5-439F-81AA-71C432E97E0F}" dt="2024-05-29T17:34:26.942" v="1120"/>
          <ac:spMkLst>
            <pc:docMk/>
            <pc:sldMk cId="0" sldId="275"/>
            <ac:spMk id="34" creationId="{69F81484-5212-1A2D-BF2E-F9EEADA4499B}"/>
          </ac:spMkLst>
        </pc:spChg>
        <pc:spChg chg="mod">
          <ac:chgData name="a46219 Lê Hải Sơn" userId="b07ee673-6122-4980-99d9-cc7dd5bb86ef" providerId="ADAL" clId="{25A24D89-CDB5-439F-81AA-71C432E97E0F}" dt="2024-05-29T17:34:26.942" v="1120"/>
          <ac:spMkLst>
            <pc:docMk/>
            <pc:sldMk cId="0" sldId="275"/>
            <ac:spMk id="35" creationId="{E5F5FDD9-C36B-E076-2914-86E553818A9A}"/>
          </ac:spMkLst>
        </pc:spChg>
        <pc:spChg chg="mod">
          <ac:chgData name="a46219 Lê Hải Sơn" userId="b07ee673-6122-4980-99d9-cc7dd5bb86ef" providerId="ADAL" clId="{25A24D89-CDB5-439F-81AA-71C432E97E0F}" dt="2024-05-29T17:34:26.942" v="1120"/>
          <ac:spMkLst>
            <pc:docMk/>
            <pc:sldMk cId="0" sldId="275"/>
            <ac:spMk id="36" creationId="{E8295E9D-5239-9F57-5969-E5E390B97F88}"/>
          </ac:spMkLst>
        </pc:spChg>
        <pc:spChg chg="mod">
          <ac:chgData name="a46219 Lê Hải Sơn" userId="b07ee673-6122-4980-99d9-cc7dd5bb86ef" providerId="ADAL" clId="{25A24D89-CDB5-439F-81AA-71C432E97E0F}" dt="2024-05-29T17:34:26.942" v="1120"/>
          <ac:spMkLst>
            <pc:docMk/>
            <pc:sldMk cId="0" sldId="275"/>
            <ac:spMk id="37" creationId="{3F191895-BFE9-4D0D-119A-41732BA777EC}"/>
          </ac:spMkLst>
        </pc:spChg>
        <pc:spChg chg="mod">
          <ac:chgData name="a46219 Lê Hải Sơn" userId="b07ee673-6122-4980-99d9-cc7dd5bb86ef" providerId="ADAL" clId="{25A24D89-CDB5-439F-81AA-71C432E97E0F}" dt="2024-05-29T17:34:26.942" v="1120"/>
          <ac:spMkLst>
            <pc:docMk/>
            <pc:sldMk cId="0" sldId="275"/>
            <ac:spMk id="38" creationId="{18C17DFC-5932-9FFE-8058-13EE43970686}"/>
          </ac:spMkLst>
        </pc:spChg>
        <pc:spChg chg="mod">
          <ac:chgData name="a46219 Lê Hải Sơn" userId="b07ee673-6122-4980-99d9-cc7dd5bb86ef" providerId="ADAL" clId="{25A24D89-CDB5-439F-81AA-71C432E97E0F}" dt="2024-05-29T17:34:26.942" v="1120"/>
          <ac:spMkLst>
            <pc:docMk/>
            <pc:sldMk cId="0" sldId="275"/>
            <ac:spMk id="39" creationId="{B2420801-4BAC-B6FA-D3AA-F9B5AB01124E}"/>
          </ac:spMkLst>
        </pc:spChg>
        <pc:spChg chg="mod">
          <ac:chgData name="a46219 Lê Hải Sơn" userId="b07ee673-6122-4980-99d9-cc7dd5bb86ef" providerId="ADAL" clId="{25A24D89-CDB5-439F-81AA-71C432E97E0F}" dt="2024-05-29T17:34:26.942" v="1120"/>
          <ac:spMkLst>
            <pc:docMk/>
            <pc:sldMk cId="0" sldId="275"/>
            <ac:spMk id="40" creationId="{75D432EC-9996-50D7-37CA-F3C44EC809DE}"/>
          </ac:spMkLst>
        </pc:spChg>
        <pc:spChg chg="mod">
          <ac:chgData name="a46219 Lê Hải Sơn" userId="b07ee673-6122-4980-99d9-cc7dd5bb86ef" providerId="ADAL" clId="{25A24D89-CDB5-439F-81AA-71C432E97E0F}" dt="2024-05-29T17:34:26.942" v="1120"/>
          <ac:spMkLst>
            <pc:docMk/>
            <pc:sldMk cId="0" sldId="275"/>
            <ac:spMk id="41" creationId="{984B8FAA-7291-606F-0159-7D7F428F44A9}"/>
          </ac:spMkLst>
        </pc:spChg>
        <pc:spChg chg="mod">
          <ac:chgData name="a46219 Lê Hải Sơn" userId="b07ee673-6122-4980-99d9-cc7dd5bb86ef" providerId="ADAL" clId="{25A24D89-CDB5-439F-81AA-71C432E97E0F}" dt="2024-05-29T17:34:26.942" v="1120"/>
          <ac:spMkLst>
            <pc:docMk/>
            <pc:sldMk cId="0" sldId="275"/>
            <ac:spMk id="42" creationId="{64F69800-1EA8-6EDD-C8A0-91F3C6A5087A}"/>
          </ac:spMkLst>
        </pc:spChg>
        <pc:spChg chg="mod">
          <ac:chgData name="a46219 Lê Hải Sơn" userId="b07ee673-6122-4980-99d9-cc7dd5bb86ef" providerId="ADAL" clId="{25A24D89-CDB5-439F-81AA-71C432E97E0F}" dt="2024-05-29T17:34:26.942" v="1120"/>
          <ac:spMkLst>
            <pc:docMk/>
            <pc:sldMk cId="0" sldId="275"/>
            <ac:spMk id="43" creationId="{8CA9F544-9246-79B1-45A9-03606737E9D2}"/>
          </ac:spMkLst>
        </pc:spChg>
        <pc:spChg chg="mod">
          <ac:chgData name="a46219 Lê Hải Sơn" userId="b07ee673-6122-4980-99d9-cc7dd5bb86ef" providerId="ADAL" clId="{25A24D89-CDB5-439F-81AA-71C432E97E0F}" dt="2024-05-29T17:34:26.942" v="1120"/>
          <ac:spMkLst>
            <pc:docMk/>
            <pc:sldMk cId="0" sldId="275"/>
            <ac:spMk id="44" creationId="{FDFA6B47-6A7C-4829-F253-45BF1F19D552}"/>
          </ac:spMkLst>
        </pc:spChg>
        <pc:spChg chg="mod">
          <ac:chgData name="a46219 Lê Hải Sơn" userId="b07ee673-6122-4980-99d9-cc7dd5bb86ef" providerId="ADAL" clId="{25A24D89-CDB5-439F-81AA-71C432E97E0F}" dt="2024-05-29T17:34:26.942" v="1120"/>
          <ac:spMkLst>
            <pc:docMk/>
            <pc:sldMk cId="0" sldId="275"/>
            <ac:spMk id="45" creationId="{0D788E01-841F-F5DD-2416-95913FB713C4}"/>
          </ac:spMkLst>
        </pc:spChg>
        <pc:spChg chg="mod">
          <ac:chgData name="a46219 Lê Hải Sơn" userId="b07ee673-6122-4980-99d9-cc7dd5bb86ef" providerId="ADAL" clId="{25A24D89-CDB5-439F-81AA-71C432E97E0F}" dt="2024-05-29T17:34:26.942" v="1120"/>
          <ac:spMkLst>
            <pc:docMk/>
            <pc:sldMk cId="0" sldId="275"/>
            <ac:spMk id="46" creationId="{904F9154-964A-7353-6E8A-B004AE7D048E}"/>
          </ac:spMkLst>
        </pc:spChg>
        <pc:spChg chg="mod">
          <ac:chgData name="a46219 Lê Hải Sơn" userId="b07ee673-6122-4980-99d9-cc7dd5bb86ef" providerId="ADAL" clId="{25A24D89-CDB5-439F-81AA-71C432E97E0F}" dt="2024-05-29T17:34:26.942" v="1120"/>
          <ac:spMkLst>
            <pc:docMk/>
            <pc:sldMk cId="0" sldId="275"/>
            <ac:spMk id="47" creationId="{97A7619A-52A2-7039-1864-29222E8630E7}"/>
          </ac:spMkLst>
        </pc:spChg>
        <pc:spChg chg="mod">
          <ac:chgData name="a46219 Lê Hải Sơn" userId="b07ee673-6122-4980-99d9-cc7dd5bb86ef" providerId="ADAL" clId="{25A24D89-CDB5-439F-81AA-71C432E97E0F}" dt="2024-05-29T17:34:26.942" v="1120"/>
          <ac:spMkLst>
            <pc:docMk/>
            <pc:sldMk cId="0" sldId="275"/>
            <ac:spMk id="48" creationId="{F4AC1C0F-7825-6394-B2C2-E8B619B879AE}"/>
          </ac:spMkLst>
        </pc:spChg>
        <pc:spChg chg="mod">
          <ac:chgData name="a46219 Lê Hải Sơn" userId="b07ee673-6122-4980-99d9-cc7dd5bb86ef" providerId="ADAL" clId="{25A24D89-CDB5-439F-81AA-71C432E97E0F}" dt="2024-05-29T17:34:26.942" v="1120"/>
          <ac:spMkLst>
            <pc:docMk/>
            <pc:sldMk cId="0" sldId="275"/>
            <ac:spMk id="49" creationId="{8EFD039A-39C8-3065-0DF8-49E24A1EA1F5}"/>
          </ac:spMkLst>
        </pc:spChg>
        <pc:spChg chg="mod">
          <ac:chgData name="a46219 Lê Hải Sơn" userId="b07ee673-6122-4980-99d9-cc7dd5bb86ef" providerId="ADAL" clId="{25A24D89-CDB5-439F-81AA-71C432E97E0F}" dt="2024-05-29T17:34:26.942" v="1120"/>
          <ac:spMkLst>
            <pc:docMk/>
            <pc:sldMk cId="0" sldId="275"/>
            <ac:spMk id="50" creationId="{B878731C-0AD6-2A9B-D0B2-67B7C888A163}"/>
          </ac:spMkLst>
        </pc:spChg>
        <pc:spChg chg="mod">
          <ac:chgData name="a46219 Lê Hải Sơn" userId="b07ee673-6122-4980-99d9-cc7dd5bb86ef" providerId="ADAL" clId="{25A24D89-CDB5-439F-81AA-71C432E97E0F}" dt="2024-05-29T17:34:26.942" v="1120"/>
          <ac:spMkLst>
            <pc:docMk/>
            <pc:sldMk cId="0" sldId="275"/>
            <ac:spMk id="51" creationId="{B3D97060-C9F9-E2EE-E088-135E154B565F}"/>
          </ac:spMkLst>
        </pc:spChg>
        <pc:spChg chg="mod">
          <ac:chgData name="a46219 Lê Hải Sơn" userId="b07ee673-6122-4980-99d9-cc7dd5bb86ef" providerId="ADAL" clId="{25A24D89-CDB5-439F-81AA-71C432E97E0F}" dt="2024-05-29T17:34:26.942" v="1120"/>
          <ac:spMkLst>
            <pc:docMk/>
            <pc:sldMk cId="0" sldId="275"/>
            <ac:spMk id="52" creationId="{E2A53ADF-D40C-856F-356C-56C57E20F2AD}"/>
          </ac:spMkLst>
        </pc:spChg>
        <pc:spChg chg="mod">
          <ac:chgData name="a46219 Lê Hải Sơn" userId="b07ee673-6122-4980-99d9-cc7dd5bb86ef" providerId="ADAL" clId="{25A24D89-CDB5-439F-81AA-71C432E97E0F}" dt="2024-05-29T17:34:26.942" v="1120"/>
          <ac:spMkLst>
            <pc:docMk/>
            <pc:sldMk cId="0" sldId="275"/>
            <ac:spMk id="53" creationId="{3EF4966E-EB41-3400-0D9D-FC7933C98433}"/>
          </ac:spMkLst>
        </pc:spChg>
        <pc:spChg chg="mod">
          <ac:chgData name="a46219 Lê Hải Sơn" userId="b07ee673-6122-4980-99d9-cc7dd5bb86ef" providerId="ADAL" clId="{25A24D89-CDB5-439F-81AA-71C432E97E0F}" dt="2024-05-29T17:34:26.942" v="1120"/>
          <ac:spMkLst>
            <pc:docMk/>
            <pc:sldMk cId="0" sldId="275"/>
            <ac:spMk id="54" creationId="{A96A3368-536D-1E4B-6566-7DA5F852C5EA}"/>
          </ac:spMkLst>
        </pc:spChg>
        <pc:spChg chg="mod">
          <ac:chgData name="a46219 Lê Hải Sơn" userId="b07ee673-6122-4980-99d9-cc7dd5bb86ef" providerId="ADAL" clId="{25A24D89-CDB5-439F-81AA-71C432E97E0F}" dt="2024-05-29T17:34:26.942" v="1120"/>
          <ac:spMkLst>
            <pc:docMk/>
            <pc:sldMk cId="0" sldId="275"/>
            <ac:spMk id="55" creationId="{82E188DA-B51B-32DB-6F21-5091F75DAF7A}"/>
          </ac:spMkLst>
        </pc:spChg>
        <pc:spChg chg="mod">
          <ac:chgData name="a46219 Lê Hải Sơn" userId="b07ee673-6122-4980-99d9-cc7dd5bb86ef" providerId="ADAL" clId="{25A24D89-CDB5-439F-81AA-71C432E97E0F}" dt="2024-05-29T17:34:26.942" v="1120"/>
          <ac:spMkLst>
            <pc:docMk/>
            <pc:sldMk cId="0" sldId="275"/>
            <ac:spMk id="56" creationId="{7785348D-EFA3-7355-ED70-423BF9363FC8}"/>
          </ac:spMkLst>
        </pc:spChg>
        <pc:spChg chg="mod">
          <ac:chgData name="a46219 Lê Hải Sơn" userId="b07ee673-6122-4980-99d9-cc7dd5bb86ef" providerId="ADAL" clId="{25A24D89-CDB5-439F-81AA-71C432E97E0F}" dt="2024-05-29T17:34:26.942" v="1120"/>
          <ac:spMkLst>
            <pc:docMk/>
            <pc:sldMk cId="0" sldId="275"/>
            <ac:spMk id="57" creationId="{4C7BC8C3-727A-0319-D805-6A957548C605}"/>
          </ac:spMkLst>
        </pc:spChg>
        <pc:spChg chg="mod">
          <ac:chgData name="a46219 Lê Hải Sơn" userId="b07ee673-6122-4980-99d9-cc7dd5bb86ef" providerId="ADAL" clId="{25A24D89-CDB5-439F-81AA-71C432E97E0F}" dt="2024-05-29T17:34:26.942" v="1120"/>
          <ac:spMkLst>
            <pc:docMk/>
            <pc:sldMk cId="0" sldId="275"/>
            <ac:spMk id="58" creationId="{4DDBCE95-1A0C-B0A4-7CD4-E651EC45DD47}"/>
          </ac:spMkLst>
        </pc:spChg>
        <pc:spChg chg="mod">
          <ac:chgData name="a46219 Lê Hải Sơn" userId="b07ee673-6122-4980-99d9-cc7dd5bb86ef" providerId="ADAL" clId="{25A24D89-CDB5-439F-81AA-71C432E97E0F}" dt="2024-05-29T17:34:26.942" v="1120"/>
          <ac:spMkLst>
            <pc:docMk/>
            <pc:sldMk cId="0" sldId="275"/>
            <ac:spMk id="59" creationId="{EB7F006B-DC7E-838A-DE2C-9D5EFCFC0D7C}"/>
          </ac:spMkLst>
        </pc:spChg>
        <pc:spChg chg="mod">
          <ac:chgData name="a46219 Lê Hải Sơn" userId="b07ee673-6122-4980-99d9-cc7dd5bb86ef" providerId="ADAL" clId="{25A24D89-CDB5-439F-81AA-71C432E97E0F}" dt="2024-05-29T17:34:26.942" v="1120"/>
          <ac:spMkLst>
            <pc:docMk/>
            <pc:sldMk cId="0" sldId="275"/>
            <ac:spMk id="60" creationId="{3B34887D-6C61-2FA3-0654-4288C5E075D7}"/>
          </ac:spMkLst>
        </pc:spChg>
        <pc:spChg chg="mod">
          <ac:chgData name="a46219 Lê Hải Sơn" userId="b07ee673-6122-4980-99d9-cc7dd5bb86ef" providerId="ADAL" clId="{25A24D89-CDB5-439F-81AA-71C432E97E0F}" dt="2024-05-29T17:34:26.942" v="1120"/>
          <ac:spMkLst>
            <pc:docMk/>
            <pc:sldMk cId="0" sldId="275"/>
            <ac:spMk id="61" creationId="{58177AC5-85BF-4156-6DF1-3854FC1CA46D}"/>
          </ac:spMkLst>
        </pc:spChg>
        <pc:spChg chg="mod">
          <ac:chgData name="a46219 Lê Hải Sơn" userId="b07ee673-6122-4980-99d9-cc7dd5bb86ef" providerId="ADAL" clId="{25A24D89-CDB5-439F-81AA-71C432E97E0F}" dt="2024-05-29T17:34:26.942" v="1120"/>
          <ac:spMkLst>
            <pc:docMk/>
            <pc:sldMk cId="0" sldId="275"/>
            <ac:spMk id="62" creationId="{C58DDA31-4A6D-36FF-4AFC-6912B1705540}"/>
          </ac:spMkLst>
        </pc:spChg>
        <pc:spChg chg="mod">
          <ac:chgData name="a46219 Lê Hải Sơn" userId="b07ee673-6122-4980-99d9-cc7dd5bb86ef" providerId="ADAL" clId="{25A24D89-CDB5-439F-81AA-71C432E97E0F}" dt="2024-05-29T17:34:26.942" v="1120"/>
          <ac:spMkLst>
            <pc:docMk/>
            <pc:sldMk cId="0" sldId="275"/>
            <ac:spMk id="63" creationId="{20A18685-A003-62EE-06D8-762DE1D3A9FC}"/>
          </ac:spMkLst>
        </pc:spChg>
        <pc:spChg chg="mod">
          <ac:chgData name="a46219 Lê Hải Sơn" userId="b07ee673-6122-4980-99d9-cc7dd5bb86ef" providerId="ADAL" clId="{25A24D89-CDB5-439F-81AA-71C432E97E0F}" dt="2024-05-29T17:28:56.237" v="949" actId="113"/>
          <ac:spMkLst>
            <pc:docMk/>
            <pc:sldMk cId="0" sldId="275"/>
            <ac:spMk id="2512" creationId="{00000000-0000-0000-0000-000000000000}"/>
          </ac:spMkLst>
        </pc:spChg>
        <pc:spChg chg="add del mod">
          <ac:chgData name="a46219 Lê Hải Sơn" userId="b07ee673-6122-4980-99d9-cc7dd5bb86ef" providerId="ADAL" clId="{25A24D89-CDB5-439F-81AA-71C432E97E0F}" dt="2024-05-29T19:08:50.169" v="2108" actId="20577"/>
          <ac:spMkLst>
            <pc:docMk/>
            <pc:sldMk cId="0" sldId="275"/>
            <ac:spMk id="2513" creationId="{00000000-0000-0000-0000-000000000000}"/>
          </ac:spMkLst>
        </pc:spChg>
        <pc:spChg chg="mod">
          <ac:chgData name="a46219 Lê Hải Sơn" userId="b07ee673-6122-4980-99d9-cc7dd5bb86ef" providerId="ADAL" clId="{25A24D89-CDB5-439F-81AA-71C432E97E0F}" dt="2024-05-29T17:33:37.425" v="1117" actId="1076"/>
          <ac:spMkLst>
            <pc:docMk/>
            <pc:sldMk cId="0" sldId="275"/>
            <ac:spMk id="2514" creationId="{00000000-0000-0000-0000-000000000000}"/>
          </ac:spMkLst>
        </pc:spChg>
        <pc:spChg chg="mod">
          <ac:chgData name="a46219 Lê Hải Sơn" userId="b07ee673-6122-4980-99d9-cc7dd5bb86ef" providerId="ADAL" clId="{25A24D89-CDB5-439F-81AA-71C432E97E0F}" dt="2024-05-29T17:33:14.830" v="1114" actId="1035"/>
          <ac:spMkLst>
            <pc:docMk/>
            <pc:sldMk cId="0" sldId="275"/>
            <ac:spMk id="2520" creationId="{00000000-0000-0000-0000-000000000000}"/>
          </ac:spMkLst>
        </pc:spChg>
        <pc:spChg chg="mod">
          <ac:chgData name="a46219 Lê Hải Sơn" userId="b07ee673-6122-4980-99d9-cc7dd5bb86ef" providerId="ADAL" clId="{25A24D89-CDB5-439F-81AA-71C432E97E0F}" dt="2024-05-29T17:33:14.830" v="1114" actId="1035"/>
          <ac:spMkLst>
            <pc:docMk/>
            <pc:sldMk cId="0" sldId="275"/>
            <ac:spMk id="2522" creationId="{00000000-0000-0000-0000-000000000000}"/>
          </ac:spMkLst>
        </pc:spChg>
        <pc:spChg chg="mod">
          <ac:chgData name="a46219 Lê Hải Sơn" userId="b07ee673-6122-4980-99d9-cc7dd5bb86ef" providerId="ADAL" clId="{25A24D89-CDB5-439F-81AA-71C432E97E0F}" dt="2024-05-29T17:33:32.721" v="1115" actId="1076"/>
          <ac:spMkLst>
            <pc:docMk/>
            <pc:sldMk cId="0" sldId="275"/>
            <ac:spMk id="2523" creationId="{00000000-0000-0000-0000-000000000000}"/>
          </ac:spMkLst>
        </pc:spChg>
        <pc:spChg chg="add del mod">
          <ac:chgData name="a46219 Lê Hải Sơn" userId="b07ee673-6122-4980-99d9-cc7dd5bb86ef" providerId="ADAL" clId="{25A24D89-CDB5-439F-81AA-71C432E97E0F}" dt="2024-05-29T19:08:18.613" v="2101" actId="20577"/>
          <ac:spMkLst>
            <pc:docMk/>
            <pc:sldMk cId="0" sldId="275"/>
            <ac:spMk id="2524" creationId="{00000000-0000-0000-0000-000000000000}"/>
          </ac:spMkLst>
        </pc:spChg>
        <pc:spChg chg="mod">
          <ac:chgData name="a46219 Lê Hải Sơn" userId="b07ee673-6122-4980-99d9-cc7dd5bb86ef" providerId="ADAL" clId="{25A24D89-CDB5-439F-81AA-71C432E97E0F}" dt="2024-05-29T17:33:14.830" v="1114" actId="1035"/>
          <ac:spMkLst>
            <pc:docMk/>
            <pc:sldMk cId="0" sldId="275"/>
            <ac:spMk id="2525" creationId="{00000000-0000-0000-0000-000000000000}"/>
          </ac:spMkLst>
        </pc:spChg>
        <pc:spChg chg="add del mod">
          <ac:chgData name="a46219 Lê Hải Sơn" userId="b07ee673-6122-4980-99d9-cc7dd5bb86ef" providerId="ADAL" clId="{25A24D89-CDB5-439F-81AA-71C432E97E0F}" dt="2024-05-29T19:10:18.206" v="2115" actId="20577"/>
          <ac:spMkLst>
            <pc:docMk/>
            <pc:sldMk cId="0" sldId="275"/>
            <ac:spMk id="2526" creationId="{00000000-0000-0000-0000-000000000000}"/>
          </ac:spMkLst>
        </pc:spChg>
        <pc:spChg chg="mod">
          <ac:chgData name="a46219 Lê Hải Sơn" userId="b07ee673-6122-4980-99d9-cc7dd5bb86ef" providerId="ADAL" clId="{25A24D89-CDB5-439F-81AA-71C432E97E0F}" dt="2024-05-29T17:34:26.942" v="1120"/>
          <ac:spMkLst>
            <pc:docMk/>
            <pc:sldMk cId="0" sldId="275"/>
            <ac:spMk id="2527" creationId="{C20F1AB9-E140-48F1-BBD5-5F678F2BDFAB}"/>
          </ac:spMkLst>
        </pc:spChg>
        <pc:spChg chg="mod">
          <ac:chgData name="a46219 Lê Hải Sơn" userId="b07ee673-6122-4980-99d9-cc7dd5bb86ef" providerId="ADAL" clId="{25A24D89-CDB5-439F-81AA-71C432E97E0F}" dt="2024-05-29T17:34:26.942" v="1120"/>
          <ac:spMkLst>
            <pc:docMk/>
            <pc:sldMk cId="0" sldId="275"/>
            <ac:spMk id="2528" creationId="{129C9C7B-1642-91CC-0C23-1322E9008BB1}"/>
          </ac:spMkLst>
        </pc:spChg>
        <pc:spChg chg="mod">
          <ac:chgData name="a46219 Lê Hải Sơn" userId="b07ee673-6122-4980-99d9-cc7dd5bb86ef" providerId="ADAL" clId="{25A24D89-CDB5-439F-81AA-71C432E97E0F}" dt="2024-05-29T17:34:26.942" v="1120"/>
          <ac:spMkLst>
            <pc:docMk/>
            <pc:sldMk cId="0" sldId="275"/>
            <ac:spMk id="2529" creationId="{1660849E-3388-21FD-FBB9-D01346BDEEF5}"/>
          </ac:spMkLst>
        </pc:spChg>
        <pc:spChg chg="mod">
          <ac:chgData name="a46219 Lê Hải Sơn" userId="b07ee673-6122-4980-99d9-cc7dd5bb86ef" providerId="ADAL" clId="{25A24D89-CDB5-439F-81AA-71C432E97E0F}" dt="2024-05-29T17:34:26.942" v="1120"/>
          <ac:spMkLst>
            <pc:docMk/>
            <pc:sldMk cId="0" sldId="275"/>
            <ac:spMk id="2530" creationId="{19DEC18D-A796-0D68-AC4E-A0E33A78C1D2}"/>
          </ac:spMkLst>
        </pc:spChg>
        <pc:spChg chg="mod">
          <ac:chgData name="a46219 Lê Hải Sơn" userId="b07ee673-6122-4980-99d9-cc7dd5bb86ef" providerId="ADAL" clId="{25A24D89-CDB5-439F-81AA-71C432E97E0F}" dt="2024-05-29T17:34:26.942" v="1120"/>
          <ac:spMkLst>
            <pc:docMk/>
            <pc:sldMk cId="0" sldId="275"/>
            <ac:spMk id="2531" creationId="{FD7EB3BA-321B-B6DB-E777-E3756D5319E5}"/>
          </ac:spMkLst>
        </pc:spChg>
        <pc:spChg chg="mod">
          <ac:chgData name="a46219 Lê Hải Sơn" userId="b07ee673-6122-4980-99d9-cc7dd5bb86ef" providerId="ADAL" clId="{25A24D89-CDB5-439F-81AA-71C432E97E0F}" dt="2024-05-29T17:34:26.942" v="1120"/>
          <ac:spMkLst>
            <pc:docMk/>
            <pc:sldMk cId="0" sldId="275"/>
            <ac:spMk id="2532" creationId="{BEC6F11A-B60D-B290-FE25-8A4A1EC54FD6}"/>
          </ac:spMkLst>
        </pc:spChg>
        <pc:spChg chg="mod">
          <ac:chgData name="a46219 Lê Hải Sơn" userId="b07ee673-6122-4980-99d9-cc7dd5bb86ef" providerId="ADAL" clId="{25A24D89-CDB5-439F-81AA-71C432E97E0F}" dt="2024-05-29T17:34:26.942" v="1120"/>
          <ac:spMkLst>
            <pc:docMk/>
            <pc:sldMk cId="0" sldId="275"/>
            <ac:spMk id="2533" creationId="{F64821B4-B51E-874A-21CA-8B6D53F9F871}"/>
          </ac:spMkLst>
        </pc:spChg>
        <pc:spChg chg="mod">
          <ac:chgData name="a46219 Lê Hải Sơn" userId="b07ee673-6122-4980-99d9-cc7dd5bb86ef" providerId="ADAL" clId="{25A24D89-CDB5-439F-81AA-71C432E97E0F}" dt="2024-05-29T17:34:26.942" v="1120"/>
          <ac:spMkLst>
            <pc:docMk/>
            <pc:sldMk cId="0" sldId="275"/>
            <ac:spMk id="2534" creationId="{F2053B30-C906-4381-8608-99DEC268FEA4}"/>
          </ac:spMkLst>
        </pc:spChg>
        <pc:spChg chg="mod">
          <ac:chgData name="a46219 Lê Hải Sơn" userId="b07ee673-6122-4980-99d9-cc7dd5bb86ef" providerId="ADAL" clId="{25A24D89-CDB5-439F-81AA-71C432E97E0F}" dt="2024-05-29T17:34:26.942" v="1120"/>
          <ac:spMkLst>
            <pc:docMk/>
            <pc:sldMk cId="0" sldId="275"/>
            <ac:spMk id="2535" creationId="{84FB4721-3D61-47EC-4334-49A667870DA9}"/>
          </ac:spMkLst>
        </pc:spChg>
        <pc:spChg chg="mod">
          <ac:chgData name="a46219 Lê Hải Sơn" userId="b07ee673-6122-4980-99d9-cc7dd5bb86ef" providerId="ADAL" clId="{25A24D89-CDB5-439F-81AA-71C432E97E0F}" dt="2024-05-29T17:34:26.942" v="1120"/>
          <ac:spMkLst>
            <pc:docMk/>
            <pc:sldMk cId="0" sldId="275"/>
            <ac:spMk id="2536" creationId="{0A5A53D2-45C8-4F8A-AE94-9021A9581089}"/>
          </ac:spMkLst>
        </pc:spChg>
        <pc:spChg chg="mod">
          <ac:chgData name="a46219 Lê Hải Sơn" userId="b07ee673-6122-4980-99d9-cc7dd5bb86ef" providerId="ADAL" clId="{25A24D89-CDB5-439F-81AA-71C432E97E0F}" dt="2024-05-29T17:34:26.942" v="1120"/>
          <ac:spMkLst>
            <pc:docMk/>
            <pc:sldMk cId="0" sldId="275"/>
            <ac:spMk id="2537" creationId="{A4C83169-9CE8-90A1-F6CB-C1FB56DA82FA}"/>
          </ac:spMkLst>
        </pc:spChg>
        <pc:spChg chg="mod">
          <ac:chgData name="a46219 Lê Hải Sơn" userId="b07ee673-6122-4980-99d9-cc7dd5bb86ef" providerId="ADAL" clId="{25A24D89-CDB5-439F-81AA-71C432E97E0F}" dt="2024-05-29T17:34:26.942" v="1120"/>
          <ac:spMkLst>
            <pc:docMk/>
            <pc:sldMk cId="0" sldId="275"/>
            <ac:spMk id="2538" creationId="{0A964EBC-9D51-4276-8C2C-796DD39CE213}"/>
          </ac:spMkLst>
        </pc:spChg>
        <pc:spChg chg="mod">
          <ac:chgData name="a46219 Lê Hải Sơn" userId="b07ee673-6122-4980-99d9-cc7dd5bb86ef" providerId="ADAL" clId="{25A24D89-CDB5-439F-81AA-71C432E97E0F}" dt="2024-05-29T17:34:26.942" v="1120"/>
          <ac:spMkLst>
            <pc:docMk/>
            <pc:sldMk cId="0" sldId="275"/>
            <ac:spMk id="2539" creationId="{6E7C8AEF-F7CF-5FF8-2027-E03710A6F3DC}"/>
          </ac:spMkLst>
        </pc:spChg>
        <pc:spChg chg="mod">
          <ac:chgData name="a46219 Lê Hải Sơn" userId="b07ee673-6122-4980-99d9-cc7dd5bb86ef" providerId="ADAL" clId="{25A24D89-CDB5-439F-81AA-71C432E97E0F}" dt="2024-05-29T17:34:26.942" v="1120"/>
          <ac:spMkLst>
            <pc:docMk/>
            <pc:sldMk cId="0" sldId="275"/>
            <ac:spMk id="2540" creationId="{EA0D0244-B73A-569D-3D74-D9C71B06BD89}"/>
          </ac:spMkLst>
        </pc:spChg>
        <pc:spChg chg="mod">
          <ac:chgData name="a46219 Lê Hải Sơn" userId="b07ee673-6122-4980-99d9-cc7dd5bb86ef" providerId="ADAL" clId="{25A24D89-CDB5-439F-81AA-71C432E97E0F}" dt="2024-05-29T17:34:26.942" v="1120"/>
          <ac:spMkLst>
            <pc:docMk/>
            <pc:sldMk cId="0" sldId="275"/>
            <ac:spMk id="2541" creationId="{395AD16B-942F-1542-9480-54A2B26155DE}"/>
          </ac:spMkLst>
        </pc:spChg>
        <pc:spChg chg="mod">
          <ac:chgData name="a46219 Lê Hải Sơn" userId="b07ee673-6122-4980-99d9-cc7dd5bb86ef" providerId="ADAL" clId="{25A24D89-CDB5-439F-81AA-71C432E97E0F}" dt="2024-05-29T17:34:26.942" v="1120"/>
          <ac:spMkLst>
            <pc:docMk/>
            <pc:sldMk cId="0" sldId="275"/>
            <ac:spMk id="2542" creationId="{916444C6-B254-F585-2A72-3A5552BEA1A3}"/>
          </ac:spMkLst>
        </pc:spChg>
        <pc:spChg chg="mod">
          <ac:chgData name="a46219 Lê Hải Sơn" userId="b07ee673-6122-4980-99d9-cc7dd5bb86ef" providerId="ADAL" clId="{25A24D89-CDB5-439F-81AA-71C432E97E0F}" dt="2024-05-29T17:34:26.942" v="1120"/>
          <ac:spMkLst>
            <pc:docMk/>
            <pc:sldMk cId="0" sldId="275"/>
            <ac:spMk id="2543" creationId="{7DD019A8-BB1A-60AC-2B12-10CE262EC275}"/>
          </ac:spMkLst>
        </pc:spChg>
        <pc:spChg chg="mod">
          <ac:chgData name="a46219 Lê Hải Sơn" userId="b07ee673-6122-4980-99d9-cc7dd5bb86ef" providerId="ADAL" clId="{25A24D89-CDB5-439F-81AA-71C432E97E0F}" dt="2024-05-29T17:34:26.942" v="1120"/>
          <ac:spMkLst>
            <pc:docMk/>
            <pc:sldMk cId="0" sldId="275"/>
            <ac:spMk id="2544" creationId="{6BC62AE7-B68D-4C43-4818-815D968CC9D3}"/>
          </ac:spMkLst>
        </pc:spChg>
        <pc:spChg chg="mod">
          <ac:chgData name="a46219 Lê Hải Sơn" userId="b07ee673-6122-4980-99d9-cc7dd5bb86ef" providerId="ADAL" clId="{25A24D89-CDB5-439F-81AA-71C432E97E0F}" dt="2024-05-29T17:34:26.942" v="1120"/>
          <ac:spMkLst>
            <pc:docMk/>
            <pc:sldMk cId="0" sldId="275"/>
            <ac:spMk id="2545" creationId="{C0DDABE5-8A4F-6F97-0D1B-426681B4515E}"/>
          </ac:spMkLst>
        </pc:spChg>
        <pc:spChg chg="mod">
          <ac:chgData name="a46219 Lê Hải Sơn" userId="b07ee673-6122-4980-99d9-cc7dd5bb86ef" providerId="ADAL" clId="{25A24D89-CDB5-439F-81AA-71C432E97E0F}" dt="2024-05-29T17:34:26.942" v="1120"/>
          <ac:spMkLst>
            <pc:docMk/>
            <pc:sldMk cId="0" sldId="275"/>
            <ac:spMk id="2546" creationId="{B9A7EB92-8B6F-3F70-F200-07B9AED285A9}"/>
          </ac:spMkLst>
        </pc:spChg>
        <pc:spChg chg="mod">
          <ac:chgData name="a46219 Lê Hải Sơn" userId="b07ee673-6122-4980-99d9-cc7dd5bb86ef" providerId="ADAL" clId="{25A24D89-CDB5-439F-81AA-71C432E97E0F}" dt="2024-05-29T17:34:26.942" v="1120"/>
          <ac:spMkLst>
            <pc:docMk/>
            <pc:sldMk cId="0" sldId="275"/>
            <ac:spMk id="2547" creationId="{09B780CD-30D9-4E62-6BCA-4C090C857C01}"/>
          </ac:spMkLst>
        </pc:spChg>
        <pc:spChg chg="mod">
          <ac:chgData name="a46219 Lê Hải Sơn" userId="b07ee673-6122-4980-99d9-cc7dd5bb86ef" providerId="ADAL" clId="{25A24D89-CDB5-439F-81AA-71C432E97E0F}" dt="2024-05-29T17:34:26.942" v="1120"/>
          <ac:spMkLst>
            <pc:docMk/>
            <pc:sldMk cId="0" sldId="275"/>
            <ac:spMk id="2548" creationId="{888377F8-92F6-FA9B-4394-BA980F1B8C39}"/>
          </ac:spMkLst>
        </pc:spChg>
        <pc:spChg chg="mod">
          <ac:chgData name="a46219 Lê Hải Sơn" userId="b07ee673-6122-4980-99d9-cc7dd5bb86ef" providerId="ADAL" clId="{25A24D89-CDB5-439F-81AA-71C432E97E0F}" dt="2024-05-29T17:34:26.942" v="1120"/>
          <ac:spMkLst>
            <pc:docMk/>
            <pc:sldMk cId="0" sldId="275"/>
            <ac:spMk id="2549" creationId="{DDE0A4E4-AE2E-4A30-38BF-079A7C8671C1}"/>
          </ac:spMkLst>
        </pc:spChg>
        <pc:spChg chg="mod">
          <ac:chgData name="a46219 Lê Hải Sơn" userId="b07ee673-6122-4980-99d9-cc7dd5bb86ef" providerId="ADAL" clId="{25A24D89-CDB5-439F-81AA-71C432E97E0F}" dt="2024-05-29T17:34:26.942" v="1120"/>
          <ac:spMkLst>
            <pc:docMk/>
            <pc:sldMk cId="0" sldId="275"/>
            <ac:spMk id="2550" creationId="{824A7AB3-03FE-1384-350E-A549CB4456E3}"/>
          </ac:spMkLst>
        </pc:spChg>
        <pc:spChg chg="mod">
          <ac:chgData name="a46219 Lê Hải Sơn" userId="b07ee673-6122-4980-99d9-cc7dd5bb86ef" providerId="ADAL" clId="{25A24D89-CDB5-439F-81AA-71C432E97E0F}" dt="2024-05-29T17:34:26.942" v="1120"/>
          <ac:spMkLst>
            <pc:docMk/>
            <pc:sldMk cId="0" sldId="275"/>
            <ac:spMk id="2551" creationId="{4BB1FB3F-B27A-5DB7-7416-2B5555D52DE8}"/>
          </ac:spMkLst>
        </pc:spChg>
        <pc:spChg chg="mod">
          <ac:chgData name="a46219 Lê Hải Sơn" userId="b07ee673-6122-4980-99d9-cc7dd5bb86ef" providerId="ADAL" clId="{25A24D89-CDB5-439F-81AA-71C432E97E0F}" dt="2024-05-29T17:34:26.942" v="1120"/>
          <ac:spMkLst>
            <pc:docMk/>
            <pc:sldMk cId="0" sldId="275"/>
            <ac:spMk id="2552" creationId="{DACA3DB1-A90D-90A0-DCAC-CABDEACCC14A}"/>
          </ac:spMkLst>
        </pc:spChg>
        <pc:spChg chg="mod">
          <ac:chgData name="a46219 Lê Hải Sơn" userId="b07ee673-6122-4980-99d9-cc7dd5bb86ef" providerId="ADAL" clId="{25A24D89-CDB5-439F-81AA-71C432E97E0F}" dt="2024-05-29T17:34:26.942" v="1120"/>
          <ac:spMkLst>
            <pc:docMk/>
            <pc:sldMk cId="0" sldId="275"/>
            <ac:spMk id="2553" creationId="{7E19A2D4-47CB-7A7B-0445-F1C275B0D2D1}"/>
          </ac:spMkLst>
        </pc:spChg>
        <pc:spChg chg="mod">
          <ac:chgData name="a46219 Lê Hải Sơn" userId="b07ee673-6122-4980-99d9-cc7dd5bb86ef" providerId="ADAL" clId="{25A24D89-CDB5-439F-81AA-71C432E97E0F}" dt="2024-05-29T17:34:26.942" v="1120"/>
          <ac:spMkLst>
            <pc:docMk/>
            <pc:sldMk cId="0" sldId="275"/>
            <ac:spMk id="2554" creationId="{18FC6369-A1AF-E5BD-7ADB-5F769FD8694B}"/>
          </ac:spMkLst>
        </pc:spChg>
        <pc:spChg chg="mod">
          <ac:chgData name="a46219 Lê Hải Sơn" userId="b07ee673-6122-4980-99d9-cc7dd5bb86ef" providerId="ADAL" clId="{25A24D89-CDB5-439F-81AA-71C432E97E0F}" dt="2024-05-29T17:34:26.942" v="1120"/>
          <ac:spMkLst>
            <pc:docMk/>
            <pc:sldMk cId="0" sldId="275"/>
            <ac:spMk id="2556" creationId="{32088F66-452A-5550-D3B8-87EBE55DAB36}"/>
          </ac:spMkLst>
        </pc:spChg>
        <pc:spChg chg="mod">
          <ac:chgData name="a46219 Lê Hải Sơn" userId="b07ee673-6122-4980-99d9-cc7dd5bb86ef" providerId="ADAL" clId="{25A24D89-CDB5-439F-81AA-71C432E97E0F}" dt="2024-05-29T17:34:26.942" v="1120"/>
          <ac:spMkLst>
            <pc:docMk/>
            <pc:sldMk cId="0" sldId="275"/>
            <ac:spMk id="2557" creationId="{2D5502B4-6AD5-CC37-1686-E59611914A88}"/>
          </ac:spMkLst>
        </pc:spChg>
        <pc:spChg chg="mod">
          <ac:chgData name="a46219 Lê Hải Sơn" userId="b07ee673-6122-4980-99d9-cc7dd5bb86ef" providerId="ADAL" clId="{25A24D89-CDB5-439F-81AA-71C432E97E0F}" dt="2024-05-29T17:34:26.942" v="1120"/>
          <ac:spMkLst>
            <pc:docMk/>
            <pc:sldMk cId="0" sldId="275"/>
            <ac:spMk id="2558" creationId="{5F940333-D3B6-4145-1BEF-E3E69247E27B}"/>
          </ac:spMkLst>
        </pc:spChg>
        <pc:spChg chg="mod">
          <ac:chgData name="a46219 Lê Hải Sơn" userId="b07ee673-6122-4980-99d9-cc7dd5bb86ef" providerId="ADAL" clId="{25A24D89-CDB5-439F-81AA-71C432E97E0F}" dt="2024-05-29T17:34:26.942" v="1120"/>
          <ac:spMkLst>
            <pc:docMk/>
            <pc:sldMk cId="0" sldId="275"/>
            <ac:spMk id="2559" creationId="{DB4DEBFC-FE1A-71FE-AC00-418C820EF5E8}"/>
          </ac:spMkLst>
        </pc:spChg>
        <pc:spChg chg="mod">
          <ac:chgData name="a46219 Lê Hải Sơn" userId="b07ee673-6122-4980-99d9-cc7dd5bb86ef" providerId="ADAL" clId="{25A24D89-CDB5-439F-81AA-71C432E97E0F}" dt="2024-05-29T17:34:26.942" v="1120"/>
          <ac:spMkLst>
            <pc:docMk/>
            <pc:sldMk cId="0" sldId="275"/>
            <ac:spMk id="2560" creationId="{540678A0-A439-9BE9-8F0C-3428FA59ED01}"/>
          </ac:spMkLst>
        </pc:spChg>
        <pc:spChg chg="mod">
          <ac:chgData name="a46219 Lê Hải Sơn" userId="b07ee673-6122-4980-99d9-cc7dd5bb86ef" providerId="ADAL" clId="{25A24D89-CDB5-439F-81AA-71C432E97E0F}" dt="2024-05-29T17:34:26.942" v="1120"/>
          <ac:spMkLst>
            <pc:docMk/>
            <pc:sldMk cId="0" sldId="275"/>
            <ac:spMk id="2561" creationId="{6C17BD8F-929B-098A-BA8E-A531C44D5B1B}"/>
          </ac:spMkLst>
        </pc:spChg>
        <pc:spChg chg="mod">
          <ac:chgData name="a46219 Lê Hải Sơn" userId="b07ee673-6122-4980-99d9-cc7dd5bb86ef" providerId="ADAL" clId="{25A24D89-CDB5-439F-81AA-71C432E97E0F}" dt="2024-05-29T17:34:26.942" v="1120"/>
          <ac:spMkLst>
            <pc:docMk/>
            <pc:sldMk cId="0" sldId="275"/>
            <ac:spMk id="2562" creationId="{DF1E0BA2-7D7D-A89F-A5E4-2338262A6C64}"/>
          </ac:spMkLst>
        </pc:spChg>
        <pc:spChg chg="mod">
          <ac:chgData name="a46219 Lê Hải Sơn" userId="b07ee673-6122-4980-99d9-cc7dd5bb86ef" providerId="ADAL" clId="{25A24D89-CDB5-439F-81AA-71C432E97E0F}" dt="2024-05-29T17:34:26.942" v="1120"/>
          <ac:spMkLst>
            <pc:docMk/>
            <pc:sldMk cId="0" sldId="275"/>
            <ac:spMk id="2563" creationId="{ABA43617-EFC5-2B46-5DED-D17F0FDD69D5}"/>
          </ac:spMkLst>
        </pc:spChg>
        <pc:spChg chg="mod">
          <ac:chgData name="a46219 Lê Hải Sơn" userId="b07ee673-6122-4980-99d9-cc7dd5bb86ef" providerId="ADAL" clId="{25A24D89-CDB5-439F-81AA-71C432E97E0F}" dt="2024-05-29T17:34:26.942" v="1120"/>
          <ac:spMkLst>
            <pc:docMk/>
            <pc:sldMk cId="0" sldId="275"/>
            <ac:spMk id="2564" creationId="{0B56CD04-4D02-CD49-F2E8-E1EEA714F4A3}"/>
          </ac:spMkLst>
        </pc:spChg>
        <pc:spChg chg="mod">
          <ac:chgData name="a46219 Lê Hải Sơn" userId="b07ee673-6122-4980-99d9-cc7dd5bb86ef" providerId="ADAL" clId="{25A24D89-CDB5-439F-81AA-71C432E97E0F}" dt="2024-05-29T17:34:26.942" v="1120"/>
          <ac:spMkLst>
            <pc:docMk/>
            <pc:sldMk cId="0" sldId="275"/>
            <ac:spMk id="2565" creationId="{105D64EC-8842-9E40-3F23-98F505854246}"/>
          </ac:spMkLst>
        </pc:spChg>
        <pc:spChg chg="mod">
          <ac:chgData name="a46219 Lê Hải Sơn" userId="b07ee673-6122-4980-99d9-cc7dd5bb86ef" providerId="ADAL" clId="{25A24D89-CDB5-439F-81AA-71C432E97E0F}" dt="2024-05-29T17:34:26.942" v="1120"/>
          <ac:spMkLst>
            <pc:docMk/>
            <pc:sldMk cId="0" sldId="275"/>
            <ac:spMk id="2566" creationId="{7C174B41-2B32-AACB-4774-77F6D1E8E8AD}"/>
          </ac:spMkLst>
        </pc:spChg>
        <pc:spChg chg="mod">
          <ac:chgData name="a46219 Lê Hải Sơn" userId="b07ee673-6122-4980-99d9-cc7dd5bb86ef" providerId="ADAL" clId="{25A24D89-CDB5-439F-81AA-71C432E97E0F}" dt="2024-05-29T17:34:26.942" v="1120"/>
          <ac:spMkLst>
            <pc:docMk/>
            <pc:sldMk cId="0" sldId="275"/>
            <ac:spMk id="2567" creationId="{CBFD03B4-14B4-CF8C-171D-F5EB0CA5295E}"/>
          </ac:spMkLst>
        </pc:spChg>
        <pc:spChg chg="mod">
          <ac:chgData name="a46219 Lê Hải Sơn" userId="b07ee673-6122-4980-99d9-cc7dd5bb86ef" providerId="ADAL" clId="{25A24D89-CDB5-439F-81AA-71C432E97E0F}" dt="2024-05-29T17:34:26.942" v="1120"/>
          <ac:spMkLst>
            <pc:docMk/>
            <pc:sldMk cId="0" sldId="275"/>
            <ac:spMk id="2568" creationId="{BF990554-D8A0-BC79-3635-57C311972B8E}"/>
          </ac:spMkLst>
        </pc:spChg>
        <pc:spChg chg="mod">
          <ac:chgData name="a46219 Lê Hải Sơn" userId="b07ee673-6122-4980-99d9-cc7dd5bb86ef" providerId="ADAL" clId="{25A24D89-CDB5-439F-81AA-71C432E97E0F}" dt="2024-05-29T17:34:26.942" v="1120"/>
          <ac:spMkLst>
            <pc:docMk/>
            <pc:sldMk cId="0" sldId="275"/>
            <ac:spMk id="2569" creationId="{DD672CFD-65A0-E17B-4CC0-41261B047FC2}"/>
          </ac:spMkLst>
        </pc:spChg>
        <pc:spChg chg="mod">
          <ac:chgData name="a46219 Lê Hải Sơn" userId="b07ee673-6122-4980-99d9-cc7dd5bb86ef" providerId="ADAL" clId="{25A24D89-CDB5-439F-81AA-71C432E97E0F}" dt="2024-05-29T17:34:26.942" v="1120"/>
          <ac:spMkLst>
            <pc:docMk/>
            <pc:sldMk cId="0" sldId="275"/>
            <ac:spMk id="2570" creationId="{05A36429-33E9-4FCC-0051-1667DDB633FE}"/>
          </ac:spMkLst>
        </pc:spChg>
        <pc:spChg chg="mod">
          <ac:chgData name="a46219 Lê Hải Sơn" userId="b07ee673-6122-4980-99d9-cc7dd5bb86ef" providerId="ADAL" clId="{25A24D89-CDB5-439F-81AA-71C432E97E0F}" dt="2024-05-29T17:34:26.942" v="1120"/>
          <ac:spMkLst>
            <pc:docMk/>
            <pc:sldMk cId="0" sldId="275"/>
            <ac:spMk id="2571" creationId="{811CBD4A-3234-45A4-BE7C-8E3EBC7C193D}"/>
          </ac:spMkLst>
        </pc:spChg>
        <pc:spChg chg="mod">
          <ac:chgData name="a46219 Lê Hải Sơn" userId="b07ee673-6122-4980-99d9-cc7dd5bb86ef" providerId="ADAL" clId="{25A24D89-CDB5-439F-81AA-71C432E97E0F}" dt="2024-05-29T17:34:26.942" v="1120"/>
          <ac:spMkLst>
            <pc:docMk/>
            <pc:sldMk cId="0" sldId="275"/>
            <ac:spMk id="2572" creationId="{3199C3B9-E2A5-701B-234D-6EF3B103213B}"/>
          </ac:spMkLst>
        </pc:spChg>
        <pc:spChg chg="mod">
          <ac:chgData name="a46219 Lê Hải Sơn" userId="b07ee673-6122-4980-99d9-cc7dd5bb86ef" providerId="ADAL" clId="{25A24D89-CDB5-439F-81AA-71C432E97E0F}" dt="2024-05-29T17:34:26.942" v="1120"/>
          <ac:spMkLst>
            <pc:docMk/>
            <pc:sldMk cId="0" sldId="275"/>
            <ac:spMk id="2573" creationId="{BFC828BF-282A-BD8D-D542-797A61EA6D4C}"/>
          </ac:spMkLst>
        </pc:spChg>
        <pc:spChg chg="mod">
          <ac:chgData name="a46219 Lê Hải Sơn" userId="b07ee673-6122-4980-99d9-cc7dd5bb86ef" providerId="ADAL" clId="{25A24D89-CDB5-439F-81AA-71C432E97E0F}" dt="2024-05-29T17:34:26.942" v="1120"/>
          <ac:spMkLst>
            <pc:docMk/>
            <pc:sldMk cId="0" sldId="275"/>
            <ac:spMk id="2574" creationId="{9010F771-B7AE-569E-1BAB-023A63C5C4EE}"/>
          </ac:spMkLst>
        </pc:spChg>
        <pc:spChg chg="mod">
          <ac:chgData name="a46219 Lê Hải Sơn" userId="b07ee673-6122-4980-99d9-cc7dd5bb86ef" providerId="ADAL" clId="{25A24D89-CDB5-439F-81AA-71C432E97E0F}" dt="2024-05-29T17:34:26.942" v="1120"/>
          <ac:spMkLst>
            <pc:docMk/>
            <pc:sldMk cId="0" sldId="275"/>
            <ac:spMk id="2575" creationId="{0F80C3E3-B41F-566A-0433-F2A0203D6D78}"/>
          </ac:spMkLst>
        </pc:spChg>
        <pc:spChg chg="mod">
          <ac:chgData name="a46219 Lê Hải Sơn" userId="b07ee673-6122-4980-99d9-cc7dd5bb86ef" providerId="ADAL" clId="{25A24D89-CDB5-439F-81AA-71C432E97E0F}" dt="2024-05-29T17:34:26.942" v="1120"/>
          <ac:spMkLst>
            <pc:docMk/>
            <pc:sldMk cId="0" sldId="275"/>
            <ac:spMk id="2576" creationId="{F976CE5E-FE4E-42E2-EBCC-74F07439A81A}"/>
          </ac:spMkLst>
        </pc:spChg>
        <pc:spChg chg="mod">
          <ac:chgData name="a46219 Lê Hải Sơn" userId="b07ee673-6122-4980-99d9-cc7dd5bb86ef" providerId="ADAL" clId="{25A24D89-CDB5-439F-81AA-71C432E97E0F}" dt="2024-05-29T17:34:26.942" v="1120"/>
          <ac:spMkLst>
            <pc:docMk/>
            <pc:sldMk cId="0" sldId="275"/>
            <ac:spMk id="2577" creationId="{0CFFD5D9-3EF2-1F8F-E2B4-E4D24DE97106}"/>
          </ac:spMkLst>
        </pc:spChg>
        <pc:spChg chg="mod">
          <ac:chgData name="a46219 Lê Hải Sơn" userId="b07ee673-6122-4980-99d9-cc7dd5bb86ef" providerId="ADAL" clId="{25A24D89-CDB5-439F-81AA-71C432E97E0F}" dt="2024-05-29T17:34:26.942" v="1120"/>
          <ac:spMkLst>
            <pc:docMk/>
            <pc:sldMk cId="0" sldId="275"/>
            <ac:spMk id="2578" creationId="{4B0EE541-C328-FC61-E577-F58CA4B687F2}"/>
          </ac:spMkLst>
        </pc:spChg>
        <pc:spChg chg="mod">
          <ac:chgData name="a46219 Lê Hải Sơn" userId="b07ee673-6122-4980-99d9-cc7dd5bb86ef" providerId="ADAL" clId="{25A24D89-CDB5-439F-81AA-71C432E97E0F}" dt="2024-05-29T17:34:26.942" v="1120"/>
          <ac:spMkLst>
            <pc:docMk/>
            <pc:sldMk cId="0" sldId="275"/>
            <ac:spMk id="2579" creationId="{06C16B5D-C070-008D-DBCD-63835F0B91B2}"/>
          </ac:spMkLst>
        </pc:spChg>
        <pc:spChg chg="mod">
          <ac:chgData name="a46219 Lê Hải Sơn" userId="b07ee673-6122-4980-99d9-cc7dd5bb86ef" providerId="ADAL" clId="{25A24D89-CDB5-439F-81AA-71C432E97E0F}" dt="2024-05-29T17:34:26.942" v="1120"/>
          <ac:spMkLst>
            <pc:docMk/>
            <pc:sldMk cId="0" sldId="275"/>
            <ac:spMk id="2580" creationId="{19E5CC58-5797-158E-187A-F2C9AEEB983D}"/>
          </ac:spMkLst>
        </pc:spChg>
        <pc:spChg chg="mod">
          <ac:chgData name="a46219 Lê Hải Sơn" userId="b07ee673-6122-4980-99d9-cc7dd5bb86ef" providerId="ADAL" clId="{25A24D89-CDB5-439F-81AA-71C432E97E0F}" dt="2024-05-29T17:34:26.942" v="1120"/>
          <ac:spMkLst>
            <pc:docMk/>
            <pc:sldMk cId="0" sldId="275"/>
            <ac:spMk id="2581" creationId="{69823C65-52E2-6F32-1118-2DD942ADFEAC}"/>
          </ac:spMkLst>
        </pc:spChg>
        <pc:spChg chg="mod">
          <ac:chgData name="a46219 Lê Hải Sơn" userId="b07ee673-6122-4980-99d9-cc7dd5bb86ef" providerId="ADAL" clId="{25A24D89-CDB5-439F-81AA-71C432E97E0F}" dt="2024-05-29T17:34:26.942" v="1120"/>
          <ac:spMkLst>
            <pc:docMk/>
            <pc:sldMk cId="0" sldId="275"/>
            <ac:spMk id="2582" creationId="{ADF5092F-7CB0-4B39-7A7F-F2545DA719E5}"/>
          </ac:spMkLst>
        </pc:spChg>
        <pc:spChg chg="mod">
          <ac:chgData name="a46219 Lê Hải Sơn" userId="b07ee673-6122-4980-99d9-cc7dd5bb86ef" providerId="ADAL" clId="{25A24D89-CDB5-439F-81AA-71C432E97E0F}" dt="2024-05-29T17:34:26.942" v="1120"/>
          <ac:spMkLst>
            <pc:docMk/>
            <pc:sldMk cId="0" sldId="275"/>
            <ac:spMk id="2583" creationId="{D07A964B-07C5-9F03-056A-B069AEE0B664}"/>
          </ac:spMkLst>
        </pc:spChg>
        <pc:spChg chg="mod">
          <ac:chgData name="a46219 Lê Hải Sơn" userId="b07ee673-6122-4980-99d9-cc7dd5bb86ef" providerId="ADAL" clId="{25A24D89-CDB5-439F-81AA-71C432E97E0F}" dt="2024-05-29T17:34:26.942" v="1120"/>
          <ac:spMkLst>
            <pc:docMk/>
            <pc:sldMk cId="0" sldId="275"/>
            <ac:spMk id="2584" creationId="{7EDF38E5-3A98-71AF-A708-2BE0958B94DC}"/>
          </ac:spMkLst>
        </pc:spChg>
        <pc:spChg chg="mod">
          <ac:chgData name="a46219 Lê Hải Sơn" userId="b07ee673-6122-4980-99d9-cc7dd5bb86ef" providerId="ADAL" clId="{25A24D89-CDB5-439F-81AA-71C432E97E0F}" dt="2024-05-29T17:34:26.942" v="1120"/>
          <ac:spMkLst>
            <pc:docMk/>
            <pc:sldMk cId="0" sldId="275"/>
            <ac:spMk id="2585" creationId="{F7EB12B8-4A95-3987-99CC-B92FD510AC2C}"/>
          </ac:spMkLst>
        </pc:spChg>
        <pc:spChg chg="mod">
          <ac:chgData name="a46219 Lê Hải Sơn" userId="b07ee673-6122-4980-99d9-cc7dd5bb86ef" providerId="ADAL" clId="{25A24D89-CDB5-439F-81AA-71C432E97E0F}" dt="2024-05-29T17:34:26.942" v="1120"/>
          <ac:spMkLst>
            <pc:docMk/>
            <pc:sldMk cId="0" sldId="275"/>
            <ac:spMk id="2586" creationId="{3DD0E086-26C3-84EA-C65C-6B00EA479F89}"/>
          </ac:spMkLst>
        </pc:spChg>
        <pc:spChg chg="mod">
          <ac:chgData name="a46219 Lê Hải Sơn" userId="b07ee673-6122-4980-99d9-cc7dd5bb86ef" providerId="ADAL" clId="{25A24D89-CDB5-439F-81AA-71C432E97E0F}" dt="2024-05-29T17:34:26.942" v="1120"/>
          <ac:spMkLst>
            <pc:docMk/>
            <pc:sldMk cId="0" sldId="275"/>
            <ac:spMk id="2587" creationId="{F5B31A83-2038-AF0B-D4AB-6EA76D468E30}"/>
          </ac:spMkLst>
        </pc:spChg>
        <pc:spChg chg="mod">
          <ac:chgData name="a46219 Lê Hải Sơn" userId="b07ee673-6122-4980-99d9-cc7dd5bb86ef" providerId="ADAL" clId="{25A24D89-CDB5-439F-81AA-71C432E97E0F}" dt="2024-05-29T17:34:26.942" v="1120"/>
          <ac:spMkLst>
            <pc:docMk/>
            <pc:sldMk cId="0" sldId="275"/>
            <ac:spMk id="2588" creationId="{1D6150E4-06FD-DEFE-1E13-2486220426BF}"/>
          </ac:spMkLst>
        </pc:spChg>
        <pc:spChg chg="mod">
          <ac:chgData name="a46219 Lê Hải Sơn" userId="b07ee673-6122-4980-99d9-cc7dd5bb86ef" providerId="ADAL" clId="{25A24D89-CDB5-439F-81AA-71C432E97E0F}" dt="2024-05-29T17:34:26.942" v="1120"/>
          <ac:spMkLst>
            <pc:docMk/>
            <pc:sldMk cId="0" sldId="275"/>
            <ac:spMk id="2589" creationId="{5973A76B-3075-DD2C-1AC8-FD03A7851F5B}"/>
          </ac:spMkLst>
        </pc:spChg>
        <pc:spChg chg="mod">
          <ac:chgData name="a46219 Lê Hải Sơn" userId="b07ee673-6122-4980-99d9-cc7dd5bb86ef" providerId="ADAL" clId="{25A24D89-CDB5-439F-81AA-71C432E97E0F}" dt="2024-05-29T17:34:26.942" v="1120"/>
          <ac:spMkLst>
            <pc:docMk/>
            <pc:sldMk cId="0" sldId="275"/>
            <ac:spMk id="2590" creationId="{DB4CE7BD-2840-AEC7-624A-EEE9AEB10844}"/>
          </ac:spMkLst>
        </pc:spChg>
        <pc:spChg chg="mod">
          <ac:chgData name="a46219 Lê Hải Sơn" userId="b07ee673-6122-4980-99d9-cc7dd5bb86ef" providerId="ADAL" clId="{25A24D89-CDB5-439F-81AA-71C432E97E0F}" dt="2024-05-29T17:34:26.942" v="1120"/>
          <ac:spMkLst>
            <pc:docMk/>
            <pc:sldMk cId="0" sldId="275"/>
            <ac:spMk id="2591" creationId="{D7BC0F41-1621-D2D2-7227-34E76CE8DBFC}"/>
          </ac:spMkLst>
        </pc:spChg>
        <pc:spChg chg="mod">
          <ac:chgData name="a46219 Lê Hải Sơn" userId="b07ee673-6122-4980-99d9-cc7dd5bb86ef" providerId="ADAL" clId="{25A24D89-CDB5-439F-81AA-71C432E97E0F}" dt="2024-05-29T17:34:26.942" v="1120"/>
          <ac:spMkLst>
            <pc:docMk/>
            <pc:sldMk cId="0" sldId="275"/>
            <ac:spMk id="2592" creationId="{7B950705-6DE3-00F9-2257-A4BF58690133}"/>
          </ac:spMkLst>
        </pc:spChg>
        <pc:spChg chg="mod">
          <ac:chgData name="a46219 Lê Hải Sơn" userId="b07ee673-6122-4980-99d9-cc7dd5bb86ef" providerId="ADAL" clId="{25A24D89-CDB5-439F-81AA-71C432E97E0F}" dt="2024-05-29T17:34:26.942" v="1120"/>
          <ac:spMkLst>
            <pc:docMk/>
            <pc:sldMk cId="0" sldId="275"/>
            <ac:spMk id="2593" creationId="{A06C64DF-2613-6A67-BA09-931AADDF7AE3}"/>
          </ac:spMkLst>
        </pc:spChg>
        <pc:spChg chg="mod">
          <ac:chgData name="a46219 Lê Hải Sơn" userId="b07ee673-6122-4980-99d9-cc7dd5bb86ef" providerId="ADAL" clId="{25A24D89-CDB5-439F-81AA-71C432E97E0F}" dt="2024-05-29T17:34:26.942" v="1120"/>
          <ac:spMkLst>
            <pc:docMk/>
            <pc:sldMk cId="0" sldId="275"/>
            <ac:spMk id="2594" creationId="{98ADF990-F26C-80CE-3479-038BC148C5B5}"/>
          </ac:spMkLst>
        </pc:spChg>
        <pc:spChg chg="mod">
          <ac:chgData name="a46219 Lê Hải Sơn" userId="b07ee673-6122-4980-99d9-cc7dd5bb86ef" providerId="ADAL" clId="{25A24D89-CDB5-439F-81AA-71C432E97E0F}" dt="2024-05-29T17:34:26.942" v="1120"/>
          <ac:spMkLst>
            <pc:docMk/>
            <pc:sldMk cId="0" sldId="275"/>
            <ac:spMk id="2595" creationId="{23C9D150-549D-7871-C966-FE431AF9329E}"/>
          </ac:spMkLst>
        </pc:spChg>
        <pc:spChg chg="mod">
          <ac:chgData name="a46219 Lê Hải Sơn" userId="b07ee673-6122-4980-99d9-cc7dd5bb86ef" providerId="ADAL" clId="{25A24D89-CDB5-439F-81AA-71C432E97E0F}" dt="2024-05-29T17:34:26.942" v="1120"/>
          <ac:spMkLst>
            <pc:docMk/>
            <pc:sldMk cId="0" sldId="275"/>
            <ac:spMk id="2596" creationId="{C166FAB9-1058-3F4B-C268-14DC4BE75A2D}"/>
          </ac:spMkLst>
        </pc:spChg>
        <pc:spChg chg="mod">
          <ac:chgData name="a46219 Lê Hải Sơn" userId="b07ee673-6122-4980-99d9-cc7dd5bb86ef" providerId="ADAL" clId="{25A24D89-CDB5-439F-81AA-71C432E97E0F}" dt="2024-05-29T17:34:26.942" v="1120"/>
          <ac:spMkLst>
            <pc:docMk/>
            <pc:sldMk cId="0" sldId="275"/>
            <ac:spMk id="2597" creationId="{6DC71B2A-3AC7-F1B7-109A-D1EE1DE20A9B}"/>
          </ac:spMkLst>
        </pc:spChg>
        <pc:spChg chg="mod">
          <ac:chgData name="a46219 Lê Hải Sơn" userId="b07ee673-6122-4980-99d9-cc7dd5bb86ef" providerId="ADAL" clId="{25A24D89-CDB5-439F-81AA-71C432E97E0F}" dt="2024-05-29T17:34:26.942" v="1120"/>
          <ac:spMkLst>
            <pc:docMk/>
            <pc:sldMk cId="0" sldId="275"/>
            <ac:spMk id="2598" creationId="{27CBAD6F-C73C-EF35-0E7E-06304CDA7AF3}"/>
          </ac:spMkLst>
        </pc:spChg>
        <pc:spChg chg="mod">
          <ac:chgData name="a46219 Lê Hải Sơn" userId="b07ee673-6122-4980-99d9-cc7dd5bb86ef" providerId="ADAL" clId="{25A24D89-CDB5-439F-81AA-71C432E97E0F}" dt="2024-05-29T17:34:26.942" v="1120"/>
          <ac:spMkLst>
            <pc:docMk/>
            <pc:sldMk cId="0" sldId="275"/>
            <ac:spMk id="2599" creationId="{5064E59E-64EC-3B75-2F49-CA02D797B691}"/>
          </ac:spMkLst>
        </pc:spChg>
        <pc:spChg chg="mod">
          <ac:chgData name="a46219 Lê Hải Sơn" userId="b07ee673-6122-4980-99d9-cc7dd5bb86ef" providerId="ADAL" clId="{25A24D89-CDB5-439F-81AA-71C432E97E0F}" dt="2024-05-29T17:34:26.942" v="1120"/>
          <ac:spMkLst>
            <pc:docMk/>
            <pc:sldMk cId="0" sldId="275"/>
            <ac:spMk id="2600" creationId="{ACDD71DD-9829-34B4-7176-7E41D98E7D22}"/>
          </ac:spMkLst>
        </pc:spChg>
        <pc:spChg chg="mod">
          <ac:chgData name="a46219 Lê Hải Sơn" userId="b07ee673-6122-4980-99d9-cc7dd5bb86ef" providerId="ADAL" clId="{25A24D89-CDB5-439F-81AA-71C432E97E0F}" dt="2024-05-29T17:34:26.942" v="1120"/>
          <ac:spMkLst>
            <pc:docMk/>
            <pc:sldMk cId="0" sldId="275"/>
            <ac:spMk id="2601" creationId="{47DF1D39-B8E4-CCEA-8D1D-A0C7498CA46B}"/>
          </ac:spMkLst>
        </pc:spChg>
        <pc:spChg chg="mod">
          <ac:chgData name="a46219 Lê Hải Sơn" userId="b07ee673-6122-4980-99d9-cc7dd5bb86ef" providerId="ADAL" clId="{25A24D89-CDB5-439F-81AA-71C432E97E0F}" dt="2024-05-29T17:34:26.942" v="1120"/>
          <ac:spMkLst>
            <pc:docMk/>
            <pc:sldMk cId="0" sldId="275"/>
            <ac:spMk id="2602" creationId="{43470DFF-58EE-CE99-298E-BDB7E8FC583B}"/>
          </ac:spMkLst>
        </pc:spChg>
        <pc:spChg chg="mod">
          <ac:chgData name="a46219 Lê Hải Sơn" userId="b07ee673-6122-4980-99d9-cc7dd5bb86ef" providerId="ADAL" clId="{25A24D89-CDB5-439F-81AA-71C432E97E0F}" dt="2024-05-29T17:34:26.942" v="1120"/>
          <ac:spMkLst>
            <pc:docMk/>
            <pc:sldMk cId="0" sldId="275"/>
            <ac:spMk id="2603" creationId="{B8D6D7DA-318C-03B5-A338-AE2FB1320CD7}"/>
          </ac:spMkLst>
        </pc:spChg>
        <pc:spChg chg="mod">
          <ac:chgData name="a46219 Lê Hải Sơn" userId="b07ee673-6122-4980-99d9-cc7dd5bb86ef" providerId="ADAL" clId="{25A24D89-CDB5-439F-81AA-71C432E97E0F}" dt="2024-05-29T17:34:26.942" v="1120"/>
          <ac:spMkLst>
            <pc:docMk/>
            <pc:sldMk cId="0" sldId="275"/>
            <ac:spMk id="2604" creationId="{9B163DFD-CC54-ACC9-1B93-FE6D4346C0BA}"/>
          </ac:spMkLst>
        </pc:spChg>
        <pc:spChg chg="mod">
          <ac:chgData name="a46219 Lê Hải Sơn" userId="b07ee673-6122-4980-99d9-cc7dd5bb86ef" providerId="ADAL" clId="{25A24D89-CDB5-439F-81AA-71C432E97E0F}" dt="2024-05-29T17:34:26.942" v="1120"/>
          <ac:spMkLst>
            <pc:docMk/>
            <pc:sldMk cId="0" sldId="275"/>
            <ac:spMk id="2605" creationId="{881D5130-AA89-D2DC-D8C3-92757CE2B71D}"/>
          </ac:spMkLst>
        </pc:spChg>
        <pc:spChg chg="mod">
          <ac:chgData name="a46219 Lê Hải Sơn" userId="b07ee673-6122-4980-99d9-cc7dd5bb86ef" providerId="ADAL" clId="{25A24D89-CDB5-439F-81AA-71C432E97E0F}" dt="2024-05-29T17:34:26.942" v="1120"/>
          <ac:spMkLst>
            <pc:docMk/>
            <pc:sldMk cId="0" sldId="275"/>
            <ac:spMk id="2606" creationId="{6F04F7FA-E71A-1395-E21A-2BE828E4C33F}"/>
          </ac:spMkLst>
        </pc:spChg>
        <pc:spChg chg="mod">
          <ac:chgData name="a46219 Lê Hải Sơn" userId="b07ee673-6122-4980-99d9-cc7dd5bb86ef" providerId="ADAL" clId="{25A24D89-CDB5-439F-81AA-71C432E97E0F}" dt="2024-05-29T17:34:26.942" v="1120"/>
          <ac:spMkLst>
            <pc:docMk/>
            <pc:sldMk cId="0" sldId="275"/>
            <ac:spMk id="2607" creationId="{4E07BDE4-E810-EA48-5C82-B54D321830CE}"/>
          </ac:spMkLst>
        </pc:spChg>
        <pc:spChg chg="mod">
          <ac:chgData name="a46219 Lê Hải Sơn" userId="b07ee673-6122-4980-99d9-cc7dd5bb86ef" providerId="ADAL" clId="{25A24D89-CDB5-439F-81AA-71C432E97E0F}" dt="2024-05-29T17:34:26.942" v="1120"/>
          <ac:spMkLst>
            <pc:docMk/>
            <pc:sldMk cId="0" sldId="275"/>
            <ac:spMk id="2608" creationId="{83C63B35-72A5-0437-5DA8-A6C2DCCB9836}"/>
          </ac:spMkLst>
        </pc:spChg>
        <pc:spChg chg="mod">
          <ac:chgData name="a46219 Lê Hải Sơn" userId="b07ee673-6122-4980-99d9-cc7dd5bb86ef" providerId="ADAL" clId="{25A24D89-CDB5-439F-81AA-71C432E97E0F}" dt="2024-05-29T17:34:26.942" v="1120"/>
          <ac:spMkLst>
            <pc:docMk/>
            <pc:sldMk cId="0" sldId="275"/>
            <ac:spMk id="2609" creationId="{B3440E06-83EF-56C5-7A89-9474125767EE}"/>
          </ac:spMkLst>
        </pc:spChg>
        <pc:spChg chg="mod">
          <ac:chgData name="a46219 Lê Hải Sơn" userId="b07ee673-6122-4980-99d9-cc7dd5bb86ef" providerId="ADAL" clId="{25A24D89-CDB5-439F-81AA-71C432E97E0F}" dt="2024-05-29T17:34:26.942" v="1120"/>
          <ac:spMkLst>
            <pc:docMk/>
            <pc:sldMk cId="0" sldId="275"/>
            <ac:spMk id="2610" creationId="{670A048A-2075-0214-36DE-2C938A01EF38}"/>
          </ac:spMkLst>
        </pc:spChg>
        <pc:spChg chg="mod">
          <ac:chgData name="a46219 Lê Hải Sơn" userId="b07ee673-6122-4980-99d9-cc7dd5bb86ef" providerId="ADAL" clId="{25A24D89-CDB5-439F-81AA-71C432E97E0F}" dt="2024-05-29T17:34:26.942" v="1120"/>
          <ac:spMkLst>
            <pc:docMk/>
            <pc:sldMk cId="0" sldId="275"/>
            <ac:spMk id="2611" creationId="{DEC25889-B8BF-188C-BE1D-45595546C767}"/>
          </ac:spMkLst>
        </pc:spChg>
        <pc:spChg chg="mod">
          <ac:chgData name="a46219 Lê Hải Sơn" userId="b07ee673-6122-4980-99d9-cc7dd5bb86ef" providerId="ADAL" clId="{25A24D89-CDB5-439F-81AA-71C432E97E0F}" dt="2024-05-29T17:34:26.942" v="1120"/>
          <ac:spMkLst>
            <pc:docMk/>
            <pc:sldMk cId="0" sldId="275"/>
            <ac:spMk id="2612" creationId="{2609F527-D6FB-81B5-B261-E1B26D4F382B}"/>
          </ac:spMkLst>
        </pc:spChg>
        <pc:spChg chg="mod">
          <ac:chgData name="a46219 Lê Hải Sơn" userId="b07ee673-6122-4980-99d9-cc7dd5bb86ef" providerId="ADAL" clId="{25A24D89-CDB5-439F-81AA-71C432E97E0F}" dt="2024-05-29T17:34:26.942" v="1120"/>
          <ac:spMkLst>
            <pc:docMk/>
            <pc:sldMk cId="0" sldId="275"/>
            <ac:spMk id="2613" creationId="{F45D3F05-2898-3E7C-683B-B84E7EB0AE4A}"/>
          </ac:spMkLst>
        </pc:spChg>
        <pc:spChg chg="mod">
          <ac:chgData name="a46219 Lê Hải Sơn" userId="b07ee673-6122-4980-99d9-cc7dd5bb86ef" providerId="ADAL" clId="{25A24D89-CDB5-439F-81AA-71C432E97E0F}" dt="2024-05-29T17:34:26.942" v="1120"/>
          <ac:spMkLst>
            <pc:docMk/>
            <pc:sldMk cId="0" sldId="275"/>
            <ac:spMk id="2614" creationId="{BCC51747-B4AC-E48A-46AF-7C0A5CA90555}"/>
          </ac:spMkLst>
        </pc:spChg>
        <pc:spChg chg="mod">
          <ac:chgData name="a46219 Lê Hải Sơn" userId="b07ee673-6122-4980-99d9-cc7dd5bb86ef" providerId="ADAL" clId="{25A24D89-CDB5-439F-81AA-71C432E97E0F}" dt="2024-05-29T17:34:26.942" v="1120"/>
          <ac:spMkLst>
            <pc:docMk/>
            <pc:sldMk cId="0" sldId="275"/>
            <ac:spMk id="2615" creationId="{D5E57070-9DEE-DD8A-055F-9FF3FB383D04}"/>
          </ac:spMkLst>
        </pc:spChg>
        <pc:spChg chg="mod">
          <ac:chgData name="a46219 Lê Hải Sơn" userId="b07ee673-6122-4980-99d9-cc7dd5bb86ef" providerId="ADAL" clId="{25A24D89-CDB5-439F-81AA-71C432E97E0F}" dt="2024-05-29T17:34:26.942" v="1120"/>
          <ac:spMkLst>
            <pc:docMk/>
            <pc:sldMk cId="0" sldId="275"/>
            <ac:spMk id="2616" creationId="{8CCD1B16-C429-9736-01F4-D210D93B57A8}"/>
          </ac:spMkLst>
        </pc:spChg>
        <pc:spChg chg="mod">
          <ac:chgData name="a46219 Lê Hải Sơn" userId="b07ee673-6122-4980-99d9-cc7dd5bb86ef" providerId="ADAL" clId="{25A24D89-CDB5-439F-81AA-71C432E97E0F}" dt="2024-05-29T17:34:26.942" v="1120"/>
          <ac:spMkLst>
            <pc:docMk/>
            <pc:sldMk cId="0" sldId="275"/>
            <ac:spMk id="2617" creationId="{5442F4BD-5386-287E-F7F2-7C780BE5AC35}"/>
          </ac:spMkLst>
        </pc:spChg>
        <pc:spChg chg="mod">
          <ac:chgData name="a46219 Lê Hải Sơn" userId="b07ee673-6122-4980-99d9-cc7dd5bb86ef" providerId="ADAL" clId="{25A24D89-CDB5-439F-81AA-71C432E97E0F}" dt="2024-05-29T17:34:26.942" v="1120"/>
          <ac:spMkLst>
            <pc:docMk/>
            <pc:sldMk cId="0" sldId="275"/>
            <ac:spMk id="2618" creationId="{8C637F4F-D083-ECDE-C163-5C1C0F69071A}"/>
          </ac:spMkLst>
        </pc:spChg>
        <pc:spChg chg="mod">
          <ac:chgData name="a46219 Lê Hải Sơn" userId="b07ee673-6122-4980-99d9-cc7dd5bb86ef" providerId="ADAL" clId="{25A24D89-CDB5-439F-81AA-71C432E97E0F}" dt="2024-05-29T17:34:26.942" v="1120"/>
          <ac:spMkLst>
            <pc:docMk/>
            <pc:sldMk cId="0" sldId="275"/>
            <ac:spMk id="2619" creationId="{DB253464-7EB6-60BF-93F8-15DF2B050923}"/>
          </ac:spMkLst>
        </pc:spChg>
        <pc:spChg chg="mod">
          <ac:chgData name="a46219 Lê Hải Sơn" userId="b07ee673-6122-4980-99d9-cc7dd5bb86ef" providerId="ADAL" clId="{25A24D89-CDB5-439F-81AA-71C432E97E0F}" dt="2024-05-29T17:34:26.942" v="1120"/>
          <ac:spMkLst>
            <pc:docMk/>
            <pc:sldMk cId="0" sldId="275"/>
            <ac:spMk id="2620" creationId="{DDD3170E-322C-D015-5C9F-1AB8FFCA17C0}"/>
          </ac:spMkLst>
        </pc:spChg>
        <pc:spChg chg="mod">
          <ac:chgData name="a46219 Lê Hải Sơn" userId="b07ee673-6122-4980-99d9-cc7dd5bb86ef" providerId="ADAL" clId="{25A24D89-CDB5-439F-81AA-71C432E97E0F}" dt="2024-05-29T17:34:26.942" v="1120"/>
          <ac:spMkLst>
            <pc:docMk/>
            <pc:sldMk cId="0" sldId="275"/>
            <ac:spMk id="2621" creationId="{52F1D402-DE86-1954-61CC-5F769C8EEF30}"/>
          </ac:spMkLst>
        </pc:spChg>
        <pc:spChg chg="mod">
          <ac:chgData name="a46219 Lê Hải Sơn" userId="b07ee673-6122-4980-99d9-cc7dd5bb86ef" providerId="ADAL" clId="{25A24D89-CDB5-439F-81AA-71C432E97E0F}" dt="2024-05-29T17:34:26.942" v="1120"/>
          <ac:spMkLst>
            <pc:docMk/>
            <pc:sldMk cId="0" sldId="275"/>
            <ac:spMk id="2622" creationId="{05ED8F05-73DC-7DAC-05A2-A5A12AAB7707}"/>
          </ac:spMkLst>
        </pc:spChg>
        <pc:spChg chg="mod">
          <ac:chgData name="a46219 Lê Hải Sơn" userId="b07ee673-6122-4980-99d9-cc7dd5bb86ef" providerId="ADAL" clId="{25A24D89-CDB5-439F-81AA-71C432E97E0F}" dt="2024-05-29T17:34:26.942" v="1120"/>
          <ac:spMkLst>
            <pc:docMk/>
            <pc:sldMk cId="0" sldId="275"/>
            <ac:spMk id="2623" creationId="{77DBC3EA-75D1-2606-94F7-BB296D664270}"/>
          </ac:spMkLst>
        </pc:spChg>
        <pc:spChg chg="mod">
          <ac:chgData name="a46219 Lê Hải Sơn" userId="b07ee673-6122-4980-99d9-cc7dd5bb86ef" providerId="ADAL" clId="{25A24D89-CDB5-439F-81AA-71C432E97E0F}" dt="2024-05-29T17:34:26.942" v="1120"/>
          <ac:spMkLst>
            <pc:docMk/>
            <pc:sldMk cId="0" sldId="275"/>
            <ac:spMk id="2624" creationId="{898307DC-8482-72B5-9DB0-578A447BF9D6}"/>
          </ac:spMkLst>
        </pc:spChg>
        <pc:spChg chg="mod">
          <ac:chgData name="a46219 Lê Hải Sơn" userId="b07ee673-6122-4980-99d9-cc7dd5bb86ef" providerId="ADAL" clId="{25A24D89-CDB5-439F-81AA-71C432E97E0F}" dt="2024-05-29T17:34:26.942" v="1120"/>
          <ac:spMkLst>
            <pc:docMk/>
            <pc:sldMk cId="0" sldId="275"/>
            <ac:spMk id="2625" creationId="{B29FD64A-DD2A-71E8-09BB-FDE0ADDDBFAE}"/>
          </ac:spMkLst>
        </pc:spChg>
        <pc:spChg chg="mod">
          <ac:chgData name="a46219 Lê Hải Sơn" userId="b07ee673-6122-4980-99d9-cc7dd5bb86ef" providerId="ADAL" clId="{25A24D89-CDB5-439F-81AA-71C432E97E0F}" dt="2024-05-29T17:34:26.942" v="1120"/>
          <ac:spMkLst>
            <pc:docMk/>
            <pc:sldMk cId="0" sldId="275"/>
            <ac:spMk id="2626" creationId="{2927D04D-FF2D-D785-3BE6-892D36191BD8}"/>
          </ac:spMkLst>
        </pc:spChg>
        <pc:spChg chg="mod">
          <ac:chgData name="a46219 Lê Hải Sơn" userId="b07ee673-6122-4980-99d9-cc7dd5bb86ef" providerId="ADAL" clId="{25A24D89-CDB5-439F-81AA-71C432E97E0F}" dt="2024-05-29T17:34:26.942" v="1120"/>
          <ac:spMkLst>
            <pc:docMk/>
            <pc:sldMk cId="0" sldId="275"/>
            <ac:spMk id="2627" creationId="{32FDFE25-1D1E-5FB2-83C8-072840E71F7B}"/>
          </ac:spMkLst>
        </pc:spChg>
        <pc:spChg chg="mod">
          <ac:chgData name="a46219 Lê Hải Sơn" userId="b07ee673-6122-4980-99d9-cc7dd5bb86ef" providerId="ADAL" clId="{25A24D89-CDB5-439F-81AA-71C432E97E0F}" dt="2024-05-29T17:34:26.942" v="1120"/>
          <ac:spMkLst>
            <pc:docMk/>
            <pc:sldMk cId="0" sldId="275"/>
            <ac:spMk id="2628" creationId="{5DD391AA-F353-B150-E748-BC7D3FCAC138}"/>
          </ac:spMkLst>
        </pc:spChg>
        <pc:spChg chg="mod">
          <ac:chgData name="a46219 Lê Hải Sơn" userId="b07ee673-6122-4980-99d9-cc7dd5bb86ef" providerId="ADAL" clId="{25A24D89-CDB5-439F-81AA-71C432E97E0F}" dt="2024-05-29T17:34:26.942" v="1120"/>
          <ac:spMkLst>
            <pc:docMk/>
            <pc:sldMk cId="0" sldId="275"/>
            <ac:spMk id="2629" creationId="{7905152F-A728-AF90-36BF-428F056F0848}"/>
          </ac:spMkLst>
        </pc:spChg>
        <pc:spChg chg="mod">
          <ac:chgData name="a46219 Lê Hải Sơn" userId="b07ee673-6122-4980-99d9-cc7dd5bb86ef" providerId="ADAL" clId="{25A24D89-CDB5-439F-81AA-71C432E97E0F}" dt="2024-05-29T17:34:26.942" v="1120"/>
          <ac:spMkLst>
            <pc:docMk/>
            <pc:sldMk cId="0" sldId="275"/>
            <ac:spMk id="2630" creationId="{32799BBF-8C17-5D3E-C512-0C1208DCC70A}"/>
          </ac:spMkLst>
        </pc:spChg>
        <pc:spChg chg="mod">
          <ac:chgData name="a46219 Lê Hải Sơn" userId="b07ee673-6122-4980-99d9-cc7dd5bb86ef" providerId="ADAL" clId="{25A24D89-CDB5-439F-81AA-71C432E97E0F}" dt="2024-05-29T17:34:26.942" v="1120"/>
          <ac:spMkLst>
            <pc:docMk/>
            <pc:sldMk cId="0" sldId="275"/>
            <ac:spMk id="2631" creationId="{6B37B41B-61C0-183D-AB20-5B24FD67B0C9}"/>
          </ac:spMkLst>
        </pc:spChg>
        <pc:spChg chg="mod">
          <ac:chgData name="a46219 Lê Hải Sơn" userId="b07ee673-6122-4980-99d9-cc7dd5bb86ef" providerId="ADAL" clId="{25A24D89-CDB5-439F-81AA-71C432E97E0F}" dt="2024-05-29T17:34:26.942" v="1120"/>
          <ac:spMkLst>
            <pc:docMk/>
            <pc:sldMk cId="0" sldId="275"/>
            <ac:spMk id="2632" creationId="{3CEFF72D-1A0A-4601-A497-B5C0D3866754}"/>
          </ac:spMkLst>
        </pc:spChg>
        <pc:spChg chg="mod">
          <ac:chgData name="a46219 Lê Hải Sơn" userId="b07ee673-6122-4980-99d9-cc7dd5bb86ef" providerId="ADAL" clId="{25A24D89-CDB5-439F-81AA-71C432E97E0F}" dt="2024-05-29T17:34:26.942" v="1120"/>
          <ac:spMkLst>
            <pc:docMk/>
            <pc:sldMk cId="0" sldId="275"/>
            <ac:spMk id="2633" creationId="{83C6EF07-130E-270F-1D86-F3CF07F8519F}"/>
          </ac:spMkLst>
        </pc:spChg>
        <pc:spChg chg="mod">
          <ac:chgData name="a46219 Lê Hải Sơn" userId="b07ee673-6122-4980-99d9-cc7dd5bb86ef" providerId="ADAL" clId="{25A24D89-CDB5-439F-81AA-71C432E97E0F}" dt="2024-05-29T17:34:26.942" v="1120"/>
          <ac:spMkLst>
            <pc:docMk/>
            <pc:sldMk cId="0" sldId="275"/>
            <ac:spMk id="2634" creationId="{1E25352C-B8A4-E47B-B89A-8B3CF0E5C315}"/>
          </ac:spMkLst>
        </pc:spChg>
        <pc:spChg chg="mod">
          <ac:chgData name="a46219 Lê Hải Sơn" userId="b07ee673-6122-4980-99d9-cc7dd5bb86ef" providerId="ADAL" clId="{25A24D89-CDB5-439F-81AA-71C432E97E0F}" dt="2024-05-29T17:34:26.942" v="1120"/>
          <ac:spMkLst>
            <pc:docMk/>
            <pc:sldMk cId="0" sldId="275"/>
            <ac:spMk id="2635" creationId="{2EB0715D-C10E-032B-89CE-60CE7CEB80D8}"/>
          </ac:spMkLst>
        </pc:spChg>
        <pc:spChg chg="mod">
          <ac:chgData name="a46219 Lê Hải Sơn" userId="b07ee673-6122-4980-99d9-cc7dd5bb86ef" providerId="ADAL" clId="{25A24D89-CDB5-439F-81AA-71C432E97E0F}" dt="2024-05-29T17:34:26.942" v="1120"/>
          <ac:spMkLst>
            <pc:docMk/>
            <pc:sldMk cId="0" sldId="275"/>
            <ac:spMk id="2636" creationId="{8C1FD896-B47F-0D32-DE64-D9F5ED556EB3}"/>
          </ac:spMkLst>
        </pc:spChg>
        <pc:spChg chg="mod">
          <ac:chgData name="a46219 Lê Hải Sơn" userId="b07ee673-6122-4980-99d9-cc7dd5bb86ef" providerId="ADAL" clId="{25A24D89-CDB5-439F-81AA-71C432E97E0F}" dt="2024-05-29T17:34:26.942" v="1120"/>
          <ac:spMkLst>
            <pc:docMk/>
            <pc:sldMk cId="0" sldId="275"/>
            <ac:spMk id="2637" creationId="{212F4DF5-A6C4-48D9-C0FD-30D61772B9B6}"/>
          </ac:spMkLst>
        </pc:spChg>
        <pc:spChg chg="mod">
          <ac:chgData name="a46219 Lê Hải Sơn" userId="b07ee673-6122-4980-99d9-cc7dd5bb86ef" providerId="ADAL" clId="{25A24D89-CDB5-439F-81AA-71C432E97E0F}" dt="2024-05-29T17:34:26.942" v="1120"/>
          <ac:spMkLst>
            <pc:docMk/>
            <pc:sldMk cId="0" sldId="275"/>
            <ac:spMk id="2638" creationId="{C846A2A4-C64F-7ED1-D2B4-A94AE8BB29C8}"/>
          </ac:spMkLst>
        </pc:spChg>
        <pc:spChg chg="mod">
          <ac:chgData name="a46219 Lê Hải Sơn" userId="b07ee673-6122-4980-99d9-cc7dd5bb86ef" providerId="ADAL" clId="{25A24D89-CDB5-439F-81AA-71C432E97E0F}" dt="2024-05-29T17:34:26.942" v="1120"/>
          <ac:spMkLst>
            <pc:docMk/>
            <pc:sldMk cId="0" sldId="275"/>
            <ac:spMk id="2639" creationId="{7FFD590C-BD54-63B3-1917-A587C943866B}"/>
          </ac:spMkLst>
        </pc:spChg>
        <pc:spChg chg="mod">
          <ac:chgData name="a46219 Lê Hải Sơn" userId="b07ee673-6122-4980-99d9-cc7dd5bb86ef" providerId="ADAL" clId="{25A24D89-CDB5-439F-81AA-71C432E97E0F}" dt="2024-05-29T17:34:26.942" v="1120"/>
          <ac:spMkLst>
            <pc:docMk/>
            <pc:sldMk cId="0" sldId="275"/>
            <ac:spMk id="2640" creationId="{0FAF4755-FB5C-B686-C0AE-756842B9D57A}"/>
          </ac:spMkLst>
        </pc:spChg>
        <pc:spChg chg="mod">
          <ac:chgData name="a46219 Lê Hải Sơn" userId="b07ee673-6122-4980-99d9-cc7dd5bb86ef" providerId="ADAL" clId="{25A24D89-CDB5-439F-81AA-71C432E97E0F}" dt="2024-05-29T17:34:26.942" v="1120"/>
          <ac:spMkLst>
            <pc:docMk/>
            <pc:sldMk cId="0" sldId="275"/>
            <ac:spMk id="2641" creationId="{96BA15BB-7ACB-812C-E7FF-570F320044ED}"/>
          </ac:spMkLst>
        </pc:spChg>
        <pc:grpChg chg="add mod">
          <ac:chgData name="a46219 Lê Hải Sơn" userId="b07ee673-6122-4980-99d9-cc7dd5bb86ef" providerId="ADAL" clId="{25A24D89-CDB5-439F-81AA-71C432E97E0F}" dt="2024-05-29T17:34:38.972" v="1123" actId="1076"/>
          <ac:grpSpMkLst>
            <pc:docMk/>
            <pc:sldMk cId="0" sldId="275"/>
            <ac:grpSpMk id="7" creationId="{54DCDB89-ECC1-7B96-A8F1-1F773450CF56}"/>
          </ac:grpSpMkLst>
        </pc:grpChg>
        <pc:grpChg chg="mod">
          <ac:chgData name="a46219 Lê Hải Sơn" userId="b07ee673-6122-4980-99d9-cc7dd5bb86ef" providerId="ADAL" clId="{25A24D89-CDB5-439F-81AA-71C432E97E0F}" dt="2024-05-29T17:34:26.942" v="1120"/>
          <ac:grpSpMkLst>
            <pc:docMk/>
            <pc:sldMk cId="0" sldId="275"/>
            <ac:grpSpMk id="9" creationId="{0A6CB5A4-E021-28F7-F3A1-0DCF943BDA8D}"/>
          </ac:grpSpMkLst>
        </pc:grpChg>
        <pc:grpChg chg="mod">
          <ac:chgData name="a46219 Lê Hải Sơn" userId="b07ee673-6122-4980-99d9-cc7dd5bb86ef" providerId="ADAL" clId="{25A24D89-CDB5-439F-81AA-71C432E97E0F}" dt="2024-05-29T17:34:26.942" v="1120"/>
          <ac:grpSpMkLst>
            <pc:docMk/>
            <pc:sldMk cId="0" sldId="275"/>
            <ac:grpSpMk id="10" creationId="{3ED16E06-FF17-ECA7-F53E-7A3C8BBAA8C7}"/>
          </ac:grpSpMkLst>
        </pc:grpChg>
        <pc:grpChg chg="mod">
          <ac:chgData name="a46219 Lê Hải Sơn" userId="b07ee673-6122-4980-99d9-cc7dd5bb86ef" providerId="ADAL" clId="{25A24D89-CDB5-439F-81AA-71C432E97E0F}" dt="2024-05-29T17:34:26.942" v="1120"/>
          <ac:grpSpMkLst>
            <pc:docMk/>
            <pc:sldMk cId="0" sldId="275"/>
            <ac:grpSpMk id="11" creationId="{FC25E53C-882B-CB39-3D25-B7C0915904DB}"/>
          </ac:grpSpMkLst>
        </pc:grpChg>
        <pc:grpChg chg="mod">
          <ac:chgData name="a46219 Lê Hải Sơn" userId="b07ee673-6122-4980-99d9-cc7dd5bb86ef" providerId="ADAL" clId="{25A24D89-CDB5-439F-81AA-71C432E97E0F}" dt="2024-05-29T17:34:26.942" v="1120"/>
          <ac:grpSpMkLst>
            <pc:docMk/>
            <pc:sldMk cId="0" sldId="275"/>
            <ac:grpSpMk id="12" creationId="{E9D5CD1E-ECCE-2FE4-AB72-C8703158AB06}"/>
          </ac:grpSpMkLst>
        </pc:grpChg>
        <pc:grpChg chg="mod">
          <ac:chgData name="a46219 Lê Hải Sơn" userId="b07ee673-6122-4980-99d9-cc7dd5bb86ef" providerId="ADAL" clId="{25A24D89-CDB5-439F-81AA-71C432E97E0F}" dt="2024-05-29T17:34:26.942" v="1120"/>
          <ac:grpSpMkLst>
            <pc:docMk/>
            <pc:sldMk cId="0" sldId="275"/>
            <ac:grpSpMk id="13" creationId="{C510B446-559C-D401-D63F-B17362278CFE}"/>
          </ac:grpSpMkLst>
        </pc:grpChg>
        <pc:grpChg chg="mod">
          <ac:chgData name="a46219 Lê Hải Sơn" userId="b07ee673-6122-4980-99d9-cc7dd5bb86ef" providerId="ADAL" clId="{25A24D89-CDB5-439F-81AA-71C432E97E0F}" dt="2024-05-29T17:34:26.942" v="1120"/>
          <ac:grpSpMkLst>
            <pc:docMk/>
            <pc:sldMk cId="0" sldId="275"/>
            <ac:grpSpMk id="14" creationId="{B07D7161-488F-3246-DA92-2F76CE0EC129}"/>
          </ac:grpSpMkLst>
        </pc:grpChg>
        <pc:grpChg chg="mod">
          <ac:chgData name="a46219 Lê Hải Sơn" userId="b07ee673-6122-4980-99d9-cc7dd5bb86ef" providerId="ADAL" clId="{25A24D89-CDB5-439F-81AA-71C432E97E0F}" dt="2024-05-29T17:34:26.942" v="1120"/>
          <ac:grpSpMkLst>
            <pc:docMk/>
            <pc:sldMk cId="0" sldId="275"/>
            <ac:grpSpMk id="15" creationId="{382A4FA7-8359-4C31-654A-DAD60ACECAB5}"/>
          </ac:grpSpMkLst>
        </pc:grpChg>
        <pc:grpChg chg="mod">
          <ac:chgData name="a46219 Lê Hải Sơn" userId="b07ee673-6122-4980-99d9-cc7dd5bb86ef" providerId="ADAL" clId="{25A24D89-CDB5-439F-81AA-71C432E97E0F}" dt="2024-05-29T17:33:14.830" v="1114" actId="1035"/>
          <ac:grpSpMkLst>
            <pc:docMk/>
            <pc:sldMk cId="0" sldId="275"/>
            <ac:grpSpMk id="2496" creationId="{00000000-0000-0000-0000-000000000000}"/>
          </ac:grpSpMkLst>
        </pc:grpChg>
        <pc:grpChg chg="mod">
          <ac:chgData name="a46219 Lê Hải Sơn" userId="b07ee673-6122-4980-99d9-cc7dd5bb86ef" providerId="ADAL" clId="{25A24D89-CDB5-439F-81AA-71C432E97E0F}" dt="2024-05-29T17:33:32.721" v="1115" actId="1076"/>
          <ac:grpSpMkLst>
            <pc:docMk/>
            <pc:sldMk cId="0" sldId="275"/>
            <ac:grpSpMk id="2499" creationId="{00000000-0000-0000-0000-000000000000}"/>
          </ac:grpSpMkLst>
        </pc:grpChg>
        <pc:grpChg chg="mod">
          <ac:chgData name="a46219 Lê Hải Sơn" userId="b07ee673-6122-4980-99d9-cc7dd5bb86ef" providerId="ADAL" clId="{25A24D89-CDB5-439F-81AA-71C432E97E0F}" dt="2024-05-29T17:34:29.573" v="1122" actId="1076"/>
          <ac:grpSpMkLst>
            <pc:docMk/>
            <pc:sldMk cId="0" sldId="275"/>
            <ac:grpSpMk id="2508" creationId="{00000000-0000-0000-0000-000000000000}"/>
          </ac:grpSpMkLst>
        </pc:grpChg>
        <pc:grpChg chg="mod">
          <ac:chgData name="a46219 Lê Hải Sơn" userId="b07ee673-6122-4980-99d9-cc7dd5bb86ef" providerId="ADAL" clId="{25A24D89-CDB5-439F-81AA-71C432E97E0F}" dt="2024-05-29T17:33:32.721" v="1115" actId="1076"/>
          <ac:grpSpMkLst>
            <pc:docMk/>
            <pc:sldMk cId="0" sldId="275"/>
            <ac:grpSpMk id="2515" creationId="{00000000-0000-0000-0000-000000000000}"/>
          </ac:grpSpMkLst>
        </pc:grpChg>
        <pc:grpChg chg="mod">
          <ac:chgData name="a46219 Lê Hải Sơn" userId="b07ee673-6122-4980-99d9-cc7dd5bb86ef" providerId="ADAL" clId="{25A24D89-CDB5-439F-81AA-71C432E97E0F}" dt="2024-05-29T17:34:26.942" v="1120"/>
          <ac:grpSpMkLst>
            <pc:docMk/>
            <pc:sldMk cId="0" sldId="275"/>
            <ac:grpSpMk id="2555" creationId="{D6EF9A75-355B-E532-BFD9-8FE6E458031E}"/>
          </ac:grpSpMkLst>
        </pc:grpChg>
        <pc:picChg chg="del">
          <ac:chgData name="a46219 Lê Hải Sơn" userId="b07ee673-6122-4980-99d9-cc7dd5bb86ef" providerId="ADAL" clId="{25A24D89-CDB5-439F-81AA-71C432E97E0F}" dt="2024-05-29T17:34:26.487" v="1119" actId="478"/>
          <ac:picMkLst>
            <pc:docMk/>
            <pc:sldMk cId="0" sldId="275"/>
            <ac:picMk id="2511" creationId="{00000000-0000-0000-0000-000000000000}"/>
          </ac:picMkLst>
        </pc:picChg>
        <pc:picChg chg="mod">
          <ac:chgData name="a46219 Lê Hải Sơn" userId="b07ee673-6122-4980-99d9-cc7dd5bb86ef" providerId="ADAL" clId="{25A24D89-CDB5-439F-81AA-71C432E97E0F}" dt="2024-05-29T17:33:32.721" v="1115" actId="1076"/>
          <ac:picMkLst>
            <pc:docMk/>
            <pc:sldMk cId="0" sldId="275"/>
            <ac:picMk id="2519" creationId="{00000000-0000-0000-0000-000000000000}"/>
          </ac:picMkLst>
        </pc:picChg>
        <pc:picChg chg="mod">
          <ac:chgData name="a46219 Lê Hải Sơn" userId="b07ee673-6122-4980-99d9-cc7dd5bb86ef" providerId="ADAL" clId="{25A24D89-CDB5-439F-81AA-71C432E97E0F}" dt="2024-05-29T17:33:14.830" v="1114" actId="1035"/>
          <ac:picMkLst>
            <pc:docMk/>
            <pc:sldMk cId="0" sldId="275"/>
            <ac:picMk id="2521" creationId="{00000000-0000-0000-0000-000000000000}"/>
          </ac:picMkLst>
        </pc:picChg>
      </pc:sldChg>
      <pc:sldChg chg="ord modTransition">
        <pc:chgData name="a46219 Lê Hải Sơn" userId="b07ee673-6122-4980-99d9-cc7dd5bb86ef" providerId="ADAL" clId="{25A24D89-CDB5-439F-81AA-71C432E97E0F}" dt="2024-05-29T17:39:05.770" v="1128"/>
        <pc:sldMkLst>
          <pc:docMk/>
          <pc:sldMk cId="0" sldId="276"/>
        </pc:sldMkLst>
      </pc:sldChg>
      <pc:sldChg chg="del">
        <pc:chgData name="a46219 Lê Hải Sơn" userId="b07ee673-6122-4980-99d9-cc7dd5bb86ef" providerId="ADAL" clId="{25A24D89-CDB5-439F-81AA-71C432E97E0F}" dt="2024-05-29T18:52:27.121" v="1885" actId="47"/>
        <pc:sldMkLst>
          <pc:docMk/>
          <pc:sldMk cId="0" sldId="277"/>
        </pc:sldMkLst>
      </pc:sldChg>
      <pc:sldChg chg="del">
        <pc:chgData name="a46219 Lê Hải Sơn" userId="b07ee673-6122-4980-99d9-cc7dd5bb86ef" providerId="ADAL" clId="{25A24D89-CDB5-439F-81AA-71C432E97E0F}" dt="2024-05-29T18:52:27.460" v="1886" actId="47"/>
        <pc:sldMkLst>
          <pc:docMk/>
          <pc:sldMk cId="0" sldId="278"/>
        </pc:sldMkLst>
      </pc:sldChg>
      <pc:sldChg chg="del">
        <pc:chgData name="a46219 Lê Hải Sơn" userId="b07ee673-6122-4980-99d9-cc7dd5bb86ef" providerId="ADAL" clId="{25A24D89-CDB5-439F-81AA-71C432E97E0F}" dt="2024-05-29T18:52:28.288" v="1887" actId="47"/>
        <pc:sldMkLst>
          <pc:docMk/>
          <pc:sldMk cId="0" sldId="279"/>
        </pc:sldMkLst>
      </pc:sldChg>
      <pc:sldChg chg="del">
        <pc:chgData name="a46219 Lê Hải Sơn" userId="b07ee673-6122-4980-99d9-cc7dd5bb86ef" providerId="ADAL" clId="{25A24D89-CDB5-439F-81AA-71C432E97E0F}" dt="2024-05-29T18:52:28.341" v="1888" actId="47"/>
        <pc:sldMkLst>
          <pc:docMk/>
          <pc:sldMk cId="0" sldId="280"/>
        </pc:sldMkLst>
      </pc:sldChg>
      <pc:sldChg chg="del">
        <pc:chgData name="a46219 Lê Hải Sơn" userId="b07ee673-6122-4980-99d9-cc7dd5bb86ef" providerId="ADAL" clId="{25A24D89-CDB5-439F-81AA-71C432E97E0F}" dt="2024-05-29T18:52:28.593" v="1889" actId="47"/>
        <pc:sldMkLst>
          <pc:docMk/>
          <pc:sldMk cId="0" sldId="281"/>
        </pc:sldMkLst>
      </pc:sldChg>
      <pc:sldChg chg="del">
        <pc:chgData name="a46219 Lê Hải Sơn" userId="b07ee673-6122-4980-99d9-cc7dd5bb86ef" providerId="ADAL" clId="{25A24D89-CDB5-439F-81AA-71C432E97E0F}" dt="2024-05-29T18:52:28.914" v="1890" actId="47"/>
        <pc:sldMkLst>
          <pc:docMk/>
          <pc:sldMk cId="0" sldId="282"/>
        </pc:sldMkLst>
      </pc:sldChg>
      <pc:sldChg chg="del">
        <pc:chgData name="a46219 Lê Hải Sơn" userId="b07ee673-6122-4980-99d9-cc7dd5bb86ef" providerId="ADAL" clId="{25A24D89-CDB5-439F-81AA-71C432E97E0F}" dt="2024-05-29T18:52:29.349" v="1891" actId="47"/>
        <pc:sldMkLst>
          <pc:docMk/>
          <pc:sldMk cId="0" sldId="283"/>
        </pc:sldMkLst>
      </pc:sldChg>
      <pc:sldChg chg="del">
        <pc:chgData name="a46219 Lê Hải Sơn" userId="b07ee673-6122-4980-99d9-cc7dd5bb86ef" providerId="ADAL" clId="{25A24D89-CDB5-439F-81AA-71C432E97E0F}" dt="2024-05-29T18:52:29.727" v="1892" actId="47"/>
        <pc:sldMkLst>
          <pc:docMk/>
          <pc:sldMk cId="0" sldId="284"/>
        </pc:sldMkLst>
      </pc:sldChg>
      <pc:sldChg chg="del">
        <pc:chgData name="a46219 Lê Hải Sơn" userId="b07ee673-6122-4980-99d9-cc7dd5bb86ef" providerId="ADAL" clId="{25A24D89-CDB5-439F-81AA-71C432E97E0F}" dt="2024-05-29T18:52:29.958" v="1893" actId="47"/>
        <pc:sldMkLst>
          <pc:docMk/>
          <pc:sldMk cId="0" sldId="285"/>
        </pc:sldMkLst>
      </pc:sldChg>
      <pc:sldChg chg="del">
        <pc:chgData name="a46219 Lê Hải Sơn" userId="b07ee673-6122-4980-99d9-cc7dd5bb86ef" providerId="ADAL" clId="{25A24D89-CDB5-439F-81AA-71C432E97E0F}" dt="2024-05-29T18:52:30.413" v="1894" actId="47"/>
        <pc:sldMkLst>
          <pc:docMk/>
          <pc:sldMk cId="0" sldId="286"/>
        </pc:sldMkLst>
      </pc:sldChg>
      <pc:sldChg chg="del">
        <pc:chgData name="a46219 Lê Hải Sơn" userId="b07ee673-6122-4980-99d9-cc7dd5bb86ef" providerId="ADAL" clId="{25A24D89-CDB5-439F-81AA-71C432E97E0F}" dt="2024-05-29T18:52:30.840" v="1895" actId="47"/>
        <pc:sldMkLst>
          <pc:docMk/>
          <pc:sldMk cId="0" sldId="287"/>
        </pc:sldMkLst>
      </pc:sldChg>
      <pc:sldChg chg="del">
        <pc:chgData name="a46219 Lê Hải Sơn" userId="b07ee673-6122-4980-99d9-cc7dd5bb86ef" providerId="ADAL" clId="{25A24D89-CDB5-439F-81AA-71C432E97E0F}" dt="2024-05-29T18:52:31.202" v="1896" actId="47"/>
        <pc:sldMkLst>
          <pc:docMk/>
          <pc:sldMk cId="0" sldId="288"/>
        </pc:sldMkLst>
      </pc:sldChg>
      <pc:sldChg chg="del">
        <pc:chgData name="a46219 Lê Hải Sơn" userId="b07ee673-6122-4980-99d9-cc7dd5bb86ef" providerId="ADAL" clId="{25A24D89-CDB5-439F-81AA-71C432E97E0F}" dt="2024-05-29T18:52:31.534" v="1897" actId="47"/>
        <pc:sldMkLst>
          <pc:docMk/>
          <pc:sldMk cId="0" sldId="289"/>
        </pc:sldMkLst>
      </pc:sldChg>
      <pc:sldChg chg="del">
        <pc:chgData name="a46219 Lê Hải Sơn" userId="b07ee673-6122-4980-99d9-cc7dd5bb86ef" providerId="ADAL" clId="{25A24D89-CDB5-439F-81AA-71C432E97E0F}" dt="2024-05-29T18:52:31.929" v="1898" actId="47"/>
        <pc:sldMkLst>
          <pc:docMk/>
          <pc:sldMk cId="0" sldId="290"/>
        </pc:sldMkLst>
      </pc:sldChg>
      <pc:sldChg chg="del">
        <pc:chgData name="a46219 Lê Hải Sơn" userId="b07ee673-6122-4980-99d9-cc7dd5bb86ef" providerId="ADAL" clId="{25A24D89-CDB5-439F-81AA-71C432E97E0F}" dt="2024-05-29T18:52:32.250" v="1899" actId="47"/>
        <pc:sldMkLst>
          <pc:docMk/>
          <pc:sldMk cId="0" sldId="291"/>
        </pc:sldMkLst>
      </pc:sldChg>
      <pc:sldChg chg="del">
        <pc:chgData name="a46219 Lê Hải Sơn" userId="b07ee673-6122-4980-99d9-cc7dd5bb86ef" providerId="ADAL" clId="{25A24D89-CDB5-439F-81AA-71C432E97E0F}" dt="2024-05-29T18:52:32.637" v="1900" actId="47"/>
        <pc:sldMkLst>
          <pc:docMk/>
          <pc:sldMk cId="0" sldId="292"/>
        </pc:sldMkLst>
      </pc:sldChg>
      <pc:sldChg chg="addSp delSp modSp mod modTransition">
        <pc:chgData name="a46219 Lê Hải Sơn" userId="b07ee673-6122-4980-99d9-cc7dd5bb86ef" providerId="ADAL" clId="{25A24D89-CDB5-439F-81AA-71C432E97E0F}" dt="2024-05-29T19:10:49.453" v="2127"/>
        <pc:sldMkLst>
          <pc:docMk/>
          <pc:sldMk cId="4116854677" sldId="293"/>
        </pc:sldMkLst>
        <pc:spChg chg="add mod">
          <ac:chgData name="a46219 Lê Hải Sơn" userId="b07ee673-6122-4980-99d9-cc7dd5bb86ef" providerId="ADAL" clId="{25A24D89-CDB5-439F-81AA-71C432E97E0F}" dt="2024-05-29T15:56:41.457" v="441" actId="1076"/>
          <ac:spMkLst>
            <pc:docMk/>
            <pc:sldMk cId="4116854677" sldId="293"/>
            <ac:spMk id="2" creationId="{017D80C0-0D7C-A453-FFEE-18B33CACF90F}"/>
          </ac:spMkLst>
        </pc:spChg>
        <pc:spChg chg="add mod">
          <ac:chgData name="a46219 Lê Hải Sơn" userId="b07ee673-6122-4980-99d9-cc7dd5bb86ef" providerId="ADAL" clId="{25A24D89-CDB5-439F-81AA-71C432E97E0F}" dt="2024-05-29T15:56:45.344" v="442" actId="1076"/>
          <ac:spMkLst>
            <pc:docMk/>
            <pc:sldMk cId="4116854677" sldId="293"/>
            <ac:spMk id="3" creationId="{9D3E7C9C-A82D-C645-21D6-DF630A893395}"/>
          </ac:spMkLst>
        </pc:spChg>
        <pc:spChg chg="add mod">
          <ac:chgData name="a46219 Lê Hải Sơn" userId="b07ee673-6122-4980-99d9-cc7dd5bb86ef" providerId="ADAL" clId="{25A24D89-CDB5-439F-81AA-71C432E97E0F}" dt="2024-05-29T15:56:53.563" v="444" actId="1076"/>
          <ac:spMkLst>
            <pc:docMk/>
            <pc:sldMk cId="4116854677" sldId="293"/>
            <ac:spMk id="4" creationId="{4A7D1599-D3C3-4565-5D96-5407E2DC7ED7}"/>
          </ac:spMkLst>
        </pc:spChg>
        <pc:spChg chg="mod">
          <ac:chgData name="a46219 Lê Hải Sơn" userId="b07ee673-6122-4980-99d9-cc7dd5bb86ef" providerId="ADAL" clId="{25A24D89-CDB5-439F-81AA-71C432E97E0F}" dt="2024-05-29T15:56:33.495" v="439"/>
          <ac:spMkLst>
            <pc:docMk/>
            <pc:sldMk cId="4116854677" sldId="293"/>
            <ac:spMk id="6" creationId="{F9BCE004-A42A-C1D4-F40A-6E95A16FFA16}"/>
          </ac:spMkLst>
        </pc:spChg>
        <pc:spChg chg="mod">
          <ac:chgData name="a46219 Lê Hải Sơn" userId="b07ee673-6122-4980-99d9-cc7dd5bb86ef" providerId="ADAL" clId="{25A24D89-CDB5-439F-81AA-71C432E97E0F}" dt="2024-05-29T15:56:33.495" v="439"/>
          <ac:spMkLst>
            <pc:docMk/>
            <pc:sldMk cId="4116854677" sldId="293"/>
            <ac:spMk id="7" creationId="{9836E55B-4741-C7B2-ED8A-F3796B24490B}"/>
          </ac:spMkLst>
        </pc:spChg>
        <pc:spChg chg="mod">
          <ac:chgData name="a46219 Lê Hải Sơn" userId="b07ee673-6122-4980-99d9-cc7dd5bb86ef" providerId="ADAL" clId="{25A24D89-CDB5-439F-81AA-71C432E97E0F}" dt="2024-05-29T15:56:33.495" v="439"/>
          <ac:spMkLst>
            <pc:docMk/>
            <pc:sldMk cId="4116854677" sldId="293"/>
            <ac:spMk id="8" creationId="{F9681ADC-CF4F-C547-C18A-BD52336F15C9}"/>
          </ac:spMkLst>
        </pc:spChg>
        <pc:spChg chg="mod">
          <ac:chgData name="a46219 Lê Hải Sơn" userId="b07ee673-6122-4980-99d9-cc7dd5bb86ef" providerId="ADAL" clId="{25A24D89-CDB5-439F-81AA-71C432E97E0F}" dt="2024-05-29T15:56:33.495" v="439"/>
          <ac:spMkLst>
            <pc:docMk/>
            <pc:sldMk cId="4116854677" sldId="293"/>
            <ac:spMk id="9" creationId="{554118EE-D946-BBFD-3C77-01AB8EE2F37F}"/>
          </ac:spMkLst>
        </pc:spChg>
        <pc:spChg chg="mod">
          <ac:chgData name="a46219 Lê Hải Sơn" userId="b07ee673-6122-4980-99d9-cc7dd5bb86ef" providerId="ADAL" clId="{25A24D89-CDB5-439F-81AA-71C432E97E0F}" dt="2024-05-29T15:56:33.495" v="439"/>
          <ac:spMkLst>
            <pc:docMk/>
            <pc:sldMk cId="4116854677" sldId="293"/>
            <ac:spMk id="10" creationId="{F82C0A09-8872-34B1-8E96-89587F52E243}"/>
          </ac:spMkLst>
        </pc:spChg>
        <pc:spChg chg="mod">
          <ac:chgData name="a46219 Lê Hải Sơn" userId="b07ee673-6122-4980-99d9-cc7dd5bb86ef" providerId="ADAL" clId="{25A24D89-CDB5-439F-81AA-71C432E97E0F}" dt="2024-05-29T19:10:49.453" v="2127"/>
          <ac:spMkLst>
            <pc:docMk/>
            <pc:sldMk cId="4116854677" sldId="293"/>
            <ac:spMk id="14" creationId="{3DB7FB15-DCD6-602B-ADC0-70AC4997F7A0}"/>
          </ac:spMkLst>
        </pc:spChg>
        <pc:spChg chg="mod">
          <ac:chgData name="a46219 Lê Hải Sơn" userId="b07ee673-6122-4980-99d9-cc7dd5bb86ef" providerId="ADAL" clId="{25A24D89-CDB5-439F-81AA-71C432E97E0F}" dt="2024-05-29T15:56:33.495" v="439"/>
          <ac:spMkLst>
            <pc:docMk/>
            <pc:sldMk cId="4116854677" sldId="293"/>
            <ac:spMk id="17" creationId="{DDC2DA49-001D-2F1A-C2FF-2B6C4C654AD2}"/>
          </ac:spMkLst>
        </pc:spChg>
        <pc:spChg chg="mod">
          <ac:chgData name="a46219 Lê Hải Sơn" userId="b07ee673-6122-4980-99d9-cc7dd5bb86ef" providerId="ADAL" clId="{25A24D89-CDB5-439F-81AA-71C432E97E0F}" dt="2024-05-29T15:56:33.495" v="439"/>
          <ac:spMkLst>
            <pc:docMk/>
            <pc:sldMk cId="4116854677" sldId="293"/>
            <ac:spMk id="18" creationId="{4FA36C5C-976D-CE0A-2AD9-B3FA1841CF9D}"/>
          </ac:spMkLst>
        </pc:spChg>
        <pc:spChg chg="mod">
          <ac:chgData name="a46219 Lê Hải Sơn" userId="b07ee673-6122-4980-99d9-cc7dd5bb86ef" providerId="ADAL" clId="{25A24D89-CDB5-439F-81AA-71C432E97E0F}" dt="2024-05-29T15:56:33.495" v="439"/>
          <ac:spMkLst>
            <pc:docMk/>
            <pc:sldMk cId="4116854677" sldId="293"/>
            <ac:spMk id="19" creationId="{70DE8650-D375-E2D0-9A5F-CE7B99EC88A7}"/>
          </ac:spMkLst>
        </pc:spChg>
        <pc:spChg chg="mod">
          <ac:chgData name="a46219 Lê Hải Sơn" userId="b07ee673-6122-4980-99d9-cc7dd5bb86ef" providerId="ADAL" clId="{25A24D89-CDB5-439F-81AA-71C432E97E0F}" dt="2024-05-29T15:56:33.495" v="439"/>
          <ac:spMkLst>
            <pc:docMk/>
            <pc:sldMk cId="4116854677" sldId="293"/>
            <ac:spMk id="20" creationId="{4FD969F4-4D2A-5DA9-C74C-E85B5EF83280}"/>
          </ac:spMkLst>
        </pc:spChg>
        <pc:spChg chg="mod">
          <ac:chgData name="a46219 Lê Hải Sơn" userId="b07ee673-6122-4980-99d9-cc7dd5bb86ef" providerId="ADAL" clId="{25A24D89-CDB5-439F-81AA-71C432E97E0F}" dt="2024-05-29T15:56:33.495" v="439"/>
          <ac:spMkLst>
            <pc:docMk/>
            <pc:sldMk cId="4116854677" sldId="293"/>
            <ac:spMk id="21" creationId="{DF71B7FA-CE08-A38D-3467-8B98A5380970}"/>
          </ac:spMkLst>
        </pc:spChg>
        <pc:spChg chg="mod">
          <ac:chgData name="a46219 Lê Hải Sơn" userId="b07ee673-6122-4980-99d9-cc7dd5bb86ef" providerId="ADAL" clId="{25A24D89-CDB5-439F-81AA-71C432E97E0F}" dt="2024-05-29T15:56:33.495" v="439"/>
          <ac:spMkLst>
            <pc:docMk/>
            <pc:sldMk cId="4116854677" sldId="293"/>
            <ac:spMk id="22" creationId="{BBB0E2FB-4E63-BFFA-6EFA-25B64A5634D8}"/>
          </ac:spMkLst>
        </pc:spChg>
        <pc:spChg chg="mod">
          <ac:chgData name="a46219 Lê Hải Sơn" userId="b07ee673-6122-4980-99d9-cc7dd5bb86ef" providerId="ADAL" clId="{25A24D89-CDB5-439F-81AA-71C432E97E0F}" dt="2024-05-29T15:56:33.495" v="439"/>
          <ac:spMkLst>
            <pc:docMk/>
            <pc:sldMk cId="4116854677" sldId="293"/>
            <ac:spMk id="23" creationId="{7134FE70-CECE-9344-C1FF-F0B580F72AEA}"/>
          </ac:spMkLst>
        </pc:spChg>
        <pc:spChg chg="mod">
          <ac:chgData name="a46219 Lê Hải Sơn" userId="b07ee673-6122-4980-99d9-cc7dd5bb86ef" providerId="ADAL" clId="{25A24D89-CDB5-439F-81AA-71C432E97E0F}" dt="2024-05-29T15:56:33.495" v="439"/>
          <ac:spMkLst>
            <pc:docMk/>
            <pc:sldMk cId="4116854677" sldId="293"/>
            <ac:spMk id="25" creationId="{80FEF7F7-307B-B5CF-B843-62EE0B0149D5}"/>
          </ac:spMkLst>
        </pc:spChg>
        <pc:spChg chg="mod">
          <ac:chgData name="a46219 Lê Hải Sơn" userId="b07ee673-6122-4980-99d9-cc7dd5bb86ef" providerId="ADAL" clId="{25A24D89-CDB5-439F-81AA-71C432E97E0F}" dt="2024-05-29T15:56:33.495" v="439"/>
          <ac:spMkLst>
            <pc:docMk/>
            <pc:sldMk cId="4116854677" sldId="293"/>
            <ac:spMk id="26" creationId="{4D69CD47-6101-553D-5B55-FBC10682C55F}"/>
          </ac:spMkLst>
        </pc:spChg>
        <pc:spChg chg="mod">
          <ac:chgData name="a46219 Lê Hải Sơn" userId="b07ee673-6122-4980-99d9-cc7dd5bb86ef" providerId="ADAL" clId="{25A24D89-CDB5-439F-81AA-71C432E97E0F}" dt="2024-05-29T15:56:33.495" v="439"/>
          <ac:spMkLst>
            <pc:docMk/>
            <pc:sldMk cId="4116854677" sldId="293"/>
            <ac:spMk id="27" creationId="{D58943D1-806B-AEC6-A413-9C5CD66DFFA7}"/>
          </ac:spMkLst>
        </pc:spChg>
        <pc:spChg chg="add mod">
          <ac:chgData name="a46219 Lê Hải Sơn" userId="b07ee673-6122-4980-99d9-cc7dd5bb86ef" providerId="ADAL" clId="{25A24D89-CDB5-439F-81AA-71C432E97E0F}" dt="2024-05-29T15:56:53.563" v="444" actId="1076"/>
          <ac:spMkLst>
            <pc:docMk/>
            <pc:sldMk cId="4116854677" sldId="293"/>
            <ac:spMk id="28" creationId="{B2AD688B-F59B-F6D3-930D-2BE4C0D2FEF8}"/>
          </ac:spMkLst>
        </pc:spChg>
        <pc:spChg chg="add mod">
          <ac:chgData name="a46219 Lê Hải Sơn" userId="b07ee673-6122-4980-99d9-cc7dd5bb86ef" providerId="ADAL" clId="{25A24D89-CDB5-439F-81AA-71C432E97E0F}" dt="2024-05-29T15:56:53.563" v="444" actId="1076"/>
          <ac:spMkLst>
            <pc:docMk/>
            <pc:sldMk cId="4116854677" sldId="293"/>
            <ac:spMk id="29" creationId="{C7DB2DF4-7C9B-81A7-3632-AD50DCDA7BA1}"/>
          </ac:spMkLst>
        </pc:spChg>
        <pc:spChg chg="add mod">
          <ac:chgData name="a46219 Lê Hải Sơn" userId="b07ee673-6122-4980-99d9-cc7dd5bb86ef" providerId="ADAL" clId="{25A24D89-CDB5-439F-81AA-71C432E97E0F}" dt="2024-05-29T15:56:41.457" v="441" actId="1076"/>
          <ac:spMkLst>
            <pc:docMk/>
            <pc:sldMk cId="4116854677" sldId="293"/>
            <ac:spMk id="30" creationId="{6D9F0DE1-68C1-301D-C44C-B83232596485}"/>
          </ac:spMkLst>
        </pc:spChg>
        <pc:spChg chg="add mod">
          <ac:chgData name="a46219 Lê Hải Sơn" userId="b07ee673-6122-4980-99d9-cc7dd5bb86ef" providerId="ADAL" clId="{25A24D89-CDB5-439F-81AA-71C432E97E0F}" dt="2024-05-29T15:56:53.563" v="444" actId="1076"/>
          <ac:spMkLst>
            <pc:docMk/>
            <pc:sldMk cId="4116854677" sldId="293"/>
            <ac:spMk id="31" creationId="{FF05BC5A-7B72-95A2-ABDF-58F93B8BAFA4}"/>
          </ac:spMkLst>
        </pc:spChg>
        <pc:spChg chg="mod">
          <ac:chgData name="a46219 Lê Hải Sơn" userId="b07ee673-6122-4980-99d9-cc7dd5bb86ef" providerId="ADAL" clId="{25A24D89-CDB5-439F-81AA-71C432E97E0F}" dt="2024-05-29T15:56:33.495" v="439"/>
          <ac:spMkLst>
            <pc:docMk/>
            <pc:sldMk cId="4116854677" sldId="293"/>
            <ac:spMk id="33" creationId="{6A988F72-C5B8-F717-600D-4E920D29F1A1}"/>
          </ac:spMkLst>
        </pc:spChg>
        <pc:spChg chg="mod">
          <ac:chgData name="a46219 Lê Hải Sơn" userId="b07ee673-6122-4980-99d9-cc7dd5bb86ef" providerId="ADAL" clId="{25A24D89-CDB5-439F-81AA-71C432E97E0F}" dt="2024-05-29T15:56:33.495" v="439"/>
          <ac:spMkLst>
            <pc:docMk/>
            <pc:sldMk cId="4116854677" sldId="293"/>
            <ac:spMk id="34" creationId="{4C11D3C1-5943-8189-A84C-05226C394E1F}"/>
          </ac:spMkLst>
        </pc:spChg>
        <pc:spChg chg="mod">
          <ac:chgData name="a46219 Lê Hải Sơn" userId="b07ee673-6122-4980-99d9-cc7dd5bb86ef" providerId="ADAL" clId="{25A24D89-CDB5-439F-81AA-71C432E97E0F}" dt="2024-05-29T15:56:33.495" v="439"/>
          <ac:spMkLst>
            <pc:docMk/>
            <pc:sldMk cId="4116854677" sldId="293"/>
            <ac:spMk id="36" creationId="{5F10E106-D7BA-6563-61C4-CD582594F3C4}"/>
          </ac:spMkLst>
        </pc:spChg>
        <pc:spChg chg="mod">
          <ac:chgData name="a46219 Lê Hải Sơn" userId="b07ee673-6122-4980-99d9-cc7dd5bb86ef" providerId="ADAL" clId="{25A24D89-CDB5-439F-81AA-71C432E97E0F}" dt="2024-05-29T15:56:33.495" v="439"/>
          <ac:spMkLst>
            <pc:docMk/>
            <pc:sldMk cId="4116854677" sldId="293"/>
            <ac:spMk id="38" creationId="{BFDB5290-D306-A806-9A49-43C71A5551C0}"/>
          </ac:spMkLst>
        </pc:spChg>
        <pc:spChg chg="mod">
          <ac:chgData name="a46219 Lê Hải Sơn" userId="b07ee673-6122-4980-99d9-cc7dd5bb86ef" providerId="ADAL" clId="{25A24D89-CDB5-439F-81AA-71C432E97E0F}" dt="2024-05-29T15:56:33.495" v="439"/>
          <ac:spMkLst>
            <pc:docMk/>
            <pc:sldMk cId="4116854677" sldId="293"/>
            <ac:spMk id="39" creationId="{3ADF0EF5-E8A4-0E4F-A3B6-261FE7B54FD9}"/>
          </ac:spMkLst>
        </pc:spChg>
        <pc:spChg chg="mod">
          <ac:chgData name="a46219 Lê Hải Sơn" userId="b07ee673-6122-4980-99d9-cc7dd5bb86ef" providerId="ADAL" clId="{25A24D89-CDB5-439F-81AA-71C432E97E0F}" dt="2024-05-29T15:56:33.495" v="439"/>
          <ac:spMkLst>
            <pc:docMk/>
            <pc:sldMk cId="4116854677" sldId="293"/>
            <ac:spMk id="40" creationId="{E7AEB212-7A8E-BFFC-CBEF-3E26B2B8A01A}"/>
          </ac:spMkLst>
        </pc:spChg>
        <pc:spChg chg="mod">
          <ac:chgData name="a46219 Lê Hải Sơn" userId="b07ee673-6122-4980-99d9-cc7dd5bb86ef" providerId="ADAL" clId="{25A24D89-CDB5-439F-81AA-71C432E97E0F}" dt="2024-05-29T15:56:33.495" v="439"/>
          <ac:spMkLst>
            <pc:docMk/>
            <pc:sldMk cId="4116854677" sldId="293"/>
            <ac:spMk id="41" creationId="{130113C2-3CD8-6BC9-5299-E28A17CC1CCC}"/>
          </ac:spMkLst>
        </pc:spChg>
        <pc:spChg chg="mod">
          <ac:chgData name="a46219 Lê Hải Sơn" userId="b07ee673-6122-4980-99d9-cc7dd5bb86ef" providerId="ADAL" clId="{25A24D89-CDB5-439F-81AA-71C432E97E0F}" dt="2024-05-29T15:56:33.495" v="439"/>
          <ac:spMkLst>
            <pc:docMk/>
            <pc:sldMk cId="4116854677" sldId="293"/>
            <ac:spMk id="42" creationId="{A0CE41DB-FF92-4C5F-5185-D1B7274BD7FF}"/>
          </ac:spMkLst>
        </pc:spChg>
        <pc:spChg chg="mod">
          <ac:chgData name="a46219 Lê Hải Sơn" userId="b07ee673-6122-4980-99d9-cc7dd5bb86ef" providerId="ADAL" clId="{25A24D89-CDB5-439F-81AA-71C432E97E0F}" dt="2024-05-29T15:56:33.495" v="439"/>
          <ac:spMkLst>
            <pc:docMk/>
            <pc:sldMk cId="4116854677" sldId="293"/>
            <ac:spMk id="43" creationId="{D77E001C-7740-915F-83DA-D62C5AD264B4}"/>
          </ac:spMkLst>
        </pc:spChg>
        <pc:spChg chg="mod">
          <ac:chgData name="a46219 Lê Hải Sơn" userId="b07ee673-6122-4980-99d9-cc7dd5bb86ef" providerId="ADAL" clId="{25A24D89-CDB5-439F-81AA-71C432E97E0F}" dt="2024-05-29T15:56:33.495" v="439"/>
          <ac:spMkLst>
            <pc:docMk/>
            <pc:sldMk cId="4116854677" sldId="293"/>
            <ac:spMk id="44" creationId="{09A80AD4-9D82-A221-2760-DF6DCA9C1C81}"/>
          </ac:spMkLst>
        </pc:spChg>
        <pc:spChg chg="mod">
          <ac:chgData name="a46219 Lê Hải Sơn" userId="b07ee673-6122-4980-99d9-cc7dd5bb86ef" providerId="ADAL" clId="{25A24D89-CDB5-439F-81AA-71C432E97E0F}" dt="2024-05-29T15:56:33.495" v="439"/>
          <ac:spMkLst>
            <pc:docMk/>
            <pc:sldMk cId="4116854677" sldId="293"/>
            <ac:spMk id="45" creationId="{D06CD9CC-800A-908B-1955-3580D38B204B}"/>
          </ac:spMkLst>
        </pc:spChg>
        <pc:spChg chg="mod">
          <ac:chgData name="a46219 Lê Hải Sơn" userId="b07ee673-6122-4980-99d9-cc7dd5bb86ef" providerId="ADAL" clId="{25A24D89-CDB5-439F-81AA-71C432E97E0F}" dt="2024-05-29T15:56:33.495" v="439"/>
          <ac:spMkLst>
            <pc:docMk/>
            <pc:sldMk cId="4116854677" sldId="293"/>
            <ac:spMk id="46" creationId="{4D5A6156-B69C-0149-F75A-E24B479E7F8F}"/>
          </ac:spMkLst>
        </pc:spChg>
        <pc:spChg chg="mod">
          <ac:chgData name="a46219 Lê Hải Sơn" userId="b07ee673-6122-4980-99d9-cc7dd5bb86ef" providerId="ADAL" clId="{25A24D89-CDB5-439F-81AA-71C432E97E0F}" dt="2024-05-29T15:56:33.495" v="439"/>
          <ac:spMkLst>
            <pc:docMk/>
            <pc:sldMk cId="4116854677" sldId="293"/>
            <ac:spMk id="47" creationId="{8C543931-E464-1019-8B65-046A4DE0417E}"/>
          </ac:spMkLst>
        </pc:spChg>
        <pc:spChg chg="mod">
          <ac:chgData name="a46219 Lê Hải Sơn" userId="b07ee673-6122-4980-99d9-cc7dd5bb86ef" providerId="ADAL" clId="{25A24D89-CDB5-439F-81AA-71C432E97E0F}" dt="2024-05-29T15:56:33.495" v="439"/>
          <ac:spMkLst>
            <pc:docMk/>
            <pc:sldMk cId="4116854677" sldId="293"/>
            <ac:spMk id="48" creationId="{4D9A7DC0-F02D-5C37-EC59-6EBE1B658255}"/>
          </ac:spMkLst>
        </pc:spChg>
        <pc:spChg chg="mod">
          <ac:chgData name="a46219 Lê Hải Sơn" userId="b07ee673-6122-4980-99d9-cc7dd5bb86ef" providerId="ADAL" clId="{25A24D89-CDB5-439F-81AA-71C432E97E0F}" dt="2024-05-29T15:56:33.495" v="439"/>
          <ac:spMkLst>
            <pc:docMk/>
            <pc:sldMk cId="4116854677" sldId="293"/>
            <ac:spMk id="49" creationId="{DAD614B8-9304-52F3-D7B6-FA9B51FA5EF0}"/>
          </ac:spMkLst>
        </pc:spChg>
        <pc:spChg chg="mod">
          <ac:chgData name="a46219 Lê Hải Sơn" userId="b07ee673-6122-4980-99d9-cc7dd5bb86ef" providerId="ADAL" clId="{25A24D89-CDB5-439F-81AA-71C432E97E0F}" dt="2024-05-29T15:56:33.495" v="439"/>
          <ac:spMkLst>
            <pc:docMk/>
            <pc:sldMk cId="4116854677" sldId="293"/>
            <ac:spMk id="50" creationId="{BA38F9EC-F920-7CE9-1F27-B78294DD4792}"/>
          </ac:spMkLst>
        </pc:spChg>
        <pc:spChg chg="mod">
          <ac:chgData name="a46219 Lê Hải Sơn" userId="b07ee673-6122-4980-99d9-cc7dd5bb86ef" providerId="ADAL" clId="{25A24D89-CDB5-439F-81AA-71C432E97E0F}" dt="2024-05-29T15:56:33.495" v="439"/>
          <ac:spMkLst>
            <pc:docMk/>
            <pc:sldMk cId="4116854677" sldId="293"/>
            <ac:spMk id="51" creationId="{A19FFF5C-E892-E072-C74C-D357E56B29FC}"/>
          </ac:spMkLst>
        </pc:spChg>
        <pc:spChg chg="mod">
          <ac:chgData name="a46219 Lê Hải Sơn" userId="b07ee673-6122-4980-99d9-cc7dd5bb86ef" providerId="ADAL" clId="{25A24D89-CDB5-439F-81AA-71C432E97E0F}" dt="2024-05-29T15:56:33.495" v="439"/>
          <ac:spMkLst>
            <pc:docMk/>
            <pc:sldMk cId="4116854677" sldId="293"/>
            <ac:spMk id="53" creationId="{20C65AED-E3C3-F0DE-DB31-4FF9FD07A9E5}"/>
          </ac:spMkLst>
        </pc:spChg>
        <pc:spChg chg="mod">
          <ac:chgData name="a46219 Lê Hải Sơn" userId="b07ee673-6122-4980-99d9-cc7dd5bb86ef" providerId="ADAL" clId="{25A24D89-CDB5-439F-81AA-71C432E97E0F}" dt="2024-05-29T15:56:33.495" v="439"/>
          <ac:spMkLst>
            <pc:docMk/>
            <pc:sldMk cId="4116854677" sldId="293"/>
            <ac:spMk id="54" creationId="{1F91DEB3-9175-F9A1-64C0-61BADCC3A267}"/>
          </ac:spMkLst>
        </pc:spChg>
        <pc:spChg chg="mod">
          <ac:chgData name="a46219 Lê Hải Sơn" userId="b07ee673-6122-4980-99d9-cc7dd5bb86ef" providerId="ADAL" clId="{25A24D89-CDB5-439F-81AA-71C432E97E0F}" dt="2024-05-29T15:56:33.495" v="439"/>
          <ac:spMkLst>
            <pc:docMk/>
            <pc:sldMk cId="4116854677" sldId="293"/>
            <ac:spMk id="55" creationId="{90E5306E-1486-A2F1-C39B-F57C013DC10F}"/>
          </ac:spMkLst>
        </pc:spChg>
        <pc:spChg chg="mod">
          <ac:chgData name="a46219 Lê Hải Sơn" userId="b07ee673-6122-4980-99d9-cc7dd5bb86ef" providerId="ADAL" clId="{25A24D89-CDB5-439F-81AA-71C432E97E0F}" dt="2024-05-29T15:56:33.495" v="439"/>
          <ac:spMkLst>
            <pc:docMk/>
            <pc:sldMk cId="4116854677" sldId="293"/>
            <ac:spMk id="56" creationId="{89B71637-63CB-64C7-8003-83776CA11080}"/>
          </ac:spMkLst>
        </pc:spChg>
        <pc:spChg chg="mod">
          <ac:chgData name="a46219 Lê Hải Sơn" userId="b07ee673-6122-4980-99d9-cc7dd5bb86ef" providerId="ADAL" clId="{25A24D89-CDB5-439F-81AA-71C432E97E0F}" dt="2024-05-29T15:56:33.495" v="439"/>
          <ac:spMkLst>
            <pc:docMk/>
            <pc:sldMk cId="4116854677" sldId="293"/>
            <ac:spMk id="57" creationId="{A9C48AB6-AB60-BCE7-B41A-411EDA5B9DCA}"/>
          </ac:spMkLst>
        </pc:spChg>
        <pc:spChg chg="mod">
          <ac:chgData name="a46219 Lê Hải Sơn" userId="b07ee673-6122-4980-99d9-cc7dd5bb86ef" providerId="ADAL" clId="{25A24D89-CDB5-439F-81AA-71C432E97E0F}" dt="2024-05-29T15:56:33.495" v="439"/>
          <ac:spMkLst>
            <pc:docMk/>
            <pc:sldMk cId="4116854677" sldId="293"/>
            <ac:spMk id="58" creationId="{2076882E-66C5-439C-59A7-A9980C3FFB69}"/>
          </ac:spMkLst>
        </pc:spChg>
        <pc:spChg chg="mod">
          <ac:chgData name="a46219 Lê Hải Sơn" userId="b07ee673-6122-4980-99d9-cc7dd5bb86ef" providerId="ADAL" clId="{25A24D89-CDB5-439F-81AA-71C432E97E0F}" dt="2024-05-29T15:56:33.495" v="439"/>
          <ac:spMkLst>
            <pc:docMk/>
            <pc:sldMk cId="4116854677" sldId="293"/>
            <ac:spMk id="59" creationId="{791E006C-6B0D-15F6-098E-B9B74262025C}"/>
          </ac:spMkLst>
        </pc:spChg>
        <pc:spChg chg="mod">
          <ac:chgData name="a46219 Lê Hải Sơn" userId="b07ee673-6122-4980-99d9-cc7dd5bb86ef" providerId="ADAL" clId="{25A24D89-CDB5-439F-81AA-71C432E97E0F}" dt="2024-05-29T15:56:33.495" v="439"/>
          <ac:spMkLst>
            <pc:docMk/>
            <pc:sldMk cId="4116854677" sldId="293"/>
            <ac:spMk id="60" creationId="{5D958E0D-22A3-A8BA-90B4-0A50E202C2C1}"/>
          </ac:spMkLst>
        </pc:spChg>
        <pc:spChg chg="mod">
          <ac:chgData name="a46219 Lê Hải Sơn" userId="b07ee673-6122-4980-99d9-cc7dd5bb86ef" providerId="ADAL" clId="{25A24D89-CDB5-439F-81AA-71C432E97E0F}" dt="2024-05-29T15:56:33.495" v="439"/>
          <ac:spMkLst>
            <pc:docMk/>
            <pc:sldMk cId="4116854677" sldId="293"/>
            <ac:spMk id="61" creationId="{4CA373F2-B187-074C-59D8-2D4287907974}"/>
          </ac:spMkLst>
        </pc:spChg>
        <pc:spChg chg="mod">
          <ac:chgData name="a46219 Lê Hải Sơn" userId="b07ee673-6122-4980-99d9-cc7dd5bb86ef" providerId="ADAL" clId="{25A24D89-CDB5-439F-81AA-71C432E97E0F}" dt="2024-05-29T15:56:33.495" v="439"/>
          <ac:spMkLst>
            <pc:docMk/>
            <pc:sldMk cId="4116854677" sldId="293"/>
            <ac:spMk id="62" creationId="{5089535C-BB81-8419-8E61-DBF1B17CC25C}"/>
          </ac:spMkLst>
        </pc:spChg>
        <pc:spChg chg="mod">
          <ac:chgData name="a46219 Lê Hải Sơn" userId="b07ee673-6122-4980-99d9-cc7dd5bb86ef" providerId="ADAL" clId="{25A24D89-CDB5-439F-81AA-71C432E97E0F}" dt="2024-05-29T15:56:33.495" v="439"/>
          <ac:spMkLst>
            <pc:docMk/>
            <pc:sldMk cId="4116854677" sldId="293"/>
            <ac:spMk id="63" creationId="{916D9285-BF7E-05F8-3601-68D5B44BEED2}"/>
          </ac:spMkLst>
        </pc:spChg>
        <pc:spChg chg="mod">
          <ac:chgData name="a46219 Lê Hải Sơn" userId="b07ee673-6122-4980-99d9-cc7dd5bb86ef" providerId="ADAL" clId="{25A24D89-CDB5-439F-81AA-71C432E97E0F}" dt="2024-05-29T15:56:33.495" v="439"/>
          <ac:spMkLst>
            <pc:docMk/>
            <pc:sldMk cId="4116854677" sldId="293"/>
            <ac:spMk id="1034" creationId="{F870A2E9-BDAD-A227-49D1-BCD7AB7AA272}"/>
          </ac:spMkLst>
        </pc:spChg>
        <pc:spChg chg="mod">
          <ac:chgData name="a46219 Lê Hải Sơn" userId="b07ee673-6122-4980-99d9-cc7dd5bb86ef" providerId="ADAL" clId="{25A24D89-CDB5-439F-81AA-71C432E97E0F}" dt="2024-05-29T15:56:33.495" v="439"/>
          <ac:spMkLst>
            <pc:docMk/>
            <pc:sldMk cId="4116854677" sldId="293"/>
            <ac:spMk id="1035" creationId="{C3E23620-8AA3-9113-E124-B941E939E2A6}"/>
          </ac:spMkLst>
        </pc:spChg>
        <pc:spChg chg="mod">
          <ac:chgData name="a46219 Lê Hải Sơn" userId="b07ee673-6122-4980-99d9-cc7dd5bb86ef" providerId="ADAL" clId="{25A24D89-CDB5-439F-81AA-71C432E97E0F}" dt="2024-05-29T15:56:33.495" v="439"/>
          <ac:spMkLst>
            <pc:docMk/>
            <pc:sldMk cId="4116854677" sldId="293"/>
            <ac:spMk id="1036" creationId="{C7A52CA3-24E0-66E9-FD7D-FD89D659B54B}"/>
          </ac:spMkLst>
        </pc:spChg>
        <pc:spChg chg="mod">
          <ac:chgData name="a46219 Lê Hải Sơn" userId="b07ee673-6122-4980-99d9-cc7dd5bb86ef" providerId="ADAL" clId="{25A24D89-CDB5-439F-81AA-71C432E97E0F}" dt="2024-05-29T15:56:33.495" v="439"/>
          <ac:spMkLst>
            <pc:docMk/>
            <pc:sldMk cId="4116854677" sldId="293"/>
            <ac:spMk id="1037" creationId="{A3B38DE4-7E4A-9B68-7536-37096E3DED72}"/>
          </ac:spMkLst>
        </pc:spChg>
        <pc:spChg chg="mod">
          <ac:chgData name="a46219 Lê Hải Sơn" userId="b07ee673-6122-4980-99d9-cc7dd5bb86ef" providerId="ADAL" clId="{25A24D89-CDB5-439F-81AA-71C432E97E0F}" dt="2024-05-29T15:56:33.495" v="439"/>
          <ac:spMkLst>
            <pc:docMk/>
            <pc:sldMk cId="4116854677" sldId="293"/>
            <ac:spMk id="1038" creationId="{59693CE5-6D4E-34A3-3277-57DD7C5D33B7}"/>
          </ac:spMkLst>
        </pc:spChg>
        <pc:spChg chg="mod">
          <ac:chgData name="a46219 Lê Hải Sơn" userId="b07ee673-6122-4980-99d9-cc7dd5bb86ef" providerId="ADAL" clId="{25A24D89-CDB5-439F-81AA-71C432E97E0F}" dt="2024-05-29T15:56:33.495" v="439"/>
          <ac:spMkLst>
            <pc:docMk/>
            <pc:sldMk cId="4116854677" sldId="293"/>
            <ac:spMk id="1039" creationId="{CF1762AD-75CA-1CB2-5F3B-C5BB801928E5}"/>
          </ac:spMkLst>
        </pc:spChg>
        <pc:spChg chg="mod">
          <ac:chgData name="a46219 Lê Hải Sơn" userId="b07ee673-6122-4980-99d9-cc7dd5bb86ef" providerId="ADAL" clId="{25A24D89-CDB5-439F-81AA-71C432E97E0F}" dt="2024-05-29T15:56:33.495" v="439"/>
          <ac:spMkLst>
            <pc:docMk/>
            <pc:sldMk cId="4116854677" sldId="293"/>
            <ac:spMk id="1040" creationId="{8F38939B-69E5-C117-A9E1-F8C77F07B0A3}"/>
          </ac:spMkLst>
        </pc:spChg>
        <pc:spChg chg="mod">
          <ac:chgData name="a46219 Lê Hải Sơn" userId="b07ee673-6122-4980-99d9-cc7dd5bb86ef" providerId="ADAL" clId="{25A24D89-CDB5-439F-81AA-71C432E97E0F}" dt="2024-05-29T15:56:33.495" v="439"/>
          <ac:spMkLst>
            <pc:docMk/>
            <pc:sldMk cId="4116854677" sldId="293"/>
            <ac:spMk id="1041" creationId="{72B186C5-036F-1919-2BB2-746D3C395661}"/>
          </ac:spMkLst>
        </pc:spChg>
        <pc:spChg chg="mod">
          <ac:chgData name="a46219 Lê Hải Sơn" userId="b07ee673-6122-4980-99d9-cc7dd5bb86ef" providerId="ADAL" clId="{25A24D89-CDB5-439F-81AA-71C432E97E0F}" dt="2024-05-29T15:56:33.495" v="439"/>
          <ac:spMkLst>
            <pc:docMk/>
            <pc:sldMk cId="4116854677" sldId="293"/>
            <ac:spMk id="1042" creationId="{622ACD63-97B2-4EB7-6455-33D54ABAB0D0}"/>
          </ac:spMkLst>
        </pc:spChg>
        <pc:spChg chg="mod">
          <ac:chgData name="a46219 Lê Hải Sơn" userId="b07ee673-6122-4980-99d9-cc7dd5bb86ef" providerId="ADAL" clId="{25A24D89-CDB5-439F-81AA-71C432E97E0F}" dt="2024-05-29T15:56:33.495" v="439"/>
          <ac:spMkLst>
            <pc:docMk/>
            <pc:sldMk cId="4116854677" sldId="293"/>
            <ac:spMk id="1043" creationId="{D9261057-3489-7C8F-41FA-29B6339E2419}"/>
          </ac:spMkLst>
        </pc:spChg>
        <pc:spChg chg="mod">
          <ac:chgData name="a46219 Lê Hải Sơn" userId="b07ee673-6122-4980-99d9-cc7dd5bb86ef" providerId="ADAL" clId="{25A24D89-CDB5-439F-81AA-71C432E97E0F}" dt="2024-05-29T15:56:33.495" v="439"/>
          <ac:spMkLst>
            <pc:docMk/>
            <pc:sldMk cId="4116854677" sldId="293"/>
            <ac:spMk id="1044" creationId="{CAEE2A7B-923B-11E0-94D5-A3BD18FC8B87}"/>
          </ac:spMkLst>
        </pc:spChg>
        <pc:spChg chg="mod">
          <ac:chgData name="a46219 Lê Hải Sơn" userId="b07ee673-6122-4980-99d9-cc7dd5bb86ef" providerId="ADAL" clId="{25A24D89-CDB5-439F-81AA-71C432E97E0F}" dt="2024-05-29T15:56:33.495" v="439"/>
          <ac:spMkLst>
            <pc:docMk/>
            <pc:sldMk cId="4116854677" sldId="293"/>
            <ac:spMk id="1045" creationId="{F5158BA3-B245-5826-E22B-3A039755BCA2}"/>
          </ac:spMkLst>
        </pc:spChg>
        <pc:spChg chg="mod">
          <ac:chgData name="a46219 Lê Hải Sơn" userId="b07ee673-6122-4980-99d9-cc7dd5bb86ef" providerId="ADAL" clId="{25A24D89-CDB5-439F-81AA-71C432E97E0F}" dt="2024-05-29T15:56:33.495" v="439"/>
          <ac:spMkLst>
            <pc:docMk/>
            <pc:sldMk cId="4116854677" sldId="293"/>
            <ac:spMk id="1046" creationId="{FACD6AED-2B5A-D86C-B61E-4A9D5C6811E4}"/>
          </ac:spMkLst>
        </pc:spChg>
        <pc:spChg chg="mod">
          <ac:chgData name="a46219 Lê Hải Sơn" userId="b07ee673-6122-4980-99d9-cc7dd5bb86ef" providerId="ADAL" clId="{25A24D89-CDB5-439F-81AA-71C432E97E0F}" dt="2024-05-29T15:56:33.495" v="439"/>
          <ac:spMkLst>
            <pc:docMk/>
            <pc:sldMk cId="4116854677" sldId="293"/>
            <ac:spMk id="1047" creationId="{7A40FB29-8201-3924-7659-1B95626C7FAD}"/>
          </ac:spMkLst>
        </pc:spChg>
        <pc:spChg chg="mod">
          <ac:chgData name="a46219 Lê Hải Sơn" userId="b07ee673-6122-4980-99d9-cc7dd5bb86ef" providerId="ADAL" clId="{25A24D89-CDB5-439F-81AA-71C432E97E0F}" dt="2024-05-29T15:56:33.495" v="439"/>
          <ac:spMkLst>
            <pc:docMk/>
            <pc:sldMk cId="4116854677" sldId="293"/>
            <ac:spMk id="1048" creationId="{B1C4111B-C7B2-E643-9869-E6BD5CE08408}"/>
          </ac:spMkLst>
        </pc:spChg>
        <pc:spChg chg="mod">
          <ac:chgData name="a46219 Lê Hải Sơn" userId="b07ee673-6122-4980-99d9-cc7dd5bb86ef" providerId="ADAL" clId="{25A24D89-CDB5-439F-81AA-71C432E97E0F}" dt="2024-05-29T15:56:33.495" v="439"/>
          <ac:spMkLst>
            <pc:docMk/>
            <pc:sldMk cId="4116854677" sldId="293"/>
            <ac:spMk id="1049" creationId="{B0616D80-8A2A-F060-170F-2FFB866EC4EC}"/>
          </ac:spMkLst>
        </pc:spChg>
        <pc:spChg chg="mod">
          <ac:chgData name="a46219 Lê Hải Sơn" userId="b07ee673-6122-4980-99d9-cc7dd5bb86ef" providerId="ADAL" clId="{25A24D89-CDB5-439F-81AA-71C432E97E0F}" dt="2024-05-29T15:56:33.495" v="439"/>
          <ac:spMkLst>
            <pc:docMk/>
            <pc:sldMk cId="4116854677" sldId="293"/>
            <ac:spMk id="1050" creationId="{D89C0E8A-C8FA-8318-D907-7E155CCDC91B}"/>
          </ac:spMkLst>
        </pc:spChg>
        <pc:spChg chg="mod">
          <ac:chgData name="a46219 Lê Hải Sơn" userId="b07ee673-6122-4980-99d9-cc7dd5bb86ef" providerId="ADAL" clId="{25A24D89-CDB5-439F-81AA-71C432E97E0F}" dt="2024-05-29T15:56:33.495" v="439"/>
          <ac:spMkLst>
            <pc:docMk/>
            <pc:sldMk cId="4116854677" sldId="293"/>
            <ac:spMk id="1052" creationId="{02621D10-4E42-5F57-DF80-FC1B17EBE8E8}"/>
          </ac:spMkLst>
        </pc:spChg>
        <pc:spChg chg="mod">
          <ac:chgData name="a46219 Lê Hải Sơn" userId="b07ee673-6122-4980-99d9-cc7dd5bb86ef" providerId="ADAL" clId="{25A24D89-CDB5-439F-81AA-71C432E97E0F}" dt="2024-05-29T15:56:33.495" v="439"/>
          <ac:spMkLst>
            <pc:docMk/>
            <pc:sldMk cId="4116854677" sldId="293"/>
            <ac:spMk id="1053" creationId="{3C3CBE26-4632-7FAD-CB29-72A2B1457B02}"/>
          </ac:spMkLst>
        </pc:spChg>
        <pc:spChg chg="mod">
          <ac:chgData name="a46219 Lê Hải Sơn" userId="b07ee673-6122-4980-99d9-cc7dd5bb86ef" providerId="ADAL" clId="{25A24D89-CDB5-439F-81AA-71C432E97E0F}" dt="2024-05-29T15:56:33.495" v="439"/>
          <ac:spMkLst>
            <pc:docMk/>
            <pc:sldMk cId="4116854677" sldId="293"/>
            <ac:spMk id="1054" creationId="{A5FE227C-73A7-4856-D18F-38942E883233}"/>
          </ac:spMkLst>
        </pc:spChg>
        <pc:spChg chg="mod">
          <ac:chgData name="a46219 Lê Hải Sơn" userId="b07ee673-6122-4980-99d9-cc7dd5bb86ef" providerId="ADAL" clId="{25A24D89-CDB5-439F-81AA-71C432E97E0F}" dt="2024-05-29T15:56:33.495" v="439"/>
          <ac:spMkLst>
            <pc:docMk/>
            <pc:sldMk cId="4116854677" sldId="293"/>
            <ac:spMk id="1055" creationId="{84499E10-7AB4-4945-5A94-4B5763F7C94F}"/>
          </ac:spMkLst>
        </pc:spChg>
        <pc:spChg chg="mod">
          <ac:chgData name="a46219 Lê Hải Sơn" userId="b07ee673-6122-4980-99d9-cc7dd5bb86ef" providerId="ADAL" clId="{25A24D89-CDB5-439F-81AA-71C432E97E0F}" dt="2024-05-29T15:56:33.495" v="439"/>
          <ac:spMkLst>
            <pc:docMk/>
            <pc:sldMk cId="4116854677" sldId="293"/>
            <ac:spMk id="1056" creationId="{079E2D27-F99E-7A46-A82A-B6FBF829CA79}"/>
          </ac:spMkLst>
        </pc:spChg>
        <pc:spChg chg="mod">
          <ac:chgData name="a46219 Lê Hải Sơn" userId="b07ee673-6122-4980-99d9-cc7dd5bb86ef" providerId="ADAL" clId="{25A24D89-CDB5-439F-81AA-71C432E97E0F}" dt="2024-05-29T15:56:33.495" v="439"/>
          <ac:spMkLst>
            <pc:docMk/>
            <pc:sldMk cId="4116854677" sldId="293"/>
            <ac:spMk id="1057" creationId="{0A308DF4-E836-EA54-1DD0-3DC8BFDEB7F6}"/>
          </ac:spMkLst>
        </pc:spChg>
        <pc:spChg chg="mod">
          <ac:chgData name="a46219 Lê Hải Sơn" userId="b07ee673-6122-4980-99d9-cc7dd5bb86ef" providerId="ADAL" clId="{25A24D89-CDB5-439F-81AA-71C432E97E0F}" dt="2024-05-29T15:56:33.495" v="439"/>
          <ac:spMkLst>
            <pc:docMk/>
            <pc:sldMk cId="4116854677" sldId="293"/>
            <ac:spMk id="1058" creationId="{758AD7A1-7969-415A-249C-C394E2939206}"/>
          </ac:spMkLst>
        </pc:spChg>
        <pc:spChg chg="mod">
          <ac:chgData name="a46219 Lê Hải Sơn" userId="b07ee673-6122-4980-99d9-cc7dd5bb86ef" providerId="ADAL" clId="{25A24D89-CDB5-439F-81AA-71C432E97E0F}" dt="2024-05-29T15:56:33.495" v="439"/>
          <ac:spMkLst>
            <pc:docMk/>
            <pc:sldMk cId="4116854677" sldId="293"/>
            <ac:spMk id="1059" creationId="{C5D75D78-802A-102E-AACF-27F5E56F10C4}"/>
          </ac:spMkLst>
        </pc:spChg>
        <pc:spChg chg="mod">
          <ac:chgData name="a46219 Lê Hải Sơn" userId="b07ee673-6122-4980-99d9-cc7dd5bb86ef" providerId="ADAL" clId="{25A24D89-CDB5-439F-81AA-71C432E97E0F}" dt="2024-05-29T15:56:33.495" v="439"/>
          <ac:spMkLst>
            <pc:docMk/>
            <pc:sldMk cId="4116854677" sldId="293"/>
            <ac:spMk id="1060" creationId="{E9BA101E-A327-37EC-E7D8-0F9806C4CED4}"/>
          </ac:spMkLst>
        </pc:spChg>
        <pc:spChg chg="mod">
          <ac:chgData name="a46219 Lê Hải Sơn" userId="b07ee673-6122-4980-99d9-cc7dd5bb86ef" providerId="ADAL" clId="{25A24D89-CDB5-439F-81AA-71C432E97E0F}" dt="2024-05-29T15:56:33.495" v="439"/>
          <ac:spMkLst>
            <pc:docMk/>
            <pc:sldMk cId="4116854677" sldId="293"/>
            <ac:spMk id="1061" creationId="{38553F23-A518-5CC2-9565-F420D8118502}"/>
          </ac:spMkLst>
        </pc:spChg>
        <pc:spChg chg="mod">
          <ac:chgData name="a46219 Lê Hải Sơn" userId="b07ee673-6122-4980-99d9-cc7dd5bb86ef" providerId="ADAL" clId="{25A24D89-CDB5-439F-81AA-71C432E97E0F}" dt="2024-05-29T15:56:33.495" v="439"/>
          <ac:spMkLst>
            <pc:docMk/>
            <pc:sldMk cId="4116854677" sldId="293"/>
            <ac:spMk id="1062" creationId="{E7A34EBB-E628-CDE8-6E02-8279BB7A5BE0}"/>
          </ac:spMkLst>
        </pc:spChg>
        <pc:spChg chg="mod">
          <ac:chgData name="a46219 Lê Hải Sơn" userId="b07ee673-6122-4980-99d9-cc7dd5bb86ef" providerId="ADAL" clId="{25A24D89-CDB5-439F-81AA-71C432E97E0F}" dt="2024-05-29T15:56:33.495" v="439"/>
          <ac:spMkLst>
            <pc:docMk/>
            <pc:sldMk cId="4116854677" sldId="293"/>
            <ac:spMk id="1063" creationId="{FCBA96F9-26E8-63A4-F562-45E53A62955E}"/>
          </ac:spMkLst>
        </pc:spChg>
        <pc:spChg chg="mod">
          <ac:chgData name="a46219 Lê Hải Sơn" userId="b07ee673-6122-4980-99d9-cc7dd5bb86ef" providerId="ADAL" clId="{25A24D89-CDB5-439F-81AA-71C432E97E0F}" dt="2024-05-29T15:56:33.495" v="439"/>
          <ac:spMkLst>
            <pc:docMk/>
            <pc:sldMk cId="4116854677" sldId="293"/>
            <ac:spMk id="1064" creationId="{AE34149C-971B-E5BC-C48A-8F0D42FA7F97}"/>
          </ac:spMkLst>
        </pc:spChg>
        <pc:spChg chg="mod">
          <ac:chgData name="a46219 Lê Hải Sơn" userId="b07ee673-6122-4980-99d9-cc7dd5bb86ef" providerId="ADAL" clId="{25A24D89-CDB5-439F-81AA-71C432E97E0F}" dt="2024-05-29T15:56:33.495" v="439"/>
          <ac:spMkLst>
            <pc:docMk/>
            <pc:sldMk cId="4116854677" sldId="293"/>
            <ac:spMk id="1065" creationId="{78073517-7D85-5535-8A54-5D69397A6A7B}"/>
          </ac:spMkLst>
        </pc:spChg>
        <pc:spChg chg="mod">
          <ac:chgData name="a46219 Lê Hải Sơn" userId="b07ee673-6122-4980-99d9-cc7dd5bb86ef" providerId="ADAL" clId="{25A24D89-CDB5-439F-81AA-71C432E97E0F}" dt="2024-05-29T15:56:33.495" v="439"/>
          <ac:spMkLst>
            <pc:docMk/>
            <pc:sldMk cId="4116854677" sldId="293"/>
            <ac:spMk id="1066" creationId="{C1E81FF9-AD2F-D351-EF16-57C466318878}"/>
          </ac:spMkLst>
        </pc:spChg>
        <pc:spChg chg="mod">
          <ac:chgData name="a46219 Lê Hải Sơn" userId="b07ee673-6122-4980-99d9-cc7dd5bb86ef" providerId="ADAL" clId="{25A24D89-CDB5-439F-81AA-71C432E97E0F}" dt="2024-05-29T15:56:33.495" v="439"/>
          <ac:spMkLst>
            <pc:docMk/>
            <pc:sldMk cId="4116854677" sldId="293"/>
            <ac:spMk id="1067" creationId="{839004A7-2EDE-A78C-090F-ED2393779373}"/>
          </ac:spMkLst>
        </pc:spChg>
        <pc:spChg chg="mod">
          <ac:chgData name="a46219 Lê Hải Sơn" userId="b07ee673-6122-4980-99d9-cc7dd5bb86ef" providerId="ADAL" clId="{25A24D89-CDB5-439F-81AA-71C432E97E0F}" dt="2024-05-29T15:56:33.495" v="439"/>
          <ac:spMkLst>
            <pc:docMk/>
            <pc:sldMk cId="4116854677" sldId="293"/>
            <ac:spMk id="1068" creationId="{CE2F4D9F-9A18-8026-AA27-5932D5E1321C}"/>
          </ac:spMkLst>
        </pc:spChg>
        <pc:spChg chg="mod">
          <ac:chgData name="a46219 Lê Hải Sơn" userId="b07ee673-6122-4980-99d9-cc7dd5bb86ef" providerId="ADAL" clId="{25A24D89-CDB5-439F-81AA-71C432E97E0F}" dt="2024-05-29T15:56:33.495" v="439"/>
          <ac:spMkLst>
            <pc:docMk/>
            <pc:sldMk cId="4116854677" sldId="293"/>
            <ac:spMk id="1069" creationId="{98B3F2D9-512C-8E19-7D60-B0C0081A6D63}"/>
          </ac:spMkLst>
        </pc:spChg>
        <pc:spChg chg="mod">
          <ac:chgData name="a46219 Lê Hải Sơn" userId="b07ee673-6122-4980-99d9-cc7dd5bb86ef" providerId="ADAL" clId="{25A24D89-CDB5-439F-81AA-71C432E97E0F}" dt="2024-05-29T15:56:33.495" v="439"/>
          <ac:spMkLst>
            <pc:docMk/>
            <pc:sldMk cId="4116854677" sldId="293"/>
            <ac:spMk id="1070" creationId="{87F21B9E-735B-2FE4-3602-DDC61E057788}"/>
          </ac:spMkLst>
        </pc:spChg>
        <pc:spChg chg="mod">
          <ac:chgData name="a46219 Lê Hải Sơn" userId="b07ee673-6122-4980-99d9-cc7dd5bb86ef" providerId="ADAL" clId="{25A24D89-CDB5-439F-81AA-71C432E97E0F}" dt="2024-05-29T15:56:33.495" v="439"/>
          <ac:spMkLst>
            <pc:docMk/>
            <pc:sldMk cId="4116854677" sldId="293"/>
            <ac:spMk id="1071" creationId="{67AF288B-0AF8-95DC-6DD6-16E288CE075A}"/>
          </ac:spMkLst>
        </pc:spChg>
        <pc:spChg chg="mod">
          <ac:chgData name="a46219 Lê Hải Sơn" userId="b07ee673-6122-4980-99d9-cc7dd5bb86ef" providerId="ADAL" clId="{25A24D89-CDB5-439F-81AA-71C432E97E0F}" dt="2024-05-29T15:56:33.495" v="439"/>
          <ac:spMkLst>
            <pc:docMk/>
            <pc:sldMk cId="4116854677" sldId="293"/>
            <ac:spMk id="1072" creationId="{162B05B0-2777-F2E9-4C54-16C9B8749F47}"/>
          </ac:spMkLst>
        </pc:spChg>
        <pc:spChg chg="mod">
          <ac:chgData name="a46219 Lê Hải Sơn" userId="b07ee673-6122-4980-99d9-cc7dd5bb86ef" providerId="ADAL" clId="{25A24D89-CDB5-439F-81AA-71C432E97E0F}" dt="2024-05-29T15:56:33.495" v="439"/>
          <ac:spMkLst>
            <pc:docMk/>
            <pc:sldMk cId="4116854677" sldId="293"/>
            <ac:spMk id="1073" creationId="{69922DA0-7788-65AC-5372-3F4B14E02F2C}"/>
          </ac:spMkLst>
        </pc:spChg>
        <pc:spChg chg="add mod">
          <ac:chgData name="a46219 Lê Hải Sơn" userId="b07ee673-6122-4980-99d9-cc7dd5bb86ef" providerId="ADAL" clId="{25A24D89-CDB5-439F-81AA-71C432E97E0F}" dt="2024-05-29T15:56:35.402" v="440" actId="1076"/>
          <ac:spMkLst>
            <pc:docMk/>
            <pc:sldMk cId="4116854677" sldId="293"/>
            <ac:spMk id="1074" creationId="{DE46C2F8-6C03-AF31-D879-5B400D5185F3}"/>
          </ac:spMkLst>
        </pc:spChg>
        <pc:spChg chg="add mod">
          <ac:chgData name="a46219 Lê Hải Sơn" userId="b07ee673-6122-4980-99d9-cc7dd5bb86ef" providerId="ADAL" clId="{25A24D89-CDB5-439F-81AA-71C432E97E0F}" dt="2024-05-29T15:56:35.402" v="440" actId="1076"/>
          <ac:spMkLst>
            <pc:docMk/>
            <pc:sldMk cId="4116854677" sldId="293"/>
            <ac:spMk id="1075" creationId="{07D70224-5F86-036E-7353-9889D6C1696A}"/>
          </ac:spMkLst>
        </pc:spChg>
        <pc:spChg chg="add mod">
          <ac:chgData name="a46219 Lê Hải Sơn" userId="b07ee673-6122-4980-99d9-cc7dd5bb86ef" providerId="ADAL" clId="{25A24D89-CDB5-439F-81AA-71C432E97E0F}" dt="2024-05-29T15:56:35.402" v="440" actId="1076"/>
          <ac:spMkLst>
            <pc:docMk/>
            <pc:sldMk cId="4116854677" sldId="293"/>
            <ac:spMk id="1076" creationId="{E098B115-1185-3A2D-D6A9-139B25B11043}"/>
          </ac:spMkLst>
        </pc:spChg>
        <pc:spChg chg="add mod">
          <ac:chgData name="a46219 Lê Hải Sơn" userId="b07ee673-6122-4980-99d9-cc7dd5bb86ef" providerId="ADAL" clId="{25A24D89-CDB5-439F-81AA-71C432E97E0F}" dt="2024-05-29T15:56:35.402" v="440" actId="1076"/>
          <ac:spMkLst>
            <pc:docMk/>
            <pc:sldMk cId="4116854677" sldId="293"/>
            <ac:spMk id="1077" creationId="{C4A624C7-ABE9-897B-1059-A72975367540}"/>
          </ac:spMkLst>
        </pc:spChg>
        <pc:grpChg chg="add mod">
          <ac:chgData name="a46219 Lê Hải Sơn" userId="b07ee673-6122-4980-99d9-cc7dd5bb86ef" providerId="ADAL" clId="{25A24D89-CDB5-439F-81AA-71C432E97E0F}" dt="2024-05-29T15:56:48.003" v="443" actId="1076"/>
          <ac:grpSpMkLst>
            <pc:docMk/>
            <pc:sldMk cId="4116854677" sldId="293"/>
            <ac:grpSpMk id="5" creationId="{00931652-E9C2-75B8-3097-1B26B976FD1C}"/>
          </ac:grpSpMkLst>
        </pc:grpChg>
        <pc:grpChg chg="add mod">
          <ac:chgData name="a46219 Lê Hải Sơn" userId="b07ee673-6122-4980-99d9-cc7dd5bb86ef" providerId="ADAL" clId="{25A24D89-CDB5-439F-81AA-71C432E97E0F}" dt="2024-05-29T15:56:53.563" v="444" actId="1076"/>
          <ac:grpSpMkLst>
            <pc:docMk/>
            <pc:sldMk cId="4116854677" sldId="293"/>
            <ac:grpSpMk id="11" creationId="{1679F23E-066C-821E-1E8A-A6AB457BE06A}"/>
          </ac:grpSpMkLst>
        </pc:grpChg>
        <pc:grpChg chg="mod">
          <ac:chgData name="a46219 Lê Hải Sơn" userId="b07ee673-6122-4980-99d9-cc7dd5bb86ef" providerId="ADAL" clId="{25A24D89-CDB5-439F-81AA-71C432E97E0F}" dt="2024-05-29T15:56:33.495" v="439"/>
          <ac:grpSpMkLst>
            <pc:docMk/>
            <pc:sldMk cId="4116854677" sldId="293"/>
            <ac:grpSpMk id="12" creationId="{63447D03-3E8C-E1FF-7F37-48A80EC3935A}"/>
          </ac:grpSpMkLst>
        </pc:grpChg>
        <pc:grpChg chg="mod">
          <ac:chgData name="a46219 Lê Hải Sơn" userId="b07ee673-6122-4980-99d9-cc7dd5bb86ef" providerId="ADAL" clId="{25A24D89-CDB5-439F-81AA-71C432E97E0F}" dt="2024-05-29T15:56:33.495" v="439"/>
          <ac:grpSpMkLst>
            <pc:docMk/>
            <pc:sldMk cId="4116854677" sldId="293"/>
            <ac:grpSpMk id="15" creationId="{41A5AD8B-4575-DF56-3512-434A9A5B7E5B}"/>
          </ac:grpSpMkLst>
        </pc:grpChg>
        <pc:grpChg chg="add mod">
          <ac:chgData name="a46219 Lê Hải Sơn" userId="b07ee673-6122-4980-99d9-cc7dd5bb86ef" providerId="ADAL" clId="{25A24D89-CDB5-439F-81AA-71C432E97E0F}" dt="2024-05-29T15:56:53.563" v="444" actId="1076"/>
          <ac:grpSpMkLst>
            <pc:docMk/>
            <pc:sldMk cId="4116854677" sldId="293"/>
            <ac:grpSpMk id="24" creationId="{3B1A086A-D74E-BAA4-EC3B-DC5B929AEAF2}"/>
          </ac:grpSpMkLst>
        </pc:grpChg>
        <pc:grpChg chg="add mod">
          <ac:chgData name="a46219 Lê Hải Sơn" userId="b07ee673-6122-4980-99d9-cc7dd5bb86ef" providerId="ADAL" clId="{25A24D89-CDB5-439F-81AA-71C432E97E0F}" dt="2024-05-29T15:56:53.563" v="444" actId="1076"/>
          <ac:grpSpMkLst>
            <pc:docMk/>
            <pc:sldMk cId="4116854677" sldId="293"/>
            <ac:grpSpMk id="32" creationId="{3DDE53C7-238B-72A4-B57C-66F2FB678F8F}"/>
          </ac:grpSpMkLst>
        </pc:grpChg>
        <pc:grpChg chg="mod">
          <ac:chgData name="a46219 Lê Hải Sơn" userId="b07ee673-6122-4980-99d9-cc7dd5bb86ef" providerId="ADAL" clId="{25A24D89-CDB5-439F-81AA-71C432E97E0F}" dt="2024-05-29T15:56:33.495" v="439"/>
          <ac:grpSpMkLst>
            <pc:docMk/>
            <pc:sldMk cId="4116854677" sldId="293"/>
            <ac:grpSpMk id="35" creationId="{F5D3B6EA-3DEB-6F33-B6FA-FFE23321F63C}"/>
          </ac:grpSpMkLst>
        </pc:grpChg>
        <pc:grpChg chg="mod">
          <ac:chgData name="a46219 Lê Hải Sơn" userId="b07ee673-6122-4980-99d9-cc7dd5bb86ef" providerId="ADAL" clId="{25A24D89-CDB5-439F-81AA-71C432E97E0F}" dt="2024-05-29T15:56:33.495" v="439"/>
          <ac:grpSpMkLst>
            <pc:docMk/>
            <pc:sldMk cId="4116854677" sldId="293"/>
            <ac:grpSpMk id="37" creationId="{7F73F0FD-95B1-BDE9-57EF-9DA2180C388D}"/>
          </ac:grpSpMkLst>
        </pc:grpChg>
        <pc:grpChg chg="add mod">
          <ac:chgData name="a46219 Lê Hải Sơn" userId="b07ee673-6122-4980-99d9-cc7dd5bb86ef" providerId="ADAL" clId="{25A24D89-CDB5-439F-81AA-71C432E97E0F}" dt="2024-05-29T15:56:53.563" v="444" actId="1076"/>
          <ac:grpSpMkLst>
            <pc:docMk/>
            <pc:sldMk cId="4116854677" sldId="293"/>
            <ac:grpSpMk id="52" creationId="{AF42937E-E1FD-75A5-0219-A2C50C1A3A2C}"/>
          </ac:grpSpMkLst>
        </pc:grpChg>
        <pc:grpChg chg="mod">
          <ac:chgData name="a46219 Lê Hải Sơn" userId="b07ee673-6122-4980-99d9-cc7dd5bb86ef" providerId="ADAL" clId="{25A24D89-CDB5-439F-81AA-71C432E97E0F}" dt="2024-05-29T15:56:33.495" v="439"/>
          <ac:grpSpMkLst>
            <pc:docMk/>
            <pc:sldMk cId="4116854677" sldId="293"/>
            <ac:grpSpMk id="1051" creationId="{49A88281-B7EC-7099-D87F-C7B0EAC5CEB4}"/>
          </ac:grpSpMkLst>
        </pc:grpChg>
        <pc:picChg chg="del">
          <ac:chgData name="a46219 Lê Hải Sơn" userId="b07ee673-6122-4980-99d9-cc7dd5bb86ef" providerId="ADAL" clId="{25A24D89-CDB5-439F-81AA-71C432E97E0F}" dt="2024-05-29T16:00:40.163" v="446" actId="478"/>
          <ac:picMkLst>
            <pc:docMk/>
            <pc:sldMk cId="4116854677" sldId="293"/>
            <ac:picMk id="16" creationId="{61C0B6B2-A3A4-B1D6-F7E1-B29587DB79F3}"/>
          </ac:picMkLst>
        </pc:picChg>
        <pc:picChg chg="add del mod">
          <ac:chgData name="a46219 Lê Hải Sơn" userId="b07ee673-6122-4980-99d9-cc7dd5bb86ef" providerId="ADAL" clId="{25A24D89-CDB5-439F-81AA-71C432E97E0F}" dt="2024-05-29T18:11:35.793" v="1460" actId="478"/>
          <ac:picMkLst>
            <pc:docMk/>
            <pc:sldMk cId="4116854677" sldId="293"/>
            <ac:picMk id="1079" creationId="{869DB279-D65F-EE33-36A8-9C9374B4A999}"/>
          </ac:picMkLst>
        </pc:picChg>
        <pc:picChg chg="add mod">
          <ac:chgData name="a46219 Lê Hải Sơn" userId="b07ee673-6122-4980-99d9-cc7dd5bb86ef" providerId="ADAL" clId="{25A24D89-CDB5-439F-81AA-71C432E97E0F}" dt="2024-05-29T18:11:39.986" v="1462" actId="1076"/>
          <ac:picMkLst>
            <pc:docMk/>
            <pc:sldMk cId="4116854677" sldId="293"/>
            <ac:picMk id="1081" creationId="{3D912CC8-2BF1-1F09-7313-360015FB85BC}"/>
          </ac:picMkLst>
        </pc:picChg>
      </pc:sldChg>
      <pc:sldChg chg="addSp delSp modSp mod">
        <pc:chgData name="a46219 Lê Hải Sơn" userId="b07ee673-6122-4980-99d9-cc7dd5bb86ef" providerId="ADAL" clId="{25A24D89-CDB5-439F-81AA-71C432E97E0F}" dt="2024-05-29T19:02:24.265" v="1914" actId="1076"/>
        <pc:sldMkLst>
          <pc:docMk/>
          <pc:sldMk cId="3077084597" sldId="294"/>
        </pc:sldMkLst>
        <pc:spChg chg="mod">
          <ac:chgData name="a46219 Lê Hải Sơn" userId="b07ee673-6122-4980-99d9-cc7dd5bb86ef" providerId="ADAL" clId="{25A24D89-CDB5-439F-81AA-71C432E97E0F}" dt="2024-05-29T08:41:22.517" v="233"/>
          <ac:spMkLst>
            <pc:docMk/>
            <pc:sldMk cId="3077084597" sldId="294"/>
            <ac:spMk id="8" creationId="{4B0D8972-DEDE-3FAA-7DE3-961E314949A9}"/>
          </ac:spMkLst>
        </pc:spChg>
        <pc:spChg chg="mod">
          <ac:chgData name="a46219 Lê Hải Sơn" userId="b07ee673-6122-4980-99d9-cc7dd5bb86ef" providerId="ADAL" clId="{25A24D89-CDB5-439F-81AA-71C432E97E0F}" dt="2024-05-29T08:41:22.517" v="233"/>
          <ac:spMkLst>
            <pc:docMk/>
            <pc:sldMk cId="3077084597" sldId="294"/>
            <ac:spMk id="9" creationId="{B7E04EFD-5EE0-828B-4317-B1E41EE9E4F8}"/>
          </ac:spMkLst>
        </pc:spChg>
        <pc:spChg chg="mod">
          <ac:chgData name="a46219 Lê Hải Sơn" userId="b07ee673-6122-4980-99d9-cc7dd5bb86ef" providerId="ADAL" clId="{25A24D89-CDB5-439F-81AA-71C432E97E0F}" dt="2024-05-29T08:41:22.517" v="233"/>
          <ac:spMkLst>
            <pc:docMk/>
            <pc:sldMk cId="3077084597" sldId="294"/>
            <ac:spMk id="16" creationId="{387753DC-BB4C-0477-36AB-B1B9B057F4E3}"/>
          </ac:spMkLst>
        </pc:spChg>
        <pc:spChg chg="mod">
          <ac:chgData name="a46219 Lê Hải Sơn" userId="b07ee673-6122-4980-99d9-cc7dd5bb86ef" providerId="ADAL" clId="{25A24D89-CDB5-439F-81AA-71C432E97E0F}" dt="2024-05-29T08:41:22.517" v="233"/>
          <ac:spMkLst>
            <pc:docMk/>
            <pc:sldMk cId="3077084597" sldId="294"/>
            <ac:spMk id="17" creationId="{CA90AC35-F3CE-50F6-FFA6-62022820231A}"/>
          </ac:spMkLst>
        </pc:spChg>
        <pc:spChg chg="mod">
          <ac:chgData name="a46219 Lê Hải Sơn" userId="b07ee673-6122-4980-99d9-cc7dd5bb86ef" providerId="ADAL" clId="{25A24D89-CDB5-439F-81AA-71C432E97E0F}" dt="2024-05-29T08:41:22.517" v="233"/>
          <ac:spMkLst>
            <pc:docMk/>
            <pc:sldMk cId="3077084597" sldId="294"/>
            <ac:spMk id="18" creationId="{A03E2560-ED29-0FC1-0240-EDEF944171B0}"/>
          </ac:spMkLst>
        </pc:spChg>
        <pc:spChg chg="mod">
          <ac:chgData name="a46219 Lê Hải Sơn" userId="b07ee673-6122-4980-99d9-cc7dd5bb86ef" providerId="ADAL" clId="{25A24D89-CDB5-439F-81AA-71C432E97E0F}" dt="2024-05-29T08:41:22.517" v="233"/>
          <ac:spMkLst>
            <pc:docMk/>
            <pc:sldMk cId="3077084597" sldId="294"/>
            <ac:spMk id="19" creationId="{3A6D0EAF-556D-E82B-D247-1AF052FCE4A2}"/>
          </ac:spMkLst>
        </pc:spChg>
        <pc:spChg chg="mod">
          <ac:chgData name="a46219 Lê Hải Sơn" userId="b07ee673-6122-4980-99d9-cc7dd5bb86ef" providerId="ADAL" clId="{25A24D89-CDB5-439F-81AA-71C432E97E0F}" dt="2024-05-29T08:41:22.517" v="233"/>
          <ac:spMkLst>
            <pc:docMk/>
            <pc:sldMk cId="3077084597" sldId="294"/>
            <ac:spMk id="20" creationId="{862C82AD-49C7-95BF-B48C-ABFC3BFD6678}"/>
          </ac:spMkLst>
        </pc:spChg>
        <pc:spChg chg="mod">
          <ac:chgData name="a46219 Lê Hải Sơn" userId="b07ee673-6122-4980-99d9-cc7dd5bb86ef" providerId="ADAL" clId="{25A24D89-CDB5-439F-81AA-71C432E97E0F}" dt="2024-05-29T08:41:22.517" v="233"/>
          <ac:spMkLst>
            <pc:docMk/>
            <pc:sldMk cId="3077084597" sldId="294"/>
            <ac:spMk id="21" creationId="{9B1102DA-EBFD-13A7-E63D-7B919198D620}"/>
          </ac:spMkLst>
        </pc:spChg>
        <pc:spChg chg="mod">
          <ac:chgData name="a46219 Lê Hải Sơn" userId="b07ee673-6122-4980-99d9-cc7dd5bb86ef" providerId="ADAL" clId="{25A24D89-CDB5-439F-81AA-71C432E97E0F}" dt="2024-05-29T08:41:22.517" v="233"/>
          <ac:spMkLst>
            <pc:docMk/>
            <pc:sldMk cId="3077084597" sldId="294"/>
            <ac:spMk id="22" creationId="{BEF7BCA6-6A12-6612-51DF-73DC75F366EA}"/>
          </ac:spMkLst>
        </pc:spChg>
        <pc:spChg chg="mod">
          <ac:chgData name="a46219 Lê Hải Sơn" userId="b07ee673-6122-4980-99d9-cc7dd5bb86ef" providerId="ADAL" clId="{25A24D89-CDB5-439F-81AA-71C432E97E0F}" dt="2024-05-29T08:41:22.517" v="233"/>
          <ac:spMkLst>
            <pc:docMk/>
            <pc:sldMk cId="3077084597" sldId="294"/>
            <ac:spMk id="23" creationId="{FDD39A3B-B295-DF74-7A9E-40C4048A1EF3}"/>
          </ac:spMkLst>
        </pc:spChg>
        <pc:spChg chg="mod">
          <ac:chgData name="a46219 Lê Hải Sơn" userId="b07ee673-6122-4980-99d9-cc7dd5bb86ef" providerId="ADAL" clId="{25A24D89-CDB5-439F-81AA-71C432E97E0F}" dt="2024-05-29T08:41:22.517" v="233"/>
          <ac:spMkLst>
            <pc:docMk/>
            <pc:sldMk cId="3077084597" sldId="294"/>
            <ac:spMk id="24" creationId="{9D6F48EC-B4D7-B4F0-EEC9-FF02C971E34B}"/>
          </ac:spMkLst>
        </pc:spChg>
        <pc:spChg chg="mod">
          <ac:chgData name="a46219 Lê Hải Sơn" userId="b07ee673-6122-4980-99d9-cc7dd5bb86ef" providerId="ADAL" clId="{25A24D89-CDB5-439F-81AA-71C432E97E0F}" dt="2024-05-29T08:41:22.517" v="233"/>
          <ac:spMkLst>
            <pc:docMk/>
            <pc:sldMk cId="3077084597" sldId="294"/>
            <ac:spMk id="25" creationId="{1219FB29-AD5F-6B7A-DAB4-4256F0A02DA3}"/>
          </ac:spMkLst>
        </pc:spChg>
        <pc:spChg chg="mod">
          <ac:chgData name="a46219 Lê Hải Sơn" userId="b07ee673-6122-4980-99d9-cc7dd5bb86ef" providerId="ADAL" clId="{25A24D89-CDB5-439F-81AA-71C432E97E0F}" dt="2024-05-29T08:41:22.517" v="233"/>
          <ac:spMkLst>
            <pc:docMk/>
            <pc:sldMk cId="3077084597" sldId="294"/>
            <ac:spMk id="26" creationId="{BD48709A-27E5-C02F-8D3E-0D9A762869AC}"/>
          </ac:spMkLst>
        </pc:spChg>
        <pc:spChg chg="mod">
          <ac:chgData name="a46219 Lê Hải Sơn" userId="b07ee673-6122-4980-99d9-cc7dd5bb86ef" providerId="ADAL" clId="{25A24D89-CDB5-439F-81AA-71C432E97E0F}" dt="2024-05-29T08:41:22.517" v="233"/>
          <ac:spMkLst>
            <pc:docMk/>
            <pc:sldMk cId="3077084597" sldId="294"/>
            <ac:spMk id="27" creationId="{D33CF55F-1829-F947-8843-81C201826B39}"/>
          </ac:spMkLst>
        </pc:spChg>
        <pc:spChg chg="mod">
          <ac:chgData name="a46219 Lê Hải Sơn" userId="b07ee673-6122-4980-99d9-cc7dd5bb86ef" providerId="ADAL" clId="{25A24D89-CDB5-439F-81AA-71C432E97E0F}" dt="2024-05-29T08:41:22.517" v="233"/>
          <ac:spMkLst>
            <pc:docMk/>
            <pc:sldMk cId="3077084597" sldId="294"/>
            <ac:spMk id="28" creationId="{58841233-952E-8838-B8CB-477452492FC3}"/>
          </ac:spMkLst>
        </pc:spChg>
        <pc:spChg chg="mod">
          <ac:chgData name="a46219 Lê Hải Sơn" userId="b07ee673-6122-4980-99d9-cc7dd5bb86ef" providerId="ADAL" clId="{25A24D89-CDB5-439F-81AA-71C432E97E0F}" dt="2024-05-29T08:41:22.517" v="233"/>
          <ac:spMkLst>
            <pc:docMk/>
            <pc:sldMk cId="3077084597" sldId="294"/>
            <ac:spMk id="29" creationId="{F24DF3F0-04BB-369B-2087-35F64939A5B5}"/>
          </ac:spMkLst>
        </pc:spChg>
        <pc:spChg chg="mod">
          <ac:chgData name="a46219 Lê Hải Sơn" userId="b07ee673-6122-4980-99d9-cc7dd5bb86ef" providerId="ADAL" clId="{25A24D89-CDB5-439F-81AA-71C432E97E0F}" dt="2024-05-29T08:41:22.517" v="233"/>
          <ac:spMkLst>
            <pc:docMk/>
            <pc:sldMk cId="3077084597" sldId="294"/>
            <ac:spMk id="30" creationId="{015D3E92-1BC9-B9CF-E6F2-B9CD29A37EC0}"/>
          </ac:spMkLst>
        </pc:spChg>
        <pc:spChg chg="mod">
          <ac:chgData name="a46219 Lê Hải Sơn" userId="b07ee673-6122-4980-99d9-cc7dd5bb86ef" providerId="ADAL" clId="{25A24D89-CDB5-439F-81AA-71C432E97E0F}" dt="2024-05-29T08:41:22.517" v="233"/>
          <ac:spMkLst>
            <pc:docMk/>
            <pc:sldMk cId="3077084597" sldId="294"/>
            <ac:spMk id="31" creationId="{AB9600B8-3048-5C30-96B5-D7B67CFF2FBD}"/>
          </ac:spMkLst>
        </pc:spChg>
        <pc:spChg chg="mod">
          <ac:chgData name="a46219 Lê Hải Sơn" userId="b07ee673-6122-4980-99d9-cc7dd5bb86ef" providerId="ADAL" clId="{25A24D89-CDB5-439F-81AA-71C432E97E0F}" dt="2024-05-29T08:41:22.517" v="233"/>
          <ac:spMkLst>
            <pc:docMk/>
            <pc:sldMk cId="3077084597" sldId="294"/>
            <ac:spMk id="32" creationId="{A57176A8-E796-05E8-91F8-51892E4DECFE}"/>
          </ac:spMkLst>
        </pc:spChg>
        <pc:spChg chg="mod">
          <ac:chgData name="a46219 Lê Hải Sơn" userId="b07ee673-6122-4980-99d9-cc7dd5bb86ef" providerId="ADAL" clId="{25A24D89-CDB5-439F-81AA-71C432E97E0F}" dt="2024-05-29T08:41:22.517" v="233"/>
          <ac:spMkLst>
            <pc:docMk/>
            <pc:sldMk cId="3077084597" sldId="294"/>
            <ac:spMk id="33" creationId="{D9E0266F-0DA9-AC32-8974-911649E1574A}"/>
          </ac:spMkLst>
        </pc:spChg>
        <pc:spChg chg="mod">
          <ac:chgData name="a46219 Lê Hải Sơn" userId="b07ee673-6122-4980-99d9-cc7dd5bb86ef" providerId="ADAL" clId="{25A24D89-CDB5-439F-81AA-71C432E97E0F}" dt="2024-05-29T08:41:22.517" v="233"/>
          <ac:spMkLst>
            <pc:docMk/>
            <pc:sldMk cId="3077084597" sldId="294"/>
            <ac:spMk id="34" creationId="{9822DA69-CDD5-9D44-BE25-E4AF2140E776}"/>
          </ac:spMkLst>
        </pc:spChg>
        <pc:spChg chg="mod">
          <ac:chgData name="a46219 Lê Hải Sơn" userId="b07ee673-6122-4980-99d9-cc7dd5bb86ef" providerId="ADAL" clId="{25A24D89-CDB5-439F-81AA-71C432E97E0F}" dt="2024-05-29T08:41:22.517" v="233"/>
          <ac:spMkLst>
            <pc:docMk/>
            <pc:sldMk cId="3077084597" sldId="294"/>
            <ac:spMk id="35" creationId="{3595458D-6B5D-1BEC-1388-83023FE0AF30}"/>
          </ac:spMkLst>
        </pc:spChg>
        <pc:spChg chg="mod">
          <ac:chgData name="a46219 Lê Hải Sơn" userId="b07ee673-6122-4980-99d9-cc7dd5bb86ef" providerId="ADAL" clId="{25A24D89-CDB5-439F-81AA-71C432E97E0F}" dt="2024-05-29T08:41:22.517" v="233"/>
          <ac:spMkLst>
            <pc:docMk/>
            <pc:sldMk cId="3077084597" sldId="294"/>
            <ac:spMk id="36" creationId="{97B3C100-5381-56A4-F6BC-EF7C0FA9828E}"/>
          </ac:spMkLst>
        </pc:spChg>
        <pc:spChg chg="mod">
          <ac:chgData name="a46219 Lê Hải Sơn" userId="b07ee673-6122-4980-99d9-cc7dd5bb86ef" providerId="ADAL" clId="{25A24D89-CDB5-439F-81AA-71C432E97E0F}" dt="2024-05-29T08:41:22.517" v="233"/>
          <ac:spMkLst>
            <pc:docMk/>
            <pc:sldMk cId="3077084597" sldId="294"/>
            <ac:spMk id="37" creationId="{2D78F35E-1A65-8993-F070-765DC741586D}"/>
          </ac:spMkLst>
        </pc:spChg>
        <pc:spChg chg="mod">
          <ac:chgData name="a46219 Lê Hải Sơn" userId="b07ee673-6122-4980-99d9-cc7dd5bb86ef" providerId="ADAL" clId="{25A24D89-CDB5-439F-81AA-71C432E97E0F}" dt="2024-05-29T08:41:22.517" v="233"/>
          <ac:spMkLst>
            <pc:docMk/>
            <pc:sldMk cId="3077084597" sldId="294"/>
            <ac:spMk id="38" creationId="{88E5F58E-05BE-58D7-4E67-E966E500F473}"/>
          </ac:spMkLst>
        </pc:spChg>
        <pc:spChg chg="mod">
          <ac:chgData name="a46219 Lê Hải Sơn" userId="b07ee673-6122-4980-99d9-cc7dd5bb86ef" providerId="ADAL" clId="{25A24D89-CDB5-439F-81AA-71C432E97E0F}" dt="2024-05-29T08:41:22.517" v="233"/>
          <ac:spMkLst>
            <pc:docMk/>
            <pc:sldMk cId="3077084597" sldId="294"/>
            <ac:spMk id="39" creationId="{4F38F511-0F4A-7A87-B869-35D6BE4B3324}"/>
          </ac:spMkLst>
        </pc:spChg>
        <pc:spChg chg="mod">
          <ac:chgData name="a46219 Lê Hải Sơn" userId="b07ee673-6122-4980-99d9-cc7dd5bb86ef" providerId="ADAL" clId="{25A24D89-CDB5-439F-81AA-71C432E97E0F}" dt="2024-05-29T08:41:22.517" v="233"/>
          <ac:spMkLst>
            <pc:docMk/>
            <pc:sldMk cId="3077084597" sldId="294"/>
            <ac:spMk id="40" creationId="{CF216F1B-20A2-19D1-DFE3-10C88A32DCBF}"/>
          </ac:spMkLst>
        </pc:spChg>
        <pc:spChg chg="mod">
          <ac:chgData name="a46219 Lê Hải Sơn" userId="b07ee673-6122-4980-99d9-cc7dd5bb86ef" providerId="ADAL" clId="{25A24D89-CDB5-439F-81AA-71C432E97E0F}" dt="2024-05-29T08:41:22.517" v="233"/>
          <ac:spMkLst>
            <pc:docMk/>
            <pc:sldMk cId="3077084597" sldId="294"/>
            <ac:spMk id="41" creationId="{022F4766-20C9-C73D-BB2F-F3BD0A2A5CF2}"/>
          </ac:spMkLst>
        </pc:spChg>
        <pc:spChg chg="mod">
          <ac:chgData name="a46219 Lê Hải Sơn" userId="b07ee673-6122-4980-99d9-cc7dd5bb86ef" providerId="ADAL" clId="{25A24D89-CDB5-439F-81AA-71C432E97E0F}" dt="2024-05-29T08:41:22.517" v="233"/>
          <ac:spMkLst>
            <pc:docMk/>
            <pc:sldMk cId="3077084597" sldId="294"/>
            <ac:spMk id="42" creationId="{8693EEE6-A588-BA43-6156-F635CCE8CB62}"/>
          </ac:spMkLst>
        </pc:spChg>
        <pc:spChg chg="mod">
          <ac:chgData name="a46219 Lê Hải Sơn" userId="b07ee673-6122-4980-99d9-cc7dd5bb86ef" providerId="ADAL" clId="{25A24D89-CDB5-439F-81AA-71C432E97E0F}" dt="2024-05-29T08:41:22.517" v="233"/>
          <ac:spMkLst>
            <pc:docMk/>
            <pc:sldMk cId="3077084597" sldId="294"/>
            <ac:spMk id="43" creationId="{80280AE0-D16E-17F9-56E1-6E85F0BD44B4}"/>
          </ac:spMkLst>
        </pc:spChg>
        <pc:spChg chg="mod">
          <ac:chgData name="a46219 Lê Hải Sơn" userId="b07ee673-6122-4980-99d9-cc7dd5bb86ef" providerId="ADAL" clId="{25A24D89-CDB5-439F-81AA-71C432E97E0F}" dt="2024-05-29T08:41:22.517" v="233"/>
          <ac:spMkLst>
            <pc:docMk/>
            <pc:sldMk cId="3077084597" sldId="294"/>
            <ac:spMk id="44" creationId="{268E34C5-F79B-2610-856C-0525D60E1297}"/>
          </ac:spMkLst>
        </pc:spChg>
        <pc:spChg chg="mod">
          <ac:chgData name="a46219 Lê Hải Sơn" userId="b07ee673-6122-4980-99d9-cc7dd5bb86ef" providerId="ADAL" clId="{25A24D89-CDB5-439F-81AA-71C432E97E0F}" dt="2024-05-29T08:41:22.517" v="233"/>
          <ac:spMkLst>
            <pc:docMk/>
            <pc:sldMk cId="3077084597" sldId="294"/>
            <ac:spMk id="45" creationId="{A538A10D-4C19-BE24-157F-2BD7276BC4FF}"/>
          </ac:spMkLst>
        </pc:spChg>
        <pc:spChg chg="mod">
          <ac:chgData name="a46219 Lê Hải Sơn" userId="b07ee673-6122-4980-99d9-cc7dd5bb86ef" providerId="ADAL" clId="{25A24D89-CDB5-439F-81AA-71C432E97E0F}" dt="2024-05-29T08:41:22.517" v="233"/>
          <ac:spMkLst>
            <pc:docMk/>
            <pc:sldMk cId="3077084597" sldId="294"/>
            <ac:spMk id="46" creationId="{D5E6AE99-7D24-DECD-6EA6-FAFCFE0B66CC}"/>
          </ac:spMkLst>
        </pc:spChg>
        <pc:spChg chg="mod">
          <ac:chgData name="a46219 Lê Hải Sơn" userId="b07ee673-6122-4980-99d9-cc7dd5bb86ef" providerId="ADAL" clId="{25A24D89-CDB5-439F-81AA-71C432E97E0F}" dt="2024-05-29T08:41:22.517" v="233"/>
          <ac:spMkLst>
            <pc:docMk/>
            <pc:sldMk cId="3077084597" sldId="294"/>
            <ac:spMk id="47" creationId="{C744980B-882A-7C90-AE2F-884CADB456D7}"/>
          </ac:spMkLst>
        </pc:spChg>
        <pc:spChg chg="mod">
          <ac:chgData name="a46219 Lê Hải Sơn" userId="b07ee673-6122-4980-99d9-cc7dd5bb86ef" providerId="ADAL" clId="{25A24D89-CDB5-439F-81AA-71C432E97E0F}" dt="2024-05-29T08:41:22.517" v="233"/>
          <ac:spMkLst>
            <pc:docMk/>
            <pc:sldMk cId="3077084597" sldId="294"/>
            <ac:spMk id="48" creationId="{F8F308BE-9663-F3EA-48AC-C747117649F3}"/>
          </ac:spMkLst>
        </pc:spChg>
        <pc:spChg chg="mod">
          <ac:chgData name="a46219 Lê Hải Sơn" userId="b07ee673-6122-4980-99d9-cc7dd5bb86ef" providerId="ADAL" clId="{25A24D89-CDB5-439F-81AA-71C432E97E0F}" dt="2024-05-29T08:41:22.517" v="233"/>
          <ac:spMkLst>
            <pc:docMk/>
            <pc:sldMk cId="3077084597" sldId="294"/>
            <ac:spMk id="49" creationId="{FDDC8529-1BF4-7F84-A9C2-E3E2CF4F2843}"/>
          </ac:spMkLst>
        </pc:spChg>
        <pc:spChg chg="mod">
          <ac:chgData name="a46219 Lê Hải Sơn" userId="b07ee673-6122-4980-99d9-cc7dd5bb86ef" providerId="ADAL" clId="{25A24D89-CDB5-439F-81AA-71C432E97E0F}" dt="2024-05-29T08:41:22.517" v="233"/>
          <ac:spMkLst>
            <pc:docMk/>
            <pc:sldMk cId="3077084597" sldId="294"/>
            <ac:spMk id="50" creationId="{6E30CAF6-D485-659D-E1A7-FEEC2ECFD60D}"/>
          </ac:spMkLst>
        </pc:spChg>
        <pc:spChg chg="mod">
          <ac:chgData name="a46219 Lê Hải Sơn" userId="b07ee673-6122-4980-99d9-cc7dd5bb86ef" providerId="ADAL" clId="{25A24D89-CDB5-439F-81AA-71C432E97E0F}" dt="2024-05-29T08:41:22.517" v="233"/>
          <ac:spMkLst>
            <pc:docMk/>
            <pc:sldMk cId="3077084597" sldId="294"/>
            <ac:spMk id="51" creationId="{59BA5874-53E1-08A0-44A6-901B7057CA83}"/>
          </ac:spMkLst>
        </pc:spChg>
        <pc:spChg chg="mod">
          <ac:chgData name="a46219 Lê Hải Sơn" userId="b07ee673-6122-4980-99d9-cc7dd5bb86ef" providerId="ADAL" clId="{25A24D89-CDB5-439F-81AA-71C432E97E0F}" dt="2024-05-29T08:41:22.517" v="233"/>
          <ac:spMkLst>
            <pc:docMk/>
            <pc:sldMk cId="3077084597" sldId="294"/>
            <ac:spMk id="52" creationId="{7D9027DD-FC77-4E03-223D-74A9173D2AD3}"/>
          </ac:spMkLst>
        </pc:spChg>
        <pc:spChg chg="mod">
          <ac:chgData name="a46219 Lê Hải Sơn" userId="b07ee673-6122-4980-99d9-cc7dd5bb86ef" providerId="ADAL" clId="{25A24D89-CDB5-439F-81AA-71C432E97E0F}" dt="2024-05-29T08:41:22.517" v="233"/>
          <ac:spMkLst>
            <pc:docMk/>
            <pc:sldMk cId="3077084597" sldId="294"/>
            <ac:spMk id="53" creationId="{763ADA48-3FBF-17C2-A794-AB872B83E4A4}"/>
          </ac:spMkLst>
        </pc:spChg>
        <pc:spChg chg="mod">
          <ac:chgData name="a46219 Lê Hải Sơn" userId="b07ee673-6122-4980-99d9-cc7dd5bb86ef" providerId="ADAL" clId="{25A24D89-CDB5-439F-81AA-71C432E97E0F}" dt="2024-05-29T08:41:22.517" v="233"/>
          <ac:spMkLst>
            <pc:docMk/>
            <pc:sldMk cId="3077084597" sldId="294"/>
            <ac:spMk id="54" creationId="{4EB01AA6-1CF6-7FF2-C697-7BC1521846EE}"/>
          </ac:spMkLst>
        </pc:spChg>
        <pc:spChg chg="mod">
          <ac:chgData name="a46219 Lê Hải Sơn" userId="b07ee673-6122-4980-99d9-cc7dd5bb86ef" providerId="ADAL" clId="{25A24D89-CDB5-439F-81AA-71C432E97E0F}" dt="2024-05-29T08:41:22.517" v="233"/>
          <ac:spMkLst>
            <pc:docMk/>
            <pc:sldMk cId="3077084597" sldId="294"/>
            <ac:spMk id="55" creationId="{1A4AE0AA-92B9-624E-FEBE-79B10CC509AE}"/>
          </ac:spMkLst>
        </pc:spChg>
        <pc:spChg chg="mod">
          <ac:chgData name="a46219 Lê Hải Sơn" userId="b07ee673-6122-4980-99d9-cc7dd5bb86ef" providerId="ADAL" clId="{25A24D89-CDB5-439F-81AA-71C432E97E0F}" dt="2024-05-29T08:41:22.517" v="233"/>
          <ac:spMkLst>
            <pc:docMk/>
            <pc:sldMk cId="3077084597" sldId="294"/>
            <ac:spMk id="56" creationId="{5D49EBE9-963D-04EF-F647-F966F0AE2483}"/>
          </ac:spMkLst>
        </pc:spChg>
        <pc:spChg chg="mod">
          <ac:chgData name="a46219 Lê Hải Sơn" userId="b07ee673-6122-4980-99d9-cc7dd5bb86ef" providerId="ADAL" clId="{25A24D89-CDB5-439F-81AA-71C432E97E0F}" dt="2024-05-29T08:41:22.517" v="233"/>
          <ac:spMkLst>
            <pc:docMk/>
            <pc:sldMk cId="3077084597" sldId="294"/>
            <ac:spMk id="57" creationId="{87F23354-B957-A65E-F407-12A56C7588B2}"/>
          </ac:spMkLst>
        </pc:spChg>
        <pc:spChg chg="mod">
          <ac:chgData name="a46219 Lê Hải Sơn" userId="b07ee673-6122-4980-99d9-cc7dd5bb86ef" providerId="ADAL" clId="{25A24D89-CDB5-439F-81AA-71C432E97E0F}" dt="2024-05-29T08:41:22.517" v="233"/>
          <ac:spMkLst>
            <pc:docMk/>
            <pc:sldMk cId="3077084597" sldId="294"/>
            <ac:spMk id="58" creationId="{70C25238-706D-EA29-5620-89BA807136AE}"/>
          </ac:spMkLst>
        </pc:spChg>
        <pc:spChg chg="mod">
          <ac:chgData name="a46219 Lê Hải Sơn" userId="b07ee673-6122-4980-99d9-cc7dd5bb86ef" providerId="ADAL" clId="{25A24D89-CDB5-439F-81AA-71C432E97E0F}" dt="2024-05-29T08:41:22.517" v="233"/>
          <ac:spMkLst>
            <pc:docMk/>
            <pc:sldMk cId="3077084597" sldId="294"/>
            <ac:spMk id="59" creationId="{53F125A4-092E-638C-4188-30C4FE9FBC30}"/>
          </ac:spMkLst>
        </pc:spChg>
        <pc:spChg chg="mod">
          <ac:chgData name="a46219 Lê Hải Sơn" userId="b07ee673-6122-4980-99d9-cc7dd5bb86ef" providerId="ADAL" clId="{25A24D89-CDB5-439F-81AA-71C432E97E0F}" dt="2024-05-29T08:41:22.517" v="233"/>
          <ac:spMkLst>
            <pc:docMk/>
            <pc:sldMk cId="3077084597" sldId="294"/>
            <ac:spMk id="60" creationId="{B0E5C67A-3904-54F3-4096-E9BDC641A6E0}"/>
          </ac:spMkLst>
        </pc:spChg>
        <pc:spChg chg="mod">
          <ac:chgData name="a46219 Lê Hải Sơn" userId="b07ee673-6122-4980-99d9-cc7dd5bb86ef" providerId="ADAL" clId="{25A24D89-CDB5-439F-81AA-71C432E97E0F}" dt="2024-05-29T08:41:22.517" v="233"/>
          <ac:spMkLst>
            <pc:docMk/>
            <pc:sldMk cId="3077084597" sldId="294"/>
            <ac:spMk id="61" creationId="{786D05B4-E961-DC4C-0197-9A1E02F9CC3E}"/>
          </ac:spMkLst>
        </pc:spChg>
        <pc:spChg chg="mod">
          <ac:chgData name="a46219 Lê Hải Sơn" userId="b07ee673-6122-4980-99d9-cc7dd5bb86ef" providerId="ADAL" clId="{25A24D89-CDB5-439F-81AA-71C432E97E0F}" dt="2024-05-29T08:41:22.517" v="233"/>
          <ac:spMkLst>
            <pc:docMk/>
            <pc:sldMk cId="3077084597" sldId="294"/>
            <ac:spMk id="62" creationId="{676AA0C2-EB8E-A1C5-8D46-9095CCE6BF95}"/>
          </ac:spMkLst>
        </pc:spChg>
        <pc:spChg chg="mod">
          <ac:chgData name="a46219 Lê Hải Sơn" userId="b07ee673-6122-4980-99d9-cc7dd5bb86ef" providerId="ADAL" clId="{25A24D89-CDB5-439F-81AA-71C432E97E0F}" dt="2024-05-29T08:41:22.517" v="233"/>
          <ac:spMkLst>
            <pc:docMk/>
            <pc:sldMk cId="3077084597" sldId="294"/>
            <ac:spMk id="63" creationId="{E00D9DB3-5489-0E47-329A-EBCE93A19BEF}"/>
          </ac:spMkLst>
        </pc:spChg>
        <pc:spChg chg="mod">
          <ac:chgData name="a46219 Lê Hải Sơn" userId="b07ee673-6122-4980-99d9-cc7dd5bb86ef" providerId="ADAL" clId="{25A24D89-CDB5-439F-81AA-71C432E97E0F}" dt="2024-05-29T08:41:22.517" v="233"/>
          <ac:spMkLst>
            <pc:docMk/>
            <pc:sldMk cId="3077084597" sldId="294"/>
            <ac:spMk id="832" creationId="{A316AF63-1EC8-8FC2-1CA3-479178C89DEA}"/>
          </ac:spMkLst>
        </pc:spChg>
        <pc:spChg chg="mod">
          <ac:chgData name="a46219 Lê Hải Sơn" userId="b07ee673-6122-4980-99d9-cc7dd5bb86ef" providerId="ADAL" clId="{25A24D89-CDB5-439F-81AA-71C432E97E0F}" dt="2024-05-29T08:41:22.517" v="233"/>
          <ac:spMkLst>
            <pc:docMk/>
            <pc:sldMk cId="3077084597" sldId="294"/>
            <ac:spMk id="833" creationId="{F1091554-7911-1113-4039-8338487DFD81}"/>
          </ac:spMkLst>
        </pc:spChg>
        <pc:spChg chg="add del">
          <ac:chgData name="a46219 Lê Hải Sơn" userId="b07ee673-6122-4980-99d9-cc7dd5bb86ef" providerId="ADAL" clId="{25A24D89-CDB5-439F-81AA-71C432E97E0F}" dt="2024-05-29T08:41:31.526" v="238" actId="478"/>
          <ac:spMkLst>
            <pc:docMk/>
            <pc:sldMk cId="3077084597" sldId="294"/>
            <ac:spMk id="900" creationId="{00000000-0000-0000-0000-000000000000}"/>
          </ac:spMkLst>
        </pc:spChg>
        <pc:spChg chg="mod">
          <ac:chgData name="a46219 Lê Hải Sơn" userId="b07ee673-6122-4980-99d9-cc7dd5bb86ef" providerId="ADAL" clId="{25A24D89-CDB5-439F-81AA-71C432E97E0F}" dt="2024-05-29T08:41:22.517" v="233"/>
          <ac:spMkLst>
            <pc:docMk/>
            <pc:sldMk cId="3077084597" sldId="294"/>
            <ac:spMk id="1034" creationId="{848D9A94-186D-CEE1-0F74-2F9609F99CB8}"/>
          </ac:spMkLst>
        </pc:spChg>
        <pc:spChg chg="mod">
          <ac:chgData name="a46219 Lê Hải Sơn" userId="b07ee673-6122-4980-99d9-cc7dd5bb86ef" providerId="ADAL" clId="{25A24D89-CDB5-439F-81AA-71C432E97E0F}" dt="2024-05-29T08:41:22.517" v="233"/>
          <ac:spMkLst>
            <pc:docMk/>
            <pc:sldMk cId="3077084597" sldId="294"/>
            <ac:spMk id="1035" creationId="{84E62E35-9711-11C5-05DC-E8E9C37BC7B3}"/>
          </ac:spMkLst>
        </pc:spChg>
        <pc:spChg chg="mod">
          <ac:chgData name="a46219 Lê Hải Sơn" userId="b07ee673-6122-4980-99d9-cc7dd5bb86ef" providerId="ADAL" clId="{25A24D89-CDB5-439F-81AA-71C432E97E0F}" dt="2024-05-29T08:41:22.517" v="233"/>
          <ac:spMkLst>
            <pc:docMk/>
            <pc:sldMk cId="3077084597" sldId="294"/>
            <ac:spMk id="1036" creationId="{90D782D1-678F-75F0-C503-190428EBC8D2}"/>
          </ac:spMkLst>
        </pc:spChg>
        <pc:spChg chg="mod">
          <ac:chgData name="a46219 Lê Hải Sơn" userId="b07ee673-6122-4980-99d9-cc7dd5bb86ef" providerId="ADAL" clId="{25A24D89-CDB5-439F-81AA-71C432E97E0F}" dt="2024-05-29T08:41:22.517" v="233"/>
          <ac:spMkLst>
            <pc:docMk/>
            <pc:sldMk cId="3077084597" sldId="294"/>
            <ac:spMk id="1037" creationId="{D21C70BF-8EED-E1A5-4C3F-43DFA9B6C221}"/>
          </ac:spMkLst>
        </pc:spChg>
        <pc:spChg chg="mod">
          <ac:chgData name="a46219 Lê Hải Sơn" userId="b07ee673-6122-4980-99d9-cc7dd5bb86ef" providerId="ADAL" clId="{25A24D89-CDB5-439F-81AA-71C432E97E0F}" dt="2024-05-29T08:41:22.517" v="233"/>
          <ac:spMkLst>
            <pc:docMk/>
            <pc:sldMk cId="3077084597" sldId="294"/>
            <ac:spMk id="1038" creationId="{C2F63220-C03C-AF5A-497D-E455BAE5D091}"/>
          </ac:spMkLst>
        </pc:spChg>
        <pc:spChg chg="mod">
          <ac:chgData name="a46219 Lê Hải Sơn" userId="b07ee673-6122-4980-99d9-cc7dd5bb86ef" providerId="ADAL" clId="{25A24D89-CDB5-439F-81AA-71C432E97E0F}" dt="2024-05-29T08:41:22.517" v="233"/>
          <ac:spMkLst>
            <pc:docMk/>
            <pc:sldMk cId="3077084597" sldId="294"/>
            <ac:spMk id="1039" creationId="{056BC357-B7F3-DC4B-EFCB-C3B643C94FAC}"/>
          </ac:spMkLst>
        </pc:spChg>
        <pc:spChg chg="mod">
          <ac:chgData name="a46219 Lê Hải Sơn" userId="b07ee673-6122-4980-99d9-cc7dd5bb86ef" providerId="ADAL" clId="{25A24D89-CDB5-439F-81AA-71C432E97E0F}" dt="2024-05-29T08:41:22.517" v="233"/>
          <ac:spMkLst>
            <pc:docMk/>
            <pc:sldMk cId="3077084597" sldId="294"/>
            <ac:spMk id="1040" creationId="{A60B9437-D188-A870-FE5D-95D03FAC1742}"/>
          </ac:spMkLst>
        </pc:spChg>
        <pc:spChg chg="mod">
          <ac:chgData name="a46219 Lê Hải Sơn" userId="b07ee673-6122-4980-99d9-cc7dd5bb86ef" providerId="ADAL" clId="{25A24D89-CDB5-439F-81AA-71C432E97E0F}" dt="2024-05-29T08:41:22.517" v="233"/>
          <ac:spMkLst>
            <pc:docMk/>
            <pc:sldMk cId="3077084597" sldId="294"/>
            <ac:spMk id="1041" creationId="{5A1F5D58-E534-0AA1-8F15-3A3E5EDF999C}"/>
          </ac:spMkLst>
        </pc:spChg>
        <pc:spChg chg="mod">
          <ac:chgData name="a46219 Lê Hải Sơn" userId="b07ee673-6122-4980-99d9-cc7dd5bb86ef" providerId="ADAL" clId="{25A24D89-CDB5-439F-81AA-71C432E97E0F}" dt="2024-05-29T08:41:22.517" v="233"/>
          <ac:spMkLst>
            <pc:docMk/>
            <pc:sldMk cId="3077084597" sldId="294"/>
            <ac:spMk id="1042" creationId="{40D92AC0-154C-58A0-793B-703B614E4DF6}"/>
          </ac:spMkLst>
        </pc:spChg>
        <pc:spChg chg="mod">
          <ac:chgData name="a46219 Lê Hải Sơn" userId="b07ee673-6122-4980-99d9-cc7dd5bb86ef" providerId="ADAL" clId="{25A24D89-CDB5-439F-81AA-71C432E97E0F}" dt="2024-05-29T08:41:22.517" v="233"/>
          <ac:spMkLst>
            <pc:docMk/>
            <pc:sldMk cId="3077084597" sldId="294"/>
            <ac:spMk id="1043" creationId="{DB6417D8-1307-16B0-2E5E-C2350533770A}"/>
          </ac:spMkLst>
        </pc:spChg>
        <pc:spChg chg="mod">
          <ac:chgData name="a46219 Lê Hải Sơn" userId="b07ee673-6122-4980-99d9-cc7dd5bb86ef" providerId="ADAL" clId="{25A24D89-CDB5-439F-81AA-71C432E97E0F}" dt="2024-05-29T08:41:22.517" v="233"/>
          <ac:spMkLst>
            <pc:docMk/>
            <pc:sldMk cId="3077084597" sldId="294"/>
            <ac:spMk id="1044" creationId="{83357D53-85C1-1E6C-3022-B481B89E0EA6}"/>
          </ac:spMkLst>
        </pc:spChg>
        <pc:spChg chg="mod">
          <ac:chgData name="a46219 Lê Hải Sơn" userId="b07ee673-6122-4980-99d9-cc7dd5bb86ef" providerId="ADAL" clId="{25A24D89-CDB5-439F-81AA-71C432E97E0F}" dt="2024-05-29T08:41:22.517" v="233"/>
          <ac:spMkLst>
            <pc:docMk/>
            <pc:sldMk cId="3077084597" sldId="294"/>
            <ac:spMk id="1045" creationId="{91A22E75-CF16-61E3-60F3-ED3B0F13A9EC}"/>
          </ac:spMkLst>
        </pc:spChg>
        <pc:spChg chg="mod">
          <ac:chgData name="a46219 Lê Hải Sơn" userId="b07ee673-6122-4980-99d9-cc7dd5bb86ef" providerId="ADAL" clId="{25A24D89-CDB5-439F-81AA-71C432E97E0F}" dt="2024-05-29T08:41:22.517" v="233"/>
          <ac:spMkLst>
            <pc:docMk/>
            <pc:sldMk cId="3077084597" sldId="294"/>
            <ac:spMk id="1046" creationId="{153FACEF-F92B-193B-AE4B-C62AAD370002}"/>
          </ac:spMkLst>
        </pc:spChg>
        <pc:spChg chg="mod">
          <ac:chgData name="a46219 Lê Hải Sơn" userId="b07ee673-6122-4980-99d9-cc7dd5bb86ef" providerId="ADAL" clId="{25A24D89-CDB5-439F-81AA-71C432E97E0F}" dt="2024-05-29T08:41:22.517" v="233"/>
          <ac:spMkLst>
            <pc:docMk/>
            <pc:sldMk cId="3077084597" sldId="294"/>
            <ac:spMk id="1047" creationId="{D4BAF19E-ACB7-B688-ECD5-A4D371A5F8B5}"/>
          </ac:spMkLst>
        </pc:spChg>
        <pc:spChg chg="mod">
          <ac:chgData name="a46219 Lê Hải Sơn" userId="b07ee673-6122-4980-99d9-cc7dd5bb86ef" providerId="ADAL" clId="{25A24D89-CDB5-439F-81AA-71C432E97E0F}" dt="2024-05-29T08:41:22.517" v="233"/>
          <ac:spMkLst>
            <pc:docMk/>
            <pc:sldMk cId="3077084597" sldId="294"/>
            <ac:spMk id="1048" creationId="{BADAEF08-322E-8B7E-24C1-22C12EC9D476}"/>
          </ac:spMkLst>
        </pc:spChg>
        <pc:spChg chg="mod">
          <ac:chgData name="a46219 Lê Hải Sơn" userId="b07ee673-6122-4980-99d9-cc7dd5bb86ef" providerId="ADAL" clId="{25A24D89-CDB5-439F-81AA-71C432E97E0F}" dt="2024-05-29T08:41:22.517" v="233"/>
          <ac:spMkLst>
            <pc:docMk/>
            <pc:sldMk cId="3077084597" sldId="294"/>
            <ac:spMk id="1049" creationId="{3EAD2305-08A0-F1A7-7C01-CA2F6EDCCE01}"/>
          </ac:spMkLst>
        </pc:spChg>
        <pc:spChg chg="mod">
          <ac:chgData name="a46219 Lê Hải Sơn" userId="b07ee673-6122-4980-99d9-cc7dd5bb86ef" providerId="ADAL" clId="{25A24D89-CDB5-439F-81AA-71C432E97E0F}" dt="2024-05-29T08:41:22.517" v="233"/>
          <ac:spMkLst>
            <pc:docMk/>
            <pc:sldMk cId="3077084597" sldId="294"/>
            <ac:spMk id="1050" creationId="{74B1A994-3106-B4F8-CF35-97D2F59898BA}"/>
          </ac:spMkLst>
        </pc:spChg>
        <pc:spChg chg="mod">
          <ac:chgData name="a46219 Lê Hải Sơn" userId="b07ee673-6122-4980-99d9-cc7dd5bb86ef" providerId="ADAL" clId="{25A24D89-CDB5-439F-81AA-71C432E97E0F}" dt="2024-05-29T08:41:22.517" v="233"/>
          <ac:spMkLst>
            <pc:docMk/>
            <pc:sldMk cId="3077084597" sldId="294"/>
            <ac:spMk id="1051" creationId="{77D1614D-A166-8858-8297-F4EE2ABE9DE3}"/>
          </ac:spMkLst>
        </pc:spChg>
        <pc:spChg chg="mod">
          <ac:chgData name="a46219 Lê Hải Sơn" userId="b07ee673-6122-4980-99d9-cc7dd5bb86ef" providerId="ADAL" clId="{25A24D89-CDB5-439F-81AA-71C432E97E0F}" dt="2024-05-29T08:41:22.517" v="233"/>
          <ac:spMkLst>
            <pc:docMk/>
            <pc:sldMk cId="3077084597" sldId="294"/>
            <ac:spMk id="1052" creationId="{4928EA1B-E747-D159-533C-52D59470A09F}"/>
          </ac:spMkLst>
        </pc:spChg>
        <pc:spChg chg="mod">
          <ac:chgData name="a46219 Lê Hải Sơn" userId="b07ee673-6122-4980-99d9-cc7dd5bb86ef" providerId="ADAL" clId="{25A24D89-CDB5-439F-81AA-71C432E97E0F}" dt="2024-05-29T08:41:22.517" v="233"/>
          <ac:spMkLst>
            <pc:docMk/>
            <pc:sldMk cId="3077084597" sldId="294"/>
            <ac:spMk id="1053" creationId="{B3117D46-7B11-E498-A731-4F478C378191}"/>
          </ac:spMkLst>
        </pc:spChg>
        <pc:spChg chg="mod">
          <ac:chgData name="a46219 Lê Hải Sơn" userId="b07ee673-6122-4980-99d9-cc7dd5bb86ef" providerId="ADAL" clId="{25A24D89-CDB5-439F-81AA-71C432E97E0F}" dt="2024-05-29T08:41:22.517" v="233"/>
          <ac:spMkLst>
            <pc:docMk/>
            <pc:sldMk cId="3077084597" sldId="294"/>
            <ac:spMk id="1054" creationId="{C6AA6582-736B-6B06-C692-3CADA85BF886}"/>
          </ac:spMkLst>
        </pc:spChg>
        <pc:spChg chg="mod">
          <ac:chgData name="a46219 Lê Hải Sơn" userId="b07ee673-6122-4980-99d9-cc7dd5bb86ef" providerId="ADAL" clId="{25A24D89-CDB5-439F-81AA-71C432E97E0F}" dt="2024-05-29T08:41:22.517" v="233"/>
          <ac:spMkLst>
            <pc:docMk/>
            <pc:sldMk cId="3077084597" sldId="294"/>
            <ac:spMk id="1055" creationId="{EF793505-028F-940E-4878-99BAB92B2A6F}"/>
          </ac:spMkLst>
        </pc:spChg>
        <pc:spChg chg="mod">
          <ac:chgData name="a46219 Lê Hải Sơn" userId="b07ee673-6122-4980-99d9-cc7dd5bb86ef" providerId="ADAL" clId="{25A24D89-CDB5-439F-81AA-71C432E97E0F}" dt="2024-05-29T08:41:22.517" v="233"/>
          <ac:spMkLst>
            <pc:docMk/>
            <pc:sldMk cId="3077084597" sldId="294"/>
            <ac:spMk id="1056" creationId="{61387139-44C4-B920-E6B9-A87F49E1FFE9}"/>
          </ac:spMkLst>
        </pc:spChg>
        <pc:spChg chg="mod">
          <ac:chgData name="a46219 Lê Hải Sơn" userId="b07ee673-6122-4980-99d9-cc7dd5bb86ef" providerId="ADAL" clId="{25A24D89-CDB5-439F-81AA-71C432E97E0F}" dt="2024-05-29T08:41:22.517" v="233"/>
          <ac:spMkLst>
            <pc:docMk/>
            <pc:sldMk cId="3077084597" sldId="294"/>
            <ac:spMk id="1057" creationId="{CFD437EF-7806-996B-0375-8DE97288A349}"/>
          </ac:spMkLst>
        </pc:spChg>
        <pc:spChg chg="mod">
          <ac:chgData name="a46219 Lê Hải Sơn" userId="b07ee673-6122-4980-99d9-cc7dd5bb86ef" providerId="ADAL" clId="{25A24D89-CDB5-439F-81AA-71C432E97E0F}" dt="2024-05-29T08:41:22.517" v="233"/>
          <ac:spMkLst>
            <pc:docMk/>
            <pc:sldMk cId="3077084597" sldId="294"/>
            <ac:spMk id="1058" creationId="{175FBADC-F63F-202B-C0E3-C32AA5317268}"/>
          </ac:spMkLst>
        </pc:spChg>
        <pc:spChg chg="mod">
          <ac:chgData name="a46219 Lê Hải Sơn" userId="b07ee673-6122-4980-99d9-cc7dd5bb86ef" providerId="ADAL" clId="{25A24D89-CDB5-439F-81AA-71C432E97E0F}" dt="2024-05-29T08:41:22.517" v="233"/>
          <ac:spMkLst>
            <pc:docMk/>
            <pc:sldMk cId="3077084597" sldId="294"/>
            <ac:spMk id="1059" creationId="{1782C8C0-D56B-AF1B-6A6F-2163B2AC0E70}"/>
          </ac:spMkLst>
        </pc:spChg>
        <pc:spChg chg="mod">
          <ac:chgData name="a46219 Lê Hải Sơn" userId="b07ee673-6122-4980-99d9-cc7dd5bb86ef" providerId="ADAL" clId="{25A24D89-CDB5-439F-81AA-71C432E97E0F}" dt="2024-05-29T08:41:22.517" v="233"/>
          <ac:spMkLst>
            <pc:docMk/>
            <pc:sldMk cId="3077084597" sldId="294"/>
            <ac:spMk id="1060" creationId="{1810711F-21A7-1FAD-55C3-3CA1C2E30AD3}"/>
          </ac:spMkLst>
        </pc:spChg>
        <pc:spChg chg="mod">
          <ac:chgData name="a46219 Lê Hải Sơn" userId="b07ee673-6122-4980-99d9-cc7dd5bb86ef" providerId="ADAL" clId="{25A24D89-CDB5-439F-81AA-71C432E97E0F}" dt="2024-05-29T08:41:22.517" v="233"/>
          <ac:spMkLst>
            <pc:docMk/>
            <pc:sldMk cId="3077084597" sldId="294"/>
            <ac:spMk id="1061" creationId="{4DC358BC-EB53-F5CE-8817-1CF4B68FD02B}"/>
          </ac:spMkLst>
        </pc:spChg>
        <pc:spChg chg="mod">
          <ac:chgData name="a46219 Lê Hải Sơn" userId="b07ee673-6122-4980-99d9-cc7dd5bb86ef" providerId="ADAL" clId="{25A24D89-CDB5-439F-81AA-71C432E97E0F}" dt="2024-05-29T08:41:22.517" v="233"/>
          <ac:spMkLst>
            <pc:docMk/>
            <pc:sldMk cId="3077084597" sldId="294"/>
            <ac:spMk id="1062" creationId="{D256F1D8-E952-F383-2701-937A6B3C7890}"/>
          </ac:spMkLst>
        </pc:spChg>
        <pc:spChg chg="mod">
          <ac:chgData name="a46219 Lê Hải Sơn" userId="b07ee673-6122-4980-99d9-cc7dd5bb86ef" providerId="ADAL" clId="{25A24D89-CDB5-439F-81AA-71C432E97E0F}" dt="2024-05-29T08:41:22.517" v="233"/>
          <ac:spMkLst>
            <pc:docMk/>
            <pc:sldMk cId="3077084597" sldId="294"/>
            <ac:spMk id="1063" creationId="{9F5F2E8B-F180-5EC1-A90D-2CE3A12CDC83}"/>
          </ac:spMkLst>
        </pc:spChg>
        <pc:spChg chg="mod">
          <ac:chgData name="a46219 Lê Hải Sơn" userId="b07ee673-6122-4980-99d9-cc7dd5bb86ef" providerId="ADAL" clId="{25A24D89-CDB5-439F-81AA-71C432E97E0F}" dt="2024-05-29T08:41:22.517" v="233"/>
          <ac:spMkLst>
            <pc:docMk/>
            <pc:sldMk cId="3077084597" sldId="294"/>
            <ac:spMk id="1064" creationId="{BE66812B-0E30-02BA-4DD3-3458B89AD994}"/>
          </ac:spMkLst>
        </pc:spChg>
        <pc:spChg chg="mod">
          <ac:chgData name="a46219 Lê Hải Sơn" userId="b07ee673-6122-4980-99d9-cc7dd5bb86ef" providerId="ADAL" clId="{25A24D89-CDB5-439F-81AA-71C432E97E0F}" dt="2024-05-29T08:41:22.517" v="233"/>
          <ac:spMkLst>
            <pc:docMk/>
            <pc:sldMk cId="3077084597" sldId="294"/>
            <ac:spMk id="1065" creationId="{5B4CAD34-E1FF-0CC5-AC8D-208A484EB1E0}"/>
          </ac:spMkLst>
        </pc:spChg>
        <pc:spChg chg="mod">
          <ac:chgData name="a46219 Lê Hải Sơn" userId="b07ee673-6122-4980-99d9-cc7dd5bb86ef" providerId="ADAL" clId="{25A24D89-CDB5-439F-81AA-71C432E97E0F}" dt="2024-05-29T08:41:22.517" v="233"/>
          <ac:spMkLst>
            <pc:docMk/>
            <pc:sldMk cId="3077084597" sldId="294"/>
            <ac:spMk id="1066" creationId="{4262FFE8-D6E5-E941-DE35-63453ADA8393}"/>
          </ac:spMkLst>
        </pc:spChg>
        <pc:spChg chg="mod">
          <ac:chgData name="a46219 Lê Hải Sơn" userId="b07ee673-6122-4980-99d9-cc7dd5bb86ef" providerId="ADAL" clId="{25A24D89-CDB5-439F-81AA-71C432E97E0F}" dt="2024-05-29T08:41:22.517" v="233"/>
          <ac:spMkLst>
            <pc:docMk/>
            <pc:sldMk cId="3077084597" sldId="294"/>
            <ac:spMk id="1067" creationId="{395345A4-5E4C-2773-D71D-85581DA6F201}"/>
          </ac:spMkLst>
        </pc:spChg>
        <pc:spChg chg="mod">
          <ac:chgData name="a46219 Lê Hải Sơn" userId="b07ee673-6122-4980-99d9-cc7dd5bb86ef" providerId="ADAL" clId="{25A24D89-CDB5-439F-81AA-71C432E97E0F}" dt="2024-05-29T08:41:22.517" v="233"/>
          <ac:spMkLst>
            <pc:docMk/>
            <pc:sldMk cId="3077084597" sldId="294"/>
            <ac:spMk id="1068" creationId="{BE46C069-34C3-1E13-5BE0-C34C488A4587}"/>
          </ac:spMkLst>
        </pc:spChg>
        <pc:spChg chg="mod">
          <ac:chgData name="a46219 Lê Hải Sơn" userId="b07ee673-6122-4980-99d9-cc7dd5bb86ef" providerId="ADAL" clId="{25A24D89-CDB5-439F-81AA-71C432E97E0F}" dt="2024-05-29T08:41:22.517" v="233"/>
          <ac:spMkLst>
            <pc:docMk/>
            <pc:sldMk cId="3077084597" sldId="294"/>
            <ac:spMk id="1069" creationId="{44BBB18B-59A4-EEE4-DAF8-2A72CCCC161E}"/>
          </ac:spMkLst>
        </pc:spChg>
        <pc:spChg chg="mod">
          <ac:chgData name="a46219 Lê Hải Sơn" userId="b07ee673-6122-4980-99d9-cc7dd5bb86ef" providerId="ADAL" clId="{25A24D89-CDB5-439F-81AA-71C432E97E0F}" dt="2024-05-29T08:41:22.517" v="233"/>
          <ac:spMkLst>
            <pc:docMk/>
            <pc:sldMk cId="3077084597" sldId="294"/>
            <ac:spMk id="1070" creationId="{327F14AE-B863-679B-C8DE-2AED614B9648}"/>
          </ac:spMkLst>
        </pc:spChg>
        <pc:spChg chg="mod">
          <ac:chgData name="a46219 Lê Hải Sơn" userId="b07ee673-6122-4980-99d9-cc7dd5bb86ef" providerId="ADAL" clId="{25A24D89-CDB5-439F-81AA-71C432E97E0F}" dt="2024-05-29T08:41:22.517" v="233"/>
          <ac:spMkLst>
            <pc:docMk/>
            <pc:sldMk cId="3077084597" sldId="294"/>
            <ac:spMk id="1071" creationId="{855317AA-4A74-706E-BF58-ACC9E118E286}"/>
          </ac:spMkLst>
        </pc:spChg>
        <pc:spChg chg="mod">
          <ac:chgData name="a46219 Lê Hải Sơn" userId="b07ee673-6122-4980-99d9-cc7dd5bb86ef" providerId="ADAL" clId="{25A24D89-CDB5-439F-81AA-71C432E97E0F}" dt="2024-05-29T08:41:22.517" v="233"/>
          <ac:spMkLst>
            <pc:docMk/>
            <pc:sldMk cId="3077084597" sldId="294"/>
            <ac:spMk id="1072" creationId="{99376527-F22E-0484-31FE-1F6F97A084B8}"/>
          </ac:spMkLst>
        </pc:spChg>
        <pc:spChg chg="mod">
          <ac:chgData name="a46219 Lê Hải Sơn" userId="b07ee673-6122-4980-99d9-cc7dd5bb86ef" providerId="ADAL" clId="{25A24D89-CDB5-439F-81AA-71C432E97E0F}" dt="2024-05-29T08:41:22.517" v="233"/>
          <ac:spMkLst>
            <pc:docMk/>
            <pc:sldMk cId="3077084597" sldId="294"/>
            <ac:spMk id="1073" creationId="{EF512FAE-7F66-E29C-C859-6F9CC0FD48BA}"/>
          </ac:spMkLst>
        </pc:spChg>
        <pc:spChg chg="mod">
          <ac:chgData name="a46219 Lê Hải Sơn" userId="b07ee673-6122-4980-99d9-cc7dd5bb86ef" providerId="ADAL" clId="{25A24D89-CDB5-439F-81AA-71C432E97E0F}" dt="2024-05-29T08:41:22.517" v="233"/>
          <ac:spMkLst>
            <pc:docMk/>
            <pc:sldMk cId="3077084597" sldId="294"/>
            <ac:spMk id="1074" creationId="{CA56BC0A-CBA7-8F69-8DA1-6BD9FB491F3B}"/>
          </ac:spMkLst>
        </pc:spChg>
        <pc:spChg chg="mod">
          <ac:chgData name="a46219 Lê Hải Sơn" userId="b07ee673-6122-4980-99d9-cc7dd5bb86ef" providerId="ADAL" clId="{25A24D89-CDB5-439F-81AA-71C432E97E0F}" dt="2024-05-29T08:41:22.517" v="233"/>
          <ac:spMkLst>
            <pc:docMk/>
            <pc:sldMk cId="3077084597" sldId="294"/>
            <ac:spMk id="1075" creationId="{511DF7F3-C816-273E-FE4C-E80D95279452}"/>
          </ac:spMkLst>
        </pc:spChg>
        <pc:spChg chg="mod">
          <ac:chgData name="a46219 Lê Hải Sơn" userId="b07ee673-6122-4980-99d9-cc7dd5bb86ef" providerId="ADAL" clId="{25A24D89-CDB5-439F-81AA-71C432E97E0F}" dt="2024-05-29T08:41:22.517" v="233"/>
          <ac:spMkLst>
            <pc:docMk/>
            <pc:sldMk cId="3077084597" sldId="294"/>
            <ac:spMk id="1076" creationId="{4137E4E5-386B-0292-AC7E-E92E642C7922}"/>
          </ac:spMkLst>
        </pc:spChg>
        <pc:spChg chg="mod">
          <ac:chgData name="a46219 Lê Hải Sơn" userId="b07ee673-6122-4980-99d9-cc7dd5bb86ef" providerId="ADAL" clId="{25A24D89-CDB5-439F-81AA-71C432E97E0F}" dt="2024-05-29T08:41:22.517" v="233"/>
          <ac:spMkLst>
            <pc:docMk/>
            <pc:sldMk cId="3077084597" sldId="294"/>
            <ac:spMk id="1077" creationId="{28065410-95E0-E2F0-D459-66677CFF7B22}"/>
          </ac:spMkLst>
        </pc:spChg>
        <pc:spChg chg="mod">
          <ac:chgData name="a46219 Lê Hải Sơn" userId="b07ee673-6122-4980-99d9-cc7dd5bb86ef" providerId="ADAL" clId="{25A24D89-CDB5-439F-81AA-71C432E97E0F}" dt="2024-05-29T08:41:22.517" v="233"/>
          <ac:spMkLst>
            <pc:docMk/>
            <pc:sldMk cId="3077084597" sldId="294"/>
            <ac:spMk id="1078" creationId="{C30ACD9D-E11B-D99C-7C5B-15350E7939CB}"/>
          </ac:spMkLst>
        </pc:spChg>
        <pc:spChg chg="mod">
          <ac:chgData name="a46219 Lê Hải Sơn" userId="b07ee673-6122-4980-99d9-cc7dd5bb86ef" providerId="ADAL" clId="{25A24D89-CDB5-439F-81AA-71C432E97E0F}" dt="2024-05-29T08:41:22.517" v="233"/>
          <ac:spMkLst>
            <pc:docMk/>
            <pc:sldMk cId="3077084597" sldId="294"/>
            <ac:spMk id="1079" creationId="{4279C249-765E-8643-016D-EED4CFA2F0C5}"/>
          </ac:spMkLst>
        </pc:spChg>
        <pc:spChg chg="mod">
          <ac:chgData name="a46219 Lê Hải Sơn" userId="b07ee673-6122-4980-99d9-cc7dd5bb86ef" providerId="ADAL" clId="{25A24D89-CDB5-439F-81AA-71C432E97E0F}" dt="2024-05-29T08:41:22.517" v="233"/>
          <ac:spMkLst>
            <pc:docMk/>
            <pc:sldMk cId="3077084597" sldId="294"/>
            <ac:spMk id="1080" creationId="{59EBD628-E7B1-1E47-D371-CB8C732D1E7E}"/>
          </ac:spMkLst>
        </pc:spChg>
        <pc:spChg chg="mod">
          <ac:chgData name="a46219 Lê Hải Sơn" userId="b07ee673-6122-4980-99d9-cc7dd5bb86ef" providerId="ADAL" clId="{25A24D89-CDB5-439F-81AA-71C432E97E0F}" dt="2024-05-29T08:41:22.517" v="233"/>
          <ac:spMkLst>
            <pc:docMk/>
            <pc:sldMk cId="3077084597" sldId="294"/>
            <ac:spMk id="1081" creationId="{914DC312-99F7-2797-4874-48E656F7E72A}"/>
          </ac:spMkLst>
        </pc:spChg>
        <pc:spChg chg="mod">
          <ac:chgData name="a46219 Lê Hải Sơn" userId="b07ee673-6122-4980-99d9-cc7dd5bb86ef" providerId="ADAL" clId="{25A24D89-CDB5-439F-81AA-71C432E97E0F}" dt="2024-05-29T08:41:22.517" v="233"/>
          <ac:spMkLst>
            <pc:docMk/>
            <pc:sldMk cId="3077084597" sldId="294"/>
            <ac:spMk id="1082" creationId="{0B3EEE7B-70EE-98D0-6AE3-AD91D4A9C6C4}"/>
          </ac:spMkLst>
        </pc:spChg>
        <pc:spChg chg="mod">
          <ac:chgData name="a46219 Lê Hải Sơn" userId="b07ee673-6122-4980-99d9-cc7dd5bb86ef" providerId="ADAL" clId="{25A24D89-CDB5-439F-81AA-71C432E97E0F}" dt="2024-05-29T08:41:22.517" v="233"/>
          <ac:spMkLst>
            <pc:docMk/>
            <pc:sldMk cId="3077084597" sldId="294"/>
            <ac:spMk id="1083" creationId="{0F82293A-6D6A-BD5F-126D-7412FC028A0A}"/>
          </ac:spMkLst>
        </pc:spChg>
        <pc:spChg chg="mod">
          <ac:chgData name="a46219 Lê Hải Sơn" userId="b07ee673-6122-4980-99d9-cc7dd5bb86ef" providerId="ADAL" clId="{25A24D89-CDB5-439F-81AA-71C432E97E0F}" dt="2024-05-29T08:41:22.517" v="233"/>
          <ac:spMkLst>
            <pc:docMk/>
            <pc:sldMk cId="3077084597" sldId="294"/>
            <ac:spMk id="1084" creationId="{DD41D437-9DAC-8AEF-7AA2-A5F7226D239A}"/>
          </ac:spMkLst>
        </pc:spChg>
        <pc:spChg chg="mod">
          <ac:chgData name="a46219 Lê Hải Sơn" userId="b07ee673-6122-4980-99d9-cc7dd5bb86ef" providerId="ADAL" clId="{25A24D89-CDB5-439F-81AA-71C432E97E0F}" dt="2024-05-29T08:41:22.517" v="233"/>
          <ac:spMkLst>
            <pc:docMk/>
            <pc:sldMk cId="3077084597" sldId="294"/>
            <ac:spMk id="1085" creationId="{8EE9D0DE-3749-BD3A-E34D-8F79FEE2ED86}"/>
          </ac:spMkLst>
        </pc:spChg>
        <pc:spChg chg="mod">
          <ac:chgData name="a46219 Lê Hải Sơn" userId="b07ee673-6122-4980-99d9-cc7dd5bb86ef" providerId="ADAL" clId="{25A24D89-CDB5-439F-81AA-71C432E97E0F}" dt="2024-05-29T08:41:22.517" v="233"/>
          <ac:spMkLst>
            <pc:docMk/>
            <pc:sldMk cId="3077084597" sldId="294"/>
            <ac:spMk id="1086" creationId="{DDCB066F-1C19-C1B0-566F-89B4709A292B}"/>
          </ac:spMkLst>
        </pc:spChg>
        <pc:spChg chg="mod">
          <ac:chgData name="a46219 Lê Hải Sơn" userId="b07ee673-6122-4980-99d9-cc7dd5bb86ef" providerId="ADAL" clId="{25A24D89-CDB5-439F-81AA-71C432E97E0F}" dt="2024-05-29T08:41:22.517" v="233"/>
          <ac:spMkLst>
            <pc:docMk/>
            <pc:sldMk cId="3077084597" sldId="294"/>
            <ac:spMk id="1087" creationId="{4F9CEA4A-3ED4-2E50-7CA4-7894B5C52E8C}"/>
          </ac:spMkLst>
        </pc:spChg>
        <pc:spChg chg="mod">
          <ac:chgData name="a46219 Lê Hải Sơn" userId="b07ee673-6122-4980-99d9-cc7dd5bb86ef" providerId="ADAL" clId="{25A24D89-CDB5-439F-81AA-71C432E97E0F}" dt="2024-05-29T08:41:35.530" v="240"/>
          <ac:spMkLst>
            <pc:docMk/>
            <pc:sldMk cId="3077084597" sldId="294"/>
            <ac:spMk id="1092" creationId="{BDB9ABE0-9320-0CE6-E773-C510AAF794A8}"/>
          </ac:spMkLst>
        </pc:spChg>
        <pc:spChg chg="mod">
          <ac:chgData name="a46219 Lê Hải Sơn" userId="b07ee673-6122-4980-99d9-cc7dd5bb86ef" providerId="ADAL" clId="{25A24D89-CDB5-439F-81AA-71C432E97E0F}" dt="2024-05-29T08:41:35.530" v="240"/>
          <ac:spMkLst>
            <pc:docMk/>
            <pc:sldMk cId="3077084597" sldId="294"/>
            <ac:spMk id="1093" creationId="{2C0F00F4-A69D-AA9B-4FF3-96CFFF13D48F}"/>
          </ac:spMkLst>
        </pc:spChg>
        <pc:spChg chg="mod">
          <ac:chgData name="a46219 Lê Hải Sơn" userId="b07ee673-6122-4980-99d9-cc7dd5bb86ef" providerId="ADAL" clId="{25A24D89-CDB5-439F-81AA-71C432E97E0F}" dt="2024-05-29T08:41:35.530" v="240"/>
          <ac:spMkLst>
            <pc:docMk/>
            <pc:sldMk cId="3077084597" sldId="294"/>
            <ac:spMk id="1098" creationId="{8C769019-45DD-D8CB-E6FA-DEC9ECDBE247}"/>
          </ac:spMkLst>
        </pc:spChg>
        <pc:spChg chg="mod">
          <ac:chgData name="a46219 Lê Hải Sơn" userId="b07ee673-6122-4980-99d9-cc7dd5bb86ef" providerId="ADAL" clId="{25A24D89-CDB5-439F-81AA-71C432E97E0F}" dt="2024-05-29T08:41:35.530" v="240"/>
          <ac:spMkLst>
            <pc:docMk/>
            <pc:sldMk cId="3077084597" sldId="294"/>
            <ac:spMk id="1099" creationId="{E83D359F-B91C-E588-226A-F2C8A7A53407}"/>
          </ac:spMkLst>
        </pc:spChg>
        <pc:spChg chg="mod">
          <ac:chgData name="a46219 Lê Hải Sơn" userId="b07ee673-6122-4980-99d9-cc7dd5bb86ef" providerId="ADAL" clId="{25A24D89-CDB5-439F-81AA-71C432E97E0F}" dt="2024-05-29T08:41:35.530" v="240"/>
          <ac:spMkLst>
            <pc:docMk/>
            <pc:sldMk cId="3077084597" sldId="294"/>
            <ac:spMk id="1100" creationId="{04177A19-AE73-CC2C-F150-CFC4DE6B479B}"/>
          </ac:spMkLst>
        </pc:spChg>
        <pc:spChg chg="mod">
          <ac:chgData name="a46219 Lê Hải Sơn" userId="b07ee673-6122-4980-99d9-cc7dd5bb86ef" providerId="ADAL" clId="{25A24D89-CDB5-439F-81AA-71C432E97E0F}" dt="2024-05-29T08:41:35.530" v="240"/>
          <ac:spMkLst>
            <pc:docMk/>
            <pc:sldMk cId="3077084597" sldId="294"/>
            <ac:spMk id="1101" creationId="{F88A54DF-F85B-FE43-EDF7-F896845D79F2}"/>
          </ac:spMkLst>
        </pc:spChg>
        <pc:spChg chg="mod">
          <ac:chgData name="a46219 Lê Hải Sơn" userId="b07ee673-6122-4980-99d9-cc7dd5bb86ef" providerId="ADAL" clId="{25A24D89-CDB5-439F-81AA-71C432E97E0F}" dt="2024-05-29T08:41:35.530" v="240"/>
          <ac:spMkLst>
            <pc:docMk/>
            <pc:sldMk cId="3077084597" sldId="294"/>
            <ac:spMk id="1102" creationId="{F6DA970C-E702-70D5-4698-B34DEFE5765E}"/>
          </ac:spMkLst>
        </pc:spChg>
        <pc:spChg chg="mod">
          <ac:chgData name="a46219 Lê Hải Sơn" userId="b07ee673-6122-4980-99d9-cc7dd5bb86ef" providerId="ADAL" clId="{25A24D89-CDB5-439F-81AA-71C432E97E0F}" dt="2024-05-29T08:41:35.530" v="240"/>
          <ac:spMkLst>
            <pc:docMk/>
            <pc:sldMk cId="3077084597" sldId="294"/>
            <ac:spMk id="1103" creationId="{26796D2A-F6D5-284E-CF66-CCFD5E2C2707}"/>
          </ac:spMkLst>
        </pc:spChg>
        <pc:spChg chg="mod">
          <ac:chgData name="a46219 Lê Hải Sơn" userId="b07ee673-6122-4980-99d9-cc7dd5bb86ef" providerId="ADAL" clId="{25A24D89-CDB5-439F-81AA-71C432E97E0F}" dt="2024-05-29T08:41:35.530" v="240"/>
          <ac:spMkLst>
            <pc:docMk/>
            <pc:sldMk cId="3077084597" sldId="294"/>
            <ac:spMk id="1104" creationId="{2E902C27-A1C5-B0F7-E243-3525D0E42A3E}"/>
          </ac:spMkLst>
        </pc:spChg>
        <pc:spChg chg="mod">
          <ac:chgData name="a46219 Lê Hải Sơn" userId="b07ee673-6122-4980-99d9-cc7dd5bb86ef" providerId="ADAL" clId="{25A24D89-CDB5-439F-81AA-71C432E97E0F}" dt="2024-05-29T08:41:35.530" v="240"/>
          <ac:spMkLst>
            <pc:docMk/>
            <pc:sldMk cId="3077084597" sldId="294"/>
            <ac:spMk id="1105" creationId="{93225C4A-7A74-5813-BC78-D7458239DE61}"/>
          </ac:spMkLst>
        </pc:spChg>
        <pc:spChg chg="mod">
          <ac:chgData name="a46219 Lê Hải Sơn" userId="b07ee673-6122-4980-99d9-cc7dd5bb86ef" providerId="ADAL" clId="{25A24D89-CDB5-439F-81AA-71C432E97E0F}" dt="2024-05-29T08:41:35.530" v="240"/>
          <ac:spMkLst>
            <pc:docMk/>
            <pc:sldMk cId="3077084597" sldId="294"/>
            <ac:spMk id="1106" creationId="{E80A77F1-881A-E296-158E-44827168D2CE}"/>
          </ac:spMkLst>
        </pc:spChg>
        <pc:spChg chg="mod">
          <ac:chgData name="a46219 Lê Hải Sơn" userId="b07ee673-6122-4980-99d9-cc7dd5bb86ef" providerId="ADAL" clId="{25A24D89-CDB5-439F-81AA-71C432E97E0F}" dt="2024-05-29T08:41:35.530" v="240"/>
          <ac:spMkLst>
            <pc:docMk/>
            <pc:sldMk cId="3077084597" sldId="294"/>
            <ac:spMk id="1107" creationId="{B743B2F5-4724-F5AF-F7F9-9E6A570788DB}"/>
          </ac:spMkLst>
        </pc:spChg>
        <pc:spChg chg="mod">
          <ac:chgData name="a46219 Lê Hải Sơn" userId="b07ee673-6122-4980-99d9-cc7dd5bb86ef" providerId="ADAL" clId="{25A24D89-CDB5-439F-81AA-71C432E97E0F}" dt="2024-05-29T08:41:35.530" v="240"/>
          <ac:spMkLst>
            <pc:docMk/>
            <pc:sldMk cId="3077084597" sldId="294"/>
            <ac:spMk id="1108" creationId="{E0D036CC-FC9C-2FFA-247C-EA83A9783B4D}"/>
          </ac:spMkLst>
        </pc:spChg>
        <pc:spChg chg="mod">
          <ac:chgData name="a46219 Lê Hải Sơn" userId="b07ee673-6122-4980-99d9-cc7dd5bb86ef" providerId="ADAL" clId="{25A24D89-CDB5-439F-81AA-71C432E97E0F}" dt="2024-05-29T08:41:35.530" v="240"/>
          <ac:spMkLst>
            <pc:docMk/>
            <pc:sldMk cId="3077084597" sldId="294"/>
            <ac:spMk id="1109" creationId="{58FBCB41-99C1-23A1-B414-F2E34801B5F8}"/>
          </ac:spMkLst>
        </pc:spChg>
        <pc:spChg chg="mod">
          <ac:chgData name="a46219 Lê Hải Sơn" userId="b07ee673-6122-4980-99d9-cc7dd5bb86ef" providerId="ADAL" clId="{25A24D89-CDB5-439F-81AA-71C432E97E0F}" dt="2024-05-29T08:41:35.530" v="240"/>
          <ac:spMkLst>
            <pc:docMk/>
            <pc:sldMk cId="3077084597" sldId="294"/>
            <ac:spMk id="1110" creationId="{6FBFD1ED-3FD5-F45C-6F03-3A0E8A7D39A3}"/>
          </ac:spMkLst>
        </pc:spChg>
        <pc:spChg chg="mod">
          <ac:chgData name="a46219 Lê Hải Sơn" userId="b07ee673-6122-4980-99d9-cc7dd5bb86ef" providerId="ADAL" clId="{25A24D89-CDB5-439F-81AA-71C432E97E0F}" dt="2024-05-29T08:41:35.530" v="240"/>
          <ac:spMkLst>
            <pc:docMk/>
            <pc:sldMk cId="3077084597" sldId="294"/>
            <ac:spMk id="1111" creationId="{27E6BCCA-F845-701E-35CC-EBB6F5BF5856}"/>
          </ac:spMkLst>
        </pc:spChg>
        <pc:spChg chg="mod">
          <ac:chgData name="a46219 Lê Hải Sơn" userId="b07ee673-6122-4980-99d9-cc7dd5bb86ef" providerId="ADAL" clId="{25A24D89-CDB5-439F-81AA-71C432E97E0F}" dt="2024-05-29T08:41:35.530" v="240"/>
          <ac:spMkLst>
            <pc:docMk/>
            <pc:sldMk cId="3077084597" sldId="294"/>
            <ac:spMk id="1112" creationId="{2E2B314E-D0FE-3C0E-F393-BFB7569A29E4}"/>
          </ac:spMkLst>
        </pc:spChg>
        <pc:spChg chg="mod">
          <ac:chgData name="a46219 Lê Hải Sơn" userId="b07ee673-6122-4980-99d9-cc7dd5bb86ef" providerId="ADAL" clId="{25A24D89-CDB5-439F-81AA-71C432E97E0F}" dt="2024-05-29T08:41:35.530" v="240"/>
          <ac:spMkLst>
            <pc:docMk/>
            <pc:sldMk cId="3077084597" sldId="294"/>
            <ac:spMk id="1113" creationId="{092623B3-FC12-21F7-15E4-BD48D990C38A}"/>
          </ac:spMkLst>
        </pc:spChg>
        <pc:spChg chg="mod">
          <ac:chgData name="a46219 Lê Hải Sơn" userId="b07ee673-6122-4980-99d9-cc7dd5bb86ef" providerId="ADAL" clId="{25A24D89-CDB5-439F-81AA-71C432E97E0F}" dt="2024-05-29T08:41:35.530" v="240"/>
          <ac:spMkLst>
            <pc:docMk/>
            <pc:sldMk cId="3077084597" sldId="294"/>
            <ac:spMk id="1114" creationId="{143BCC58-70DB-7065-CC54-BD2765C8A545}"/>
          </ac:spMkLst>
        </pc:spChg>
        <pc:spChg chg="mod">
          <ac:chgData name="a46219 Lê Hải Sơn" userId="b07ee673-6122-4980-99d9-cc7dd5bb86ef" providerId="ADAL" clId="{25A24D89-CDB5-439F-81AA-71C432E97E0F}" dt="2024-05-29T08:41:35.530" v="240"/>
          <ac:spMkLst>
            <pc:docMk/>
            <pc:sldMk cId="3077084597" sldId="294"/>
            <ac:spMk id="1115" creationId="{B0588AAF-C7D7-787C-0ED8-E109307E7474}"/>
          </ac:spMkLst>
        </pc:spChg>
        <pc:spChg chg="mod">
          <ac:chgData name="a46219 Lê Hải Sơn" userId="b07ee673-6122-4980-99d9-cc7dd5bb86ef" providerId="ADAL" clId="{25A24D89-CDB5-439F-81AA-71C432E97E0F}" dt="2024-05-29T08:41:35.530" v="240"/>
          <ac:spMkLst>
            <pc:docMk/>
            <pc:sldMk cId="3077084597" sldId="294"/>
            <ac:spMk id="1116" creationId="{DED4E376-3E82-C102-3FA3-CE615075166E}"/>
          </ac:spMkLst>
        </pc:spChg>
        <pc:spChg chg="mod">
          <ac:chgData name="a46219 Lê Hải Sơn" userId="b07ee673-6122-4980-99d9-cc7dd5bb86ef" providerId="ADAL" clId="{25A24D89-CDB5-439F-81AA-71C432E97E0F}" dt="2024-05-29T08:41:35.530" v="240"/>
          <ac:spMkLst>
            <pc:docMk/>
            <pc:sldMk cId="3077084597" sldId="294"/>
            <ac:spMk id="1117" creationId="{948B4298-0E0D-5D64-F34C-AC0E9A5E18DC}"/>
          </ac:spMkLst>
        </pc:spChg>
        <pc:spChg chg="mod">
          <ac:chgData name="a46219 Lê Hải Sơn" userId="b07ee673-6122-4980-99d9-cc7dd5bb86ef" providerId="ADAL" clId="{25A24D89-CDB5-439F-81AA-71C432E97E0F}" dt="2024-05-29T08:41:35.530" v="240"/>
          <ac:spMkLst>
            <pc:docMk/>
            <pc:sldMk cId="3077084597" sldId="294"/>
            <ac:spMk id="1118" creationId="{D5C64ADD-9D28-48B0-FE07-0D0ED7F3B1A8}"/>
          </ac:spMkLst>
        </pc:spChg>
        <pc:spChg chg="mod">
          <ac:chgData name="a46219 Lê Hải Sơn" userId="b07ee673-6122-4980-99d9-cc7dd5bb86ef" providerId="ADAL" clId="{25A24D89-CDB5-439F-81AA-71C432E97E0F}" dt="2024-05-29T08:41:35.530" v="240"/>
          <ac:spMkLst>
            <pc:docMk/>
            <pc:sldMk cId="3077084597" sldId="294"/>
            <ac:spMk id="1119" creationId="{28795DF4-7A17-4493-2265-AC570D12E9FE}"/>
          </ac:spMkLst>
        </pc:spChg>
        <pc:spChg chg="mod">
          <ac:chgData name="a46219 Lê Hải Sơn" userId="b07ee673-6122-4980-99d9-cc7dd5bb86ef" providerId="ADAL" clId="{25A24D89-CDB5-439F-81AA-71C432E97E0F}" dt="2024-05-29T08:41:35.530" v="240"/>
          <ac:spMkLst>
            <pc:docMk/>
            <pc:sldMk cId="3077084597" sldId="294"/>
            <ac:spMk id="1120" creationId="{84325E91-CDD3-9990-48BF-77FBDFEAEFFD}"/>
          </ac:spMkLst>
        </pc:spChg>
        <pc:spChg chg="mod">
          <ac:chgData name="a46219 Lê Hải Sơn" userId="b07ee673-6122-4980-99d9-cc7dd5bb86ef" providerId="ADAL" clId="{25A24D89-CDB5-439F-81AA-71C432E97E0F}" dt="2024-05-29T08:41:35.530" v="240"/>
          <ac:spMkLst>
            <pc:docMk/>
            <pc:sldMk cId="3077084597" sldId="294"/>
            <ac:spMk id="1121" creationId="{265CA478-4EA2-63F5-574F-2F1FBD4BF4CD}"/>
          </ac:spMkLst>
        </pc:spChg>
        <pc:spChg chg="mod">
          <ac:chgData name="a46219 Lê Hải Sơn" userId="b07ee673-6122-4980-99d9-cc7dd5bb86ef" providerId="ADAL" clId="{25A24D89-CDB5-439F-81AA-71C432E97E0F}" dt="2024-05-29T08:41:35.530" v="240"/>
          <ac:spMkLst>
            <pc:docMk/>
            <pc:sldMk cId="3077084597" sldId="294"/>
            <ac:spMk id="1122" creationId="{DC2C642E-FA63-93D0-6A39-D29770F623B5}"/>
          </ac:spMkLst>
        </pc:spChg>
        <pc:spChg chg="mod">
          <ac:chgData name="a46219 Lê Hải Sơn" userId="b07ee673-6122-4980-99d9-cc7dd5bb86ef" providerId="ADAL" clId="{25A24D89-CDB5-439F-81AA-71C432E97E0F}" dt="2024-05-29T08:41:35.530" v="240"/>
          <ac:spMkLst>
            <pc:docMk/>
            <pc:sldMk cId="3077084597" sldId="294"/>
            <ac:spMk id="1123" creationId="{910C8CB6-ADC8-828F-77CE-F46CB7E59D90}"/>
          </ac:spMkLst>
        </pc:spChg>
        <pc:spChg chg="mod">
          <ac:chgData name="a46219 Lê Hải Sơn" userId="b07ee673-6122-4980-99d9-cc7dd5bb86ef" providerId="ADAL" clId="{25A24D89-CDB5-439F-81AA-71C432E97E0F}" dt="2024-05-29T08:41:35.530" v="240"/>
          <ac:spMkLst>
            <pc:docMk/>
            <pc:sldMk cId="3077084597" sldId="294"/>
            <ac:spMk id="1124" creationId="{10E8BF62-F82F-3C25-3E46-CACE3F3E6332}"/>
          </ac:spMkLst>
        </pc:spChg>
        <pc:spChg chg="mod">
          <ac:chgData name="a46219 Lê Hải Sơn" userId="b07ee673-6122-4980-99d9-cc7dd5bb86ef" providerId="ADAL" clId="{25A24D89-CDB5-439F-81AA-71C432E97E0F}" dt="2024-05-29T08:41:35.530" v="240"/>
          <ac:spMkLst>
            <pc:docMk/>
            <pc:sldMk cId="3077084597" sldId="294"/>
            <ac:spMk id="1125" creationId="{8376C93D-4B71-2496-39E6-6FE335BF210F}"/>
          </ac:spMkLst>
        </pc:spChg>
        <pc:spChg chg="mod">
          <ac:chgData name="a46219 Lê Hải Sơn" userId="b07ee673-6122-4980-99d9-cc7dd5bb86ef" providerId="ADAL" clId="{25A24D89-CDB5-439F-81AA-71C432E97E0F}" dt="2024-05-29T08:41:35.530" v="240"/>
          <ac:spMkLst>
            <pc:docMk/>
            <pc:sldMk cId="3077084597" sldId="294"/>
            <ac:spMk id="1126" creationId="{360D8E8F-BDD8-EB2D-4787-9147A9E24431}"/>
          </ac:spMkLst>
        </pc:spChg>
        <pc:spChg chg="mod">
          <ac:chgData name="a46219 Lê Hải Sơn" userId="b07ee673-6122-4980-99d9-cc7dd5bb86ef" providerId="ADAL" clId="{25A24D89-CDB5-439F-81AA-71C432E97E0F}" dt="2024-05-29T08:41:35.530" v="240"/>
          <ac:spMkLst>
            <pc:docMk/>
            <pc:sldMk cId="3077084597" sldId="294"/>
            <ac:spMk id="1127" creationId="{1CCC1A05-2A2F-4C0A-E00E-9578FC29B30F}"/>
          </ac:spMkLst>
        </pc:spChg>
        <pc:spChg chg="mod">
          <ac:chgData name="a46219 Lê Hải Sơn" userId="b07ee673-6122-4980-99d9-cc7dd5bb86ef" providerId="ADAL" clId="{25A24D89-CDB5-439F-81AA-71C432E97E0F}" dt="2024-05-29T08:41:35.530" v="240"/>
          <ac:spMkLst>
            <pc:docMk/>
            <pc:sldMk cId="3077084597" sldId="294"/>
            <ac:spMk id="1128" creationId="{A6A4B273-68E9-2B8F-CAFA-EE04F73E3E3D}"/>
          </ac:spMkLst>
        </pc:spChg>
        <pc:spChg chg="mod">
          <ac:chgData name="a46219 Lê Hải Sơn" userId="b07ee673-6122-4980-99d9-cc7dd5bb86ef" providerId="ADAL" clId="{25A24D89-CDB5-439F-81AA-71C432E97E0F}" dt="2024-05-29T08:41:35.530" v="240"/>
          <ac:spMkLst>
            <pc:docMk/>
            <pc:sldMk cId="3077084597" sldId="294"/>
            <ac:spMk id="1129" creationId="{E53030D6-BA92-9167-2A06-A3ACBAF59555}"/>
          </ac:spMkLst>
        </pc:spChg>
        <pc:spChg chg="mod">
          <ac:chgData name="a46219 Lê Hải Sơn" userId="b07ee673-6122-4980-99d9-cc7dd5bb86ef" providerId="ADAL" clId="{25A24D89-CDB5-439F-81AA-71C432E97E0F}" dt="2024-05-29T08:41:35.530" v="240"/>
          <ac:spMkLst>
            <pc:docMk/>
            <pc:sldMk cId="3077084597" sldId="294"/>
            <ac:spMk id="1130" creationId="{07CF018A-4E96-E73F-F359-A27B9A1A9E61}"/>
          </ac:spMkLst>
        </pc:spChg>
        <pc:spChg chg="mod">
          <ac:chgData name="a46219 Lê Hải Sơn" userId="b07ee673-6122-4980-99d9-cc7dd5bb86ef" providerId="ADAL" clId="{25A24D89-CDB5-439F-81AA-71C432E97E0F}" dt="2024-05-29T08:41:35.530" v="240"/>
          <ac:spMkLst>
            <pc:docMk/>
            <pc:sldMk cId="3077084597" sldId="294"/>
            <ac:spMk id="1131" creationId="{BB065446-906F-1CE8-9422-6ACA50B3F9A5}"/>
          </ac:spMkLst>
        </pc:spChg>
        <pc:spChg chg="mod">
          <ac:chgData name="a46219 Lê Hải Sơn" userId="b07ee673-6122-4980-99d9-cc7dd5bb86ef" providerId="ADAL" clId="{25A24D89-CDB5-439F-81AA-71C432E97E0F}" dt="2024-05-29T08:41:35.530" v="240"/>
          <ac:spMkLst>
            <pc:docMk/>
            <pc:sldMk cId="3077084597" sldId="294"/>
            <ac:spMk id="1132" creationId="{B391F9C8-7DA5-B043-6E1C-F026E42EF43F}"/>
          </ac:spMkLst>
        </pc:spChg>
        <pc:spChg chg="mod">
          <ac:chgData name="a46219 Lê Hải Sơn" userId="b07ee673-6122-4980-99d9-cc7dd5bb86ef" providerId="ADAL" clId="{25A24D89-CDB5-439F-81AA-71C432E97E0F}" dt="2024-05-29T08:41:35.530" v="240"/>
          <ac:spMkLst>
            <pc:docMk/>
            <pc:sldMk cId="3077084597" sldId="294"/>
            <ac:spMk id="1133" creationId="{E434F8D4-5F88-2DF3-B8D5-C22E3618F997}"/>
          </ac:spMkLst>
        </pc:spChg>
        <pc:spChg chg="mod">
          <ac:chgData name="a46219 Lê Hải Sơn" userId="b07ee673-6122-4980-99d9-cc7dd5bb86ef" providerId="ADAL" clId="{25A24D89-CDB5-439F-81AA-71C432E97E0F}" dt="2024-05-29T08:41:35.530" v="240"/>
          <ac:spMkLst>
            <pc:docMk/>
            <pc:sldMk cId="3077084597" sldId="294"/>
            <ac:spMk id="1134" creationId="{A5912C32-D432-0255-A6CF-BC61C95A5E92}"/>
          </ac:spMkLst>
        </pc:spChg>
        <pc:spChg chg="mod">
          <ac:chgData name="a46219 Lê Hải Sơn" userId="b07ee673-6122-4980-99d9-cc7dd5bb86ef" providerId="ADAL" clId="{25A24D89-CDB5-439F-81AA-71C432E97E0F}" dt="2024-05-29T08:41:35.530" v="240"/>
          <ac:spMkLst>
            <pc:docMk/>
            <pc:sldMk cId="3077084597" sldId="294"/>
            <ac:spMk id="1135" creationId="{16D67A3B-6BC2-ED88-7267-5A6F94B5D1B7}"/>
          </ac:spMkLst>
        </pc:spChg>
        <pc:spChg chg="mod">
          <ac:chgData name="a46219 Lê Hải Sơn" userId="b07ee673-6122-4980-99d9-cc7dd5bb86ef" providerId="ADAL" clId="{25A24D89-CDB5-439F-81AA-71C432E97E0F}" dt="2024-05-29T08:41:35.530" v="240"/>
          <ac:spMkLst>
            <pc:docMk/>
            <pc:sldMk cId="3077084597" sldId="294"/>
            <ac:spMk id="1136" creationId="{B4A4CCCB-8A0A-3382-CFB6-B3DECFCACB0E}"/>
          </ac:spMkLst>
        </pc:spChg>
        <pc:spChg chg="mod">
          <ac:chgData name="a46219 Lê Hải Sơn" userId="b07ee673-6122-4980-99d9-cc7dd5bb86ef" providerId="ADAL" clId="{25A24D89-CDB5-439F-81AA-71C432E97E0F}" dt="2024-05-29T08:41:35.530" v="240"/>
          <ac:spMkLst>
            <pc:docMk/>
            <pc:sldMk cId="3077084597" sldId="294"/>
            <ac:spMk id="1137" creationId="{62E686C7-2736-D02B-8436-64A92E9BD5CD}"/>
          </ac:spMkLst>
        </pc:spChg>
        <pc:spChg chg="mod">
          <ac:chgData name="a46219 Lê Hải Sơn" userId="b07ee673-6122-4980-99d9-cc7dd5bb86ef" providerId="ADAL" clId="{25A24D89-CDB5-439F-81AA-71C432E97E0F}" dt="2024-05-29T08:41:35.530" v="240"/>
          <ac:spMkLst>
            <pc:docMk/>
            <pc:sldMk cId="3077084597" sldId="294"/>
            <ac:spMk id="1138" creationId="{7930EFFA-EB24-6FC8-317B-EB36F41F0A54}"/>
          </ac:spMkLst>
        </pc:spChg>
        <pc:spChg chg="mod">
          <ac:chgData name="a46219 Lê Hải Sơn" userId="b07ee673-6122-4980-99d9-cc7dd5bb86ef" providerId="ADAL" clId="{25A24D89-CDB5-439F-81AA-71C432E97E0F}" dt="2024-05-29T08:41:35.530" v="240"/>
          <ac:spMkLst>
            <pc:docMk/>
            <pc:sldMk cId="3077084597" sldId="294"/>
            <ac:spMk id="1139" creationId="{587C1454-8685-072E-D4DC-71918D8DCA6A}"/>
          </ac:spMkLst>
        </pc:spChg>
        <pc:spChg chg="mod">
          <ac:chgData name="a46219 Lê Hải Sơn" userId="b07ee673-6122-4980-99d9-cc7dd5bb86ef" providerId="ADAL" clId="{25A24D89-CDB5-439F-81AA-71C432E97E0F}" dt="2024-05-29T08:41:35.530" v="240"/>
          <ac:spMkLst>
            <pc:docMk/>
            <pc:sldMk cId="3077084597" sldId="294"/>
            <ac:spMk id="1140" creationId="{7AB06A1E-94AF-F8D0-C445-BBC0F93D7E7B}"/>
          </ac:spMkLst>
        </pc:spChg>
        <pc:spChg chg="mod">
          <ac:chgData name="a46219 Lê Hải Sơn" userId="b07ee673-6122-4980-99d9-cc7dd5bb86ef" providerId="ADAL" clId="{25A24D89-CDB5-439F-81AA-71C432E97E0F}" dt="2024-05-29T08:41:35.530" v="240"/>
          <ac:spMkLst>
            <pc:docMk/>
            <pc:sldMk cId="3077084597" sldId="294"/>
            <ac:spMk id="1141" creationId="{25584602-58B5-4288-9526-145AAB4E616B}"/>
          </ac:spMkLst>
        </pc:spChg>
        <pc:spChg chg="mod">
          <ac:chgData name="a46219 Lê Hải Sơn" userId="b07ee673-6122-4980-99d9-cc7dd5bb86ef" providerId="ADAL" clId="{25A24D89-CDB5-439F-81AA-71C432E97E0F}" dt="2024-05-29T08:41:35.530" v="240"/>
          <ac:spMkLst>
            <pc:docMk/>
            <pc:sldMk cId="3077084597" sldId="294"/>
            <ac:spMk id="1142" creationId="{66CF9AA3-EF7A-31D2-1EE9-19B196DF6949}"/>
          </ac:spMkLst>
        </pc:spChg>
        <pc:spChg chg="mod">
          <ac:chgData name="a46219 Lê Hải Sơn" userId="b07ee673-6122-4980-99d9-cc7dd5bb86ef" providerId="ADAL" clId="{25A24D89-CDB5-439F-81AA-71C432E97E0F}" dt="2024-05-29T08:41:35.530" v="240"/>
          <ac:spMkLst>
            <pc:docMk/>
            <pc:sldMk cId="3077084597" sldId="294"/>
            <ac:spMk id="1143" creationId="{4F088E87-87F1-BAE5-2F0F-144452E91D10}"/>
          </ac:spMkLst>
        </pc:spChg>
        <pc:spChg chg="mod">
          <ac:chgData name="a46219 Lê Hải Sơn" userId="b07ee673-6122-4980-99d9-cc7dd5bb86ef" providerId="ADAL" clId="{25A24D89-CDB5-439F-81AA-71C432E97E0F}" dt="2024-05-29T08:41:35.530" v="240"/>
          <ac:spMkLst>
            <pc:docMk/>
            <pc:sldMk cId="3077084597" sldId="294"/>
            <ac:spMk id="1144" creationId="{62605BAF-A85D-9E74-21D1-B442D1485651}"/>
          </ac:spMkLst>
        </pc:spChg>
        <pc:spChg chg="mod">
          <ac:chgData name="a46219 Lê Hải Sơn" userId="b07ee673-6122-4980-99d9-cc7dd5bb86ef" providerId="ADAL" clId="{25A24D89-CDB5-439F-81AA-71C432E97E0F}" dt="2024-05-29T08:41:35.530" v="240"/>
          <ac:spMkLst>
            <pc:docMk/>
            <pc:sldMk cId="3077084597" sldId="294"/>
            <ac:spMk id="1145" creationId="{96BC1682-80DE-E67B-0116-82F147CDB379}"/>
          </ac:spMkLst>
        </pc:spChg>
        <pc:spChg chg="mod">
          <ac:chgData name="a46219 Lê Hải Sơn" userId="b07ee673-6122-4980-99d9-cc7dd5bb86ef" providerId="ADAL" clId="{25A24D89-CDB5-439F-81AA-71C432E97E0F}" dt="2024-05-29T08:41:35.530" v="240"/>
          <ac:spMkLst>
            <pc:docMk/>
            <pc:sldMk cId="3077084597" sldId="294"/>
            <ac:spMk id="1146" creationId="{9E3B4A69-6204-DABC-42A5-EF227825EBD5}"/>
          </ac:spMkLst>
        </pc:spChg>
        <pc:spChg chg="mod">
          <ac:chgData name="a46219 Lê Hải Sơn" userId="b07ee673-6122-4980-99d9-cc7dd5bb86ef" providerId="ADAL" clId="{25A24D89-CDB5-439F-81AA-71C432E97E0F}" dt="2024-05-29T08:41:35.530" v="240"/>
          <ac:spMkLst>
            <pc:docMk/>
            <pc:sldMk cId="3077084597" sldId="294"/>
            <ac:spMk id="1147" creationId="{D638896C-54B0-43C2-F1DB-977ED00B3EE0}"/>
          </ac:spMkLst>
        </pc:spChg>
        <pc:spChg chg="mod">
          <ac:chgData name="a46219 Lê Hải Sơn" userId="b07ee673-6122-4980-99d9-cc7dd5bb86ef" providerId="ADAL" clId="{25A24D89-CDB5-439F-81AA-71C432E97E0F}" dt="2024-05-29T08:41:35.530" v="240"/>
          <ac:spMkLst>
            <pc:docMk/>
            <pc:sldMk cId="3077084597" sldId="294"/>
            <ac:spMk id="1148" creationId="{80EA97F5-6F02-E735-393E-4B685801E8BD}"/>
          </ac:spMkLst>
        </pc:spChg>
        <pc:spChg chg="mod">
          <ac:chgData name="a46219 Lê Hải Sơn" userId="b07ee673-6122-4980-99d9-cc7dd5bb86ef" providerId="ADAL" clId="{25A24D89-CDB5-439F-81AA-71C432E97E0F}" dt="2024-05-29T08:41:35.530" v="240"/>
          <ac:spMkLst>
            <pc:docMk/>
            <pc:sldMk cId="3077084597" sldId="294"/>
            <ac:spMk id="1149" creationId="{C72D370D-F8E1-2E77-A6FD-050D86B33CAA}"/>
          </ac:spMkLst>
        </pc:spChg>
        <pc:spChg chg="mod">
          <ac:chgData name="a46219 Lê Hải Sơn" userId="b07ee673-6122-4980-99d9-cc7dd5bb86ef" providerId="ADAL" clId="{25A24D89-CDB5-439F-81AA-71C432E97E0F}" dt="2024-05-29T08:41:35.530" v="240"/>
          <ac:spMkLst>
            <pc:docMk/>
            <pc:sldMk cId="3077084597" sldId="294"/>
            <ac:spMk id="1150" creationId="{E328AD96-59CB-3FC3-8CF3-16322B89DEC1}"/>
          </ac:spMkLst>
        </pc:spChg>
        <pc:spChg chg="mod">
          <ac:chgData name="a46219 Lê Hải Sơn" userId="b07ee673-6122-4980-99d9-cc7dd5bb86ef" providerId="ADAL" clId="{25A24D89-CDB5-439F-81AA-71C432E97E0F}" dt="2024-05-29T08:41:35.530" v="240"/>
          <ac:spMkLst>
            <pc:docMk/>
            <pc:sldMk cId="3077084597" sldId="294"/>
            <ac:spMk id="1151" creationId="{918C34A6-B518-32E6-8B19-1569FEBE002E}"/>
          </ac:spMkLst>
        </pc:spChg>
        <pc:spChg chg="mod">
          <ac:chgData name="a46219 Lê Hải Sơn" userId="b07ee673-6122-4980-99d9-cc7dd5bb86ef" providerId="ADAL" clId="{25A24D89-CDB5-439F-81AA-71C432E97E0F}" dt="2024-05-29T08:41:35.530" v="240"/>
          <ac:spMkLst>
            <pc:docMk/>
            <pc:sldMk cId="3077084597" sldId="294"/>
            <ac:spMk id="1152" creationId="{B4F10D7A-8CBA-71CE-DFE6-6C8E6FD9EEF8}"/>
          </ac:spMkLst>
        </pc:spChg>
        <pc:spChg chg="mod">
          <ac:chgData name="a46219 Lê Hải Sơn" userId="b07ee673-6122-4980-99d9-cc7dd5bb86ef" providerId="ADAL" clId="{25A24D89-CDB5-439F-81AA-71C432E97E0F}" dt="2024-05-29T08:41:35.530" v="240"/>
          <ac:spMkLst>
            <pc:docMk/>
            <pc:sldMk cId="3077084597" sldId="294"/>
            <ac:spMk id="1153" creationId="{AD61B187-4465-08A0-CBDB-D945DCF26809}"/>
          </ac:spMkLst>
        </pc:spChg>
        <pc:spChg chg="mod">
          <ac:chgData name="a46219 Lê Hải Sơn" userId="b07ee673-6122-4980-99d9-cc7dd5bb86ef" providerId="ADAL" clId="{25A24D89-CDB5-439F-81AA-71C432E97E0F}" dt="2024-05-29T08:41:35.530" v="240"/>
          <ac:spMkLst>
            <pc:docMk/>
            <pc:sldMk cId="3077084597" sldId="294"/>
            <ac:spMk id="1154" creationId="{C2521FA4-BD50-B66D-6A36-D83BFA533328}"/>
          </ac:spMkLst>
        </pc:spChg>
        <pc:spChg chg="mod">
          <ac:chgData name="a46219 Lê Hải Sơn" userId="b07ee673-6122-4980-99d9-cc7dd5bb86ef" providerId="ADAL" clId="{25A24D89-CDB5-439F-81AA-71C432E97E0F}" dt="2024-05-29T08:41:35.530" v="240"/>
          <ac:spMkLst>
            <pc:docMk/>
            <pc:sldMk cId="3077084597" sldId="294"/>
            <ac:spMk id="1155" creationId="{397D1D5D-408B-5607-3096-1D23D5453767}"/>
          </ac:spMkLst>
        </pc:spChg>
        <pc:spChg chg="mod">
          <ac:chgData name="a46219 Lê Hải Sơn" userId="b07ee673-6122-4980-99d9-cc7dd5bb86ef" providerId="ADAL" clId="{25A24D89-CDB5-439F-81AA-71C432E97E0F}" dt="2024-05-29T08:41:35.530" v="240"/>
          <ac:spMkLst>
            <pc:docMk/>
            <pc:sldMk cId="3077084597" sldId="294"/>
            <ac:spMk id="1156" creationId="{621D3BF3-0332-9DEC-42DC-C96E0A486814}"/>
          </ac:spMkLst>
        </pc:spChg>
        <pc:spChg chg="mod">
          <ac:chgData name="a46219 Lê Hải Sơn" userId="b07ee673-6122-4980-99d9-cc7dd5bb86ef" providerId="ADAL" clId="{25A24D89-CDB5-439F-81AA-71C432E97E0F}" dt="2024-05-29T08:41:35.530" v="240"/>
          <ac:spMkLst>
            <pc:docMk/>
            <pc:sldMk cId="3077084597" sldId="294"/>
            <ac:spMk id="1157" creationId="{B75CCC82-1461-FEFF-95EA-AD3423BDCE8A}"/>
          </ac:spMkLst>
        </pc:spChg>
        <pc:spChg chg="mod">
          <ac:chgData name="a46219 Lê Hải Sơn" userId="b07ee673-6122-4980-99d9-cc7dd5bb86ef" providerId="ADAL" clId="{25A24D89-CDB5-439F-81AA-71C432E97E0F}" dt="2024-05-29T08:41:35.530" v="240"/>
          <ac:spMkLst>
            <pc:docMk/>
            <pc:sldMk cId="3077084597" sldId="294"/>
            <ac:spMk id="1158" creationId="{32EFE5DE-4250-98B4-DD13-26386BD1996F}"/>
          </ac:spMkLst>
        </pc:spChg>
        <pc:spChg chg="mod">
          <ac:chgData name="a46219 Lê Hải Sơn" userId="b07ee673-6122-4980-99d9-cc7dd5bb86ef" providerId="ADAL" clId="{25A24D89-CDB5-439F-81AA-71C432E97E0F}" dt="2024-05-29T08:41:35.530" v="240"/>
          <ac:spMkLst>
            <pc:docMk/>
            <pc:sldMk cId="3077084597" sldId="294"/>
            <ac:spMk id="1159" creationId="{FBA4EDB3-C958-9189-B90C-60307029C710}"/>
          </ac:spMkLst>
        </pc:spChg>
        <pc:spChg chg="mod">
          <ac:chgData name="a46219 Lê Hải Sơn" userId="b07ee673-6122-4980-99d9-cc7dd5bb86ef" providerId="ADAL" clId="{25A24D89-CDB5-439F-81AA-71C432E97E0F}" dt="2024-05-29T08:41:35.530" v="240"/>
          <ac:spMkLst>
            <pc:docMk/>
            <pc:sldMk cId="3077084597" sldId="294"/>
            <ac:spMk id="1160" creationId="{C820DA1B-9299-9532-A78A-A2AA41997C70}"/>
          </ac:spMkLst>
        </pc:spChg>
        <pc:spChg chg="mod">
          <ac:chgData name="a46219 Lê Hải Sơn" userId="b07ee673-6122-4980-99d9-cc7dd5bb86ef" providerId="ADAL" clId="{25A24D89-CDB5-439F-81AA-71C432E97E0F}" dt="2024-05-29T08:41:35.530" v="240"/>
          <ac:spMkLst>
            <pc:docMk/>
            <pc:sldMk cId="3077084597" sldId="294"/>
            <ac:spMk id="1161" creationId="{5F631DDE-0479-AEDF-B33E-FCCCA00F2618}"/>
          </ac:spMkLst>
        </pc:spChg>
        <pc:spChg chg="mod">
          <ac:chgData name="a46219 Lê Hải Sơn" userId="b07ee673-6122-4980-99d9-cc7dd5bb86ef" providerId="ADAL" clId="{25A24D89-CDB5-439F-81AA-71C432E97E0F}" dt="2024-05-29T08:41:35.530" v="240"/>
          <ac:spMkLst>
            <pc:docMk/>
            <pc:sldMk cId="3077084597" sldId="294"/>
            <ac:spMk id="1162" creationId="{87F24529-1F09-168D-62CF-204F2604CEA7}"/>
          </ac:spMkLst>
        </pc:spChg>
        <pc:spChg chg="mod">
          <ac:chgData name="a46219 Lê Hải Sơn" userId="b07ee673-6122-4980-99d9-cc7dd5bb86ef" providerId="ADAL" clId="{25A24D89-CDB5-439F-81AA-71C432E97E0F}" dt="2024-05-29T08:41:35.530" v="240"/>
          <ac:spMkLst>
            <pc:docMk/>
            <pc:sldMk cId="3077084597" sldId="294"/>
            <ac:spMk id="1163" creationId="{361B172E-38A1-47F9-2EEA-5D453681B87C}"/>
          </ac:spMkLst>
        </pc:spChg>
        <pc:spChg chg="mod">
          <ac:chgData name="a46219 Lê Hải Sơn" userId="b07ee673-6122-4980-99d9-cc7dd5bb86ef" providerId="ADAL" clId="{25A24D89-CDB5-439F-81AA-71C432E97E0F}" dt="2024-05-29T08:41:35.530" v="240"/>
          <ac:spMkLst>
            <pc:docMk/>
            <pc:sldMk cId="3077084597" sldId="294"/>
            <ac:spMk id="1164" creationId="{2D337BC9-35AA-E0BF-8B6C-7CAAFC4AA102}"/>
          </ac:spMkLst>
        </pc:spChg>
        <pc:spChg chg="mod">
          <ac:chgData name="a46219 Lê Hải Sơn" userId="b07ee673-6122-4980-99d9-cc7dd5bb86ef" providerId="ADAL" clId="{25A24D89-CDB5-439F-81AA-71C432E97E0F}" dt="2024-05-29T08:41:35.530" v="240"/>
          <ac:spMkLst>
            <pc:docMk/>
            <pc:sldMk cId="3077084597" sldId="294"/>
            <ac:spMk id="1165" creationId="{5162E659-E78D-1C6A-9F74-1E3FE3EAEC24}"/>
          </ac:spMkLst>
        </pc:spChg>
        <pc:spChg chg="mod">
          <ac:chgData name="a46219 Lê Hải Sơn" userId="b07ee673-6122-4980-99d9-cc7dd5bb86ef" providerId="ADAL" clId="{25A24D89-CDB5-439F-81AA-71C432E97E0F}" dt="2024-05-29T08:41:35.530" v="240"/>
          <ac:spMkLst>
            <pc:docMk/>
            <pc:sldMk cId="3077084597" sldId="294"/>
            <ac:spMk id="1166" creationId="{B6643F1C-A4F3-B9C4-7A98-4C1EBFB0C30B}"/>
          </ac:spMkLst>
        </pc:spChg>
        <pc:spChg chg="mod">
          <ac:chgData name="a46219 Lê Hải Sơn" userId="b07ee673-6122-4980-99d9-cc7dd5bb86ef" providerId="ADAL" clId="{25A24D89-CDB5-439F-81AA-71C432E97E0F}" dt="2024-05-29T08:41:35.530" v="240"/>
          <ac:spMkLst>
            <pc:docMk/>
            <pc:sldMk cId="3077084597" sldId="294"/>
            <ac:spMk id="1167" creationId="{B43E6FC1-8752-3FF1-F9FE-F9018E1D9DB8}"/>
          </ac:spMkLst>
        </pc:spChg>
        <pc:spChg chg="mod">
          <ac:chgData name="a46219 Lê Hải Sơn" userId="b07ee673-6122-4980-99d9-cc7dd5bb86ef" providerId="ADAL" clId="{25A24D89-CDB5-439F-81AA-71C432E97E0F}" dt="2024-05-29T08:41:35.530" v="240"/>
          <ac:spMkLst>
            <pc:docMk/>
            <pc:sldMk cId="3077084597" sldId="294"/>
            <ac:spMk id="1168" creationId="{589A688D-5DA6-766C-8B10-D19D424DDBD5}"/>
          </ac:spMkLst>
        </pc:spChg>
        <pc:spChg chg="mod">
          <ac:chgData name="a46219 Lê Hải Sơn" userId="b07ee673-6122-4980-99d9-cc7dd5bb86ef" providerId="ADAL" clId="{25A24D89-CDB5-439F-81AA-71C432E97E0F}" dt="2024-05-29T08:41:35.530" v="240"/>
          <ac:spMkLst>
            <pc:docMk/>
            <pc:sldMk cId="3077084597" sldId="294"/>
            <ac:spMk id="1169" creationId="{2EB45BED-6D83-E0D9-8897-5EB93F65DDEB}"/>
          </ac:spMkLst>
        </pc:spChg>
        <pc:spChg chg="mod">
          <ac:chgData name="a46219 Lê Hải Sơn" userId="b07ee673-6122-4980-99d9-cc7dd5bb86ef" providerId="ADAL" clId="{25A24D89-CDB5-439F-81AA-71C432E97E0F}" dt="2024-05-29T08:41:35.530" v="240"/>
          <ac:spMkLst>
            <pc:docMk/>
            <pc:sldMk cId="3077084597" sldId="294"/>
            <ac:spMk id="1170" creationId="{58788F8B-2348-185E-60C2-33F454712191}"/>
          </ac:spMkLst>
        </pc:spChg>
        <pc:spChg chg="mod">
          <ac:chgData name="a46219 Lê Hải Sơn" userId="b07ee673-6122-4980-99d9-cc7dd5bb86ef" providerId="ADAL" clId="{25A24D89-CDB5-439F-81AA-71C432E97E0F}" dt="2024-05-29T08:41:35.530" v="240"/>
          <ac:spMkLst>
            <pc:docMk/>
            <pc:sldMk cId="3077084597" sldId="294"/>
            <ac:spMk id="1171" creationId="{216CBB9E-D52D-88D2-9A24-52BDB4D5A430}"/>
          </ac:spMkLst>
        </pc:spChg>
        <pc:spChg chg="mod">
          <ac:chgData name="a46219 Lê Hải Sơn" userId="b07ee673-6122-4980-99d9-cc7dd5bb86ef" providerId="ADAL" clId="{25A24D89-CDB5-439F-81AA-71C432E97E0F}" dt="2024-05-29T08:41:35.530" v="240"/>
          <ac:spMkLst>
            <pc:docMk/>
            <pc:sldMk cId="3077084597" sldId="294"/>
            <ac:spMk id="1172" creationId="{C8DF8972-B882-4DEE-C3FF-24D7D3B91F89}"/>
          </ac:spMkLst>
        </pc:spChg>
        <pc:spChg chg="mod">
          <ac:chgData name="a46219 Lê Hải Sơn" userId="b07ee673-6122-4980-99d9-cc7dd5bb86ef" providerId="ADAL" clId="{25A24D89-CDB5-439F-81AA-71C432E97E0F}" dt="2024-05-29T08:41:35.530" v="240"/>
          <ac:spMkLst>
            <pc:docMk/>
            <pc:sldMk cId="3077084597" sldId="294"/>
            <ac:spMk id="1173" creationId="{CE495766-23DB-8D14-4801-E23D1DC422D4}"/>
          </ac:spMkLst>
        </pc:spChg>
        <pc:spChg chg="mod">
          <ac:chgData name="a46219 Lê Hải Sơn" userId="b07ee673-6122-4980-99d9-cc7dd5bb86ef" providerId="ADAL" clId="{25A24D89-CDB5-439F-81AA-71C432E97E0F}" dt="2024-05-29T08:41:35.530" v="240"/>
          <ac:spMkLst>
            <pc:docMk/>
            <pc:sldMk cId="3077084597" sldId="294"/>
            <ac:spMk id="1174" creationId="{E10CED01-1A30-4BA9-3829-DF8B5178E6B1}"/>
          </ac:spMkLst>
        </pc:spChg>
        <pc:spChg chg="mod">
          <ac:chgData name="a46219 Lê Hải Sơn" userId="b07ee673-6122-4980-99d9-cc7dd5bb86ef" providerId="ADAL" clId="{25A24D89-CDB5-439F-81AA-71C432E97E0F}" dt="2024-05-29T08:41:35.530" v="240"/>
          <ac:spMkLst>
            <pc:docMk/>
            <pc:sldMk cId="3077084597" sldId="294"/>
            <ac:spMk id="1175" creationId="{90811834-6E33-2755-1278-491D1401C069}"/>
          </ac:spMkLst>
        </pc:spChg>
        <pc:spChg chg="mod">
          <ac:chgData name="a46219 Lê Hải Sơn" userId="b07ee673-6122-4980-99d9-cc7dd5bb86ef" providerId="ADAL" clId="{25A24D89-CDB5-439F-81AA-71C432E97E0F}" dt="2024-05-29T08:41:35.530" v="240"/>
          <ac:spMkLst>
            <pc:docMk/>
            <pc:sldMk cId="3077084597" sldId="294"/>
            <ac:spMk id="1176" creationId="{E95DBFD0-B4C5-3425-89DD-4E8917788946}"/>
          </ac:spMkLst>
        </pc:spChg>
        <pc:spChg chg="mod">
          <ac:chgData name="a46219 Lê Hải Sơn" userId="b07ee673-6122-4980-99d9-cc7dd5bb86ef" providerId="ADAL" clId="{25A24D89-CDB5-439F-81AA-71C432E97E0F}" dt="2024-05-29T08:41:35.530" v="240"/>
          <ac:spMkLst>
            <pc:docMk/>
            <pc:sldMk cId="3077084597" sldId="294"/>
            <ac:spMk id="1177" creationId="{CC7E9C6B-16DF-A7D3-868F-04693B692AB3}"/>
          </ac:spMkLst>
        </pc:spChg>
        <pc:spChg chg="mod">
          <ac:chgData name="a46219 Lê Hải Sơn" userId="b07ee673-6122-4980-99d9-cc7dd5bb86ef" providerId="ADAL" clId="{25A24D89-CDB5-439F-81AA-71C432E97E0F}" dt="2024-05-29T08:41:35.530" v="240"/>
          <ac:spMkLst>
            <pc:docMk/>
            <pc:sldMk cId="3077084597" sldId="294"/>
            <ac:spMk id="1178" creationId="{41F17F52-7564-45BB-59CF-EAAEA48A2FED}"/>
          </ac:spMkLst>
        </pc:spChg>
        <pc:spChg chg="mod">
          <ac:chgData name="a46219 Lê Hải Sơn" userId="b07ee673-6122-4980-99d9-cc7dd5bb86ef" providerId="ADAL" clId="{25A24D89-CDB5-439F-81AA-71C432E97E0F}" dt="2024-05-29T08:41:35.530" v="240"/>
          <ac:spMkLst>
            <pc:docMk/>
            <pc:sldMk cId="3077084597" sldId="294"/>
            <ac:spMk id="1179" creationId="{79BC3AD3-87C9-C8D8-601F-844262C37D59}"/>
          </ac:spMkLst>
        </pc:spChg>
        <pc:spChg chg="mod">
          <ac:chgData name="a46219 Lê Hải Sơn" userId="b07ee673-6122-4980-99d9-cc7dd5bb86ef" providerId="ADAL" clId="{25A24D89-CDB5-439F-81AA-71C432E97E0F}" dt="2024-05-29T08:41:35.530" v="240"/>
          <ac:spMkLst>
            <pc:docMk/>
            <pc:sldMk cId="3077084597" sldId="294"/>
            <ac:spMk id="1180" creationId="{2C249D91-E4C2-8B90-01A4-0743049B04CD}"/>
          </ac:spMkLst>
        </pc:spChg>
        <pc:spChg chg="mod">
          <ac:chgData name="a46219 Lê Hải Sơn" userId="b07ee673-6122-4980-99d9-cc7dd5bb86ef" providerId="ADAL" clId="{25A24D89-CDB5-439F-81AA-71C432E97E0F}" dt="2024-05-29T08:41:35.530" v="240"/>
          <ac:spMkLst>
            <pc:docMk/>
            <pc:sldMk cId="3077084597" sldId="294"/>
            <ac:spMk id="1181" creationId="{D2C02847-3BDA-FAA9-3BE6-2A23C6CB14E5}"/>
          </ac:spMkLst>
        </pc:spChg>
        <pc:spChg chg="mod">
          <ac:chgData name="a46219 Lê Hải Sơn" userId="b07ee673-6122-4980-99d9-cc7dd5bb86ef" providerId="ADAL" clId="{25A24D89-CDB5-439F-81AA-71C432E97E0F}" dt="2024-05-29T08:41:35.530" v="240"/>
          <ac:spMkLst>
            <pc:docMk/>
            <pc:sldMk cId="3077084597" sldId="294"/>
            <ac:spMk id="1182" creationId="{8AB6AA6F-0324-D733-B149-F30C9B03AB8E}"/>
          </ac:spMkLst>
        </pc:spChg>
        <pc:spChg chg="mod">
          <ac:chgData name="a46219 Lê Hải Sơn" userId="b07ee673-6122-4980-99d9-cc7dd5bb86ef" providerId="ADAL" clId="{25A24D89-CDB5-439F-81AA-71C432E97E0F}" dt="2024-05-29T08:41:35.530" v="240"/>
          <ac:spMkLst>
            <pc:docMk/>
            <pc:sldMk cId="3077084597" sldId="294"/>
            <ac:spMk id="1183" creationId="{0277A33A-0F7F-10A0-3557-3002715B7B58}"/>
          </ac:spMkLst>
        </pc:spChg>
        <pc:spChg chg="mod">
          <ac:chgData name="a46219 Lê Hải Sơn" userId="b07ee673-6122-4980-99d9-cc7dd5bb86ef" providerId="ADAL" clId="{25A24D89-CDB5-439F-81AA-71C432E97E0F}" dt="2024-05-29T08:41:35.530" v="240"/>
          <ac:spMkLst>
            <pc:docMk/>
            <pc:sldMk cId="3077084597" sldId="294"/>
            <ac:spMk id="1184" creationId="{E7C6F3EF-5651-A960-4241-235937B9A5DC}"/>
          </ac:spMkLst>
        </pc:spChg>
        <pc:spChg chg="mod">
          <ac:chgData name="a46219 Lê Hải Sơn" userId="b07ee673-6122-4980-99d9-cc7dd5bb86ef" providerId="ADAL" clId="{25A24D89-CDB5-439F-81AA-71C432E97E0F}" dt="2024-05-29T08:41:35.530" v="240"/>
          <ac:spMkLst>
            <pc:docMk/>
            <pc:sldMk cId="3077084597" sldId="294"/>
            <ac:spMk id="1185" creationId="{EF4723E1-05DC-EC92-12FD-480489C0D794}"/>
          </ac:spMkLst>
        </pc:spChg>
        <pc:spChg chg="mod">
          <ac:chgData name="a46219 Lê Hải Sơn" userId="b07ee673-6122-4980-99d9-cc7dd5bb86ef" providerId="ADAL" clId="{25A24D89-CDB5-439F-81AA-71C432E97E0F}" dt="2024-05-29T08:41:35.530" v="240"/>
          <ac:spMkLst>
            <pc:docMk/>
            <pc:sldMk cId="3077084597" sldId="294"/>
            <ac:spMk id="1186" creationId="{A4492B3F-D6CE-20D4-AE4B-49289A4BFA9B}"/>
          </ac:spMkLst>
        </pc:spChg>
        <pc:spChg chg="mod">
          <ac:chgData name="a46219 Lê Hải Sơn" userId="b07ee673-6122-4980-99d9-cc7dd5bb86ef" providerId="ADAL" clId="{25A24D89-CDB5-439F-81AA-71C432E97E0F}" dt="2024-05-29T08:41:35.530" v="240"/>
          <ac:spMkLst>
            <pc:docMk/>
            <pc:sldMk cId="3077084597" sldId="294"/>
            <ac:spMk id="1187" creationId="{9717EF87-5B44-5C08-1579-D74E05C71409}"/>
          </ac:spMkLst>
        </pc:spChg>
        <pc:spChg chg="mod">
          <ac:chgData name="a46219 Lê Hải Sơn" userId="b07ee673-6122-4980-99d9-cc7dd5bb86ef" providerId="ADAL" clId="{25A24D89-CDB5-439F-81AA-71C432E97E0F}" dt="2024-05-29T08:41:35.530" v="240"/>
          <ac:spMkLst>
            <pc:docMk/>
            <pc:sldMk cId="3077084597" sldId="294"/>
            <ac:spMk id="1188" creationId="{45F46290-E707-6248-BD25-857B3C797A03}"/>
          </ac:spMkLst>
        </pc:spChg>
        <pc:spChg chg="mod">
          <ac:chgData name="a46219 Lê Hải Sơn" userId="b07ee673-6122-4980-99d9-cc7dd5bb86ef" providerId="ADAL" clId="{25A24D89-CDB5-439F-81AA-71C432E97E0F}" dt="2024-05-29T08:41:35.530" v="240"/>
          <ac:spMkLst>
            <pc:docMk/>
            <pc:sldMk cId="3077084597" sldId="294"/>
            <ac:spMk id="1189" creationId="{91091E35-071A-95D5-309C-3F89E0EA33A2}"/>
          </ac:spMkLst>
        </pc:spChg>
        <pc:spChg chg="mod">
          <ac:chgData name="a46219 Lê Hải Sơn" userId="b07ee673-6122-4980-99d9-cc7dd5bb86ef" providerId="ADAL" clId="{25A24D89-CDB5-439F-81AA-71C432E97E0F}" dt="2024-05-29T08:41:35.530" v="240"/>
          <ac:spMkLst>
            <pc:docMk/>
            <pc:sldMk cId="3077084597" sldId="294"/>
            <ac:spMk id="1190" creationId="{45604462-8AC8-0ACA-4380-74F2ED9D2F45}"/>
          </ac:spMkLst>
        </pc:spChg>
        <pc:spChg chg="mod">
          <ac:chgData name="a46219 Lê Hải Sơn" userId="b07ee673-6122-4980-99d9-cc7dd5bb86ef" providerId="ADAL" clId="{25A24D89-CDB5-439F-81AA-71C432E97E0F}" dt="2024-05-29T08:41:35.530" v="240"/>
          <ac:spMkLst>
            <pc:docMk/>
            <pc:sldMk cId="3077084597" sldId="294"/>
            <ac:spMk id="1191" creationId="{828A2BB9-14C6-E8D7-7738-DEA3113B1048}"/>
          </ac:spMkLst>
        </pc:spChg>
        <pc:spChg chg="mod">
          <ac:chgData name="a46219 Lê Hải Sơn" userId="b07ee673-6122-4980-99d9-cc7dd5bb86ef" providerId="ADAL" clId="{25A24D89-CDB5-439F-81AA-71C432E97E0F}" dt="2024-05-29T08:41:35.530" v="240"/>
          <ac:spMkLst>
            <pc:docMk/>
            <pc:sldMk cId="3077084597" sldId="294"/>
            <ac:spMk id="1192" creationId="{0782C71F-64C7-69A3-F0E3-A3DA40A7DA57}"/>
          </ac:spMkLst>
        </pc:spChg>
        <pc:spChg chg="mod">
          <ac:chgData name="a46219 Lê Hải Sơn" userId="b07ee673-6122-4980-99d9-cc7dd5bb86ef" providerId="ADAL" clId="{25A24D89-CDB5-439F-81AA-71C432E97E0F}" dt="2024-05-29T08:41:35.530" v="240"/>
          <ac:spMkLst>
            <pc:docMk/>
            <pc:sldMk cId="3077084597" sldId="294"/>
            <ac:spMk id="1193" creationId="{F46BE1BB-FD3D-25DF-7561-811379E88D36}"/>
          </ac:spMkLst>
        </pc:spChg>
        <pc:spChg chg="mod">
          <ac:chgData name="a46219 Lê Hải Sơn" userId="b07ee673-6122-4980-99d9-cc7dd5bb86ef" providerId="ADAL" clId="{25A24D89-CDB5-439F-81AA-71C432E97E0F}" dt="2024-05-29T08:41:35.530" v="240"/>
          <ac:spMkLst>
            <pc:docMk/>
            <pc:sldMk cId="3077084597" sldId="294"/>
            <ac:spMk id="1194" creationId="{9D262453-E995-97BF-8017-2591907620AB}"/>
          </ac:spMkLst>
        </pc:spChg>
        <pc:spChg chg="mod">
          <ac:chgData name="a46219 Lê Hải Sơn" userId="b07ee673-6122-4980-99d9-cc7dd5bb86ef" providerId="ADAL" clId="{25A24D89-CDB5-439F-81AA-71C432E97E0F}" dt="2024-05-29T08:41:35.530" v="240"/>
          <ac:spMkLst>
            <pc:docMk/>
            <pc:sldMk cId="3077084597" sldId="294"/>
            <ac:spMk id="1195" creationId="{6158CB4F-4D95-9E0D-9F61-B1FAF91028F1}"/>
          </ac:spMkLst>
        </pc:spChg>
        <pc:spChg chg="mod">
          <ac:chgData name="a46219 Lê Hải Sơn" userId="b07ee673-6122-4980-99d9-cc7dd5bb86ef" providerId="ADAL" clId="{25A24D89-CDB5-439F-81AA-71C432E97E0F}" dt="2024-05-29T08:41:35.530" v="240"/>
          <ac:spMkLst>
            <pc:docMk/>
            <pc:sldMk cId="3077084597" sldId="294"/>
            <ac:spMk id="1196" creationId="{695B7021-9B4C-7775-FA82-23861F7F72F8}"/>
          </ac:spMkLst>
        </pc:spChg>
        <pc:spChg chg="mod">
          <ac:chgData name="a46219 Lê Hải Sơn" userId="b07ee673-6122-4980-99d9-cc7dd5bb86ef" providerId="ADAL" clId="{25A24D89-CDB5-439F-81AA-71C432E97E0F}" dt="2024-05-29T08:41:35.530" v="240"/>
          <ac:spMkLst>
            <pc:docMk/>
            <pc:sldMk cId="3077084597" sldId="294"/>
            <ac:spMk id="1197" creationId="{03847B40-8795-9573-C167-2E5381D1D75E}"/>
          </ac:spMkLst>
        </pc:spChg>
        <pc:spChg chg="mod">
          <ac:chgData name="a46219 Lê Hải Sơn" userId="b07ee673-6122-4980-99d9-cc7dd5bb86ef" providerId="ADAL" clId="{25A24D89-CDB5-439F-81AA-71C432E97E0F}" dt="2024-05-29T08:41:35.530" v="240"/>
          <ac:spMkLst>
            <pc:docMk/>
            <pc:sldMk cId="3077084597" sldId="294"/>
            <ac:spMk id="1198" creationId="{DCF1D0E2-1825-F481-7640-37CB2DC38873}"/>
          </ac:spMkLst>
        </pc:spChg>
        <pc:spChg chg="mod">
          <ac:chgData name="a46219 Lê Hải Sơn" userId="b07ee673-6122-4980-99d9-cc7dd5bb86ef" providerId="ADAL" clId="{25A24D89-CDB5-439F-81AA-71C432E97E0F}" dt="2024-05-29T08:41:35.530" v="240"/>
          <ac:spMkLst>
            <pc:docMk/>
            <pc:sldMk cId="3077084597" sldId="294"/>
            <ac:spMk id="1199" creationId="{4C4166A9-5B84-8656-55E8-B3C832FC3794}"/>
          </ac:spMkLst>
        </pc:spChg>
        <pc:spChg chg="mod">
          <ac:chgData name="a46219 Lê Hải Sơn" userId="b07ee673-6122-4980-99d9-cc7dd5bb86ef" providerId="ADAL" clId="{25A24D89-CDB5-439F-81AA-71C432E97E0F}" dt="2024-05-29T08:41:35.530" v="240"/>
          <ac:spMkLst>
            <pc:docMk/>
            <pc:sldMk cId="3077084597" sldId="294"/>
            <ac:spMk id="1200" creationId="{81E02F66-5E16-AFB8-16EC-633E56CA05CD}"/>
          </ac:spMkLst>
        </pc:spChg>
        <pc:spChg chg="mod">
          <ac:chgData name="a46219 Lê Hải Sơn" userId="b07ee673-6122-4980-99d9-cc7dd5bb86ef" providerId="ADAL" clId="{25A24D89-CDB5-439F-81AA-71C432E97E0F}" dt="2024-05-29T08:41:35.530" v="240"/>
          <ac:spMkLst>
            <pc:docMk/>
            <pc:sldMk cId="3077084597" sldId="294"/>
            <ac:spMk id="1201" creationId="{7BC58D20-46F9-9819-8E64-8CB5E91FB023}"/>
          </ac:spMkLst>
        </pc:spChg>
        <pc:grpChg chg="add mod">
          <ac:chgData name="a46219 Lê Hải Sơn" userId="b07ee673-6122-4980-99d9-cc7dd5bb86ef" providerId="ADAL" clId="{25A24D89-CDB5-439F-81AA-71C432E97E0F}" dt="2024-05-29T08:41:22.517" v="233"/>
          <ac:grpSpMkLst>
            <pc:docMk/>
            <pc:sldMk cId="3077084597" sldId="294"/>
            <ac:grpSpMk id="2" creationId="{22F82F44-5C84-71B8-878A-34A9368A2E11}"/>
          </ac:grpSpMkLst>
        </pc:grpChg>
        <pc:grpChg chg="mod">
          <ac:chgData name="a46219 Lê Hải Sơn" userId="b07ee673-6122-4980-99d9-cc7dd5bb86ef" providerId="ADAL" clId="{25A24D89-CDB5-439F-81AA-71C432E97E0F}" dt="2024-05-29T08:41:22.517" v="233"/>
          <ac:grpSpMkLst>
            <pc:docMk/>
            <pc:sldMk cId="3077084597" sldId="294"/>
            <ac:grpSpMk id="3" creationId="{7C28FB9C-40FA-50A7-1F0E-4A2DF08CC42B}"/>
          </ac:grpSpMkLst>
        </pc:grpChg>
        <pc:grpChg chg="mod">
          <ac:chgData name="a46219 Lê Hải Sơn" userId="b07ee673-6122-4980-99d9-cc7dd5bb86ef" providerId="ADAL" clId="{25A24D89-CDB5-439F-81AA-71C432E97E0F}" dt="2024-05-29T08:41:22.517" v="233"/>
          <ac:grpSpMkLst>
            <pc:docMk/>
            <pc:sldMk cId="3077084597" sldId="294"/>
            <ac:grpSpMk id="5" creationId="{25BAEF8C-6491-CE15-7C6A-FEF5D15B55DB}"/>
          </ac:grpSpMkLst>
        </pc:grpChg>
        <pc:grpChg chg="mod">
          <ac:chgData name="a46219 Lê Hải Sơn" userId="b07ee673-6122-4980-99d9-cc7dd5bb86ef" providerId="ADAL" clId="{25A24D89-CDB5-439F-81AA-71C432E97E0F}" dt="2024-05-29T08:41:22.517" v="233"/>
          <ac:grpSpMkLst>
            <pc:docMk/>
            <pc:sldMk cId="3077084597" sldId="294"/>
            <ac:grpSpMk id="6" creationId="{66289203-8D5E-F8B3-95EF-FB7EB9C75978}"/>
          </ac:grpSpMkLst>
        </pc:grpChg>
        <pc:grpChg chg="mod">
          <ac:chgData name="a46219 Lê Hải Sơn" userId="b07ee673-6122-4980-99d9-cc7dd5bb86ef" providerId="ADAL" clId="{25A24D89-CDB5-439F-81AA-71C432E97E0F}" dt="2024-05-29T08:41:22.517" v="233"/>
          <ac:grpSpMkLst>
            <pc:docMk/>
            <pc:sldMk cId="3077084597" sldId="294"/>
            <ac:grpSpMk id="7" creationId="{C9CE6480-48F6-55A8-00C4-586F3F9B519E}"/>
          </ac:grpSpMkLst>
        </pc:grpChg>
        <pc:grpChg chg="mod">
          <ac:chgData name="a46219 Lê Hải Sơn" userId="b07ee673-6122-4980-99d9-cc7dd5bb86ef" providerId="ADAL" clId="{25A24D89-CDB5-439F-81AA-71C432E97E0F}" dt="2024-05-29T08:41:22.517" v="233"/>
          <ac:grpSpMkLst>
            <pc:docMk/>
            <pc:sldMk cId="3077084597" sldId="294"/>
            <ac:grpSpMk id="10" creationId="{A8588CFB-8DAA-E84B-1A8E-01AD03A03CA6}"/>
          </ac:grpSpMkLst>
        </pc:grpChg>
        <pc:grpChg chg="mod">
          <ac:chgData name="a46219 Lê Hải Sơn" userId="b07ee673-6122-4980-99d9-cc7dd5bb86ef" providerId="ADAL" clId="{25A24D89-CDB5-439F-81AA-71C432E97E0F}" dt="2024-05-29T08:41:22.517" v="233"/>
          <ac:grpSpMkLst>
            <pc:docMk/>
            <pc:sldMk cId="3077084597" sldId="294"/>
            <ac:grpSpMk id="11" creationId="{2850B91D-A60A-2027-9846-803D3CB39E19}"/>
          </ac:grpSpMkLst>
        </pc:grpChg>
        <pc:grpChg chg="mod">
          <ac:chgData name="a46219 Lê Hải Sơn" userId="b07ee673-6122-4980-99d9-cc7dd5bb86ef" providerId="ADAL" clId="{25A24D89-CDB5-439F-81AA-71C432E97E0F}" dt="2024-05-29T08:41:22.517" v="233"/>
          <ac:grpSpMkLst>
            <pc:docMk/>
            <pc:sldMk cId="3077084597" sldId="294"/>
            <ac:grpSpMk id="12" creationId="{35E7FAA3-34BD-3719-F005-155B27C83811}"/>
          </ac:grpSpMkLst>
        </pc:grpChg>
        <pc:grpChg chg="mod">
          <ac:chgData name="a46219 Lê Hải Sơn" userId="b07ee673-6122-4980-99d9-cc7dd5bb86ef" providerId="ADAL" clId="{25A24D89-CDB5-439F-81AA-71C432E97E0F}" dt="2024-05-29T08:41:22.517" v="233"/>
          <ac:grpSpMkLst>
            <pc:docMk/>
            <pc:sldMk cId="3077084597" sldId="294"/>
            <ac:grpSpMk id="15" creationId="{550AE012-5049-D9B3-BC21-7DD78BE32DD5}"/>
          </ac:grpSpMkLst>
        </pc:grpChg>
        <pc:grpChg chg="add mod">
          <ac:chgData name="a46219 Lê Hải Sơn" userId="b07ee673-6122-4980-99d9-cc7dd5bb86ef" providerId="ADAL" clId="{25A24D89-CDB5-439F-81AA-71C432E97E0F}" dt="2024-05-29T08:41:38.800" v="241" actId="1076"/>
          <ac:grpSpMkLst>
            <pc:docMk/>
            <pc:sldMk cId="3077084597" sldId="294"/>
            <ac:grpSpMk id="834" creationId="{47A49B52-1340-5D35-1D54-9B8B2FEC4485}"/>
          </ac:grpSpMkLst>
        </pc:grpChg>
        <pc:grpChg chg="del">
          <ac:chgData name="a46219 Lê Hải Sơn" userId="b07ee673-6122-4980-99d9-cc7dd5bb86ef" providerId="ADAL" clId="{25A24D89-CDB5-439F-81AA-71C432E97E0F}" dt="2024-05-29T08:41:34.602" v="239" actId="478"/>
          <ac:grpSpMkLst>
            <pc:docMk/>
            <pc:sldMk cId="3077084597" sldId="294"/>
            <ac:grpSpMk id="840" creationId="{00000000-0000-0000-0000-000000000000}"/>
          </ac:grpSpMkLst>
        </pc:grpChg>
        <pc:grpChg chg="mod">
          <ac:chgData name="a46219 Lê Hải Sơn" userId="b07ee673-6122-4980-99d9-cc7dd5bb86ef" providerId="ADAL" clId="{25A24D89-CDB5-439F-81AA-71C432E97E0F}" dt="2024-05-29T08:41:35.530" v="240"/>
          <ac:grpSpMkLst>
            <pc:docMk/>
            <pc:sldMk cId="3077084597" sldId="294"/>
            <ac:grpSpMk id="1088" creationId="{F77462A1-E940-74AA-0278-0A6D894A1448}"/>
          </ac:grpSpMkLst>
        </pc:grpChg>
        <pc:grpChg chg="mod">
          <ac:chgData name="a46219 Lê Hải Sơn" userId="b07ee673-6122-4980-99d9-cc7dd5bb86ef" providerId="ADAL" clId="{25A24D89-CDB5-439F-81AA-71C432E97E0F}" dt="2024-05-29T08:41:35.530" v="240"/>
          <ac:grpSpMkLst>
            <pc:docMk/>
            <pc:sldMk cId="3077084597" sldId="294"/>
            <ac:grpSpMk id="1089" creationId="{29C55582-A54B-89DD-B279-D8AA6E5BB6ED}"/>
          </ac:grpSpMkLst>
        </pc:grpChg>
        <pc:grpChg chg="mod">
          <ac:chgData name="a46219 Lê Hải Sơn" userId="b07ee673-6122-4980-99d9-cc7dd5bb86ef" providerId="ADAL" clId="{25A24D89-CDB5-439F-81AA-71C432E97E0F}" dt="2024-05-29T08:41:35.530" v="240"/>
          <ac:grpSpMkLst>
            <pc:docMk/>
            <pc:sldMk cId="3077084597" sldId="294"/>
            <ac:grpSpMk id="1090" creationId="{7E37305C-5ACE-7887-FBA6-CA3902A55254}"/>
          </ac:grpSpMkLst>
        </pc:grpChg>
        <pc:grpChg chg="mod">
          <ac:chgData name="a46219 Lê Hải Sơn" userId="b07ee673-6122-4980-99d9-cc7dd5bb86ef" providerId="ADAL" clId="{25A24D89-CDB5-439F-81AA-71C432E97E0F}" dt="2024-05-29T08:41:35.530" v="240"/>
          <ac:grpSpMkLst>
            <pc:docMk/>
            <pc:sldMk cId="3077084597" sldId="294"/>
            <ac:grpSpMk id="1091" creationId="{F8E452F0-B168-77EA-B084-29B1126B9003}"/>
          </ac:grpSpMkLst>
        </pc:grpChg>
        <pc:grpChg chg="mod">
          <ac:chgData name="a46219 Lê Hải Sơn" userId="b07ee673-6122-4980-99d9-cc7dd5bb86ef" providerId="ADAL" clId="{25A24D89-CDB5-439F-81AA-71C432E97E0F}" dt="2024-05-29T08:41:35.530" v="240"/>
          <ac:grpSpMkLst>
            <pc:docMk/>
            <pc:sldMk cId="3077084597" sldId="294"/>
            <ac:grpSpMk id="1094" creationId="{7F35303B-E312-D05F-C431-EA4E7211DC34}"/>
          </ac:grpSpMkLst>
        </pc:grpChg>
        <pc:grpChg chg="mod">
          <ac:chgData name="a46219 Lê Hải Sơn" userId="b07ee673-6122-4980-99d9-cc7dd5bb86ef" providerId="ADAL" clId="{25A24D89-CDB5-439F-81AA-71C432E97E0F}" dt="2024-05-29T08:41:35.530" v="240"/>
          <ac:grpSpMkLst>
            <pc:docMk/>
            <pc:sldMk cId="3077084597" sldId="294"/>
            <ac:grpSpMk id="1095" creationId="{CB2717A2-0B99-35B6-0949-916AA14DF2DA}"/>
          </ac:grpSpMkLst>
        </pc:grpChg>
        <pc:grpChg chg="mod">
          <ac:chgData name="a46219 Lê Hải Sơn" userId="b07ee673-6122-4980-99d9-cc7dd5bb86ef" providerId="ADAL" clId="{25A24D89-CDB5-439F-81AA-71C432E97E0F}" dt="2024-05-29T08:41:35.530" v="240"/>
          <ac:grpSpMkLst>
            <pc:docMk/>
            <pc:sldMk cId="3077084597" sldId="294"/>
            <ac:grpSpMk id="1096" creationId="{9C6E4D38-4A81-BD0F-DF8F-C73DD0A383EF}"/>
          </ac:grpSpMkLst>
        </pc:grpChg>
        <pc:grpChg chg="mod">
          <ac:chgData name="a46219 Lê Hải Sơn" userId="b07ee673-6122-4980-99d9-cc7dd5bb86ef" providerId="ADAL" clId="{25A24D89-CDB5-439F-81AA-71C432E97E0F}" dt="2024-05-29T08:41:35.530" v="240"/>
          <ac:grpSpMkLst>
            <pc:docMk/>
            <pc:sldMk cId="3077084597" sldId="294"/>
            <ac:grpSpMk id="1097" creationId="{6E56991C-CC8C-DDAD-1CB0-39E2BA390137}"/>
          </ac:grpSpMkLst>
        </pc:grpChg>
        <pc:picChg chg="add del mod">
          <ac:chgData name="a46219 Lê Hải Sơn" userId="b07ee673-6122-4980-99d9-cc7dd5bb86ef" providerId="ADAL" clId="{25A24D89-CDB5-439F-81AA-71C432E97E0F}" dt="2024-05-29T18:50:41.324" v="1854" actId="478"/>
          <ac:picMkLst>
            <pc:docMk/>
            <pc:sldMk cId="3077084597" sldId="294"/>
            <ac:picMk id="3" creationId="{154BF901-1E35-CA86-BD45-C1453FBAE76B}"/>
          </ac:picMkLst>
        </pc:picChg>
        <pc:picChg chg="del">
          <ac:chgData name="a46219 Lê Hải Sơn" userId="b07ee673-6122-4980-99d9-cc7dd5bb86ef" providerId="ADAL" clId="{25A24D89-CDB5-439F-81AA-71C432E97E0F}" dt="2024-05-29T16:05:32.793" v="449" actId="478"/>
          <ac:picMkLst>
            <pc:docMk/>
            <pc:sldMk cId="3077084597" sldId="294"/>
            <ac:picMk id="4" creationId="{2317B8BF-CC4E-B63D-F0FD-3DAD5D045522}"/>
          </ac:picMkLst>
        </pc:picChg>
        <pc:picChg chg="add del mod">
          <ac:chgData name="a46219 Lê Hải Sơn" userId="b07ee673-6122-4980-99d9-cc7dd5bb86ef" providerId="ADAL" clId="{25A24D89-CDB5-439F-81AA-71C432E97E0F}" dt="2024-05-29T19:02:20.348" v="1912" actId="478"/>
          <ac:picMkLst>
            <pc:docMk/>
            <pc:sldMk cId="3077084597" sldId="294"/>
            <ac:picMk id="6" creationId="{6EA92919-F7CE-EFBA-9E47-AFA5C4D20916}"/>
          </ac:picMkLst>
        </pc:picChg>
        <pc:picChg chg="add mod">
          <ac:chgData name="a46219 Lê Hải Sơn" userId="b07ee673-6122-4980-99d9-cc7dd5bb86ef" providerId="ADAL" clId="{25A24D89-CDB5-439F-81AA-71C432E97E0F}" dt="2024-05-29T19:02:24.265" v="1914" actId="1076"/>
          <ac:picMkLst>
            <pc:docMk/>
            <pc:sldMk cId="3077084597" sldId="294"/>
            <ac:picMk id="8" creationId="{8F8FE64E-88F2-0B2A-C08B-9736F6886C1E}"/>
          </ac:picMkLst>
        </pc:picChg>
      </pc:sldChg>
      <pc:sldChg chg="modSp mod">
        <pc:chgData name="a46219 Lê Hải Sơn" userId="b07ee673-6122-4980-99d9-cc7dd5bb86ef" providerId="ADAL" clId="{25A24D89-CDB5-439F-81AA-71C432E97E0F}" dt="2024-05-29T15:13:54.951" v="427"/>
        <pc:sldMkLst>
          <pc:docMk/>
          <pc:sldMk cId="3458397057" sldId="295"/>
        </pc:sldMkLst>
        <pc:spChg chg="mod">
          <ac:chgData name="a46219 Lê Hải Sơn" userId="b07ee673-6122-4980-99d9-cc7dd5bb86ef" providerId="ADAL" clId="{25A24D89-CDB5-439F-81AA-71C432E97E0F}" dt="2024-05-29T08:41:31.008" v="237" actId="1035"/>
          <ac:spMkLst>
            <pc:docMk/>
            <pc:sldMk cId="3458397057" sldId="295"/>
            <ac:spMk id="7" creationId="{648FF5C0-153D-A0F5-F81C-F04372754830}"/>
          </ac:spMkLst>
        </pc:spChg>
        <pc:spChg chg="mod">
          <ac:chgData name="a46219 Lê Hải Sơn" userId="b07ee673-6122-4980-99d9-cc7dd5bb86ef" providerId="ADAL" clId="{25A24D89-CDB5-439F-81AA-71C432E97E0F}" dt="2024-05-29T08:41:31.008" v="237" actId="1035"/>
          <ac:spMkLst>
            <pc:docMk/>
            <pc:sldMk cId="3458397057" sldId="295"/>
            <ac:spMk id="8" creationId="{55BEDF3E-AD45-9BBC-B2A6-D1BDDCD5965D}"/>
          </ac:spMkLst>
        </pc:spChg>
        <pc:spChg chg="mod">
          <ac:chgData name="a46219 Lê Hải Sơn" userId="b07ee673-6122-4980-99d9-cc7dd5bb86ef" providerId="ADAL" clId="{25A24D89-CDB5-439F-81AA-71C432E97E0F}" dt="2024-05-29T08:19:49.965" v="73" actId="1035"/>
          <ac:spMkLst>
            <pc:docMk/>
            <pc:sldMk cId="3458397057" sldId="295"/>
            <ac:spMk id="15" creationId="{5FD1320D-9D16-1BD0-7CEB-5FD7EF5C2154}"/>
          </ac:spMkLst>
        </pc:spChg>
        <pc:spChg chg="mod">
          <ac:chgData name="a46219 Lê Hải Sơn" userId="b07ee673-6122-4980-99d9-cc7dd5bb86ef" providerId="ADAL" clId="{25A24D89-CDB5-439F-81AA-71C432E97E0F}" dt="2024-05-29T08:30:46.400" v="183"/>
          <ac:spMkLst>
            <pc:docMk/>
            <pc:sldMk cId="3458397057" sldId="295"/>
            <ac:spMk id="16" creationId="{462767D6-D391-14DF-D2A2-CAB5DA160D0F}"/>
          </ac:spMkLst>
        </pc:spChg>
        <pc:graphicFrameChg chg="mod modGraphic">
          <ac:chgData name="a46219 Lê Hải Sơn" userId="b07ee673-6122-4980-99d9-cc7dd5bb86ef" providerId="ADAL" clId="{25A24D89-CDB5-439F-81AA-71C432E97E0F}" dt="2024-05-29T08:35:34.291" v="220"/>
          <ac:graphicFrameMkLst>
            <pc:docMk/>
            <pc:sldMk cId="3458397057" sldId="295"/>
            <ac:graphicFrameMk id="14" creationId="{4EDA5B71-0A65-8D34-FBAD-61845B536388}"/>
          </ac:graphicFrameMkLst>
        </pc:graphicFrameChg>
        <pc:graphicFrameChg chg="mod modGraphic">
          <ac:chgData name="a46219 Lê Hải Sơn" userId="b07ee673-6122-4980-99d9-cc7dd5bb86ef" providerId="ADAL" clId="{25A24D89-CDB5-439F-81AA-71C432E97E0F}" dt="2024-05-29T15:13:54.951" v="427"/>
          <ac:graphicFrameMkLst>
            <pc:docMk/>
            <pc:sldMk cId="3458397057" sldId="295"/>
            <ac:graphicFrameMk id="18" creationId="{51748AA0-61A4-7C60-3DFC-C5AFF9ECA341}"/>
          </ac:graphicFrameMkLst>
        </pc:graphicFrameChg>
        <pc:cxnChg chg="mod">
          <ac:chgData name="a46219 Lê Hải Sơn" userId="b07ee673-6122-4980-99d9-cc7dd5bb86ef" providerId="ADAL" clId="{25A24D89-CDB5-439F-81AA-71C432E97E0F}" dt="2024-05-29T08:41:31.008" v="237" actId="1035"/>
          <ac:cxnSpMkLst>
            <pc:docMk/>
            <pc:sldMk cId="3458397057" sldId="295"/>
            <ac:cxnSpMk id="4" creationId="{91513BC8-E86F-7BDD-A3E3-4FA59869726A}"/>
          </ac:cxnSpMkLst>
        </pc:cxnChg>
        <pc:cxnChg chg="mod">
          <ac:chgData name="a46219 Lê Hải Sơn" userId="b07ee673-6122-4980-99d9-cc7dd5bb86ef" providerId="ADAL" clId="{25A24D89-CDB5-439F-81AA-71C432E97E0F}" dt="2024-05-29T08:19:49.965" v="73" actId="1035"/>
          <ac:cxnSpMkLst>
            <pc:docMk/>
            <pc:sldMk cId="3458397057" sldId="295"/>
            <ac:cxnSpMk id="13" creationId="{5F9CC5B8-71A6-0C9B-C81C-C67C8E19BF25}"/>
          </ac:cxnSpMkLst>
        </pc:cxnChg>
      </pc:sldChg>
      <pc:sldChg chg="del">
        <pc:chgData name="a46219 Lê Hải Sơn" userId="b07ee673-6122-4980-99d9-cc7dd5bb86ef" providerId="ADAL" clId="{25A24D89-CDB5-439F-81AA-71C432E97E0F}" dt="2024-05-29T18:52:24.700" v="1880" actId="47"/>
        <pc:sldMkLst>
          <pc:docMk/>
          <pc:sldMk cId="1230017354" sldId="296"/>
        </pc:sldMkLst>
      </pc:sldChg>
      <pc:sldChg chg="addSp modSp">
        <pc:chgData name="a46219 Lê Hải Sơn" userId="b07ee673-6122-4980-99d9-cc7dd5bb86ef" providerId="ADAL" clId="{25A24D89-CDB5-439F-81AA-71C432E97E0F}" dt="2024-05-29T18:28:13.761" v="1476" actId="1076"/>
        <pc:sldMkLst>
          <pc:docMk/>
          <pc:sldMk cId="803943670" sldId="297"/>
        </pc:sldMkLst>
        <pc:picChg chg="add mod">
          <ac:chgData name="a46219 Lê Hải Sơn" userId="b07ee673-6122-4980-99d9-cc7dd5bb86ef" providerId="ADAL" clId="{25A24D89-CDB5-439F-81AA-71C432E97E0F}" dt="2024-05-29T18:28:13.761" v="1476" actId="1076"/>
          <ac:picMkLst>
            <pc:docMk/>
            <pc:sldMk cId="803943670" sldId="297"/>
            <ac:picMk id="2050" creationId="{F4FABDDE-7F49-3D25-0D04-51B9F7E64C6A}"/>
          </ac:picMkLst>
        </pc:picChg>
      </pc:sldChg>
      <pc:sldChg chg="addSp delSp modSp mod">
        <pc:chgData name="a46219 Lê Hải Sơn" userId="b07ee673-6122-4980-99d9-cc7dd5bb86ef" providerId="ADAL" clId="{25A24D89-CDB5-439F-81AA-71C432E97E0F}" dt="2024-05-29T19:11:54.982" v="2128" actId="14734"/>
        <pc:sldMkLst>
          <pc:docMk/>
          <pc:sldMk cId="661929442" sldId="298"/>
        </pc:sldMkLst>
        <pc:spChg chg="mod">
          <ac:chgData name="a46219 Lê Hải Sơn" userId="b07ee673-6122-4980-99d9-cc7dd5bb86ef" providerId="ADAL" clId="{25A24D89-CDB5-439F-81AA-71C432E97E0F}" dt="2024-05-29T18:30:14.355" v="1516"/>
          <ac:spMkLst>
            <pc:docMk/>
            <pc:sldMk cId="661929442" sldId="298"/>
            <ac:spMk id="3" creationId="{BD2FABBB-A7CA-0330-2164-3A69D0A514B4}"/>
          </ac:spMkLst>
        </pc:spChg>
        <pc:spChg chg="mod">
          <ac:chgData name="a46219 Lê Hải Sơn" userId="b07ee673-6122-4980-99d9-cc7dd5bb86ef" providerId="ADAL" clId="{25A24D89-CDB5-439F-81AA-71C432E97E0F}" dt="2024-05-29T18:30:14.355" v="1516"/>
          <ac:spMkLst>
            <pc:docMk/>
            <pc:sldMk cId="661929442" sldId="298"/>
            <ac:spMk id="4" creationId="{0A4577D1-DEF4-AFBB-1D0C-A8DD761FFA2E}"/>
          </ac:spMkLst>
        </pc:spChg>
        <pc:spChg chg="del mod topLvl">
          <ac:chgData name="a46219 Lê Hải Sơn" userId="b07ee673-6122-4980-99d9-cc7dd5bb86ef" providerId="ADAL" clId="{25A24D89-CDB5-439F-81AA-71C432E97E0F}" dt="2024-05-29T18:36:59.457" v="1721" actId="478"/>
          <ac:spMkLst>
            <pc:docMk/>
            <pc:sldMk cId="661929442" sldId="298"/>
            <ac:spMk id="2483" creationId="{00000000-0000-0000-0000-000000000000}"/>
          </ac:spMkLst>
        </pc:spChg>
        <pc:spChg chg="del topLvl">
          <ac:chgData name="a46219 Lê Hải Sơn" userId="b07ee673-6122-4980-99d9-cc7dd5bb86ef" providerId="ADAL" clId="{25A24D89-CDB5-439F-81AA-71C432E97E0F}" dt="2024-05-29T18:36:41.335" v="1662" actId="478"/>
          <ac:spMkLst>
            <pc:docMk/>
            <pc:sldMk cId="661929442" sldId="298"/>
            <ac:spMk id="2484" creationId="{00000000-0000-0000-0000-000000000000}"/>
          </ac:spMkLst>
        </pc:spChg>
        <pc:spChg chg="mod">
          <ac:chgData name="a46219 Lê Hải Sơn" userId="b07ee673-6122-4980-99d9-cc7dd5bb86ef" providerId="ADAL" clId="{25A24D89-CDB5-439F-81AA-71C432E97E0F}" dt="2024-05-29T18:37:10.352" v="1738" actId="1076"/>
          <ac:spMkLst>
            <pc:docMk/>
            <pc:sldMk cId="661929442" sldId="298"/>
            <ac:spMk id="2486" creationId="{00000000-0000-0000-0000-000000000000}"/>
          </ac:spMkLst>
        </pc:spChg>
        <pc:grpChg chg="add mod">
          <ac:chgData name="a46219 Lê Hải Sơn" userId="b07ee673-6122-4980-99d9-cc7dd5bb86ef" providerId="ADAL" clId="{25A24D89-CDB5-439F-81AA-71C432E97E0F}" dt="2024-05-29T18:30:14.355" v="1516"/>
          <ac:grpSpMkLst>
            <pc:docMk/>
            <pc:sldMk cId="661929442" sldId="298"/>
            <ac:grpSpMk id="2" creationId="{241F4D07-8F16-1888-6510-60FEB51A0D3C}"/>
          </ac:grpSpMkLst>
        </pc:grpChg>
        <pc:grpChg chg="add del mod">
          <ac:chgData name="a46219 Lê Hải Sơn" userId="b07ee673-6122-4980-99d9-cc7dd5bb86ef" providerId="ADAL" clId="{25A24D89-CDB5-439F-81AA-71C432E97E0F}" dt="2024-05-29T18:36:41.335" v="1662" actId="478"/>
          <ac:grpSpMkLst>
            <pc:docMk/>
            <pc:sldMk cId="661929442" sldId="298"/>
            <ac:grpSpMk id="2482" creationId="{00000000-0000-0000-0000-000000000000}"/>
          </ac:grpSpMkLst>
        </pc:grpChg>
        <pc:graphicFrameChg chg="add mod modGraphic">
          <ac:chgData name="a46219 Lê Hải Sơn" userId="b07ee673-6122-4980-99d9-cc7dd5bb86ef" providerId="ADAL" clId="{25A24D89-CDB5-439F-81AA-71C432E97E0F}" dt="2024-05-29T19:11:54.982" v="2128" actId="14734"/>
          <ac:graphicFrameMkLst>
            <pc:docMk/>
            <pc:sldMk cId="661929442" sldId="298"/>
            <ac:graphicFrameMk id="5" creationId="{6A1199E2-8126-8743-7AF5-00A9A1848D8D}"/>
          </ac:graphicFrameMkLst>
        </pc:graphicFrameChg>
        <pc:graphicFrameChg chg="mod modGraphic">
          <ac:chgData name="a46219 Lê Hải Sơn" userId="b07ee673-6122-4980-99d9-cc7dd5bb86ef" providerId="ADAL" clId="{25A24D89-CDB5-439F-81AA-71C432E97E0F}" dt="2024-05-29T18:42:30.866" v="1796" actId="1076"/>
          <ac:graphicFrameMkLst>
            <pc:docMk/>
            <pc:sldMk cId="661929442" sldId="298"/>
            <ac:graphicFrameMk id="2485" creationId="{00000000-0000-0000-0000-000000000000}"/>
          </ac:graphicFrameMkLst>
        </pc:graphicFrameChg>
      </pc:sldChg>
      <pc:sldChg chg="addSp delSp modSp add mod modTransition">
        <pc:chgData name="a46219 Lê Hải Sơn" userId="b07ee673-6122-4980-99d9-cc7dd5bb86ef" providerId="ADAL" clId="{25A24D89-CDB5-439F-81AA-71C432E97E0F}" dt="2024-05-29T15:11:53.641" v="378" actId="1038"/>
        <pc:sldMkLst>
          <pc:docMk/>
          <pc:sldMk cId="2576348363" sldId="299"/>
        </pc:sldMkLst>
        <pc:spChg chg="mod">
          <ac:chgData name="a46219 Lê Hải Sơn" userId="b07ee673-6122-4980-99d9-cc7dd5bb86ef" providerId="ADAL" clId="{25A24D89-CDB5-439F-81AA-71C432E97E0F}" dt="2024-05-29T15:11:14.291" v="353" actId="122"/>
          <ac:spMkLst>
            <pc:docMk/>
            <pc:sldMk cId="2576348363" sldId="299"/>
            <ac:spMk id="4" creationId="{EA564E7B-020E-5DF9-0128-823794B719B5}"/>
          </ac:spMkLst>
        </pc:spChg>
        <pc:spChg chg="mod">
          <ac:chgData name="a46219 Lê Hải Sơn" userId="b07ee673-6122-4980-99d9-cc7dd5bb86ef" providerId="ADAL" clId="{25A24D89-CDB5-439F-81AA-71C432E97E0F}" dt="2024-05-29T15:11:14.291" v="353" actId="122"/>
          <ac:spMkLst>
            <pc:docMk/>
            <pc:sldMk cId="2576348363" sldId="299"/>
            <ac:spMk id="5" creationId="{100FDA8E-0C74-4771-7AFB-DD8C22D9667A}"/>
          </ac:spMkLst>
        </pc:spChg>
        <pc:spChg chg="mod">
          <ac:chgData name="a46219 Lê Hải Sơn" userId="b07ee673-6122-4980-99d9-cc7dd5bb86ef" providerId="ADAL" clId="{25A24D89-CDB5-439F-81AA-71C432E97E0F}" dt="2024-05-29T15:11:14.291" v="353" actId="122"/>
          <ac:spMkLst>
            <pc:docMk/>
            <pc:sldMk cId="2576348363" sldId="299"/>
            <ac:spMk id="7" creationId="{FC800005-A601-7213-70C7-94E4D6D5D0C3}"/>
          </ac:spMkLst>
        </pc:spChg>
        <pc:spChg chg="mod">
          <ac:chgData name="a46219 Lê Hải Sơn" userId="b07ee673-6122-4980-99d9-cc7dd5bb86ef" providerId="ADAL" clId="{25A24D89-CDB5-439F-81AA-71C432E97E0F}" dt="2024-05-29T15:11:14.291" v="353" actId="122"/>
          <ac:spMkLst>
            <pc:docMk/>
            <pc:sldMk cId="2576348363" sldId="299"/>
            <ac:spMk id="8" creationId="{E78FE4E7-74CB-47AB-E92F-1C953AE29D3C}"/>
          </ac:spMkLst>
        </pc:spChg>
        <pc:spChg chg="mod">
          <ac:chgData name="a46219 Lê Hải Sơn" userId="b07ee673-6122-4980-99d9-cc7dd5bb86ef" providerId="ADAL" clId="{25A24D89-CDB5-439F-81AA-71C432E97E0F}" dt="2024-05-29T15:11:14.291" v="353" actId="122"/>
          <ac:spMkLst>
            <pc:docMk/>
            <pc:sldMk cId="2576348363" sldId="299"/>
            <ac:spMk id="10" creationId="{0A7242E9-5856-59BD-D74F-77FBAE44CFDF}"/>
          </ac:spMkLst>
        </pc:spChg>
        <pc:spChg chg="mod">
          <ac:chgData name="a46219 Lê Hải Sơn" userId="b07ee673-6122-4980-99d9-cc7dd5bb86ef" providerId="ADAL" clId="{25A24D89-CDB5-439F-81AA-71C432E97E0F}" dt="2024-05-29T15:11:14.291" v="353" actId="122"/>
          <ac:spMkLst>
            <pc:docMk/>
            <pc:sldMk cId="2576348363" sldId="299"/>
            <ac:spMk id="11" creationId="{9425A729-4322-98DA-7CDF-24A72E124160}"/>
          </ac:spMkLst>
        </pc:spChg>
        <pc:spChg chg="mod">
          <ac:chgData name="a46219 Lê Hải Sơn" userId="b07ee673-6122-4980-99d9-cc7dd5bb86ef" providerId="ADAL" clId="{25A24D89-CDB5-439F-81AA-71C432E97E0F}" dt="2024-05-29T15:11:14.291" v="353" actId="122"/>
          <ac:spMkLst>
            <pc:docMk/>
            <pc:sldMk cId="2576348363" sldId="299"/>
            <ac:spMk id="13" creationId="{F9E69C9C-0850-2B87-C4CD-B03D2328714B}"/>
          </ac:spMkLst>
        </pc:spChg>
        <pc:spChg chg="mod">
          <ac:chgData name="a46219 Lê Hải Sơn" userId="b07ee673-6122-4980-99d9-cc7dd5bb86ef" providerId="ADAL" clId="{25A24D89-CDB5-439F-81AA-71C432E97E0F}" dt="2024-05-29T15:11:14.291" v="353" actId="122"/>
          <ac:spMkLst>
            <pc:docMk/>
            <pc:sldMk cId="2576348363" sldId="299"/>
            <ac:spMk id="14" creationId="{775CD143-9023-26CC-C7E1-AD093525FF7F}"/>
          </ac:spMkLst>
        </pc:spChg>
        <pc:spChg chg="mod">
          <ac:chgData name="a46219 Lê Hải Sơn" userId="b07ee673-6122-4980-99d9-cc7dd5bb86ef" providerId="ADAL" clId="{25A24D89-CDB5-439F-81AA-71C432E97E0F}" dt="2024-05-29T15:11:53.641" v="378" actId="1038"/>
          <ac:spMkLst>
            <pc:docMk/>
            <pc:sldMk cId="2576348363" sldId="299"/>
            <ac:spMk id="18" creationId="{1F4CABAF-92A5-9563-6516-DF9311E71760}"/>
          </ac:spMkLst>
        </pc:spChg>
        <pc:spChg chg="mod">
          <ac:chgData name="a46219 Lê Hải Sơn" userId="b07ee673-6122-4980-99d9-cc7dd5bb86ef" providerId="ADAL" clId="{25A24D89-CDB5-439F-81AA-71C432E97E0F}" dt="2024-05-29T15:11:14.291" v="353" actId="122"/>
          <ac:spMkLst>
            <pc:docMk/>
            <pc:sldMk cId="2576348363" sldId="299"/>
            <ac:spMk id="22" creationId="{F6961086-1AA0-2E10-6348-7DF1A9739FA6}"/>
          </ac:spMkLst>
        </pc:spChg>
        <pc:spChg chg="mod">
          <ac:chgData name="a46219 Lê Hải Sơn" userId="b07ee673-6122-4980-99d9-cc7dd5bb86ef" providerId="ADAL" clId="{25A24D89-CDB5-439F-81AA-71C432E97E0F}" dt="2024-05-29T15:11:14.291" v="353" actId="122"/>
          <ac:spMkLst>
            <pc:docMk/>
            <pc:sldMk cId="2576348363" sldId="299"/>
            <ac:spMk id="23" creationId="{BD20E512-21B3-79DD-8388-D45BD0F18630}"/>
          </ac:spMkLst>
        </pc:spChg>
        <pc:spChg chg="mod">
          <ac:chgData name="a46219 Lê Hải Sơn" userId="b07ee673-6122-4980-99d9-cc7dd5bb86ef" providerId="ADAL" clId="{25A24D89-CDB5-439F-81AA-71C432E97E0F}" dt="2024-05-29T15:11:14.291" v="353" actId="122"/>
          <ac:spMkLst>
            <pc:docMk/>
            <pc:sldMk cId="2576348363" sldId="299"/>
            <ac:spMk id="25" creationId="{2D35DBBF-DFE9-1AC5-FFAB-D415182D08EE}"/>
          </ac:spMkLst>
        </pc:spChg>
        <pc:spChg chg="mod">
          <ac:chgData name="a46219 Lê Hải Sơn" userId="b07ee673-6122-4980-99d9-cc7dd5bb86ef" providerId="ADAL" clId="{25A24D89-CDB5-439F-81AA-71C432E97E0F}" dt="2024-05-29T15:11:14.291" v="353" actId="122"/>
          <ac:spMkLst>
            <pc:docMk/>
            <pc:sldMk cId="2576348363" sldId="299"/>
            <ac:spMk id="26" creationId="{665172C3-0A39-9913-682B-7A47D98BE3FF}"/>
          </ac:spMkLst>
        </pc:spChg>
        <pc:spChg chg="mod">
          <ac:chgData name="a46219 Lê Hải Sơn" userId="b07ee673-6122-4980-99d9-cc7dd5bb86ef" providerId="ADAL" clId="{25A24D89-CDB5-439F-81AA-71C432E97E0F}" dt="2024-05-29T15:11:14.291" v="353" actId="122"/>
          <ac:spMkLst>
            <pc:docMk/>
            <pc:sldMk cId="2576348363" sldId="299"/>
            <ac:spMk id="29" creationId="{DCDBA239-77A3-4109-0C19-2C93758EBEA9}"/>
          </ac:spMkLst>
        </pc:spChg>
        <pc:spChg chg="mod">
          <ac:chgData name="a46219 Lê Hải Sơn" userId="b07ee673-6122-4980-99d9-cc7dd5bb86ef" providerId="ADAL" clId="{25A24D89-CDB5-439F-81AA-71C432E97E0F}" dt="2024-05-29T15:11:14.291" v="353" actId="122"/>
          <ac:spMkLst>
            <pc:docMk/>
            <pc:sldMk cId="2576348363" sldId="299"/>
            <ac:spMk id="30" creationId="{5B07F081-287F-232D-9658-C32873D26083}"/>
          </ac:spMkLst>
        </pc:spChg>
        <pc:spChg chg="mod">
          <ac:chgData name="a46219 Lê Hải Sơn" userId="b07ee673-6122-4980-99d9-cc7dd5bb86ef" providerId="ADAL" clId="{25A24D89-CDB5-439F-81AA-71C432E97E0F}" dt="2024-05-29T15:11:53.641" v="378" actId="1038"/>
          <ac:spMkLst>
            <pc:docMk/>
            <pc:sldMk cId="2576348363" sldId="299"/>
            <ac:spMk id="1217" creationId="{00000000-0000-0000-0000-000000000000}"/>
          </ac:spMkLst>
        </pc:spChg>
        <pc:spChg chg="mod">
          <ac:chgData name="a46219 Lê Hải Sơn" userId="b07ee673-6122-4980-99d9-cc7dd5bb86ef" providerId="ADAL" clId="{25A24D89-CDB5-439F-81AA-71C432E97E0F}" dt="2024-05-29T15:11:53.641" v="378" actId="1038"/>
          <ac:spMkLst>
            <pc:docMk/>
            <pc:sldMk cId="2576348363" sldId="299"/>
            <ac:spMk id="1218" creationId="{00000000-0000-0000-0000-000000000000}"/>
          </ac:spMkLst>
        </pc:spChg>
        <pc:spChg chg="add del mod">
          <ac:chgData name="a46219 Lê Hải Sơn" userId="b07ee673-6122-4980-99d9-cc7dd5bb86ef" providerId="ADAL" clId="{25A24D89-CDB5-439F-81AA-71C432E97E0F}" dt="2024-05-29T15:11:53.641" v="378" actId="1038"/>
          <ac:spMkLst>
            <pc:docMk/>
            <pc:sldMk cId="2576348363" sldId="299"/>
            <ac:spMk id="1219" creationId="{00000000-0000-0000-0000-000000000000}"/>
          </ac:spMkLst>
        </pc:spChg>
        <pc:spChg chg="mod">
          <ac:chgData name="a46219 Lê Hải Sơn" userId="b07ee673-6122-4980-99d9-cc7dd5bb86ef" providerId="ADAL" clId="{25A24D89-CDB5-439F-81AA-71C432E97E0F}" dt="2024-05-29T15:11:53.641" v="378" actId="1038"/>
          <ac:spMkLst>
            <pc:docMk/>
            <pc:sldMk cId="2576348363" sldId="299"/>
            <ac:spMk id="1220" creationId="{00000000-0000-0000-0000-000000000000}"/>
          </ac:spMkLst>
        </pc:spChg>
        <pc:spChg chg="mod">
          <ac:chgData name="a46219 Lê Hải Sơn" userId="b07ee673-6122-4980-99d9-cc7dd5bb86ef" providerId="ADAL" clId="{25A24D89-CDB5-439F-81AA-71C432E97E0F}" dt="2024-05-29T15:11:53.641" v="378" actId="1038"/>
          <ac:spMkLst>
            <pc:docMk/>
            <pc:sldMk cId="2576348363" sldId="299"/>
            <ac:spMk id="1223" creationId="{00000000-0000-0000-0000-000000000000}"/>
          </ac:spMkLst>
        </pc:spChg>
        <pc:spChg chg="mod">
          <ac:chgData name="a46219 Lê Hải Sơn" userId="b07ee673-6122-4980-99d9-cc7dd5bb86ef" providerId="ADAL" clId="{25A24D89-CDB5-439F-81AA-71C432E97E0F}" dt="2024-05-29T15:11:53.641" v="378" actId="1038"/>
          <ac:spMkLst>
            <pc:docMk/>
            <pc:sldMk cId="2576348363" sldId="299"/>
            <ac:spMk id="1224" creationId="{00000000-0000-0000-0000-000000000000}"/>
          </ac:spMkLst>
        </pc:spChg>
        <pc:spChg chg="mod">
          <ac:chgData name="a46219 Lê Hải Sơn" userId="b07ee673-6122-4980-99d9-cc7dd5bb86ef" providerId="ADAL" clId="{25A24D89-CDB5-439F-81AA-71C432E97E0F}" dt="2024-05-29T15:11:53.641" v="378" actId="1038"/>
          <ac:spMkLst>
            <pc:docMk/>
            <pc:sldMk cId="2576348363" sldId="299"/>
            <ac:spMk id="1225"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28"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29"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31"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32"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34"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35"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43"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44"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46"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47"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49"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50"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58"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59"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61"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62"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64"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65"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73"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74"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76"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77"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79"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80"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93"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294"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311"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312"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332"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333"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335"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336"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344" creationId="{00000000-0000-0000-0000-000000000000}"/>
          </ac:spMkLst>
        </pc:spChg>
        <pc:spChg chg="mod">
          <ac:chgData name="a46219 Lê Hải Sơn" userId="b07ee673-6122-4980-99d9-cc7dd5bb86ef" providerId="ADAL" clId="{25A24D89-CDB5-439F-81AA-71C432E97E0F}" dt="2024-05-29T15:11:14.291" v="353" actId="122"/>
          <ac:spMkLst>
            <pc:docMk/>
            <pc:sldMk cId="2576348363" sldId="299"/>
            <ac:spMk id="1345" creationId="{00000000-0000-0000-0000-000000000000}"/>
          </ac:spMkLst>
        </pc:spChg>
        <pc:grpChg chg="mod">
          <ac:chgData name="a46219 Lê Hải Sơn" userId="b07ee673-6122-4980-99d9-cc7dd5bb86ef" providerId="ADAL" clId="{25A24D89-CDB5-439F-81AA-71C432E97E0F}" dt="2024-05-29T15:11:53.641" v="378" actId="1038"/>
          <ac:grpSpMkLst>
            <pc:docMk/>
            <pc:sldMk cId="2576348363" sldId="299"/>
            <ac:grpSpMk id="3" creationId="{9714173C-9EF6-B15D-BC8E-C7DD534030AA}"/>
          </ac:grpSpMkLst>
        </pc:grpChg>
        <pc:grpChg chg="mod">
          <ac:chgData name="a46219 Lê Hải Sơn" userId="b07ee673-6122-4980-99d9-cc7dd5bb86ef" providerId="ADAL" clId="{25A24D89-CDB5-439F-81AA-71C432E97E0F}" dt="2024-05-29T15:11:53.641" v="378" actId="1038"/>
          <ac:grpSpMkLst>
            <pc:docMk/>
            <pc:sldMk cId="2576348363" sldId="299"/>
            <ac:grpSpMk id="6" creationId="{1DEC7AD1-F927-EBDD-2B62-D6C054D8BF63}"/>
          </ac:grpSpMkLst>
        </pc:grpChg>
        <pc:grpChg chg="mod">
          <ac:chgData name="a46219 Lê Hải Sơn" userId="b07ee673-6122-4980-99d9-cc7dd5bb86ef" providerId="ADAL" clId="{25A24D89-CDB5-439F-81AA-71C432E97E0F}" dt="2024-05-29T15:11:53.641" v="378" actId="1038"/>
          <ac:grpSpMkLst>
            <pc:docMk/>
            <pc:sldMk cId="2576348363" sldId="299"/>
            <ac:grpSpMk id="9" creationId="{FADF428E-1BE1-5B42-013F-26D3E240179E}"/>
          </ac:grpSpMkLst>
        </pc:grpChg>
        <pc:grpChg chg="mod">
          <ac:chgData name="a46219 Lê Hải Sơn" userId="b07ee673-6122-4980-99d9-cc7dd5bb86ef" providerId="ADAL" clId="{25A24D89-CDB5-439F-81AA-71C432E97E0F}" dt="2024-05-29T15:11:53.641" v="378" actId="1038"/>
          <ac:grpSpMkLst>
            <pc:docMk/>
            <pc:sldMk cId="2576348363" sldId="299"/>
            <ac:grpSpMk id="12" creationId="{3DD544C6-BC9E-6195-00B5-045E63899313}"/>
          </ac:grpSpMkLst>
        </pc:grpChg>
        <pc:grpChg chg="mod">
          <ac:chgData name="a46219 Lê Hải Sơn" userId="b07ee673-6122-4980-99d9-cc7dd5bb86ef" providerId="ADAL" clId="{25A24D89-CDB5-439F-81AA-71C432E97E0F}" dt="2024-05-29T15:11:53.641" v="378" actId="1038"/>
          <ac:grpSpMkLst>
            <pc:docMk/>
            <pc:sldMk cId="2576348363" sldId="299"/>
            <ac:grpSpMk id="21" creationId="{A7D60286-3DDD-4BB9-CBBA-D2C60F4B1714}"/>
          </ac:grpSpMkLst>
        </pc:grpChg>
        <pc:grpChg chg="mod">
          <ac:chgData name="a46219 Lê Hải Sơn" userId="b07ee673-6122-4980-99d9-cc7dd5bb86ef" providerId="ADAL" clId="{25A24D89-CDB5-439F-81AA-71C432E97E0F}" dt="2024-05-29T15:11:53.641" v="378" actId="1038"/>
          <ac:grpSpMkLst>
            <pc:docMk/>
            <pc:sldMk cId="2576348363" sldId="299"/>
            <ac:grpSpMk id="24" creationId="{70AF15C0-C007-C520-D044-3AA50DF8CDD5}"/>
          </ac:grpSpMkLst>
        </pc:grpChg>
        <pc:grpChg chg="mod">
          <ac:chgData name="a46219 Lê Hải Sơn" userId="b07ee673-6122-4980-99d9-cc7dd5bb86ef" providerId="ADAL" clId="{25A24D89-CDB5-439F-81AA-71C432E97E0F}" dt="2024-05-29T15:11:53.641" v="378" actId="1038"/>
          <ac:grpSpMkLst>
            <pc:docMk/>
            <pc:sldMk cId="2576348363" sldId="299"/>
            <ac:grpSpMk id="28" creationId="{2618491E-3386-43A9-1705-10CCB7FFD2E4}"/>
          </ac:grpSpMkLst>
        </pc:grpChg>
        <pc:grpChg chg="mod">
          <ac:chgData name="a46219 Lê Hải Sơn" userId="b07ee673-6122-4980-99d9-cc7dd5bb86ef" providerId="ADAL" clId="{25A24D89-CDB5-439F-81AA-71C432E97E0F}" dt="2024-05-29T15:11:53.641" v="378" actId="1038"/>
          <ac:grpSpMkLst>
            <pc:docMk/>
            <pc:sldMk cId="2576348363" sldId="299"/>
            <ac:grpSpMk id="1226" creationId="{00000000-0000-0000-0000-000000000000}"/>
          </ac:grpSpMkLst>
        </pc:grpChg>
        <pc:grpChg chg="mod">
          <ac:chgData name="a46219 Lê Hải Sơn" userId="b07ee673-6122-4980-99d9-cc7dd5bb86ef" providerId="ADAL" clId="{25A24D89-CDB5-439F-81AA-71C432E97E0F}" dt="2024-05-29T15:11:53.641" v="378" actId="1038"/>
          <ac:grpSpMkLst>
            <pc:docMk/>
            <pc:sldMk cId="2576348363" sldId="299"/>
            <ac:grpSpMk id="1292" creationId="{00000000-0000-0000-0000-000000000000}"/>
          </ac:grpSpMkLst>
        </pc:grpChg>
        <pc:grpChg chg="mod">
          <ac:chgData name="a46219 Lê Hải Sơn" userId="b07ee673-6122-4980-99d9-cc7dd5bb86ef" providerId="ADAL" clId="{25A24D89-CDB5-439F-81AA-71C432E97E0F}" dt="2024-05-29T15:11:53.641" v="378" actId="1038"/>
          <ac:grpSpMkLst>
            <pc:docMk/>
            <pc:sldMk cId="2576348363" sldId="299"/>
            <ac:grpSpMk id="1310" creationId="{00000000-0000-0000-0000-000000000000}"/>
          </ac:grpSpMkLst>
        </pc:grpChg>
        <pc:grpChg chg="mod">
          <ac:chgData name="a46219 Lê Hải Sơn" userId="b07ee673-6122-4980-99d9-cc7dd5bb86ef" providerId="ADAL" clId="{25A24D89-CDB5-439F-81AA-71C432E97E0F}" dt="2024-05-29T15:11:53.641" v="378" actId="1038"/>
          <ac:grpSpMkLst>
            <pc:docMk/>
            <pc:sldMk cId="2576348363" sldId="299"/>
            <ac:grpSpMk id="1331" creationId="{00000000-0000-0000-0000-000000000000}"/>
          </ac:grpSpMkLst>
        </pc:grpChg>
        <pc:grpChg chg="mod">
          <ac:chgData name="a46219 Lê Hải Sơn" userId="b07ee673-6122-4980-99d9-cc7dd5bb86ef" providerId="ADAL" clId="{25A24D89-CDB5-439F-81AA-71C432E97E0F}" dt="2024-05-29T15:11:53.641" v="378" actId="1038"/>
          <ac:grpSpMkLst>
            <pc:docMk/>
            <pc:sldMk cId="2576348363" sldId="299"/>
            <ac:grpSpMk id="1334" creationId="{00000000-0000-0000-0000-000000000000}"/>
          </ac:grpSpMkLst>
        </pc:grpChg>
        <pc:grpChg chg="mod">
          <ac:chgData name="a46219 Lê Hải Sơn" userId="b07ee673-6122-4980-99d9-cc7dd5bb86ef" providerId="ADAL" clId="{25A24D89-CDB5-439F-81AA-71C432E97E0F}" dt="2024-05-29T15:11:53.641" v="378" actId="1038"/>
          <ac:grpSpMkLst>
            <pc:docMk/>
            <pc:sldMk cId="2576348363" sldId="299"/>
            <ac:grpSpMk id="1343" creationId="{00000000-0000-0000-0000-000000000000}"/>
          </ac:grpSpMkLst>
        </pc:grpChg>
        <pc:cxnChg chg="mod">
          <ac:chgData name="a46219 Lê Hải Sơn" userId="b07ee673-6122-4980-99d9-cc7dd5bb86ef" providerId="ADAL" clId="{25A24D89-CDB5-439F-81AA-71C432E97E0F}" dt="2024-05-29T15:11:53.641" v="378" actId="1038"/>
          <ac:cxnSpMkLst>
            <pc:docMk/>
            <pc:sldMk cId="2576348363" sldId="299"/>
            <ac:cxnSpMk id="1287" creationId="{00000000-0000-0000-0000-000000000000}"/>
          </ac:cxnSpMkLst>
        </pc:cxnChg>
        <pc:cxnChg chg="mod">
          <ac:chgData name="a46219 Lê Hải Sơn" userId="b07ee673-6122-4980-99d9-cc7dd5bb86ef" providerId="ADAL" clId="{25A24D89-CDB5-439F-81AA-71C432E97E0F}" dt="2024-05-29T15:11:53.641" v="378" actId="1038"/>
          <ac:cxnSpMkLst>
            <pc:docMk/>
            <pc:sldMk cId="2576348363" sldId="299"/>
            <ac:cxnSpMk id="1288" creationId="{00000000-0000-0000-0000-000000000000}"/>
          </ac:cxnSpMkLst>
        </pc:cxnChg>
        <pc:cxnChg chg="mod">
          <ac:chgData name="a46219 Lê Hải Sơn" userId="b07ee673-6122-4980-99d9-cc7dd5bb86ef" providerId="ADAL" clId="{25A24D89-CDB5-439F-81AA-71C432E97E0F}" dt="2024-05-29T15:11:53.641" v="378" actId="1038"/>
          <ac:cxnSpMkLst>
            <pc:docMk/>
            <pc:sldMk cId="2576348363" sldId="299"/>
            <ac:cxnSpMk id="1289" creationId="{00000000-0000-0000-0000-000000000000}"/>
          </ac:cxnSpMkLst>
        </pc:cxnChg>
        <pc:cxnChg chg="mod">
          <ac:chgData name="a46219 Lê Hải Sơn" userId="b07ee673-6122-4980-99d9-cc7dd5bb86ef" providerId="ADAL" clId="{25A24D89-CDB5-439F-81AA-71C432E97E0F}" dt="2024-05-29T15:11:53.641" v="378" actId="1038"/>
          <ac:cxnSpMkLst>
            <pc:docMk/>
            <pc:sldMk cId="2576348363" sldId="299"/>
            <ac:cxnSpMk id="1290" creationId="{00000000-0000-0000-0000-000000000000}"/>
          </ac:cxnSpMkLst>
        </pc:cxnChg>
      </pc:sldChg>
      <pc:sldChg chg="addSp delSp modSp add mod">
        <pc:chgData name="a46219 Lê Hải Sơn" userId="b07ee673-6122-4980-99d9-cc7dd5bb86ef" providerId="ADAL" clId="{25A24D89-CDB5-439F-81AA-71C432E97E0F}" dt="2024-05-29T18:48:14.598" v="1853"/>
        <pc:sldMkLst>
          <pc:docMk/>
          <pc:sldMk cId="879689497" sldId="300"/>
        </pc:sldMkLst>
        <pc:graphicFrameChg chg="add mod modGraphic">
          <ac:chgData name="a46219 Lê Hải Sơn" userId="b07ee673-6122-4980-99d9-cc7dd5bb86ef" providerId="ADAL" clId="{25A24D89-CDB5-439F-81AA-71C432E97E0F}" dt="2024-05-29T18:48:14.598" v="1853"/>
          <ac:graphicFrameMkLst>
            <pc:docMk/>
            <pc:sldMk cId="879689497" sldId="300"/>
            <ac:graphicFrameMk id="2" creationId="{ADBC9CD8-5E85-8AB8-11D7-94D889EA1C75}"/>
          </ac:graphicFrameMkLst>
        </pc:graphicFrameChg>
        <pc:graphicFrameChg chg="del mod modGraphic">
          <ac:chgData name="a46219 Lê Hải Sơn" userId="b07ee673-6122-4980-99d9-cc7dd5bb86ef" providerId="ADAL" clId="{25A24D89-CDB5-439F-81AA-71C432E97E0F}" dt="2024-05-29T18:44:45.942" v="1821" actId="478"/>
          <ac:graphicFrameMkLst>
            <pc:docMk/>
            <pc:sldMk cId="879689497" sldId="300"/>
            <ac:graphicFrameMk id="2485" creationId="{00000000-0000-0000-0000-000000000000}"/>
          </ac:graphicFrameMkLst>
        </pc:graphicFrameChg>
      </pc:sldChg>
      <pc:sldMasterChg chg="delSldLayout">
        <pc:chgData name="a46219 Lê Hải Sơn" userId="b07ee673-6122-4980-99d9-cc7dd5bb86ef" providerId="ADAL" clId="{25A24D89-CDB5-439F-81AA-71C432E97E0F}" dt="2024-05-29T18:52:26.693" v="1884" actId="47"/>
        <pc:sldMasterMkLst>
          <pc:docMk/>
          <pc:sldMasterMk cId="0" sldId="2147483670"/>
        </pc:sldMasterMkLst>
        <pc:sldLayoutChg chg="del">
          <pc:chgData name="a46219 Lê Hải Sơn" userId="b07ee673-6122-4980-99d9-cc7dd5bb86ef" providerId="ADAL" clId="{25A24D89-CDB5-439F-81AA-71C432E97E0F}" dt="2024-05-29T18:52:21.907" v="1877" actId="47"/>
          <pc:sldLayoutMkLst>
            <pc:docMk/>
            <pc:sldMasterMk cId="0" sldId="2147483670"/>
            <pc:sldLayoutMk cId="0" sldId="2147483650"/>
          </pc:sldLayoutMkLst>
        </pc:sldLayoutChg>
        <pc:sldLayoutChg chg="del">
          <pc:chgData name="a46219 Lê Hải Sơn" userId="b07ee673-6122-4980-99d9-cc7dd5bb86ef" providerId="ADAL" clId="{25A24D89-CDB5-439F-81AA-71C432E97E0F}" dt="2024-05-29T18:52:23.698" v="1879" actId="47"/>
          <pc:sldLayoutMkLst>
            <pc:docMk/>
            <pc:sldMasterMk cId="0" sldId="2147483670"/>
            <pc:sldLayoutMk cId="0" sldId="2147483652"/>
          </pc:sldLayoutMkLst>
        </pc:sldLayoutChg>
        <pc:sldLayoutChg chg="del">
          <pc:chgData name="a46219 Lê Hải Sơn" userId="b07ee673-6122-4980-99d9-cc7dd5bb86ef" providerId="ADAL" clId="{25A24D89-CDB5-439F-81AA-71C432E97E0F}" dt="2024-05-29T18:52:26.056" v="1883" actId="47"/>
          <pc:sldLayoutMkLst>
            <pc:docMk/>
            <pc:sldMasterMk cId="0" sldId="2147483670"/>
            <pc:sldLayoutMk cId="0" sldId="2147483657"/>
          </pc:sldLayoutMkLst>
        </pc:sldLayoutChg>
        <pc:sldLayoutChg chg="del">
          <pc:chgData name="a46219 Lê Hải Sơn" userId="b07ee673-6122-4980-99d9-cc7dd5bb86ef" providerId="ADAL" clId="{25A24D89-CDB5-439F-81AA-71C432E97E0F}" dt="2024-05-29T18:52:25.112" v="1881" actId="47"/>
          <pc:sldLayoutMkLst>
            <pc:docMk/>
            <pc:sldMasterMk cId="0" sldId="2147483670"/>
            <pc:sldLayoutMk cId="0" sldId="2147483660"/>
          </pc:sldLayoutMkLst>
        </pc:sldLayoutChg>
        <pc:sldLayoutChg chg="del">
          <pc:chgData name="a46219 Lê Hải Sơn" userId="b07ee673-6122-4980-99d9-cc7dd5bb86ef" providerId="ADAL" clId="{25A24D89-CDB5-439F-81AA-71C432E97E0F}" dt="2024-05-29T18:52:26.693" v="1884" actId="47"/>
          <pc:sldLayoutMkLst>
            <pc:docMk/>
            <pc:sldMasterMk cId="0" sldId="2147483670"/>
            <pc:sldLayoutMk cId="0" sldId="2147483663"/>
          </pc:sldLayoutMkLst>
        </pc:sldLayoutChg>
      </pc:sldMasterChg>
      <pc:sldMasterChg chg="del delSldLayout">
        <pc:chgData name="a46219 Lê Hải Sơn" userId="b07ee673-6122-4980-99d9-cc7dd5bb86ef" providerId="ADAL" clId="{25A24D89-CDB5-439F-81AA-71C432E97E0F}" dt="2024-05-29T18:52:32.637" v="1900" actId="47"/>
        <pc:sldMasterMkLst>
          <pc:docMk/>
          <pc:sldMasterMk cId="0" sldId="2147483671"/>
        </pc:sldMasterMkLst>
        <pc:sldLayoutChg chg="del">
          <pc:chgData name="a46219 Lê Hải Sơn" userId="b07ee673-6122-4980-99d9-cc7dd5bb86ef" providerId="ADAL" clId="{25A24D89-CDB5-439F-81AA-71C432E97E0F}" dt="2024-05-29T18:52:32.637" v="1900" actId="47"/>
          <pc:sldLayoutMkLst>
            <pc:docMk/>
            <pc:sldMasterMk cId="0" sldId="2147483671"/>
            <pc:sldLayoutMk cId="0" sldId="2147483668"/>
          </pc:sldLayoutMkLst>
        </pc:sldLayoutChg>
      </pc:sldMasterChg>
      <pc:sldMasterChg chg="del delSldLayout">
        <pc:chgData name="a46219 Lê Hải Sơn" userId="b07ee673-6122-4980-99d9-cc7dd5bb86ef" providerId="ADAL" clId="{25A24D89-CDB5-439F-81AA-71C432E97E0F}" dt="2024-05-29T18:52:28.914" v="1890" actId="47"/>
        <pc:sldMasterMkLst>
          <pc:docMk/>
          <pc:sldMasterMk cId="0" sldId="2147483672"/>
        </pc:sldMasterMkLst>
        <pc:sldLayoutChg chg="del">
          <pc:chgData name="a46219 Lê Hải Sơn" userId="b07ee673-6122-4980-99d9-cc7dd5bb86ef" providerId="ADAL" clId="{25A24D89-CDB5-439F-81AA-71C432E97E0F}" dt="2024-05-29T18:52:28.914" v="1890" actId="47"/>
          <pc:sldLayoutMkLst>
            <pc:docMk/>
            <pc:sldMasterMk cId="0" sldId="2147483672"/>
            <pc:sldLayoutMk cId="0" sldId="2147483669"/>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Fully Paid</c:v>
                </c:pt>
              </c:strCache>
            </c:strRef>
          </c:tx>
          <c:spPr>
            <a:solidFill>
              <a:schemeClr val="accent1"/>
            </a:solidFill>
            <a:ln>
              <a:noFill/>
            </a:ln>
            <a:effectLst/>
          </c:spPr>
          <c:invertIfNegative val="0"/>
          <c:cat>
            <c:strRef>
              <c:f>Sheet1!$A$2:$A$5</c:f>
              <c:strCache>
                <c:ptCount val="1"/>
                <c:pt idx="0">
                  <c:v>Category 1</c:v>
                </c:pt>
              </c:strCache>
            </c:strRef>
          </c:cat>
          <c:val>
            <c:numRef>
              <c:f>Sheet1!$B$2:$B$5</c:f>
              <c:numCache>
                <c:formatCode>General</c:formatCode>
                <c:ptCount val="4"/>
                <c:pt idx="0">
                  <c:v>1076751</c:v>
                </c:pt>
              </c:numCache>
            </c:numRef>
          </c:val>
          <c:extLst>
            <c:ext xmlns:c16="http://schemas.microsoft.com/office/drawing/2014/chart" uri="{C3380CC4-5D6E-409C-BE32-E72D297353CC}">
              <c16:uniqueId val="{00000000-8361-4DBB-A832-24EC3F10E24A}"/>
            </c:ext>
          </c:extLst>
        </c:ser>
        <c:ser>
          <c:idx val="1"/>
          <c:order val="1"/>
          <c:tx>
            <c:strRef>
              <c:f>Sheet1!$C$1</c:f>
              <c:strCache>
                <c:ptCount val="1"/>
                <c:pt idx="0">
                  <c:v>Charged Off </c:v>
                </c:pt>
              </c:strCache>
            </c:strRef>
          </c:tx>
          <c:spPr>
            <a:solidFill>
              <a:schemeClr val="accent2"/>
            </a:solidFill>
            <a:ln>
              <a:noFill/>
            </a:ln>
            <a:effectLst/>
          </c:spPr>
          <c:invertIfNegative val="0"/>
          <c:cat>
            <c:strRef>
              <c:f>Sheet1!$A$2:$A$5</c:f>
              <c:strCache>
                <c:ptCount val="1"/>
                <c:pt idx="0">
                  <c:v>Category 1</c:v>
                </c:pt>
              </c:strCache>
            </c:strRef>
          </c:cat>
          <c:val>
            <c:numRef>
              <c:f>Sheet1!$C$2:$C$5</c:f>
              <c:numCache>
                <c:formatCode>General</c:formatCode>
                <c:ptCount val="4"/>
                <c:pt idx="0">
                  <c:v>268559</c:v>
                </c:pt>
              </c:numCache>
            </c:numRef>
          </c:val>
          <c:extLst>
            <c:ext xmlns:c16="http://schemas.microsoft.com/office/drawing/2014/chart" uri="{C3380CC4-5D6E-409C-BE32-E72D297353CC}">
              <c16:uniqueId val="{00000001-8361-4DBB-A832-24EC3F10E24A}"/>
            </c:ext>
          </c:extLst>
        </c:ser>
        <c:ser>
          <c:idx val="2"/>
          <c:order val="2"/>
          <c:tx>
            <c:strRef>
              <c:f>Sheet1!$D$1</c:f>
              <c:strCache>
                <c:ptCount val="1"/>
                <c:pt idx="0">
                  <c:v>Column1</c:v>
                </c:pt>
              </c:strCache>
            </c:strRef>
          </c:tx>
          <c:spPr>
            <a:solidFill>
              <a:schemeClr val="accent3"/>
            </a:solidFill>
            <a:ln>
              <a:noFill/>
            </a:ln>
            <a:effectLst/>
          </c:spPr>
          <c:invertIfNegative val="0"/>
          <c:cat>
            <c:strRef>
              <c:f>Sheet1!$A$2:$A$5</c:f>
              <c:strCache>
                <c:ptCount val="1"/>
                <c:pt idx="0">
                  <c:v>Category 1</c:v>
                </c:pt>
              </c:strCache>
            </c:strRef>
          </c:cat>
          <c:val>
            <c:numRef>
              <c:f>Sheet1!$D$2:$D$5</c:f>
              <c:numCache>
                <c:formatCode>General</c:formatCode>
                <c:ptCount val="4"/>
              </c:numCache>
            </c:numRef>
          </c:val>
          <c:extLst>
            <c:ext xmlns:c16="http://schemas.microsoft.com/office/drawing/2014/chart" uri="{C3380CC4-5D6E-409C-BE32-E72D297353CC}">
              <c16:uniqueId val="{00000002-8361-4DBB-A832-24EC3F10E24A}"/>
            </c:ext>
          </c:extLst>
        </c:ser>
        <c:dLbls>
          <c:showLegendKey val="0"/>
          <c:showVal val="0"/>
          <c:showCatName val="0"/>
          <c:showSerName val="0"/>
          <c:showPercent val="0"/>
          <c:showBubbleSize val="0"/>
        </c:dLbls>
        <c:gapWidth val="0"/>
        <c:overlap val="100"/>
        <c:axId val="190329903"/>
        <c:axId val="190332303"/>
      </c:barChart>
      <c:catAx>
        <c:axId val="190329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0332303"/>
        <c:crosses val="autoZero"/>
        <c:auto val="1"/>
        <c:lblAlgn val="ctr"/>
        <c:lblOffset val="100"/>
        <c:noMultiLvlLbl val="0"/>
      </c:catAx>
      <c:valAx>
        <c:axId val="1903323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0329903"/>
        <c:crosses val="autoZero"/>
        <c:crossBetween val="between"/>
      </c:valAx>
      <c:spPr>
        <a:noFill/>
        <a:ln>
          <a:noFill/>
        </a:ln>
        <a:effectLst>
          <a:softEdge rad="0"/>
        </a:effectLst>
      </c:spPr>
    </c:plotArea>
    <c:legend>
      <c:legendPos val="b"/>
      <c:legendEntry>
        <c:idx val="0"/>
        <c:txPr>
          <a:bodyPr rot="0" spcFirstLastPara="1" vertOverflow="ellipsis" vert="horz" wrap="square" anchor="ctr" anchorCtr="1"/>
          <a:lstStyle/>
          <a:p>
            <a:pPr>
              <a:defRPr sz="1197"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legendEntry>
      <c:legendEntry>
        <c:idx val="2"/>
        <c:delete val="1"/>
      </c:legendEntry>
      <c:overlay val="0"/>
      <c:spPr>
        <a:noFill/>
        <a:ln>
          <a:solidFill>
            <a:schemeClr val="bg1">
              <a:lumMod val="50000"/>
            </a:schemeClr>
          </a:solid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8"/>
        <p:cNvGrpSpPr/>
        <p:nvPr/>
      </p:nvGrpSpPr>
      <p:grpSpPr>
        <a:xfrm>
          <a:off x="0" y="0"/>
          <a:ext cx="0" cy="0"/>
          <a:chOff x="0" y="0"/>
          <a:chExt cx="0" cy="0"/>
        </a:xfrm>
      </p:grpSpPr>
      <p:sp>
        <p:nvSpPr>
          <p:cNvPr id="2459" name="Google Shape;2459;g6202a3cc35_0_1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0" name="Google Shape;2460;g6202a3cc35_0_1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5465e7bc0b_1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5465e7bc0b_1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5"/>
        <p:cNvGrpSpPr/>
        <p:nvPr/>
      </p:nvGrpSpPr>
      <p:grpSpPr>
        <a:xfrm>
          <a:off x="0" y="0"/>
          <a:ext cx="0" cy="0"/>
          <a:chOff x="0" y="0"/>
          <a:chExt cx="0" cy="0"/>
        </a:xfrm>
      </p:grpSpPr>
      <p:sp>
        <p:nvSpPr>
          <p:cNvPr id="2436" name="Google Shape;2436;g6083763cf6_5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7" name="Google Shape;2437;g6083763cf6_5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56e9a21c8b_2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56e9a21c8b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564156046e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2" name="Google Shape;782;g564156046e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F1-score của "Bad Loan"</a:t>
            </a:r>
          </a:p>
          <a:p>
            <a:pPr>
              <a:buFont typeface="Arial" panose="020B0604020202020204" pitchFamily="34" charset="0"/>
              <a:buChar char="•"/>
            </a:pPr>
            <a:r>
              <a:rPr lang="vi-VN" b="1" dirty="0"/>
              <a:t>F1-score của "Bad Loan"</a:t>
            </a:r>
            <a:r>
              <a:rPr lang="vi-VN" dirty="0"/>
              <a:t>: 0.92</a:t>
            </a:r>
          </a:p>
          <a:p>
            <a:r>
              <a:rPr lang="vi-VN" dirty="0"/>
              <a:t>F1-score của "Bad Loan" rất cao, cho thấy mô hình có khả năng dự đoán tốt những khách hàng không trả được nợ, cân bằng giữa precision (0.96) và recall (0.88).</a:t>
            </a:r>
          </a:p>
          <a:p>
            <a:r>
              <a:rPr lang="vi-VN" b="1" dirty="0"/>
              <a:t>Khi nào nên chú trọng F1-score của "Bad Loan"?</a:t>
            </a:r>
            <a:endParaRPr lang="vi-VN" dirty="0"/>
          </a:p>
          <a:p>
            <a:pPr>
              <a:buFont typeface="Arial" panose="020B0604020202020204" pitchFamily="34" charset="0"/>
              <a:buChar char="•"/>
            </a:pPr>
            <a:r>
              <a:rPr lang="vi-VN" dirty="0"/>
              <a:t>Nếu việc cho vay nhầm khách hàng không trả được nợ có hậu quả nghiêm trọng như tổn thất tài chính lớn.</a:t>
            </a:r>
          </a:p>
          <a:p>
            <a:pPr>
              <a:buFont typeface="Arial" panose="020B0604020202020204" pitchFamily="34" charset="0"/>
              <a:buChar char="•"/>
            </a:pPr>
            <a:r>
              <a:rPr lang="vi-VN" dirty="0"/>
              <a:t>Nếu bạn muốn giảm thiểu rủi ro tín dụng và đảm bảo rằng các khách hàng có khả năng không trả được nợ bị loại trừ.</a:t>
            </a:r>
          </a:p>
          <a:p>
            <a:pPr>
              <a:buFont typeface="Arial" panose="020B0604020202020204" pitchFamily="34" charset="0"/>
              <a:buChar char="•"/>
            </a:pPr>
            <a:endParaRPr lang="vi-VN" dirty="0"/>
          </a:p>
          <a:p>
            <a:pPr>
              <a:buFont typeface="Arial" panose="020B0604020202020204" pitchFamily="34" charset="0"/>
              <a:buChar char="•"/>
            </a:pPr>
            <a:endParaRPr lang="vi-VN" dirty="0"/>
          </a:p>
          <a:p>
            <a:pPr>
              <a:buFont typeface="Arial" panose="020B0604020202020204" pitchFamily="34" charset="0"/>
              <a:buChar char="•"/>
            </a:pPr>
            <a:r>
              <a:rPr lang="vi-VN" b="1" dirty="0"/>
              <a:t>Recall của "Bad Loan"</a:t>
            </a:r>
            <a:r>
              <a:rPr lang="vi-VN" dirty="0"/>
              <a:t>: 0.88</a:t>
            </a:r>
          </a:p>
          <a:p>
            <a:r>
              <a:rPr lang="vi-VN" dirty="0"/>
              <a:t>Recall của "Bad Loan" đo lường tỷ lệ khách hàng thực sự là "Bad Loan" mà mô hình dự đoán đúng. Một recall cao cho thấy mô hình có khả năng tốt trong việc nhận diện những khách hàng không trả được nợ.</a:t>
            </a:r>
          </a:p>
          <a:p>
            <a:r>
              <a:rPr lang="vi-VN" b="1" dirty="0"/>
              <a:t>Khi nào nên chú trọng recall của "Bad Loan"?</a:t>
            </a:r>
            <a:endParaRPr lang="vi-VN" dirty="0"/>
          </a:p>
          <a:p>
            <a:pPr>
              <a:buFont typeface="Arial" panose="020B0604020202020204" pitchFamily="34" charset="0"/>
              <a:buChar char="•"/>
            </a:pPr>
            <a:r>
              <a:rPr lang="vi-VN" dirty="0"/>
              <a:t>Khi việc bỏ sót khách hàng không trả được nợ (false negatives) gây hậu quả nghiêm trọng như tổn thất tài chính lớn.</a:t>
            </a:r>
          </a:p>
          <a:p>
            <a:pPr>
              <a:buFont typeface="Arial" panose="020B0604020202020204" pitchFamily="34" charset="0"/>
              <a:buChar char="•"/>
            </a:pPr>
            <a:r>
              <a:rPr lang="vi-VN" dirty="0"/>
              <a:t>Nếu bạn muốn đảm bảo rằng hầu hết các khách hàng có khả năng không trả được nợ đều được nhận diện và từ chối vay.</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6"/>
        <p:cNvGrpSpPr/>
        <p:nvPr/>
      </p:nvGrpSpPr>
      <p:grpSpPr>
        <a:xfrm>
          <a:off x="0" y="0"/>
          <a:ext cx="0" cy="0"/>
          <a:chOff x="0" y="0"/>
          <a:chExt cx="0" cy="0"/>
        </a:xfrm>
      </p:grpSpPr>
      <p:sp>
        <p:nvSpPr>
          <p:cNvPr id="4237" name="Google Shape;4237;g64752e126b_4_1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8" name="Google Shape;4238;g64752e126b_4_1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608d0fa1da_0_8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608d0fa1da_0_8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62627ebace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62627ebace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6083763cf6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6083763cf6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2"/>
        <p:cNvGrpSpPr/>
        <p:nvPr/>
      </p:nvGrpSpPr>
      <p:grpSpPr>
        <a:xfrm>
          <a:off x="0" y="0"/>
          <a:ext cx="0" cy="0"/>
          <a:chOff x="0" y="0"/>
          <a:chExt cx="0" cy="0"/>
        </a:xfrm>
      </p:grpSpPr>
      <p:sp>
        <p:nvSpPr>
          <p:cNvPr id="2493" name="Google Shape;2493;g6202a3cc35_0_1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4" name="Google Shape;2494;g6202a3cc35_0_1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6083763cf6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6083763cf6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22964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6083763cf6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6083763cf6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9697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57181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8"/>
        <p:cNvGrpSpPr/>
        <p:nvPr/>
      </p:nvGrpSpPr>
      <p:grpSpPr>
        <a:xfrm>
          <a:off x="0" y="0"/>
          <a:ext cx="0" cy="0"/>
          <a:chOff x="0" y="0"/>
          <a:chExt cx="0" cy="0"/>
        </a:xfrm>
      </p:grpSpPr>
      <p:sp>
        <p:nvSpPr>
          <p:cNvPr id="2479" name="Google Shape;2479;g5465e7bc0b_1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0" name="Google Shape;2480;g5465e7bc0b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24179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8"/>
        <p:cNvGrpSpPr/>
        <p:nvPr/>
      </p:nvGrpSpPr>
      <p:grpSpPr>
        <a:xfrm>
          <a:off x="0" y="0"/>
          <a:ext cx="0" cy="0"/>
          <a:chOff x="0" y="0"/>
          <a:chExt cx="0" cy="0"/>
        </a:xfrm>
      </p:grpSpPr>
      <p:sp>
        <p:nvSpPr>
          <p:cNvPr id="2479" name="Google Shape;2479;g5465e7bc0b_1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0" name="Google Shape;2480;g5465e7bc0b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66252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6083763cf6_5_4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6083763cf6_5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6083763cf6_5_4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6083763cf6_5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2831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6202a3cc35_0_17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6202a3cc35_0_17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2"/>
        <p:cNvGrpSpPr/>
        <p:nvPr/>
      </p:nvGrpSpPr>
      <p:grpSpPr>
        <a:xfrm>
          <a:off x="0" y="0"/>
          <a:ext cx="0" cy="0"/>
          <a:chOff x="0" y="0"/>
          <a:chExt cx="0" cy="0"/>
        </a:xfrm>
      </p:grpSpPr>
      <p:sp>
        <p:nvSpPr>
          <p:cNvPr id="1353" name="Google Shape;1353;g608d0fa1da_0_7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4" name="Google Shape;1354;g608d0fa1da_0_7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Dùng under sampling giúp mô hình không bị thiên lệch về lớp chiếm đa số và giúp cải thiện hiệu suất mô hình</a:t>
            </a:r>
            <a:endParaRPr dirty="0"/>
          </a:p>
        </p:txBody>
      </p:sp>
    </p:spTree>
    <p:extLst>
      <p:ext uri="{BB962C8B-B14F-4D97-AF65-F5344CB8AC3E}">
        <p14:creationId xmlns:p14="http://schemas.microsoft.com/office/powerpoint/2010/main" val="1177831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7"/>
        <p:cNvGrpSpPr/>
        <p:nvPr/>
      </p:nvGrpSpPr>
      <p:grpSpPr>
        <a:xfrm>
          <a:off x="0" y="0"/>
          <a:ext cx="0" cy="0"/>
          <a:chOff x="0" y="0"/>
          <a:chExt cx="0" cy="0"/>
        </a:xfrm>
      </p:grpSpPr>
      <p:sp>
        <p:nvSpPr>
          <p:cNvPr id="2528" name="Google Shape;2528;g5465e7bc0b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9" name="Google Shape;2529;g5465e7bc0b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 Id="rId4" Type="http://schemas.openxmlformats.org/officeDocument/2006/relationships/hyperlink" Target="http://bit.ly/2TtBDfr"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33000" y="1050513"/>
            <a:ext cx="3248400" cy="24195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CBF4A"/>
              </a:buClr>
              <a:buSzPts val="3600"/>
              <a:buNone/>
              <a:defRPr sz="5400" b="0">
                <a:latin typeface="Staatliches"/>
                <a:ea typeface="Staatliches"/>
                <a:cs typeface="Staatliches"/>
                <a:sym typeface="Staatliches"/>
              </a:defRPr>
            </a:lvl1pPr>
            <a:lvl2pPr lvl="1" algn="ctr" rtl="0">
              <a:spcBef>
                <a:spcPts val="0"/>
              </a:spcBef>
              <a:spcAft>
                <a:spcPts val="0"/>
              </a:spcAft>
              <a:buClr>
                <a:srgbClr val="FCBF4A"/>
              </a:buClr>
              <a:buSzPts val="5200"/>
              <a:buNone/>
              <a:defRPr sz="5200">
                <a:solidFill>
                  <a:srgbClr val="FCBF4A"/>
                </a:solidFill>
              </a:defRPr>
            </a:lvl2pPr>
            <a:lvl3pPr lvl="2" algn="ctr" rtl="0">
              <a:spcBef>
                <a:spcPts val="0"/>
              </a:spcBef>
              <a:spcAft>
                <a:spcPts val="0"/>
              </a:spcAft>
              <a:buClr>
                <a:srgbClr val="FCBF4A"/>
              </a:buClr>
              <a:buSzPts val="5200"/>
              <a:buNone/>
              <a:defRPr sz="5200">
                <a:solidFill>
                  <a:srgbClr val="FCBF4A"/>
                </a:solidFill>
              </a:defRPr>
            </a:lvl3pPr>
            <a:lvl4pPr lvl="3" algn="ctr" rtl="0">
              <a:spcBef>
                <a:spcPts val="0"/>
              </a:spcBef>
              <a:spcAft>
                <a:spcPts val="0"/>
              </a:spcAft>
              <a:buClr>
                <a:srgbClr val="FCBF4A"/>
              </a:buClr>
              <a:buSzPts val="5200"/>
              <a:buNone/>
              <a:defRPr sz="5200">
                <a:solidFill>
                  <a:srgbClr val="FCBF4A"/>
                </a:solidFill>
              </a:defRPr>
            </a:lvl4pPr>
            <a:lvl5pPr lvl="4" algn="ctr" rtl="0">
              <a:spcBef>
                <a:spcPts val="0"/>
              </a:spcBef>
              <a:spcAft>
                <a:spcPts val="0"/>
              </a:spcAft>
              <a:buClr>
                <a:srgbClr val="FCBF4A"/>
              </a:buClr>
              <a:buSzPts val="5200"/>
              <a:buNone/>
              <a:defRPr sz="5200">
                <a:solidFill>
                  <a:srgbClr val="FCBF4A"/>
                </a:solidFill>
              </a:defRPr>
            </a:lvl5pPr>
            <a:lvl6pPr lvl="5" algn="ctr" rtl="0">
              <a:spcBef>
                <a:spcPts val="0"/>
              </a:spcBef>
              <a:spcAft>
                <a:spcPts val="0"/>
              </a:spcAft>
              <a:buClr>
                <a:srgbClr val="FCBF4A"/>
              </a:buClr>
              <a:buSzPts val="5200"/>
              <a:buNone/>
              <a:defRPr sz="5200">
                <a:solidFill>
                  <a:srgbClr val="FCBF4A"/>
                </a:solidFill>
              </a:defRPr>
            </a:lvl6pPr>
            <a:lvl7pPr lvl="6" algn="ctr" rtl="0">
              <a:spcBef>
                <a:spcPts val="0"/>
              </a:spcBef>
              <a:spcAft>
                <a:spcPts val="0"/>
              </a:spcAft>
              <a:buClr>
                <a:srgbClr val="FCBF4A"/>
              </a:buClr>
              <a:buSzPts val="5200"/>
              <a:buNone/>
              <a:defRPr sz="5200">
                <a:solidFill>
                  <a:srgbClr val="FCBF4A"/>
                </a:solidFill>
              </a:defRPr>
            </a:lvl7pPr>
            <a:lvl8pPr lvl="7" algn="ctr" rtl="0">
              <a:spcBef>
                <a:spcPts val="0"/>
              </a:spcBef>
              <a:spcAft>
                <a:spcPts val="0"/>
              </a:spcAft>
              <a:buClr>
                <a:srgbClr val="FCBF4A"/>
              </a:buClr>
              <a:buSzPts val="5200"/>
              <a:buNone/>
              <a:defRPr sz="5200">
                <a:solidFill>
                  <a:srgbClr val="FCBF4A"/>
                </a:solidFill>
              </a:defRPr>
            </a:lvl8pPr>
            <a:lvl9pPr lvl="8" algn="ctr" rtl="0">
              <a:spcBef>
                <a:spcPts val="0"/>
              </a:spcBef>
              <a:spcAft>
                <a:spcPts val="0"/>
              </a:spcAft>
              <a:buClr>
                <a:srgbClr val="FCBF4A"/>
              </a:buClr>
              <a:buSzPts val="5200"/>
              <a:buNone/>
              <a:defRPr sz="5200">
                <a:solidFill>
                  <a:srgbClr val="FCBF4A"/>
                </a:solidFill>
              </a:defRPr>
            </a:lvl9pPr>
          </a:lstStyle>
          <a:p>
            <a:endParaRPr/>
          </a:p>
        </p:txBody>
      </p:sp>
      <p:sp>
        <p:nvSpPr>
          <p:cNvPr id="10" name="Google Shape;10;p2"/>
          <p:cNvSpPr txBox="1">
            <a:spLocks noGrp="1"/>
          </p:cNvSpPr>
          <p:nvPr>
            <p:ph type="subTitle" idx="1"/>
          </p:nvPr>
        </p:nvSpPr>
        <p:spPr>
          <a:xfrm>
            <a:off x="833000" y="3299563"/>
            <a:ext cx="3326700" cy="32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CBF4A"/>
              </a:buClr>
              <a:buSzPts val="1400"/>
              <a:buNone/>
              <a:defRPr>
                <a:latin typeface="Anaheim"/>
                <a:ea typeface="Anaheim"/>
                <a:cs typeface="Anaheim"/>
                <a:sym typeface="Anaheim"/>
              </a:defRPr>
            </a:lvl1pPr>
            <a:lvl2pPr lvl="1"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2pPr>
            <a:lvl3pPr lvl="2"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3pPr>
            <a:lvl4pPr lvl="3"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4pPr>
            <a:lvl5pPr lvl="4"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5pPr>
            <a:lvl6pPr lvl="5"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6pPr>
            <a:lvl7pPr lvl="6"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7pPr>
            <a:lvl8pPr lvl="7"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8pPr>
            <a:lvl9pPr lvl="8"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EXT">
  <p:cSld name="CUSTOM_7_1">
    <p:spTree>
      <p:nvGrpSpPr>
        <p:cNvPr id="1" name="Shape 11"/>
        <p:cNvGrpSpPr/>
        <p:nvPr/>
      </p:nvGrpSpPr>
      <p:grpSpPr>
        <a:xfrm>
          <a:off x="0" y="0"/>
          <a:ext cx="0" cy="0"/>
          <a:chOff x="0" y="0"/>
          <a:chExt cx="0" cy="0"/>
        </a:xfrm>
      </p:grpSpPr>
      <p:sp>
        <p:nvSpPr>
          <p:cNvPr id="12" name="Google Shape;12;p3"/>
          <p:cNvSpPr/>
          <p:nvPr/>
        </p:nvSpPr>
        <p:spPr>
          <a:xfrm>
            <a:off x="3513575" y="353425"/>
            <a:ext cx="5672400" cy="529500"/>
          </a:xfrm>
          <a:prstGeom prst="roundRect">
            <a:avLst>
              <a:gd name="adj" fmla="val 19858"/>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3"/>
          <p:cNvSpPr/>
          <p:nvPr/>
        </p:nvSpPr>
        <p:spPr>
          <a:xfrm>
            <a:off x="3569775" y="409006"/>
            <a:ext cx="5616300" cy="5295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3"/>
          <p:cNvSpPr txBox="1">
            <a:spLocks noGrp="1"/>
          </p:cNvSpPr>
          <p:nvPr>
            <p:ph type="subTitle" idx="1"/>
          </p:nvPr>
        </p:nvSpPr>
        <p:spPr>
          <a:xfrm flipH="1">
            <a:off x="889350" y="1030050"/>
            <a:ext cx="7409100" cy="28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Font typeface="Josefin Slab"/>
              <a:buAutoNum type="arabicPeriod"/>
              <a:defRPr sz="1100">
                <a:latin typeface="Anaheim"/>
                <a:ea typeface="Anaheim"/>
                <a:cs typeface="Anaheim"/>
                <a:sym typeface="Anaheim"/>
              </a:defRPr>
            </a:lvl1pPr>
            <a:lvl2pPr lvl="1" algn="ctr" rtl="0">
              <a:lnSpc>
                <a:spcPct val="100000"/>
              </a:lnSpc>
              <a:spcBef>
                <a:spcPts val="0"/>
              </a:spcBef>
              <a:spcAft>
                <a:spcPts val="0"/>
              </a:spcAft>
              <a:buSzPts val="1400"/>
              <a:buFont typeface="Josefin Slab SemiBold"/>
              <a:buAutoNum type="alphaLcPeriod"/>
              <a:defRPr sz="1400">
                <a:latin typeface="Josefin Slab"/>
                <a:ea typeface="Josefin Slab"/>
                <a:cs typeface="Josefin Slab"/>
                <a:sym typeface="Josefin Slab"/>
              </a:defRPr>
            </a:lvl2pPr>
            <a:lvl3pPr lvl="2" algn="ctr" rtl="0">
              <a:lnSpc>
                <a:spcPct val="100000"/>
              </a:lnSpc>
              <a:spcBef>
                <a:spcPts val="0"/>
              </a:spcBef>
              <a:spcAft>
                <a:spcPts val="0"/>
              </a:spcAft>
              <a:buSzPts val="1400"/>
              <a:buFont typeface="Josefin Slab SemiBold"/>
              <a:buAutoNum type="romanLcPeriod"/>
              <a:defRPr sz="1400">
                <a:latin typeface="Josefin Slab"/>
                <a:ea typeface="Josefin Slab"/>
                <a:cs typeface="Josefin Slab"/>
                <a:sym typeface="Josefin Slab"/>
              </a:defRPr>
            </a:lvl3pPr>
            <a:lvl4pPr lvl="3" algn="ctr" rtl="0">
              <a:lnSpc>
                <a:spcPct val="100000"/>
              </a:lnSpc>
              <a:spcBef>
                <a:spcPts val="0"/>
              </a:spcBef>
              <a:spcAft>
                <a:spcPts val="0"/>
              </a:spcAft>
              <a:buSzPts val="1400"/>
              <a:buFont typeface="Josefin Slab SemiBold"/>
              <a:buAutoNum type="arabicPeriod"/>
              <a:defRPr sz="1400">
                <a:latin typeface="Josefin Slab"/>
                <a:ea typeface="Josefin Slab"/>
                <a:cs typeface="Josefin Slab"/>
                <a:sym typeface="Josefin Slab"/>
              </a:defRPr>
            </a:lvl4pPr>
            <a:lvl5pPr lvl="4" algn="ctr" rtl="0">
              <a:lnSpc>
                <a:spcPct val="100000"/>
              </a:lnSpc>
              <a:spcBef>
                <a:spcPts val="0"/>
              </a:spcBef>
              <a:spcAft>
                <a:spcPts val="0"/>
              </a:spcAft>
              <a:buSzPts val="1400"/>
              <a:buFont typeface="Josefin Slab SemiBold"/>
              <a:buAutoNum type="alphaLcPeriod"/>
              <a:defRPr sz="1400">
                <a:latin typeface="Josefin Slab"/>
                <a:ea typeface="Josefin Slab"/>
                <a:cs typeface="Josefin Slab"/>
                <a:sym typeface="Josefin Slab"/>
              </a:defRPr>
            </a:lvl5pPr>
            <a:lvl6pPr lvl="5" algn="ctr" rtl="0">
              <a:lnSpc>
                <a:spcPct val="100000"/>
              </a:lnSpc>
              <a:spcBef>
                <a:spcPts val="0"/>
              </a:spcBef>
              <a:spcAft>
                <a:spcPts val="0"/>
              </a:spcAft>
              <a:buSzPts val="1400"/>
              <a:buFont typeface="Josefin Slab SemiBold"/>
              <a:buAutoNum type="romanLcPeriod"/>
              <a:defRPr sz="1400">
                <a:latin typeface="Josefin Slab"/>
                <a:ea typeface="Josefin Slab"/>
                <a:cs typeface="Josefin Slab"/>
                <a:sym typeface="Josefin Slab"/>
              </a:defRPr>
            </a:lvl6pPr>
            <a:lvl7pPr lvl="6" algn="ctr" rtl="0">
              <a:lnSpc>
                <a:spcPct val="100000"/>
              </a:lnSpc>
              <a:spcBef>
                <a:spcPts val="0"/>
              </a:spcBef>
              <a:spcAft>
                <a:spcPts val="0"/>
              </a:spcAft>
              <a:buSzPts val="1400"/>
              <a:buFont typeface="Josefin Slab SemiBold"/>
              <a:buAutoNum type="arabicPeriod"/>
              <a:defRPr sz="1400">
                <a:latin typeface="Josefin Slab"/>
                <a:ea typeface="Josefin Slab"/>
                <a:cs typeface="Josefin Slab"/>
                <a:sym typeface="Josefin Slab"/>
              </a:defRPr>
            </a:lvl7pPr>
            <a:lvl8pPr lvl="7" algn="ctr" rtl="0">
              <a:lnSpc>
                <a:spcPct val="100000"/>
              </a:lnSpc>
              <a:spcBef>
                <a:spcPts val="0"/>
              </a:spcBef>
              <a:spcAft>
                <a:spcPts val="0"/>
              </a:spcAft>
              <a:buSzPts val="1400"/>
              <a:buFont typeface="Josefin Slab SemiBold"/>
              <a:buAutoNum type="alphaLcPeriod"/>
              <a:defRPr sz="1400">
                <a:latin typeface="Josefin Slab"/>
                <a:ea typeface="Josefin Slab"/>
                <a:cs typeface="Josefin Slab"/>
                <a:sym typeface="Josefin Slab"/>
              </a:defRPr>
            </a:lvl8pPr>
            <a:lvl9pPr lvl="8" algn="ctr" rtl="0">
              <a:lnSpc>
                <a:spcPct val="100000"/>
              </a:lnSpc>
              <a:spcBef>
                <a:spcPts val="0"/>
              </a:spcBef>
              <a:spcAft>
                <a:spcPts val="0"/>
              </a:spcAft>
              <a:buSzPts val="1400"/>
              <a:buFont typeface="Josefin Slab SemiBold"/>
              <a:buAutoNum type="romanLcPeriod"/>
              <a:defRPr sz="1400">
                <a:latin typeface="Josefin Slab"/>
                <a:ea typeface="Josefin Slab"/>
                <a:cs typeface="Josefin Slab"/>
                <a:sym typeface="Josefin Slab"/>
              </a:defRPr>
            </a:lvl9pPr>
          </a:lstStyle>
          <a:p>
            <a:endParaRPr/>
          </a:p>
        </p:txBody>
      </p:sp>
      <p:sp>
        <p:nvSpPr>
          <p:cNvPr id="15" name="Google Shape;15;p3"/>
          <p:cNvSpPr txBox="1">
            <a:spLocks noGrp="1"/>
          </p:cNvSpPr>
          <p:nvPr>
            <p:ph type="ctrTitle"/>
          </p:nvPr>
        </p:nvSpPr>
        <p:spPr>
          <a:xfrm>
            <a:off x="5180650" y="457300"/>
            <a:ext cx="3194700" cy="481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rgbClr val="2D406A"/>
              </a:buClr>
              <a:buSzPts val="2400"/>
              <a:buNone/>
              <a:defRPr sz="1800" b="0">
                <a:latin typeface="Staatliches"/>
                <a:ea typeface="Staatliches"/>
                <a:cs typeface="Staatliches"/>
                <a:sym typeface="Staatliches"/>
              </a:defRPr>
            </a:lvl1pPr>
            <a:lvl2pPr lvl="1" algn="ctr" rtl="0">
              <a:spcBef>
                <a:spcPts val="0"/>
              </a:spcBef>
              <a:spcAft>
                <a:spcPts val="0"/>
              </a:spcAft>
              <a:buClr>
                <a:srgbClr val="338987"/>
              </a:buClr>
              <a:buSzPts val="1800"/>
              <a:buNone/>
              <a:defRPr sz="1800" b="0">
                <a:solidFill>
                  <a:srgbClr val="338987"/>
                </a:solidFill>
              </a:defRPr>
            </a:lvl2pPr>
            <a:lvl3pPr lvl="2" algn="ctr" rtl="0">
              <a:spcBef>
                <a:spcPts val="0"/>
              </a:spcBef>
              <a:spcAft>
                <a:spcPts val="0"/>
              </a:spcAft>
              <a:buClr>
                <a:srgbClr val="338987"/>
              </a:buClr>
              <a:buSzPts val="1800"/>
              <a:buNone/>
              <a:defRPr sz="1800" b="0">
                <a:solidFill>
                  <a:srgbClr val="338987"/>
                </a:solidFill>
              </a:defRPr>
            </a:lvl3pPr>
            <a:lvl4pPr lvl="3" algn="ctr" rtl="0">
              <a:spcBef>
                <a:spcPts val="0"/>
              </a:spcBef>
              <a:spcAft>
                <a:spcPts val="0"/>
              </a:spcAft>
              <a:buClr>
                <a:srgbClr val="338987"/>
              </a:buClr>
              <a:buSzPts val="1800"/>
              <a:buNone/>
              <a:defRPr sz="1800" b="0">
                <a:solidFill>
                  <a:srgbClr val="338987"/>
                </a:solidFill>
              </a:defRPr>
            </a:lvl4pPr>
            <a:lvl5pPr lvl="4" algn="ctr" rtl="0">
              <a:spcBef>
                <a:spcPts val="0"/>
              </a:spcBef>
              <a:spcAft>
                <a:spcPts val="0"/>
              </a:spcAft>
              <a:buClr>
                <a:srgbClr val="338987"/>
              </a:buClr>
              <a:buSzPts val="1800"/>
              <a:buNone/>
              <a:defRPr sz="1800" b="0">
                <a:solidFill>
                  <a:srgbClr val="338987"/>
                </a:solidFill>
              </a:defRPr>
            </a:lvl5pPr>
            <a:lvl6pPr lvl="5" algn="ctr" rtl="0">
              <a:spcBef>
                <a:spcPts val="0"/>
              </a:spcBef>
              <a:spcAft>
                <a:spcPts val="0"/>
              </a:spcAft>
              <a:buClr>
                <a:srgbClr val="338987"/>
              </a:buClr>
              <a:buSzPts val="1800"/>
              <a:buNone/>
              <a:defRPr sz="1800" b="0">
                <a:solidFill>
                  <a:srgbClr val="338987"/>
                </a:solidFill>
              </a:defRPr>
            </a:lvl6pPr>
            <a:lvl7pPr lvl="6" algn="ctr" rtl="0">
              <a:spcBef>
                <a:spcPts val="0"/>
              </a:spcBef>
              <a:spcAft>
                <a:spcPts val="0"/>
              </a:spcAft>
              <a:buClr>
                <a:srgbClr val="338987"/>
              </a:buClr>
              <a:buSzPts val="1800"/>
              <a:buNone/>
              <a:defRPr sz="1800" b="0">
                <a:solidFill>
                  <a:srgbClr val="338987"/>
                </a:solidFill>
              </a:defRPr>
            </a:lvl7pPr>
            <a:lvl8pPr lvl="7" algn="ctr" rtl="0">
              <a:spcBef>
                <a:spcPts val="0"/>
              </a:spcBef>
              <a:spcAft>
                <a:spcPts val="0"/>
              </a:spcAft>
              <a:buClr>
                <a:srgbClr val="338987"/>
              </a:buClr>
              <a:buSzPts val="1800"/>
              <a:buNone/>
              <a:defRPr sz="1800" b="0">
                <a:solidFill>
                  <a:srgbClr val="338987"/>
                </a:solidFill>
              </a:defRPr>
            </a:lvl8pPr>
            <a:lvl9pPr lvl="8" algn="ctr" rtl="0">
              <a:spcBef>
                <a:spcPts val="0"/>
              </a:spcBef>
              <a:spcAft>
                <a:spcPts val="0"/>
              </a:spcAft>
              <a:buClr>
                <a:srgbClr val="338987"/>
              </a:buClr>
              <a:buSzPts val="1800"/>
              <a:buNone/>
              <a:defRPr sz="1800" b="0">
                <a:solidFill>
                  <a:srgbClr val="338987"/>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1">
  <p:cSld name="CUSTOM_14_1">
    <p:spTree>
      <p:nvGrpSpPr>
        <p:cNvPr id="1" name="Shape 25"/>
        <p:cNvGrpSpPr/>
        <p:nvPr/>
      </p:nvGrpSpPr>
      <p:grpSpPr>
        <a:xfrm>
          <a:off x="0" y="0"/>
          <a:ext cx="0" cy="0"/>
          <a:chOff x="0" y="0"/>
          <a:chExt cx="0" cy="0"/>
        </a:xfrm>
      </p:grpSpPr>
      <p:sp>
        <p:nvSpPr>
          <p:cNvPr id="26" name="Google Shape;26;p5"/>
          <p:cNvSpPr/>
          <p:nvPr/>
        </p:nvSpPr>
        <p:spPr>
          <a:xfrm>
            <a:off x="1464755" y="1059200"/>
            <a:ext cx="6214500" cy="2718600"/>
          </a:xfrm>
          <a:prstGeom prst="roundRect">
            <a:avLst>
              <a:gd name="adj" fmla="val 4313"/>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ctrTitle"/>
          </p:nvPr>
        </p:nvSpPr>
        <p:spPr>
          <a:xfrm>
            <a:off x="2237395" y="1645788"/>
            <a:ext cx="4669200" cy="384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2D406A"/>
              </a:buClr>
              <a:buSzPts val="2400"/>
              <a:buNone/>
              <a:defRPr sz="2400" b="0">
                <a:latin typeface="Staatliches"/>
                <a:ea typeface="Staatliches"/>
                <a:cs typeface="Staatliches"/>
                <a:sym typeface="Staatliches"/>
              </a:defRPr>
            </a:lvl1pPr>
            <a:lvl2pPr lvl="1" algn="ctr" rtl="0">
              <a:spcBef>
                <a:spcPts val="0"/>
              </a:spcBef>
              <a:spcAft>
                <a:spcPts val="0"/>
              </a:spcAft>
              <a:buClr>
                <a:srgbClr val="2D406A"/>
              </a:buClr>
              <a:buSzPts val="2400"/>
              <a:buFont typeface="Anton"/>
              <a:buNone/>
              <a:defRPr sz="2400" b="0">
                <a:solidFill>
                  <a:srgbClr val="2D406A"/>
                </a:solidFill>
                <a:latin typeface="Anton"/>
                <a:ea typeface="Anton"/>
                <a:cs typeface="Anton"/>
                <a:sym typeface="Anton"/>
              </a:defRPr>
            </a:lvl2pPr>
            <a:lvl3pPr lvl="2" algn="ctr" rtl="0">
              <a:spcBef>
                <a:spcPts val="0"/>
              </a:spcBef>
              <a:spcAft>
                <a:spcPts val="0"/>
              </a:spcAft>
              <a:buClr>
                <a:srgbClr val="2D406A"/>
              </a:buClr>
              <a:buSzPts val="2400"/>
              <a:buFont typeface="Anton"/>
              <a:buNone/>
              <a:defRPr sz="2400" b="0">
                <a:solidFill>
                  <a:srgbClr val="2D406A"/>
                </a:solidFill>
                <a:latin typeface="Anton"/>
                <a:ea typeface="Anton"/>
                <a:cs typeface="Anton"/>
                <a:sym typeface="Anton"/>
              </a:defRPr>
            </a:lvl3pPr>
            <a:lvl4pPr lvl="3" algn="ctr" rtl="0">
              <a:spcBef>
                <a:spcPts val="0"/>
              </a:spcBef>
              <a:spcAft>
                <a:spcPts val="0"/>
              </a:spcAft>
              <a:buClr>
                <a:srgbClr val="2D406A"/>
              </a:buClr>
              <a:buSzPts val="2400"/>
              <a:buFont typeface="Anton"/>
              <a:buNone/>
              <a:defRPr sz="2400" b="0">
                <a:solidFill>
                  <a:srgbClr val="2D406A"/>
                </a:solidFill>
                <a:latin typeface="Anton"/>
                <a:ea typeface="Anton"/>
                <a:cs typeface="Anton"/>
                <a:sym typeface="Anton"/>
              </a:defRPr>
            </a:lvl4pPr>
            <a:lvl5pPr lvl="4" algn="ctr" rtl="0">
              <a:spcBef>
                <a:spcPts val="0"/>
              </a:spcBef>
              <a:spcAft>
                <a:spcPts val="0"/>
              </a:spcAft>
              <a:buClr>
                <a:srgbClr val="2D406A"/>
              </a:buClr>
              <a:buSzPts val="2400"/>
              <a:buFont typeface="Anton"/>
              <a:buNone/>
              <a:defRPr sz="2400" b="0">
                <a:solidFill>
                  <a:srgbClr val="2D406A"/>
                </a:solidFill>
                <a:latin typeface="Anton"/>
                <a:ea typeface="Anton"/>
                <a:cs typeface="Anton"/>
                <a:sym typeface="Anton"/>
              </a:defRPr>
            </a:lvl5pPr>
            <a:lvl6pPr lvl="5" algn="ctr" rtl="0">
              <a:spcBef>
                <a:spcPts val="0"/>
              </a:spcBef>
              <a:spcAft>
                <a:spcPts val="0"/>
              </a:spcAft>
              <a:buClr>
                <a:srgbClr val="2D406A"/>
              </a:buClr>
              <a:buSzPts val="2400"/>
              <a:buFont typeface="Anton"/>
              <a:buNone/>
              <a:defRPr sz="2400" b="0">
                <a:solidFill>
                  <a:srgbClr val="2D406A"/>
                </a:solidFill>
                <a:latin typeface="Anton"/>
                <a:ea typeface="Anton"/>
                <a:cs typeface="Anton"/>
                <a:sym typeface="Anton"/>
              </a:defRPr>
            </a:lvl6pPr>
            <a:lvl7pPr lvl="6" algn="ctr" rtl="0">
              <a:spcBef>
                <a:spcPts val="0"/>
              </a:spcBef>
              <a:spcAft>
                <a:spcPts val="0"/>
              </a:spcAft>
              <a:buClr>
                <a:srgbClr val="2D406A"/>
              </a:buClr>
              <a:buSzPts val="2400"/>
              <a:buFont typeface="Anton"/>
              <a:buNone/>
              <a:defRPr sz="2400" b="0">
                <a:solidFill>
                  <a:srgbClr val="2D406A"/>
                </a:solidFill>
                <a:latin typeface="Anton"/>
                <a:ea typeface="Anton"/>
                <a:cs typeface="Anton"/>
                <a:sym typeface="Anton"/>
              </a:defRPr>
            </a:lvl7pPr>
            <a:lvl8pPr lvl="7" algn="ctr" rtl="0">
              <a:spcBef>
                <a:spcPts val="0"/>
              </a:spcBef>
              <a:spcAft>
                <a:spcPts val="0"/>
              </a:spcAft>
              <a:buClr>
                <a:srgbClr val="2D406A"/>
              </a:buClr>
              <a:buSzPts val="2400"/>
              <a:buFont typeface="Anton"/>
              <a:buNone/>
              <a:defRPr sz="2400" b="0">
                <a:solidFill>
                  <a:srgbClr val="2D406A"/>
                </a:solidFill>
                <a:latin typeface="Anton"/>
                <a:ea typeface="Anton"/>
                <a:cs typeface="Anton"/>
                <a:sym typeface="Anton"/>
              </a:defRPr>
            </a:lvl8pPr>
            <a:lvl9pPr lvl="8" algn="ctr" rtl="0">
              <a:spcBef>
                <a:spcPts val="0"/>
              </a:spcBef>
              <a:spcAft>
                <a:spcPts val="0"/>
              </a:spcAft>
              <a:buClr>
                <a:srgbClr val="2D406A"/>
              </a:buClr>
              <a:buSzPts val="2400"/>
              <a:buFont typeface="Anton"/>
              <a:buNone/>
              <a:defRPr sz="2400" b="0">
                <a:solidFill>
                  <a:srgbClr val="2D406A"/>
                </a:solidFill>
                <a:latin typeface="Anton"/>
                <a:ea typeface="Anton"/>
                <a:cs typeface="Anton"/>
                <a:sym typeface="Anton"/>
              </a:defRPr>
            </a:lvl9pPr>
          </a:lstStyle>
          <a:p>
            <a:endParaRPr/>
          </a:p>
        </p:txBody>
      </p:sp>
      <p:sp>
        <p:nvSpPr>
          <p:cNvPr id="28" name="Google Shape;28;p5"/>
          <p:cNvSpPr txBox="1">
            <a:spLocks noGrp="1"/>
          </p:cNvSpPr>
          <p:nvPr>
            <p:ph type="subTitle" idx="1"/>
          </p:nvPr>
        </p:nvSpPr>
        <p:spPr>
          <a:xfrm>
            <a:off x="2562675" y="2190023"/>
            <a:ext cx="4018200" cy="1307700"/>
          </a:xfrm>
          <a:prstGeom prst="rect">
            <a:avLst/>
          </a:prstGeom>
          <a:noFill/>
        </p:spPr>
        <p:txBody>
          <a:bodyPr spcFirstLastPara="1" wrap="square" lIns="91425" tIns="91425" rIns="91425" bIns="91425" anchor="t" anchorCtr="0">
            <a:noAutofit/>
          </a:bodyPr>
          <a:lstStyle>
            <a:lvl1pPr marR="72000" lvl="0" algn="ctr" rtl="0">
              <a:lnSpc>
                <a:spcPct val="100000"/>
              </a:lnSpc>
              <a:spcBef>
                <a:spcPts val="0"/>
              </a:spcBef>
              <a:spcAft>
                <a:spcPts val="0"/>
              </a:spcAft>
              <a:buClr>
                <a:srgbClr val="2D406A"/>
              </a:buClr>
              <a:buSzPts val="1100"/>
              <a:buFont typeface="Abel"/>
              <a:buNone/>
              <a:defRPr sz="1100">
                <a:latin typeface="Anaheim"/>
                <a:ea typeface="Anaheim"/>
                <a:cs typeface="Anaheim"/>
                <a:sym typeface="Anaheim"/>
              </a:defRPr>
            </a:lvl1pPr>
            <a:lvl2pPr lvl="1"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2pPr>
            <a:lvl3pPr lvl="2"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3pPr>
            <a:lvl4pPr lvl="3"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4pPr>
            <a:lvl5pPr lvl="4"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5pPr>
            <a:lvl6pPr lvl="5"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6pPr>
            <a:lvl7pPr lvl="6"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7pPr>
            <a:lvl8pPr lvl="7"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8pPr>
            <a:lvl9pPr lvl="8"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9pPr>
          </a:lstStyle>
          <a:p>
            <a:endParaRPr/>
          </a:p>
        </p:txBody>
      </p:sp>
      <p:sp>
        <p:nvSpPr>
          <p:cNvPr id="29" name="Google Shape;29;p5"/>
          <p:cNvSpPr/>
          <p:nvPr/>
        </p:nvSpPr>
        <p:spPr>
          <a:xfrm>
            <a:off x="1555780" y="983325"/>
            <a:ext cx="6214500" cy="2718600"/>
          </a:xfrm>
          <a:prstGeom prst="roundRect">
            <a:avLst>
              <a:gd name="adj" fmla="val 4313"/>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p:cSld name="CUSTOM_16_2">
    <p:spTree>
      <p:nvGrpSpPr>
        <p:cNvPr id="1" name="Shape 36"/>
        <p:cNvGrpSpPr/>
        <p:nvPr/>
      </p:nvGrpSpPr>
      <p:grpSpPr>
        <a:xfrm>
          <a:off x="0" y="0"/>
          <a:ext cx="0" cy="0"/>
          <a:chOff x="0" y="0"/>
          <a:chExt cx="0" cy="0"/>
        </a:xfrm>
      </p:grpSpPr>
      <p:sp>
        <p:nvSpPr>
          <p:cNvPr id="37" name="Google Shape;37;p7"/>
          <p:cNvSpPr/>
          <p:nvPr/>
        </p:nvSpPr>
        <p:spPr>
          <a:xfrm>
            <a:off x="357150" y="876231"/>
            <a:ext cx="3715500" cy="3488400"/>
          </a:xfrm>
          <a:prstGeom prst="roundRect">
            <a:avLst>
              <a:gd name="adj" fmla="val 4313"/>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ctrTitle"/>
          </p:nvPr>
        </p:nvSpPr>
        <p:spPr>
          <a:xfrm>
            <a:off x="1456650" y="1715300"/>
            <a:ext cx="1745100" cy="11043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3F3F3"/>
              </a:buClr>
              <a:buSzPts val="3000"/>
              <a:buNone/>
              <a:defRPr sz="3600" b="0">
                <a:latin typeface="Staatliches"/>
                <a:ea typeface="Staatliches"/>
                <a:cs typeface="Staatliches"/>
                <a:sym typeface="Staatliches"/>
              </a:defRPr>
            </a:lvl1pPr>
            <a:lvl2pPr lvl="1"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2pPr>
            <a:lvl3pPr lvl="2"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3pPr>
            <a:lvl4pPr lvl="3"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4pPr>
            <a:lvl5pPr lvl="4"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5pPr>
            <a:lvl6pPr lvl="5"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6pPr>
            <a:lvl7pPr lvl="6"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7pPr>
            <a:lvl8pPr lvl="7"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8pPr>
            <a:lvl9pPr lvl="8"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9pPr>
          </a:lstStyle>
          <a:p>
            <a:endParaRPr/>
          </a:p>
        </p:txBody>
      </p:sp>
      <p:sp>
        <p:nvSpPr>
          <p:cNvPr id="39" name="Google Shape;39;p7"/>
          <p:cNvSpPr txBox="1">
            <a:spLocks noGrp="1"/>
          </p:cNvSpPr>
          <p:nvPr>
            <p:ph type="subTitle" idx="1"/>
          </p:nvPr>
        </p:nvSpPr>
        <p:spPr>
          <a:xfrm>
            <a:off x="889350" y="2819625"/>
            <a:ext cx="2312400" cy="1104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F3F3F3"/>
              </a:buClr>
              <a:buSzPts val="1400"/>
              <a:buNone/>
              <a:defRPr/>
            </a:lvl1pPr>
            <a:lvl2pPr lvl="1" rtl="0">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2pPr>
            <a:lvl3pPr lvl="2" rtl="0">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3pPr>
            <a:lvl4pPr lvl="3" rtl="0">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4pPr>
            <a:lvl5pPr lvl="4" rtl="0">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5pPr>
            <a:lvl6pPr lvl="5" rtl="0">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6pPr>
            <a:lvl7pPr lvl="6" rtl="0">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7pPr>
            <a:lvl8pPr lvl="7" rtl="0">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8pPr>
            <a:lvl9pPr lvl="8" rtl="0">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9pPr>
          </a:lstStyle>
          <a:p>
            <a:endParaRPr/>
          </a:p>
        </p:txBody>
      </p:sp>
      <p:sp>
        <p:nvSpPr>
          <p:cNvPr id="40" name="Google Shape;40;p7"/>
          <p:cNvSpPr/>
          <p:nvPr/>
        </p:nvSpPr>
        <p:spPr>
          <a:xfrm>
            <a:off x="411569" y="778875"/>
            <a:ext cx="3715500" cy="3488400"/>
          </a:xfrm>
          <a:prstGeom prst="roundRect">
            <a:avLst>
              <a:gd name="adj" fmla="val 4313"/>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S">
  <p:cSld name="CUSTOM_16_1">
    <p:spTree>
      <p:nvGrpSpPr>
        <p:cNvPr id="1" name="Shape 41"/>
        <p:cNvGrpSpPr/>
        <p:nvPr/>
      </p:nvGrpSpPr>
      <p:grpSpPr>
        <a:xfrm>
          <a:off x="0" y="0"/>
          <a:ext cx="0" cy="0"/>
          <a:chOff x="0" y="0"/>
          <a:chExt cx="0" cy="0"/>
        </a:xfrm>
      </p:grpSpPr>
      <p:sp>
        <p:nvSpPr>
          <p:cNvPr id="42" name="Google Shape;42;p8"/>
          <p:cNvSpPr txBox="1">
            <a:spLocks noGrp="1"/>
          </p:cNvSpPr>
          <p:nvPr>
            <p:ph type="ctrTitle"/>
          </p:nvPr>
        </p:nvSpPr>
        <p:spPr>
          <a:xfrm>
            <a:off x="1477038" y="2960925"/>
            <a:ext cx="2538900" cy="384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2D406A"/>
              </a:buClr>
              <a:buSzPts val="1600"/>
              <a:buNone/>
              <a:defRPr sz="1600" b="0">
                <a:latin typeface="Staatliches"/>
                <a:ea typeface="Staatliches"/>
                <a:cs typeface="Staatliches"/>
                <a:sym typeface="Staatliches"/>
              </a:defRPr>
            </a:lvl1pPr>
            <a:lvl2pPr lvl="1"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2pPr>
            <a:lvl3pPr lvl="2"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3pPr>
            <a:lvl4pPr lvl="3"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4pPr>
            <a:lvl5pPr lvl="4"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5pPr>
            <a:lvl6pPr lvl="5"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6pPr>
            <a:lvl7pPr lvl="6"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7pPr>
            <a:lvl8pPr lvl="7"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8pPr>
            <a:lvl9pPr lvl="8"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9pPr>
          </a:lstStyle>
          <a:p>
            <a:endParaRPr/>
          </a:p>
        </p:txBody>
      </p:sp>
      <p:sp>
        <p:nvSpPr>
          <p:cNvPr id="43" name="Google Shape;43;p8"/>
          <p:cNvSpPr txBox="1">
            <a:spLocks noGrp="1"/>
          </p:cNvSpPr>
          <p:nvPr>
            <p:ph type="subTitle" idx="1"/>
          </p:nvPr>
        </p:nvSpPr>
        <p:spPr>
          <a:xfrm>
            <a:off x="1477050" y="3273500"/>
            <a:ext cx="2642400" cy="568500"/>
          </a:xfrm>
          <a:prstGeom prst="rect">
            <a:avLst/>
          </a:prstGeom>
          <a:noFill/>
        </p:spPr>
        <p:txBody>
          <a:bodyPr spcFirstLastPara="1" wrap="square" lIns="91425" tIns="91425" rIns="91425" bIns="91425" anchor="t" anchorCtr="0">
            <a:noAutofit/>
          </a:bodyPr>
          <a:lstStyle>
            <a:lvl1pPr marR="72000" lvl="0" rtl="0">
              <a:lnSpc>
                <a:spcPct val="100000"/>
              </a:lnSpc>
              <a:spcBef>
                <a:spcPts val="0"/>
              </a:spcBef>
              <a:spcAft>
                <a:spcPts val="0"/>
              </a:spcAft>
              <a:buClr>
                <a:srgbClr val="2D406A"/>
              </a:buClr>
              <a:buSzPts val="1100"/>
              <a:buFont typeface="Abel"/>
              <a:buNone/>
              <a:defRPr/>
            </a:lvl1pPr>
            <a:lvl2pPr lvl="1"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2pPr>
            <a:lvl3pPr lvl="2"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3pPr>
            <a:lvl4pPr lvl="3"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4pPr>
            <a:lvl5pPr lvl="4"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5pPr>
            <a:lvl6pPr lvl="5"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6pPr>
            <a:lvl7pPr lvl="6"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7pPr>
            <a:lvl8pPr lvl="7"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8pPr>
            <a:lvl9pPr lvl="8"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9pPr>
          </a:lstStyle>
          <a:p>
            <a:endParaRPr/>
          </a:p>
        </p:txBody>
      </p:sp>
      <p:sp>
        <p:nvSpPr>
          <p:cNvPr id="44" name="Google Shape;44;p8"/>
          <p:cNvSpPr txBox="1">
            <a:spLocks noGrp="1"/>
          </p:cNvSpPr>
          <p:nvPr>
            <p:ph type="ctrTitle" idx="2"/>
          </p:nvPr>
        </p:nvSpPr>
        <p:spPr>
          <a:xfrm>
            <a:off x="4938415" y="2957875"/>
            <a:ext cx="2538900" cy="384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2D406A"/>
              </a:buClr>
              <a:buSzPts val="1600"/>
              <a:buNone/>
              <a:defRPr sz="1600" b="0">
                <a:latin typeface="Staatliches"/>
                <a:ea typeface="Staatliches"/>
                <a:cs typeface="Staatliches"/>
                <a:sym typeface="Staatliches"/>
              </a:defRPr>
            </a:lvl1pPr>
            <a:lvl2pPr lvl="1"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2pPr>
            <a:lvl3pPr lvl="2"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3pPr>
            <a:lvl4pPr lvl="3"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4pPr>
            <a:lvl5pPr lvl="4"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5pPr>
            <a:lvl6pPr lvl="5"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6pPr>
            <a:lvl7pPr lvl="6"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7pPr>
            <a:lvl8pPr lvl="7"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8pPr>
            <a:lvl9pPr lvl="8" algn="ctr" rtl="0">
              <a:spcBef>
                <a:spcPts val="0"/>
              </a:spcBef>
              <a:spcAft>
                <a:spcPts val="0"/>
              </a:spcAft>
              <a:buClr>
                <a:srgbClr val="2D406A"/>
              </a:buClr>
              <a:buSzPts val="1600"/>
              <a:buFont typeface="Anton"/>
              <a:buNone/>
              <a:defRPr sz="1600" b="0">
                <a:solidFill>
                  <a:srgbClr val="2D406A"/>
                </a:solidFill>
                <a:latin typeface="Anton"/>
                <a:ea typeface="Anton"/>
                <a:cs typeface="Anton"/>
                <a:sym typeface="Anton"/>
              </a:defRPr>
            </a:lvl9pPr>
          </a:lstStyle>
          <a:p>
            <a:endParaRPr/>
          </a:p>
        </p:txBody>
      </p:sp>
      <p:sp>
        <p:nvSpPr>
          <p:cNvPr id="45" name="Google Shape;45;p8"/>
          <p:cNvSpPr txBox="1">
            <a:spLocks noGrp="1"/>
          </p:cNvSpPr>
          <p:nvPr>
            <p:ph type="subTitle" idx="3"/>
          </p:nvPr>
        </p:nvSpPr>
        <p:spPr>
          <a:xfrm>
            <a:off x="4938421" y="3270450"/>
            <a:ext cx="2538900" cy="568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2D406A"/>
              </a:buClr>
              <a:buSzPts val="1100"/>
              <a:buFont typeface="Abel"/>
              <a:buNone/>
              <a:defRPr/>
            </a:lvl1pPr>
            <a:lvl2pPr lvl="1"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2pPr>
            <a:lvl3pPr lvl="2"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3pPr>
            <a:lvl4pPr lvl="3"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4pPr>
            <a:lvl5pPr lvl="4"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5pPr>
            <a:lvl6pPr lvl="5"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6pPr>
            <a:lvl7pPr lvl="6"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7pPr>
            <a:lvl8pPr lvl="7"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8pPr>
            <a:lvl9pPr lvl="8" algn="ctr" rtl="0">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9pPr>
          </a:lstStyle>
          <a:p>
            <a:endParaRPr/>
          </a:p>
        </p:txBody>
      </p:sp>
      <p:sp>
        <p:nvSpPr>
          <p:cNvPr id="46" name="Google Shape;46;p8"/>
          <p:cNvSpPr/>
          <p:nvPr/>
        </p:nvSpPr>
        <p:spPr>
          <a:xfrm>
            <a:off x="3513575" y="353425"/>
            <a:ext cx="5672400" cy="529500"/>
          </a:xfrm>
          <a:prstGeom prst="roundRect">
            <a:avLst>
              <a:gd name="adj" fmla="val 19858"/>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8"/>
          <p:cNvSpPr/>
          <p:nvPr/>
        </p:nvSpPr>
        <p:spPr>
          <a:xfrm>
            <a:off x="3569775" y="409006"/>
            <a:ext cx="5616300" cy="5295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ctrTitle" idx="4"/>
          </p:nvPr>
        </p:nvSpPr>
        <p:spPr>
          <a:xfrm>
            <a:off x="5180650" y="457300"/>
            <a:ext cx="3194700" cy="481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rgbClr val="2D406A"/>
              </a:buClr>
              <a:buSzPts val="2400"/>
              <a:buNone/>
              <a:defRPr sz="1800" b="0">
                <a:latin typeface="Staatliches"/>
                <a:ea typeface="Staatliches"/>
                <a:cs typeface="Staatliches"/>
                <a:sym typeface="Staatliches"/>
              </a:defRPr>
            </a:lvl1pPr>
            <a:lvl2pPr lvl="1" algn="ctr" rtl="0">
              <a:spcBef>
                <a:spcPts val="0"/>
              </a:spcBef>
              <a:spcAft>
                <a:spcPts val="0"/>
              </a:spcAft>
              <a:buClr>
                <a:srgbClr val="338987"/>
              </a:buClr>
              <a:buSzPts val="1800"/>
              <a:buNone/>
              <a:defRPr sz="1800" b="0">
                <a:solidFill>
                  <a:srgbClr val="338987"/>
                </a:solidFill>
              </a:defRPr>
            </a:lvl2pPr>
            <a:lvl3pPr lvl="2" algn="ctr" rtl="0">
              <a:spcBef>
                <a:spcPts val="0"/>
              </a:spcBef>
              <a:spcAft>
                <a:spcPts val="0"/>
              </a:spcAft>
              <a:buClr>
                <a:srgbClr val="338987"/>
              </a:buClr>
              <a:buSzPts val="1800"/>
              <a:buNone/>
              <a:defRPr sz="1800" b="0">
                <a:solidFill>
                  <a:srgbClr val="338987"/>
                </a:solidFill>
              </a:defRPr>
            </a:lvl3pPr>
            <a:lvl4pPr lvl="3" algn="ctr" rtl="0">
              <a:spcBef>
                <a:spcPts val="0"/>
              </a:spcBef>
              <a:spcAft>
                <a:spcPts val="0"/>
              </a:spcAft>
              <a:buClr>
                <a:srgbClr val="338987"/>
              </a:buClr>
              <a:buSzPts val="1800"/>
              <a:buNone/>
              <a:defRPr sz="1800" b="0">
                <a:solidFill>
                  <a:srgbClr val="338987"/>
                </a:solidFill>
              </a:defRPr>
            </a:lvl4pPr>
            <a:lvl5pPr lvl="4" algn="ctr" rtl="0">
              <a:spcBef>
                <a:spcPts val="0"/>
              </a:spcBef>
              <a:spcAft>
                <a:spcPts val="0"/>
              </a:spcAft>
              <a:buClr>
                <a:srgbClr val="338987"/>
              </a:buClr>
              <a:buSzPts val="1800"/>
              <a:buNone/>
              <a:defRPr sz="1800" b="0">
                <a:solidFill>
                  <a:srgbClr val="338987"/>
                </a:solidFill>
              </a:defRPr>
            </a:lvl5pPr>
            <a:lvl6pPr lvl="5" algn="ctr" rtl="0">
              <a:spcBef>
                <a:spcPts val="0"/>
              </a:spcBef>
              <a:spcAft>
                <a:spcPts val="0"/>
              </a:spcAft>
              <a:buClr>
                <a:srgbClr val="338987"/>
              </a:buClr>
              <a:buSzPts val="1800"/>
              <a:buNone/>
              <a:defRPr sz="1800" b="0">
                <a:solidFill>
                  <a:srgbClr val="338987"/>
                </a:solidFill>
              </a:defRPr>
            </a:lvl6pPr>
            <a:lvl7pPr lvl="6" algn="ctr" rtl="0">
              <a:spcBef>
                <a:spcPts val="0"/>
              </a:spcBef>
              <a:spcAft>
                <a:spcPts val="0"/>
              </a:spcAft>
              <a:buClr>
                <a:srgbClr val="338987"/>
              </a:buClr>
              <a:buSzPts val="1800"/>
              <a:buNone/>
              <a:defRPr sz="1800" b="0">
                <a:solidFill>
                  <a:srgbClr val="338987"/>
                </a:solidFill>
              </a:defRPr>
            </a:lvl7pPr>
            <a:lvl8pPr lvl="7" algn="ctr" rtl="0">
              <a:spcBef>
                <a:spcPts val="0"/>
              </a:spcBef>
              <a:spcAft>
                <a:spcPts val="0"/>
              </a:spcAft>
              <a:buClr>
                <a:srgbClr val="338987"/>
              </a:buClr>
              <a:buSzPts val="1800"/>
              <a:buNone/>
              <a:defRPr sz="1800" b="0">
                <a:solidFill>
                  <a:srgbClr val="338987"/>
                </a:solidFill>
              </a:defRPr>
            </a:lvl8pPr>
            <a:lvl9pPr lvl="8" algn="ctr" rtl="0">
              <a:spcBef>
                <a:spcPts val="0"/>
              </a:spcBef>
              <a:spcAft>
                <a:spcPts val="0"/>
              </a:spcAft>
              <a:buClr>
                <a:srgbClr val="338987"/>
              </a:buClr>
              <a:buSzPts val="1800"/>
              <a:buNone/>
              <a:defRPr sz="1800" b="0">
                <a:solidFill>
                  <a:srgbClr val="338987"/>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FOUR COLUMNS">
  <p:cSld name="CUSTOM_16_1_1">
    <p:spTree>
      <p:nvGrpSpPr>
        <p:cNvPr id="1" name="Shape 49"/>
        <p:cNvGrpSpPr/>
        <p:nvPr/>
      </p:nvGrpSpPr>
      <p:grpSpPr>
        <a:xfrm>
          <a:off x="0" y="0"/>
          <a:ext cx="0" cy="0"/>
          <a:chOff x="0" y="0"/>
          <a:chExt cx="0" cy="0"/>
        </a:xfrm>
      </p:grpSpPr>
      <p:sp>
        <p:nvSpPr>
          <p:cNvPr id="50" name="Google Shape;50;p9"/>
          <p:cNvSpPr txBox="1">
            <a:spLocks noGrp="1"/>
          </p:cNvSpPr>
          <p:nvPr>
            <p:ph type="ctrTitle"/>
          </p:nvPr>
        </p:nvSpPr>
        <p:spPr>
          <a:xfrm>
            <a:off x="1651900" y="1663150"/>
            <a:ext cx="2784900" cy="576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1600" b="0">
                <a:latin typeface="Staatliches"/>
                <a:ea typeface="Staatliches"/>
                <a:cs typeface="Staatliches"/>
                <a:sym typeface="Staatliches"/>
              </a:defRPr>
            </a:lvl1pPr>
            <a:lvl2pPr lvl="1" rtl="0">
              <a:spcBef>
                <a:spcPts val="0"/>
              </a:spcBef>
              <a:spcAft>
                <a:spcPts val="0"/>
              </a:spcAft>
              <a:buSzPts val="1600"/>
              <a:buFont typeface="Anton"/>
              <a:buNone/>
              <a:defRPr sz="1600" b="0">
                <a:latin typeface="Anton"/>
                <a:ea typeface="Anton"/>
                <a:cs typeface="Anton"/>
                <a:sym typeface="Anton"/>
              </a:defRPr>
            </a:lvl2pPr>
            <a:lvl3pPr lvl="2" rtl="0">
              <a:spcBef>
                <a:spcPts val="0"/>
              </a:spcBef>
              <a:spcAft>
                <a:spcPts val="0"/>
              </a:spcAft>
              <a:buSzPts val="1600"/>
              <a:buFont typeface="Anton"/>
              <a:buNone/>
              <a:defRPr sz="1600" b="0">
                <a:latin typeface="Anton"/>
                <a:ea typeface="Anton"/>
                <a:cs typeface="Anton"/>
                <a:sym typeface="Anton"/>
              </a:defRPr>
            </a:lvl3pPr>
            <a:lvl4pPr lvl="3" rtl="0">
              <a:spcBef>
                <a:spcPts val="0"/>
              </a:spcBef>
              <a:spcAft>
                <a:spcPts val="0"/>
              </a:spcAft>
              <a:buSzPts val="1600"/>
              <a:buFont typeface="Anton"/>
              <a:buNone/>
              <a:defRPr sz="1600" b="0">
                <a:latin typeface="Anton"/>
                <a:ea typeface="Anton"/>
                <a:cs typeface="Anton"/>
                <a:sym typeface="Anton"/>
              </a:defRPr>
            </a:lvl4pPr>
            <a:lvl5pPr lvl="4" rtl="0">
              <a:spcBef>
                <a:spcPts val="0"/>
              </a:spcBef>
              <a:spcAft>
                <a:spcPts val="0"/>
              </a:spcAft>
              <a:buSzPts val="1600"/>
              <a:buFont typeface="Anton"/>
              <a:buNone/>
              <a:defRPr sz="1600" b="0">
                <a:latin typeface="Anton"/>
                <a:ea typeface="Anton"/>
                <a:cs typeface="Anton"/>
                <a:sym typeface="Anton"/>
              </a:defRPr>
            </a:lvl5pPr>
            <a:lvl6pPr lvl="5" rtl="0">
              <a:spcBef>
                <a:spcPts val="0"/>
              </a:spcBef>
              <a:spcAft>
                <a:spcPts val="0"/>
              </a:spcAft>
              <a:buSzPts val="1600"/>
              <a:buFont typeface="Anton"/>
              <a:buNone/>
              <a:defRPr sz="1600" b="0">
                <a:latin typeface="Anton"/>
                <a:ea typeface="Anton"/>
                <a:cs typeface="Anton"/>
                <a:sym typeface="Anton"/>
              </a:defRPr>
            </a:lvl6pPr>
            <a:lvl7pPr lvl="6" rtl="0">
              <a:spcBef>
                <a:spcPts val="0"/>
              </a:spcBef>
              <a:spcAft>
                <a:spcPts val="0"/>
              </a:spcAft>
              <a:buSzPts val="1600"/>
              <a:buFont typeface="Anton"/>
              <a:buNone/>
              <a:defRPr sz="1600" b="0">
                <a:latin typeface="Anton"/>
                <a:ea typeface="Anton"/>
                <a:cs typeface="Anton"/>
                <a:sym typeface="Anton"/>
              </a:defRPr>
            </a:lvl7pPr>
            <a:lvl8pPr lvl="7" rtl="0">
              <a:spcBef>
                <a:spcPts val="0"/>
              </a:spcBef>
              <a:spcAft>
                <a:spcPts val="0"/>
              </a:spcAft>
              <a:buSzPts val="1600"/>
              <a:buFont typeface="Anton"/>
              <a:buNone/>
              <a:defRPr sz="1600" b="0">
                <a:latin typeface="Anton"/>
                <a:ea typeface="Anton"/>
                <a:cs typeface="Anton"/>
                <a:sym typeface="Anton"/>
              </a:defRPr>
            </a:lvl8pPr>
            <a:lvl9pPr lvl="8" rtl="0">
              <a:spcBef>
                <a:spcPts val="0"/>
              </a:spcBef>
              <a:spcAft>
                <a:spcPts val="0"/>
              </a:spcAft>
              <a:buSzPts val="1600"/>
              <a:buFont typeface="Anton"/>
              <a:buNone/>
              <a:defRPr sz="1600" b="0">
                <a:latin typeface="Anton"/>
                <a:ea typeface="Anton"/>
                <a:cs typeface="Anton"/>
                <a:sym typeface="Anton"/>
              </a:defRPr>
            </a:lvl9pPr>
          </a:lstStyle>
          <a:p>
            <a:endParaRPr/>
          </a:p>
        </p:txBody>
      </p:sp>
      <p:sp>
        <p:nvSpPr>
          <p:cNvPr id="51" name="Google Shape;51;p9"/>
          <p:cNvSpPr txBox="1">
            <a:spLocks noGrp="1"/>
          </p:cNvSpPr>
          <p:nvPr>
            <p:ph type="subTitle" idx="1"/>
          </p:nvPr>
        </p:nvSpPr>
        <p:spPr>
          <a:xfrm>
            <a:off x="1651900" y="2239450"/>
            <a:ext cx="2907900" cy="97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Font typeface="Abel"/>
              <a:buNone/>
              <a:defRPr>
                <a:latin typeface="Abel"/>
                <a:ea typeface="Abel"/>
                <a:cs typeface="Abel"/>
                <a:sym typeface="Abel"/>
              </a:defRPr>
            </a:lvl1pPr>
            <a:lvl2pPr lvl="1" rtl="0">
              <a:lnSpc>
                <a:spcPct val="100000"/>
              </a:lnSpc>
              <a:spcBef>
                <a:spcPts val="0"/>
              </a:spcBef>
              <a:spcAft>
                <a:spcPts val="0"/>
              </a:spcAft>
              <a:buSzPts val="1000"/>
              <a:buFont typeface="Abel"/>
              <a:buNone/>
              <a:defRPr sz="1000">
                <a:latin typeface="Abel"/>
                <a:ea typeface="Abel"/>
                <a:cs typeface="Abel"/>
                <a:sym typeface="Abel"/>
              </a:defRPr>
            </a:lvl2pPr>
            <a:lvl3pPr lvl="2" rtl="0">
              <a:lnSpc>
                <a:spcPct val="100000"/>
              </a:lnSpc>
              <a:spcBef>
                <a:spcPts val="0"/>
              </a:spcBef>
              <a:spcAft>
                <a:spcPts val="0"/>
              </a:spcAft>
              <a:buSzPts val="1000"/>
              <a:buFont typeface="Abel"/>
              <a:buNone/>
              <a:defRPr sz="1000">
                <a:latin typeface="Abel"/>
                <a:ea typeface="Abel"/>
                <a:cs typeface="Abel"/>
                <a:sym typeface="Abel"/>
              </a:defRPr>
            </a:lvl3pPr>
            <a:lvl4pPr lvl="3" rtl="0">
              <a:lnSpc>
                <a:spcPct val="100000"/>
              </a:lnSpc>
              <a:spcBef>
                <a:spcPts val="0"/>
              </a:spcBef>
              <a:spcAft>
                <a:spcPts val="0"/>
              </a:spcAft>
              <a:buSzPts val="1000"/>
              <a:buFont typeface="Abel"/>
              <a:buNone/>
              <a:defRPr sz="1000">
                <a:latin typeface="Abel"/>
                <a:ea typeface="Abel"/>
                <a:cs typeface="Abel"/>
                <a:sym typeface="Abel"/>
              </a:defRPr>
            </a:lvl4pPr>
            <a:lvl5pPr lvl="4" rtl="0">
              <a:lnSpc>
                <a:spcPct val="100000"/>
              </a:lnSpc>
              <a:spcBef>
                <a:spcPts val="0"/>
              </a:spcBef>
              <a:spcAft>
                <a:spcPts val="0"/>
              </a:spcAft>
              <a:buSzPts val="1000"/>
              <a:buFont typeface="Abel"/>
              <a:buNone/>
              <a:defRPr sz="1000">
                <a:latin typeface="Abel"/>
                <a:ea typeface="Abel"/>
                <a:cs typeface="Abel"/>
                <a:sym typeface="Abel"/>
              </a:defRPr>
            </a:lvl5pPr>
            <a:lvl6pPr lvl="5" rtl="0">
              <a:lnSpc>
                <a:spcPct val="100000"/>
              </a:lnSpc>
              <a:spcBef>
                <a:spcPts val="0"/>
              </a:spcBef>
              <a:spcAft>
                <a:spcPts val="0"/>
              </a:spcAft>
              <a:buSzPts val="1000"/>
              <a:buFont typeface="Abel"/>
              <a:buNone/>
              <a:defRPr sz="1000">
                <a:latin typeface="Abel"/>
                <a:ea typeface="Abel"/>
                <a:cs typeface="Abel"/>
                <a:sym typeface="Abel"/>
              </a:defRPr>
            </a:lvl6pPr>
            <a:lvl7pPr lvl="6" rtl="0">
              <a:lnSpc>
                <a:spcPct val="100000"/>
              </a:lnSpc>
              <a:spcBef>
                <a:spcPts val="0"/>
              </a:spcBef>
              <a:spcAft>
                <a:spcPts val="0"/>
              </a:spcAft>
              <a:buSzPts val="1000"/>
              <a:buFont typeface="Abel"/>
              <a:buNone/>
              <a:defRPr sz="1000">
                <a:latin typeface="Abel"/>
                <a:ea typeface="Abel"/>
                <a:cs typeface="Abel"/>
                <a:sym typeface="Abel"/>
              </a:defRPr>
            </a:lvl7pPr>
            <a:lvl8pPr lvl="7" rtl="0">
              <a:lnSpc>
                <a:spcPct val="100000"/>
              </a:lnSpc>
              <a:spcBef>
                <a:spcPts val="0"/>
              </a:spcBef>
              <a:spcAft>
                <a:spcPts val="0"/>
              </a:spcAft>
              <a:buSzPts val="1000"/>
              <a:buFont typeface="Abel"/>
              <a:buNone/>
              <a:defRPr sz="1000">
                <a:latin typeface="Abel"/>
                <a:ea typeface="Abel"/>
                <a:cs typeface="Abel"/>
                <a:sym typeface="Abel"/>
              </a:defRPr>
            </a:lvl8pPr>
            <a:lvl9pPr lvl="8" rtl="0">
              <a:lnSpc>
                <a:spcPct val="100000"/>
              </a:lnSpc>
              <a:spcBef>
                <a:spcPts val="0"/>
              </a:spcBef>
              <a:spcAft>
                <a:spcPts val="0"/>
              </a:spcAft>
              <a:buSzPts val="1000"/>
              <a:buFont typeface="Abel"/>
              <a:buNone/>
              <a:defRPr sz="1000">
                <a:latin typeface="Abel"/>
                <a:ea typeface="Abel"/>
                <a:cs typeface="Abel"/>
                <a:sym typeface="Abel"/>
              </a:defRPr>
            </a:lvl9pPr>
          </a:lstStyle>
          <a:p>
            <a:endParaRPr/>
          </a:p>
        </p:txBody>
      </p:sp>
      <p:sp>
        <p:nvSpPr>
          <p:cNvPr id="52" name="Google Shape;52;p9"/>
          <p:cNvSpPr txBox="1">
            <a:spLocks noGrp="1"/>
          </p:cNvSpPr>
          <p:nvPr>
            <p:ph type="ctrTitle" idx="2"/>
          </p:nvPr>
        </p:nvSpPr>
        <p:spPr>
          <a:xfrm>
            <a:off x="1651900" y="3365574"/>
            <a:ext cx="2784900" cy="576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1600" b="0">
                <a:latin typeface="Staatliches"/>
                <a:ea typeface="Staatliches"/>
                <a:cs typeface="Staatliches"/>
                <a:sym typeface="Staatliches"/>
              </a:defRPr>
            </a:lvl1pPr>
            <a:lvl2pPr lvl="1" rtl="0">
              <a:spcBef>
                <a:spcPts val="0"/>
              </a:spcBef>
              <a:spcAft>
                <a:spcPts val="0"/>
              </a:spcAft>
              <a:buSzPts val="1600"/>
              <a:buFont typeface="Anton"/>
              <a:buNone/>
              <a:defRPr sz="1600" b="0">
                <a:latin typeface="Anton"/>
                <a:ea typeface="Anton"/>
                <a:cs typeface="Anton"/>
                <a:sym typeface="Anton"/>
              </a:defRPr>
            </a:lvl2pPr>
            <a:lvl3pPr lvl="2" rtl="0">
              <a:spcBef>
                <a:spcPts val="0"/>
              </a:spcBef>
              <a:spcAft>
                <a:spcPts val="0"/>
              </a:spcAft>
              <a:buSzPts val="1600"/>
              <a:buFont typeface="Anton"/>
              <a:buNone/>
              <a:defRPr sz="1600" b="0">
                <a:latin typeface="Anton"/>
                <a:ea typeface="Anton"/>
                <a:cs typeface="Anton"/>
                <a:sym typeface="Anton"/>
              </a:defRPr>
            </a:lvl3pPr>
            <a:lvl4pPr lvl="3" rtl="0">
              <a:spcBef>
                <a:spcPts val="0"/>
              </a:spcBef>
              <a:spcAft>
                <a:spcPts val="0"/>
              </a:spcAft>
              <a:buSzPts val="1600"/>
              <a:buFont typeface="Anton"/>
              <a:buNone/>
              <a:defRPr sz="1600" b="0">
                <a:latin typeface="Anton"/>
                <a:ea typeface="Anton"/>
                <a:cs typeface="Anton"/>
                <a:sym typeface="Anton"/>
              </a:defRPr>
            </a:lvl4pPr>
            <a:lvl5pPr lvl="4" rtl="0">
              <a:spcBef>
                <a:spcPts val="0"/>
              </a:spcBef>
              <a:spcAft>
                <a:spcPts val="0"/>
              </a:spcAft>
              <a:buSzPts val="1600"/>
              <a:buFont typeface="Anton"/>
              <a:buNone/>
              <a:defRPr sz="1600" b="0">
                <a:latin typeface="Anton"/>
                <a:ea typeface="Anton"/>
                <a:cs typeface="Anton"/>
                <a:sym typeface="Anton"/>
              </a:defRPr>
            </a:lvl5pPr>
            <a:lvl6pPr lvl="5" rtl="0">
              <a:spcBef>
                <a:spcPts val="0"/>
              </a:spcBef>
              <a:spcAft>
                <a:spcPts val="0"/>
              </a:spcAft>
              <a:buSzPts val="1600"/>
              <a:buFont typeface="Anton"/>
              <a:buNone/>
              <a:defRPr sz="1600" b="0">
                <a:latin typeface="Anton"/>
                <a:ea typeface="Anton"/>
                <a:cs typeface="Anton"/>
                <a:sym typeface="Anton"/>
              </a:defRPr>
            </a:lvl6pPr>
            <a:lvl7pPr lvl="6" rtl="0">
              <a:spcBef>
                <a:spcPts val="0"/>
              </a:spcBef>
              <a:spcAft>
                <a:spcPts val="0"/>
              </a:spcAft>
              <a:buSzPts val="1600"/>
              <a:buFont typeface="Anton"/>
              <a:buNone/>
              <a:defRPr sz="1600" b="0">
                <a:latin typeface="Anton"/>
                <a:ea typeface="Anton"/>
                <a:cs typeface="Anton"/>
                <a:sym typeface="Anton"/>
              </a:defRPr>
            </a:lvl7pPr>
            <a:lvl8pPr lvl="7" rtl="0">
              <a:spcBef>
                <a:spcPts val="0"/>
              </a:spcBef>
              <a:spcAft>
                <a:spcPts val="0"/>
              </a:spcAft>
              <a:buSzPts val="1600"/>
              <a:buFont typeface="Anton"/>
              <a:buNone/>
              <a:defRPr sz="1600" b="0">
                <a:latin typeface="Anton"/>
                <a:ea typeface="Anton"/>
                <a:cs typeface="Anton"/>
                <a:sym typeface="Anton"/>
              </a:defRPr>
            </a:lvl8pPr>
            <a:lvl9pPr lvl="8" rtl="0">
              <a:spcBef>
                <a:spcPts val="0"/>
              </a:spcBef>
              <a:spcAft>
                <a:spcPts val="0"/>
              </a:spcAft>
              <a:buSzPts val="1600"/>
              <a:buFont typeface="Anton"/>
              <a:buNone/>
              <a:defRPr sz="1600" b="0">
                <a:latin typeface="Anton"/>
                <a:ea typeface="Anton"/>
                <a:cs typeface="Anton"/>
                <a:sym typeface="Anton"/>
              </a:defRPr>
            </a:lvl9pPr>
          </a:lstStyle>
          <a:p>
            <a:endParaRPr/>
          </a:p>
        </p:txBody>
      </p:sp>
      <p:sp>
        <p:nvSpPr>
          <p:cNvPr id="53" name="Google Shape;53;p9"/>
          <p:cNvSpPr txBox="1">
            <a:spLocks noGrp="1"/>
          </p:cNvSpPr>
          <p:nvPr>
            <p:ph type="subTitle" idx="3"/>
          </p:nvPr>
        </p:nvSpPr>
        <p:spPr>
          <a:xfrm>
            <a:off x="1651900" y="3937803"/>
            <a:ext cx="2907900" cy="974700"/>
          </a:xfrm>
          <a:prstGeom prst="rect">
            <a:avLst/>
          </a:prstGeom>
          <a:noFill/>
        </p:spPr>
        <p:txBody>
          <a:bodyPr spcFirstLastPara="1" wrap="square" lIns="91425" tIns="91425" rIns="91425" bIns="91425" anchor="t" anchorCtr="0">
            <a:noAutofit/>
          </a:bodyPr>
          <a:lstStyle>
            <a:lvl1pPr marR="72000" lvl="0" rtl="0">
              <a:lnSpc>
                <a:spcPct val="100000"/>
              </a:lnSpc>
              <a:spcBef>
                <a:spcPts val="0"/>
              </a:spcBef>
              <a:spcAft>
                <a:spcPts val="0"/>
              </a:spcAft>
              <a:buSzPts val="1000"/>
              <a:buFont typeface="Abel"/>
              <a:buNone/>
              <a:defRPr>
                <a:latin typeface="Abel"/>
                <a:ea typeface="Abel"/>
                <a:cs typeface="Abel"/>
                <a:sym typeface="Abel"/>
              </a:defRPr>
            </a:lvl1pPr>
            <a:lvl2pPr lvl="1" rtl="0">
              <a:lnSpc>
                <a:spcPct val="100000"/>
              </a:lnSpc>
              <a:spcBef>
                <a:spcPts val="0"/>
              </a:spcBef>
              <a:spcAft>
                <a:spcPts val="0"/>
              </a:spcAft>
              <a:buSzPts val="1000"/>
              <a:buFont typeface="Abel"/>
              <a:buNone/>
              <a:defRPr sz="1000">
                <a:latin typeface="Abel"/>
                <a:ea typeface="Abel"/>
                <a:cs typeface="Abel"/>
                <a:sym typeface="Abel"/>
              </a:defRPr>
            </a:lvl2pPr>
            <a:lvl3pPr lvl="2" rtl="0">
              <a:lnSpc>
                <a:spcPct val="100000"/>
              </a:lnSpc>
              <a:spcBef>
                <a:spcPts val="0"/>
              </a:spcBef>
              <a:spcAft>
                <a:spcPts val="0"/>
              </a:spcAft>
              <a:buSzPts val="1000"/>
              <a:buFont typeface="Abel"/>
              <a:buNone/>
              <a:defRPr sz="1000">
                <a:latin typeface="Abel"/>
                <a:ea typeface="Abel"/>
                <a:cs typeface="Abel"/>
                <a:sym typeface="Abel"/>
              </a:defRPr>
            </a:lvl3pPr>
            <a:lvl4pPr lvl="3" rtl="0">
              <a:lnSpc>
                <a:spcPct val="100000"/>
              </a:lnSpc>
              <a:spcBef>
                <a:spcPts val="0"/>
              </a:spcBef>
              <a:spcAft>
                <a:spcPts val="0"/>
              </a:spcAft>
              <a:buSzPts val="1000"/>
              <a:buFont typeface="Abel"/>
              <a:buNone/>
              <a:defRPr sz="1000">
                <a:latin typeface="Abel"/>
                <a:ea typeface="Abel"/>
                <a:cs typeface="Abel"/>
                <a:sym typeface="Abel"/>
              </a:defRPr>
            </a:lvl4pPr>
            <a:lvl5pPr lvl="4" rtl="0">
              <a:lnSpc>
                <a:spcPct val="100000"/>
              </a:lnSpc>
              <a:spcBef>
                <a:spcPts val="0"/>
              </a:spcBef>
              <a:spcAft>
                <a:spcPts val="0"/>
              </a:spcAft>
              <a:buSzPts val="1000"/>
              <a:buFont typeface="Abel"/>
              <a:buNone/>
              <a:defRPr sz="1000">
                <a:latin typeface="Abel"/>
                <a:ea typeface="Abel"/>
                <a:cs typeface="Abel"/>
                <a:sym typeface="Abel"/>
              </a:defRPr>
            </a:lvl5pPr>
            <a:lvl6pPr lvl="5" rtl="0">
              <a:lnSpc>
                <a:spcPct val="100000"/>
              </a:lnSpc>
              <a:spcBef>
                <a:spcPts val="0"/>
              </a:spcBef>
              <a:spcAft>
                <a:spcPts val="0"/>
              </a:spcAft>
              <a:buSzPts val="1000"/>
              <a:buFont typeface="Abel"/>
              <a:buNone/>
              <a:defRPr sz="1000">
                <a:latin typeface="Abel"/>
                <a:ea typeface="Abel"/>
                <a:cs typeface="Abel"/>
                <a:sym typeface="Abel"/>
              </a:defRPr>
            </a:lvl6pPr>
            <a:lvl7pPr lvl="6" rtl="0">
              <a:lnSpc>
                <a:spcPct val="100000"/>
              </a:lnSpc>
              <a:spcBef>
                <a:spcPts val="0"/>
              </a:spcBef>
              <a:spcAft>
                <a:spcPts val="0"/>
              </a:spcAft>
              <a:buSzPts val="1000"/>
              <a:buFont typeface="Abel"/>
              <a:buNone/>
              <a:defRPr sz="1000">
                <a:latin typeface="Abel"/>
                <a:ea typeface="Abel"/>
                <a:cs typeface="Abel"/>
                <a:sym typeface="Abel"/>
              </a:defRPr>
            </a:lvl7pPr>
            <a:lvl8pPr lvl="7" rtl="0">
              <a:lnSpc>
                <a:spcPct val="100000"/>
              </a:lnSpc>
              <a:spcBef>
                <a:spcPts val="0"/>
              </a:spcBef>
              <a:spcAft>
                <a:spcPts val="0"/>
              </a:spcAft>
              <a:buSzPts val="1000"/>
              <a:buFont typeface="Abel"/>
              <a:buNone/>
              <a:defRPr sz="1000">
                <a:latin typeface="Abel"/>
                <a:ea typeface="Abel"/>
                <a:cs typeface="Abel"/>
                <a:sym typeface="Abel"/>
              </a:defRPr>
            </a:lvl8pPr>
            <a:lvl9pPr lvl="8" rtl="0">
              <a:lnSpc>
                <a:spcPct val="100000"/>
              </a:lnSpc>
              <a:spcBef>
                <a:spcPts val="0"/>
              </a:spcBef>
              <a:spcAft>
                <a:spcPts val="0"/>
              </a:spcAft>
              <a:buSzPts val="1000"/>
              <a:buFont typeface="Abel"/>
              <a:buNone/>
              <a:defRPr sz="1000">
                <a:latin typeface="Abel"/>
                <a:ea typeface="Abel"/>
                <a:cs typeface="Abel"/>
                <a:sym typeface="Abel"/>
              </a:defRPr>
            </a:lvl9pPr>
          </a:lstStyle>
          <a:p>
            <a:endParaRPr/>
          </a:p>
        </p:txBody>
      </p:sp>
      <p:sp>
        <p:nvSpPr>
          <p:cNvPr id="54" name="Google Shape;54;p9"/>
          <p:cNvSpPr txBox="1">
            <a:spLocks noGrp="1"/>
          </p:cNvSpPr>
          <p:nvPr>
            <p:ph type="ctrTitle" idx="4"/>
          </p:nvPr>
        </p:nvSpPr>
        <p:spPr>
          <a:xfrm>
            <a:off x="5107893" y="3365575"/>
            <a:ext cx="2619300" cy="576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1600" b="0">
                <a:latin typeface="Staatliches"/>
                <a:ea typeface="Staatliches"/>
                <a:cs typeface="Staatliches"/>
                <a:sym typeface="Staatliches"/>
              </a:defRPr>
            </a:lvl1pPr>
            <a:lvl2pPr lvl="1" rtl="0">
              <a:spcBef>
                <a:spcPts val="0"/>
              </a:spcBef>
              <a:spcAft>
                <a:spcPts val="0"/>
              </a:spcAft>
              <a:buSzPts val="1600"/>
              <a:buFont typeface="Anton"/>
              <a:buNone/>
              <a:defRPr sz="1600" b="0">
                <a:latin typeface="Anton"/>
                <a:ea typeface="Anton"/>
                <a:cs typeface="Anton"/>
                <a:sym typeface="Anton"/>
              </a:defRPr>
            </a:lvl2pPr>
            <a:lvl3pPr lvl="2" rtl="0">
              <a:spcBef>
                <a:spcPts val="0"/>
              </a:spcBef>
              <a:spcAft>
                <a:spcPts val="0"/>
              </a:spcAft>
              <a:buSzPts val="1600"/>
              <a:buFont typeface="Anton"/>
              <a:buNone/>
              <a:defRPr sz="1600" b="0">
                <a:latin typeface="Anton"/>
                <a:ea typeface="Anton"/>
                <a:cs typeface="Anton"/>
                <a:sym typeface="Anton"/>
              </a:defRPr>
            </a:lvl3pPr>
            <a:lvl4pPr lvl="3" rtl="0">
              <a:spcBef>
                <a:spcPts val="0"/>
              </a:spcBef>
              <a:spcAft>
                <a:spcPts val="0"/>
              </a:spcAft>
              <a:buSzPts val="1600"/>
              <a:buFont typeface="Anton"/>
              <a:buNone/>
              <a:defRPr sz="1600" b="0">
                <a:latin typeface="Anton"/>
                <a:ea typeface="Anton"/>
                <a:cs typeface="Anton"/>
                <a:sym typeface="Anton"/>
              </a:defRPr>
            </a:lvl4pPr>
            <a:lvl5pPr lvl="4" rtl="0">
              <a:spcBef>
                <a:spcPts val="0"/>
              </a:spcBef>
              <a:spcAft>
                <a:spcPts val="0"/>
              </a:spcAft>
              <a:buSzPts val="1600"/>
              <a:buFont typeface="Anton"/>
              <a:buNone/>
              <a:defRPr sz="1600" b="0">
                <a:latin typeface="Anton"/>
                <a:ea typeface="Anton"/>
                <a:cs typeface="Anton"/>
                <a:sym typeface="Anton"/>
              </a:defRPr>
            </a:lvl5pPr>
            <a:lvl6pPr lvl="5" rtl="0">
              <a:spcBef>
                <a:spcPts val="0"/>
              </a:spcBef>
              <a:spcAft>
                <a:spcPts val="0"/>
              </a:spcAft>
              <a:buSzPts val="1600"/>
              <a:buFont typeface="Anton"/>
              <a:buNone/>
              <a:defRPr sz="1600" b="0">
                <a:latin typeface="Anton"/>
                <a:ea typeface="Anton"/>
                <a:cs typeface="Anton"/>
                <a:sym typeface="Anton"/>
              </a:defRPr>
            </a:lvl6pPr>
            <a:lvl7pPr lvl="6" rtl="0">
              <a:spcBef>
                <a:spcPts val="0"/>
              </a:spcBef>
              <a:spcAft>
                <a:spcPts val="0"/>
              </a:spcAft>
              <a:buSzPts val="1600"/>
              <a:buFont typeface="Anton"/>
              <a:buNone/>
              <a:defRPr sz="1600" b="0">
                <a:latin typeface="Anton"/>
                <a:ea typeface="Anton"/>
                <a:cs typeface="Anton"/>
                <a:sym typeface="Anton"/>
              </a:defRPr>
            </a:lvl7pPr>
            <a:lvl8pPr lvl="7" rtl="0">
              <a:spcBef>
                <a:spcPts val="0"/>
              </a:spcBef>
              <a:spcAft>
                <a:spcPts val="0"/>
              </a:spcAft>
              <a:buSzPts val="1600"/>
              <a:buFont typeface="Anton"/>
              <a:buNone/>
              <a:defRPr sz="1600" b="0">
                <a:latin typeface="Anton"/>
                <a:ea typeface="Anton"/>
                <a:cs typeface="Anton"/>
                <a:sym typeface="Anton"/>
              </a:defRPr>
            </a:lvl8pPr>
            <a:lvl9pPr lvl="8" rtl="0">
              <a:spcBef>
                <a:spcPts val="0"/>
              </a:spcBef>
              <a:spcAft>
                <a:spcPts val="0"/>
              </a:spcAft>
              <a:buSzPts val="1600"/>
              <a:buFont typeface="Anton"/>
              <a:buNone/>
              <a:defRPr sz="1600" b="0">
                <a:latin typeface="Anton"/>
                <a:ea typeface="Anton"/>
                <a:cs typeface="Anton"/>
                <a:sym typeface="Anton"/>
              </a:defRPr>
            </a:lvl9pPr>
          </a:lstStyle>
          <a:p>
            <a:endParaRPr/>
          </a:p>
        </p:txBody>
      </p:sp>
      <p:sp>
        <p:nvSpPr>
          <p:cNvPr id="55" name="Google Shape;55;p9"/>
          <p:cNvSpPr txBox="1">
            <a:spLocks noGrp="1"/>
          </p:cNvSpPr>
          <p:nvPr>
            <p:ph type="subTitle" idx="5"/>
          </p:nvPr>
        </p:nvSpPr>
        <p:spPr>
          <a:xfrm>
            <a:off x="5107893" y="3937703"/>
            <a:ext cx="2907900" cy="97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Font typeface="Abel"/>
              <a:buNone/>
              <a:defRPr>
                <a:latin typeface="Abel"/>
                <a:ea typeface="Abel"/>
                <a:cs typeface="Abel"/>
                <a:sym typeface="Abel"/>
              </a:defRPr>
            </a:lvl1pPr>
            <a:lvl2pPr lvl="1" rtl="0">
              <a:lnSpc>
                <a:spcPct val="100000"/>
              </a:lnSpc>
              <a:spcBef>
                <a:spcPts val="0"/>
              </a:spcBef>
              <a:spcAft>
                <a:spcPts val="0"/>
              </a:spcAft>
              <a:buSzPts val="1000"/>
              <a:buFont typeface="Abel"/>
              <a:buNone/>
              <a:defRPr sz="1000">
                <a:latin typeface="Abel"/>
                <a:ea typeface="Abel"/>
                <a:cs typeface="Abel"/>
                <a:sym typeface="Abel"/>
              </a:defRPr>
            </a:lvl2pPr>
            <a:lvl3pPr lvl="2" rtl="0">
              <a:lnSpc>
                <a:spcPct val="100000"/>
              </a:lnSpc>
              <a:spcBef>
                <a:spcPts val="0"/>
              </a:spcBef>
              <a:spcAft>
                <a:spcPts val="0"/>
              </a:spcAft>
              <a:buSzPts val="1000"/>
              <a:buFont typeface="Abel"/>
              <a:buNone/>
              <a:defRPr sz="1000">
                <a:latin typeface="Abel"/>
                <a:ea typeface="Abel"/>
                <a:cs typeface="Abel"/>
                <a:sym typeface="Abel"/>
              </a:defRPr>
            </a:lvl3pPr>
            <a:lvl4pPr lvl="3" rtl="0">
              <a:lnSpc>
                <a:spcPct val="100000"/>
              </a:lnSpc>
              <a:spcBef>
                <a:spcPts val="0"/>
              </a:spcBef>
              <a:spcAft>
                <a:spcPts val="0"/>
              </a:spcAft>
              <a:buSzPts val="1000"/>
              <a:buFont typeface="Abel"/>
              <a:buNone/>
              <a:defRPr sz="1000">
                <a:latin typeface="Abel"/>
                <a:ea typeface="Abel"/>
                <a:cs typeface="Abel"/>
                <a:sym typeface="Abel"/>
              </a:defRPr>
            </a:lvl4pPr>
            <a:lvl5pPr lvl="4" rtl="0">
              <a:lnSpc>
                <a:spcPct val="100000"/>
              </a:lnSpc>
              <a:spcBef>
                <a:spcPts val="0"/>
              </a:spcBef>
              <a:spcAft>
                <a:spcPts val="0"/>
              </a:spcAft>
              <a:buSzPts val="1000"/>
              <a:buFont typeface="Abel"/>
              <a:buNone/>
              <a:defRPr sz="1000">
                <a:latin typeface="Abel"/>
                <a:ea typeface="Abel"/>
                <a:cs typeface="Abel"/>
                <a:sym typeface="Abel"/>
              </a:defRPr>
            </a:lvl5pPr>
            <a:lvl6pPr lvl="5" rtl="0">
              <a:lnSpc>
                <a:spcPct val="100000"/>
              </a:lnSpc>
              <a:spcBef>
                <a:spcPts val="0"/>
              </a:spcBef>
              <a:spcAft>
                <a:spcPts val="0"/>
              </a:spcAft>
              <a:buSzPts val="1000"/>
              <a:buFont typeface="Abel"/>
              <a:buNone/>
              <a:defRPr sz="1000">
                <a:latin typeface="Abel"/>
                <a:ea typeface="Abel"/>
                <a:cs typeface="Abel"/>
                <a:sym typeface="Abel"/>
              </a:defRPr>
            </a:lvl6pPr>
            <a:lvl7pPr lvl="6" rtl="0">
              <a:lnSpc>
                <a:spcPct val="100000"/>
              </a:lnSpc>
              <a:spcBef>
                <a:spcPts val="0"/>
              </a:spcBef>
              <a:spcAft>
                <a:spcPts val="0"/>
              </a:spcAft>
              <a:buSzPts val="1000"/>
              <a:buFont typeface="Abel"/>
              <a:buNone/>
              <a:defRPr sz="1000">
                <a:latin typeface="Abel"/>
                <a:ea typeface="Abel"/>
                <a:cs typeface="Abel"/>
                <a:sym typeface="Abel"/>
              </a:defRPr>
            </a:lvl7pPr>
            <a:lvl8pPr lvl="7" rtl="0">
              <a:lnSpc>
                <a:spcPct val="100000"/>
              </a:lnSpc>
              <a:spcBef>
                <a:spcPts val="0"/>
              </a:spcBef>
              <a:spcAft>
                <a:spcPts val="0"/>
              </a:spcAft>
              <a:buSzPts val="1000"/>
              <a:buFont typeface="Abel"/>
              <a:buNone/>
              <a:defRPr sz="1000">
                <a:latin typeface="Abel"/>
                <a:ea typeface="Abel"/>
                <a:cs typeface="Abel"/>
                <a:sym typeface="Abel"/>
              </a:defRPr>
            </a:lvl8pPr>
            <a:lvl9pPr lvl="8" rtl="0">
              <a:lnSpc>
                <a:spcPct val="100000"/>
              </a:lnSpc>
              <a:spcBef>
                <a:spcPts val="0"/>
              </a:spcBef>
              <a:spcAft>
                <a:spcPts val="0"/>
              </a:spcAft>
              <a:buSzPts val="1000"/>
              <a:buFont typeface="Abel"/>
              <a:buNone/>
              <a:defRPr sz="1000">
                <a:latin typeface="Abel"/>
                <a:ea typeface="Abel"/>
                <a:cs typeface="Abel"/>
                <a:sym typeface="Abel"/>
              </a:defRPr>
            </a:lvl9pPr>
          </a:lstStyle>
          <a:p>
            <a:endParaRPr/>
          </a:p>
        </p:txBody>
      </p:sp>
      <p:sp>
        <p:nvSpPr>
          <p:cNvPr id="56" name="Google Shape;56;p9"/>
          <p:cNvSpPr txBox="1">
            <a:spLocks noGrp="1"/>
          </p:cNvSpPr>
          <p:nvPr>
            <p:ph type="ctrTitle" idx="6"/>
          </p:nvPr>
        </p:nvSpPr>
        <p:spPr>
          <a:xfrm>
            <a:off x="5107893" y="1663150"/>
            <a:ext cx="2784900" cy="576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1600" b="0">
                <a:latin typeface="Staatliches"/>
                <a:ea typeface="Staatliches"/>
                <a:cs typeface="Staatliches"/>
                <a:sym typeface="Staatliches"/>
              </a:defRPr>
            </a:lvl1pPr>
            <a:lvl2pPr lvl="1" rtl="0">
              <a:spcBef>
                <a:spcPts val="0"/>
              </a:spcBef>
              <a:spcAft>
                <a:spcPts val="0"/>
              </a:spcAft>
              <a:buSzPts val="1600"/>
              <a:buFont typeface="Anton"/>
              <a:buNone/>
              <a:defRPr sz="1600" b="0">
                <a:latin typeface="Anton"/>
                <a:ea typeface="Anton"/>
                <a:cs typeface="Anton"/>
                <a:sym typeface="Anton"/>
              </a:defRPr>
            </a:lvl2pPr>
            <a:lvl3pPr lvl="2" rtl="0">
              <a:spcBef>
                <a:spcPts val="0"/>
              </a:spcBef>
              <a:spcAft>
                <a:spcPts val="0"/>
              </a:spcAft>
              <a:buSzPts val="1600"/>
              <a:buFont typeface="Anton"/>
              <a:buNone/>
              <a:defRPr sz="1600" b="0">
                <a:latin typeface="Anton"/>
                <a:ea typeface="Anton"/>
                <a:cs typeface="Anton"/>
                <a:sym typeface="Anton"/>
              </a:defRPr>
            </a:lvl3pPr>
            <a:lvl4pPr lvl="3" rtl="0">
              <a:spcBef>
                <a:spcPts val="0"/>
              </a:spcBef>
              <a:spcAft>
                <a:spcPts val="0"/>
              </a:spcAft>
              <a:buSzPts val="1600"/>
              <a:buFont typeface="Anton"/>
              <a:buNone/>
              <a:defRPr sz="1600" b="0">
                <a:latin typeface="Anton"/>
                <a:ea typeface="Anton"/>
                <a:cs typeface="Anton"/>
                <a:sym typeface="Anton"/>
              </a:defRPr>
            </a:lvl4pPr>
            <a:lvl5pPr lvl="4" rtl="0">
              <a:spcBef>
                <a:spcPts val="0"/>
              </a:spcBef>
              <a:spcAft>
                <a:spcPts val="0"/>
              </a:spcAft>
              <a:buSzPts val="1600"/>
              <a:buFont typeface="Anton"/>
              <a:buNone/>
              <a:defRPr sz="1600" b="0">
                <a:latin typeface="Anton"/>
                <a:ea typeface="Anton"/>
                <a:cs typeface="Anton"/>
                <a:sym typeface="Anton"/>
              </a:defRPr>
            </a:lvl5pPr>
            <a:lvl6pPr lvl="5" rtl="0">
              <a:spcBef>
                <a:spcPts val="0"/>
              </a:spcBef>
              <a:spcAft>
                <a:spcPts val="0"/>
              </a:spcAft>
              <a:buSzPts val="1600"/>
              <a:buFont typeface="Anton"/>
              <a:buNone/>
              <a:defRPr sz="1600" b="0">
                <a:latin typeface="Anton"/>
                <a:ea typeface="Anton"/>
                <a:cs typeface="Anton"/>
                <a:sym typeface="Anton"/>
              </a:defRPr>
            </a:lvl6pPr>
            <a:lvl7pPr lvl="6" rtl="0">
              <a:spcBef>
                <a:spcPts val="0"/>
              </a:spcBef>
              <a:spcAft>
                <a:spcPts val="0"/>
              </a:spcAft>
              <a:buSzPts val="1600"/>
              <a:buFont typeface="Anton"/>
              <a:buNone/>
              <a:defRPr sz="1600" b="0">
                <a:latin typeface="Anton"/>
                <a:ea typeface="Anton"/>
                <a:cs typeface="Anton"/>
                <a:sym typeface="Anton"/>
              </a:defRPr>
            </a:lvl7pPr>
            <a:lvl8pPr lvl="7" rtl="0">
              <a:spcBef>
                <a:spcPts val="0"/>
              </a:spcBef>
              <a:spcAft>
                <a:spcPts val="0"/>
              </a:spcAft>
              <a:buSzPts val="1600"/>
              <a:buFont typeface="Anton"/>
              <a:buNone/>
              <a:defRPr sz="1600" b="0">
                <a:latin typeface="Anton"/>
                <a:ea typeface="Anton"/>
                <a:cs typeface="Anton"/>
                <a:sym typeface="Anton"/>
              </a:defRPr>
            </a:lvl8pPr>
            <a:lvl9pPr lvl="8" rtl="0">
              <a:spcBef>
                <a:spcPts val="0"/>
              </a:spcBef>
              <a:spcAft>
                <a:spcPts val="0"/>
              </a:spcAft>
              <a:buSzPts val="1600"/>
              <a:buFont typeface="Anton"/>
              <a:buNone/>
              <a:defRPr sz="1600" b="0">
                <a:latin typeface="Anton"/>
                <a:ea typeface="Anton"/>
                <a:cs typeface="Anton"/>
                <a:sym typeface="Anton"/>
              </a:defRPr>
            </a:lvl9pPr>
          </a:lstStyle>
          <a:p>
            <a:endParaRPr/>
          </a:p>
        </p:txBody>
      </p:sp>
      <p:sp>
        <p:nvSpPr>
          <p:cNvPr id="57" name="Google Shape;57;p9"/>
          <p:cNvSpPr txBox="1">
            <a:spLocks noGrp="1"/>
          </p:cNvSpPr>
          <p:nvPr>
            <p:ph type="subTitle" idx="7"/>
          </p:nvPr>
        </p:nvSpPr>
        <p:spPr>
          <a:xfrm>
            <a:off x="5107893" y="2239450"/>
            <a:ext cx="2907900" cy="97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Font typeface="Abel"/>
              <a:buNone/>
              <a:defRPr>
                <a:latin typeface="Abel"/>
                <a:ea typeface="Abel"/>
                <a:cs typeface="Abel"/>
                <a:sym typeface="Abel"/>
              </a:defRPr>
            </a:lvl1pPr>
            <a:lvl2pPr lvl="1" rtl="0">
              <a:lnSpc>
                <a:spcPct val="100000"/>
              </a:lnSpc>
              <a:spcBef>
                <a:spcPts val="0"/>
              </a:spcBef>
              <a:spcAft>
                <a:spcPts val="0"/>
              </a:spcAft>
              <a:buSzPts val="1000"/>
              <a:buFont typeface="Abel"/>
              <a:buNone/>
              <a:defRPr sz="1000">
                <a:latin typeface="Abel"/>
                <a:ea typeface="Abel"/>
                <a:cs typeface="Abel"/>
                <a:sym typeface="Abel"/>
              </a:defRPr>
            </a:lvl2pPr>
            <a:lvl3pPr lvl="2" rtl="0">
              <a:lnSpc>
                <a:spcPct val="100000"/>
              </a:lnSpc>
              <a:spcBef>
                <a:spcPts val="0"/>
              </a:spcBef>
              <a:spcAft>
                <a:spcPts val="0"/>
              </a:spcAft>
              <a:buSzPts val="1000"/>
              <a:buFont typeface="Abel"/>
              <a:buNone/>
              <a:defRPr sz="1000">
                <a:latin typeface="Abel"/>
                <a:ea typeface="Abel"/>
                <a:cs typeface="Abel"/>
                <a:sym typeface="Abel"/>
              </a:defRPr>
            </a:lvl3pPr>
            <a:lvl4pPr lvl="3" rtl="0">
              <a:lnSpc>
                <a:spcPct val="100000"/>
              </a:lnSpc>
              <a:spcBef>
                <a:spcPts val="0"/>
              </a:spcBef>
              <a:spcAft>
                <a:spcPts val="0"/>
              </a:spcAft>
              <a:buSzPts val="1000"/>
              <a:buFont typeface="Abel"/>
              <a:buNone/>
              <a:defRPr sz="1000">
                <a:latin typeface="Abel"/>
                <a:ea typeface="Abel"/>
                <a:cs typeface="Abel"/>
                <a:sym typeface="Abel"/>
              </a:defRPr>
            </a:lvl4pPr>
            <a:lvl5pPr lvl="4" rtl="0">
              <a:lnSpc>
                <a:spcPct val="100000"/>
              </a:lnSpc>
              <a:spcBef>
                <a:spcPts val="0"/>
              </a:spcBef>
              <a:spcAft>
                <a:spcPts val="0"/>
              </a:spcAft>
              <a:buSzPts val="1000"/>
              <a:buFont typeface="Abel"/>
              <a:buNone/>
              <a:defRPr sz="1000">
                <a:latin typeface="Abel"/>
                <a:ea typeface="Abel"/>
                <a:cs typeface="Abel"/>
                <a:sym typeface="Abel"/>
              </a:defRPr>
            </a:lvl5pPr>
            <a:lvl6pPr lvl="5" rtl="0">
              <a:lnSpc>
                <a:spcPct val="100000"/>
              </a:lnSpc>
              <a:spcBef>
                <a:spcPts val="0"/>
              </a:spcBef>
              <a:spcAft>
                <a:spcPts val="0"/>
              </a:spcAft>
              <a:buSzPts val="1000"/>
              <a:buFont typeface="Abel"/>
              <a:buNone/>
              <a:defRPr sz="1000">
                <a:latin typeface="Abel"/>
                <a:ea typeface="Abel"/>
                <a:cs typeface="Abel"/>
                <a:sym typeface="Abel"/>
              </a:defRPr>
            </a:lvl6pPr>
            <a:lvl7pPr lvl="6" rtl="0">
              <a:lnSpc>
                <a:spcPct val="100000"/>
              </a:lnSpc>
              <a:spcBef>
                <a:spcPts val="0"/>
              </a:spcBef>
              <a:spcAft>
                <a:spcPts val="0"/>
              </a:spcAft>
              <a:buSzPts val="1000"/>
              <a:buFont typeface="Abel"/>
              <a:buNone/>
              <a:defRPr sz="1000">
                <a:latin typeface="Abel"/>
                <a:ea typeface="Abel"/>
                <a:cs typeface="Abel"/>
                <a:sym typeface="Abel"/>
              </a:defRPr>
            </a:lvl7pPr>
            <a:lvl8pPr lvl="7" rtl="0">
              <a:lnSpc>
                <a:spcPct val="100000"/>
              </a:lnSpc>
              <a:spcBef>
                <a:spcPts val="0"/>
              </a:spcBef>
              <a:spcAft>
                <a:spcPts val="0"/>
              </a:spcAft>
              <a:buSzPts val="1000"/>
              <a:buFont typeface="Abel"/>
              <a:buNone/>
              <a:defRPr sz="1000">
                <a:latin typeface="Abel"/>
                <a:ea typeface="Abel"/>
                <a:cs typeface="Abel"/>
                <a:sym typeface="Abel"/>
              </a:defRPr>
            </a:lvl8pPr>
            <a:lvl9pPr lvl="8" rtl="0">
              <a:lnSpc>
                <a:spcPct val="100000"/>
              </a:lnSpc>
              <a:spcBef>
                <a:spcPts val="0"/>
              </a:spcBef>
              <a:spcAft>
                <a:spcPts val="0"/>
              </a:spcAft>
              <a:buSzPts val="1000"/>
              <a:buFont typeface="Abel"/>
              <a:buNone/>
              <a:defRPr sz="1000">
                <a:latin typeface="Abel"/>
                <a:ea typeface="Abel"/>
                <a:cs typeface="Abel"/>
                <a:sym typeface="Abel"/>
              </a:defRPr>
            </a:lvl9pPr>
          </a:lstStyle>
          <a:p>
            <a:endParaRPr/>
          </a:p>
        </p:txBody>
      </p:sp>
      <p:sp>
        <p:nvSpPr>
          <p:cNvPr id="58" name="Google Shape;58;p9"/>
          <p:cNvSpPr/>
          <p:nvPr/>
        </p:nvSpPr>
        <p:spPr>
          <a:xfrm>
            <a:off x="3513575" y="353425"/>
            <a:ext cx="5672400" cy="529500"/>
          </a:xfrm>
          <a:prstGeom prst="roundRect">
            <a:avLst>
              <a:gd name="adj" fmla="val 19858"/>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p:nvPr/>
        </p:nvSpPr>
        <p:spPr>
          <a:xfrm>
            <a:off x="3569775" y="409006"/>
            <a:ext cx="5616300" cy="5295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9"/>
          <p:cNvSpPr txBox="1">
            <a:spLocks noGrp="1"/>
          </p:cNvSpPr>
          <p:nvPr>
            <p:ph type="ctrTitle" idx="8"/>
          </p:nvPr>
        </p:nvSpPr>
        <p:spPr>
          <a:xfrm>
            <a:off x="5180650" y="457300"/>
            <a:ext cx="3194700" cy="481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rgbClr val="2D406A"/>
              </a:buClr>
              <a:buSzPts val="2400"/>
              <a:buNone/>
              <a:defRPr sz="1800" b="0">
                <a:latin typeface="Staatliches"/>
                <a:ea typeface="Staatliches"/>
                <a:cs typeface="Staatliches"/>
                <a:sym typeface="Staatliches"/>
              </a:defRPr>
            </a:lvl1pPr>
            <a:lvl2pPr lvl="1" algn="ctr" rtl="0">
              <a:spcBef>
                <a:spcPts val="0"/>
              </a:spcBef>
              <a:spcAft>
                <a:spcPts val="0"/>
              </a:spcAft>
              <a:buClr>
                <a:srgbClr val="338987"/>
              </a:buClr>
              <a:buSzPts val="1800"/>
              <a:buNone/>
              <a:defRPr sz="1800" b="0">
                <a:solidFill>
                  <a:srgbClr val="338987"/>
                </a:solidFill>
              </a:defRPr>
            </a:lvl2pPr>
            <a:lvl3pPr lvl="2" algn="ctr" rtl="0">
              <a:spcBef>
                <a:spcPts val="0"/>
              </a:spcBef>
              <a:spcAft>
                <a:spcPts val="0"/>
              </a:spcAft>
              <a:buClr>
                <a:srgbClr val="338987"/>
              </a:buClr>
              <a:buSzPts val="1800"/>
              <a:buNone/>
              <a:defRPr sz="1800" b="0">
                <a:solidFill>
                  <a:srgbClr val="338987"/>
                </a:solidFill>
              </a:defRPr>
            </a:lvl3pPr>
            <a:lvl4pPr lvl="3" algn="ctr" rtl="0">
              <a:spcBef>
                <a:spcPts val="0"/>
              </a:spcBef>
              <a:spcAft>
                <a:spcPts val="0"/>
              </a:spcAft>
              <a:buClr>
                <a:srgbClr val="338987"/>
              </a:buClr>
              <a:buSzPts val="1800"/>
              <a:buNone/>
              <a:defRPr sz="1800" b="0">
                <a:solidFill>
                  <a:srgbClr val="338987"/>
                </a:solidFill>
              </a:defRPr>
            </a:lvl4pPr>
            <a:lvl5pPr lvl="4" algn="ctr" rtl="0">
              <a:spcBef>
                <a:spcPts val="0"/>
              </a:spcBef>
              <a:spcAft>
                <a:spcPts val="0"/>
              </a:spcAft>
              <a:buClr>
                <a:srgbClr val="338987"/>
              </a:buClr>
              <a:buSzPts val="1800"/>
              <a:buNone/>
              <a:defRPr sz="1800" b="0">
                <a:solidFill>
                  <a:srgbClr val="338987"/>
                </a:solidFill>
              </a:defRPr>
            </a:lvl5pPr>
            <a:lvl6pPr lvl="5" algn="ctr" rtl="0">
              <a:spcBef>
                <a:spcPts val="0"/>
              </a:spcBef>
              <a:spcAft>
                <a:spcPts val="0"/>
              </a:spcAft>
              <a:buClr>
                <a:srgbClr val="338987"/>
              </a:buClr>
              <a:buSzPts val="1800"/>
              <a:buNone/>
              <a:defRPr sz="1800" b="0">
                <a:solidFill>
                  <a:srgbClr val="338987"/>
                </a:solidFill>
              </a:defRPr>
            </a:lvl6pPr>
            <a:lvl7pPr lvl="6" algn="ctr" rtl="0">
              <a:spcBef>
                <a:spcPts val="0"/>
              </a:spcBef>
              <a:spcAft>
                <a:spcPts val="0"/>
              </a:spcAft>
              <a:buClr>
                <a:srgbClr val="338987"/>
              </a:buClr>
              <a:buSzPts val="1800"/>
              <a:buNone/>
              <a:defRPr sz="1800" b="0">
                <a:solidFill>
                  <a:srgbClr val="338987"/>
                </a:solidFill>
              </a:defRPr>
            </a:lvl7pPr>
            <a:lvl8pPr lvl="7" algn="ctr" rtl="0">
              <a:spcBef>
                <a:spcPts val="0"/>
              </a:spcBef>
              <a:spcAft>
                <a:spcPts val="0"/>
              </a:spcAft>
              <a:buClr>
                <a:srgbClr val="338987"/>
              </a:buClr>
              <a:buSzPts val="1800"/>
              <a:buNone/>
              <a:defRPr sz="1800" b="0">
                <a:solidFill>
                  <a:srgbClr val="338987"/>
                </a:solidFill>
              </a:defRPr>
            </a:lvl8pPr>
            <a:lvl9pPr lvl="8" algn="ctr" rtl="0">
              <a:spcBef>
                <a:spcPts val="0"/>
              </a:spcBef>
              <a:spcAft>
                <a:spcPts val="0"/>
              </a:spcAft>
              <a:buClr>
                <a:srgbClr val="338987"/>
              </a:buClr>
              <a:buSzPts val="1800"/>
              <a:buNone/>
              <a:defRPr sz="1800" b="0">
                <a:solidFill>
                  <a:srgbClr val="338987"/>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TEXT">
  <p:cSld name="CUSTOM_6_1_1_1">
    <p:spTree>
      <p:nvGrpSpPr>
        <p:cNvPr id="1" name="Shape 61"/>
        <p:cNvGrpSpPr/>
        <p:nvPr/>
      </p:nvGrpSpPr>
      <p:grpSpPr>
        <a:xfrm>
          <a:off x="0" y="0"/>
          <a:ext cx="0" cy="0"/>
          <a:chOff x="0" y="0"/>
          <a:chExt cx="0" cy="0"/>
        </a:xfrm>
      </p:grpSpPr>
      <p:sp>
        <p:nvSpPr>
          <p:cNvPr id="62" name="Google Shape;62;p10"/>
          <p:cNvSpPr txBox="1">
            <a:spLocks noGrp="1"/>
          </p:cNvSpPr>
          <p:nvPr>
            <p:ph type="ctrTitle"/>
          </p:nvPr>
        </p:nvSpPr>
        <p:spPr>
          <a:xfrm>
            <a:off x="889350" y="1658275"/>
            <a:ext cx="4538400" cy="1827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2D406A"/>
              </a:buClr>
              <a:buSzPts val="4800"/>
              <a:buNone/>
              <a:defRPr sz="7200" b="0">
                <a:latin typeface="Staatliches"/>
                <a:ea typeface="Staatliches"/>
                <a:cs typeface="Staatliches"/>
                <a:sym typeface="Staatliches"/>
              </a:defRPr>
            </a:lvl1pPr>
            <a:lvl2pPr lvl="1" algn="ctr" rtl="0">
              <a:spcBef>
                <a:spcPts val="0"/>
              </a:spcBef>
              <a:spcAft>
                <a:spcPts val="0"/>
              </a:spcAft>
              <a:buClr>
                <a:srgbClr val="338987"/>
              </a:buClr>
              <a:buSzPts val="4800"/>
              <a:buNone/>
              <a:defRPr sz="4800" b="0">
                <a:solidFill>
                  <a:srgbClr val="338987"/>
                </a:solidFill>
              </a:defRPr>
            </a:lvl2pPr>
            <a:lvl3pPr lvl="2" algn="ctr" rtl="0">
              <a:spcBef>
                <a:spcPts val="0"/>
              </a:spcBef>
              <a:spcAft>
                <a:spcPts val="0"/>
              </a:spcAft>
              <a:buClr>
                <a:srgbClr val="338987"/>
              </a:buClr>
              <a:buSzPts val="4800"/>
              <a:buNone/>
              <a:defRPr sz="4800" b="0">
                <a:solidFill>
                  <a:srgbClr val="338987"/>
                </a:solidFill>
              </a:defRPr>
            </a:lvl3pPr>
            <a:lvl4pPr lvl="3" algn="ctr" rtl="0">
              <a:spcBef>
                <a:spcPts val="0"/>
              </a:spcBef>
              <a:spcAft>
                <a:spcPts val="0"/>
              </a:spcAft>
              <a:buClr>
                <a:srgbClr val="338987"/>
              </a:buClr>
              <a:buSzPts val="4800"/>
              <a:buNone/>
              <a:defRPr sz="4800" b="0">
                <a:solidFill>
                  <a:srgbClr val="338987"/>
                </a:solidFill>
              </a:defRPr>
            </a:lvl4pPr>
            <a:lvl5pPr lvl="4" algn="ctr" rtl="0">
              <a:spcBef>
                <a:spcPts val="0"/>
              </a:spcBef>
              <a:spcAft>
                <a:spcPts val="0"/>
              </a:spcAft>
              <a:buClr>
                <a:srgbClr val="338987"/>
              </a:buClr>
              <a:buSzPts val="4800"/>
              <a:buNone/>
              <a:defRPr sz="4800" b="0">
                <a:solidFill>
                  <a:srgbClr val="338987"/>
                </a:solidFill>
              </a:defRPr>
            </a:lvl5pPr>
            <a:lvl6pPr lvl="5" algn="ctr" rtl="0">
              <a:spcBef>
                <a:spcPts val="0"/>
              </a:spcBef>
              <a:spcAft>
                <a:spcPts val="0"/>
              </a:spcAft>
              <a:buClr>
                <a:srgbClr val="338987"/>
              </a:buClr>
              <a:buSzPts val="4800"/>
              <a:buNone/>
              <a:defRPr sz="4800" b="0">
                <a:solidFill>
                  <a:srgbClr val="338987"/>
                </a:solidFill>
              </a:defRPr>
            </a:lvl6pPr>
            <a:lvl7pPr lvl="6" algn="ctr" rtl="0">
              <a:spcBef>
                <a:spcPts val="0"/>
              </a:spcBef>
              <a:spcAft>
                <a:spcPts val="0"/>
              </a:spcAft>
              <a:buClr>
                <a:srgbClr val="338987"/>
              </a:buClr>
              <a:buSzPts val="4800"/>
              <a:buNone/>
              <a:defRPr sz="4800" b="0">
                <a:solidFill>
                  <a:srgbClr val="338987"/>
                </a:solidFill>
              </a:defRPr>
            </a:lvl7pPr>
            <a:lvl8pPr lvl="7" algn="ctr" rtl="0">
              <a:spcBef>
                <a:spcPts val="0"/>
              </a:spcBef>
              <a:spcAft>
                <a:spcPts val="0"/>
              </a:spcAft>
              <a:buClr>
                <a:srgbClr val="338987"/>
              </a:buClr>
              <a:buSzPts val="4800"/>
              <a:buNone/>
              <a:defRPr sz="4800" b="0">
                <a:solidFill>
                  <a:srgbClr val="338987"/>
                </a:solidFill>
              </a:defRPr>
            </a:lvl8pPr>
            <a:lvl9pPr lvl="8" algn="ctr" rtl="0">
              <a:spcBef>
                <a:spcPts val="0"/>
              </a:spcBef>
              <a:spcAft>
                <a:spcPts val="0"/>
              </a:spcAft>
              <a:buClr>
                <a:srgbClr val="338987"/>
              </a:buClr>
              <a:buSzPts val="4800"/>
              <a:buNone/>
              <a:defRPr sz="4800" b="0">
                <a:solidFill>
                  <a:srgbClr val="338987"/>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DESIGN ">
  <p:cSld name="CUSTOM_6_1_1_2">
    <p:spTree>
      <p:nvGrpSpPr>
        <p:cNvPr id="1" name="Shape 68"/>
        <p:cNvGrpSpPr/>
        <p:nvPr/>
      </p:nvGrpSpPr>
      <p:grpSpPr>
        <a:xfrm>
          <a:off x="0" y="0"/>
          <a:ext cx="0" cy="0"/>
          <a:chOff x="0" y="0"/>
          <a:chExt cx="0" cy="0"/>
        </a:xfrm>
      </p:grpSpPr>
      <p:sp>
        <p:nvSpPr>
          <p:cNvPr id="69" name="Google Shape;69;p12"/>
          <p:cNvSpPr/>
          <p:nvPr/>
        </p:nvSpPr>
        <p:spPr>
          <a:xfrm>
            <a:off x="3513575" y="353425"/>
            <a:ext cx="5672400" cy="529500"/>
          </a:xfrm>
          <a:prstGeom prst="roundRect">
            <a:avLst>
              <a:gd name="adj" fmla="val 19858"/>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2"/>
          <p:cNvSpPr/>
          <p:nvPr/>
        </p:nvSpPr>
        <p:spPr>
          <a:xfrm>
            <a:off x="3569775" y="409006"/>
            <a:ext cx="5616300" cy="5295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2"/>
          <p:cNvSpPr txBox="1">
            <a:spLocks noGrp="1"/>
          </p:cNvSpPr>
          <p:nvPr>
            <p:ph type="ctrTitle"/>
          </p:nvPr>
        </p:nvSpPr>
        <p:spPr>
          <a:xfrm>
            <a:off x="5180650" y="457300"/>
            <a:ext cx="3194700" cy="481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rgbClr val="2D406A"/>
              </a:buClr>
              <a:buSzPts val="2400"/>
              <a:buNone/>
              <a:defRPr sz="1800" b="0">
                <a:latin typeface="Staatliches"/>
                <a:ea typeface="Staatliches"/>
                <a:cs typeface="Staatliches"/>
                <a:sym typeface="Staatliches"/>
              </a:defRPr>
            </a:lvl1pPr>
            <a:lvl2pPr lvl="1" algn="ctr" rtl="0">
              <a:spcBef>
                <a:spcPts val="0"/>
              </a:spcBef>
              <a:spcAft>
                <a:spcPts val="0"/>
              </a:spcAft>
              <a:buClr>
                <a:srgbClr val="338987"/>
              </a:buClr>
              <a:buSzPts val="1800"/>
              <a:buNone/>
              <a:defRPr sz="1800" b="0">
                <a:solidFill>
                  <a:srgbClr val="338987"/>
                </a:solidFill>
              </a:defRPr>
            </a:lvl2pPr>
            <a:lvl3pPr lvl="2" algn="ctr" rtl="0">
              <a:spcBef>
                <a:spcPts val="0"/>
              </a:spcBef>
              <a:spcAft>
                <a:spcPts val="0"/>
              </a:spcAft>
              <a:buClr>
                <a:srgbClr val="338987"/>
              </a:buClr>
              <a:buSzPts val="1800"/>
              <a:buNone/>
              <a:defRPr sz="1800" b="0">
                <a:solidFill>
                  <a:srgbClr val="338987"/>
                </a:solidFill>
              </a:defRPr>
            </a:lvl3pPr>
            <a:lvl4pPr lvl="3" algn="ctr" rtl="0">
              <a:spcBef>
                <a:spcPts val="0"/>
              </a:spcBef>
              <a:spcAft>
                <a:spcPts val="0"/>
              </a:spcAft>
              <a:buClr>
                <a:srgbClr val="338987"/>
              </a:buClr>
              <a:buSzPts val="1800"/>
              <a:buNone/>
              <a:defRPr sz="1800" b="0">
                <a:solidFill>
                  <a:srgbClr val="338987"/>
                </a:solidFill>
              </a:defRPr>
            </a:lvl4pPr>
            <a:lvl5pPr lvl="4" algn="ctr" rtl="0">
              <a:spcBef>
                <a:spcPts val="0"/>
              </a:spcBef>
              <a:spcAft>
                <a:spcPts val="0"/>
              </a:spcAft>
              <a:buClr>
                <a:srgbClr val="338987"/>
              </a:buClr>
              <a:buSzPts val="1800"/>
              <a:buNone/>
              <a:defRPr sz="1800" b="0">
                <a:solidFill>
                  <a:srgbClr val="338987"/>
                </a:solidFill>
              </a:defRPr>
            </a:lvl5pPr>
            <a:lvl6pPr lvl="5" algn="ctr" rtl="0">
              <a:spcBef>
                <a:spcPts val="0"/>
              </a:spcBef>
              <a:spcAft>
                <a:spcPts val="0"/>
              </a:spcAft>
              <a:buClr>
                <a:srgbClr val="338987"/>
              </a:buClr>
              <a:buSzPts val="1800"/>
              <a:buNone/>
              <a:defRPr sz="1800" b="0">
                <a:solidFill>
                  <a:srgbClr val="338987"/>
                </a:solidFill>
              </a:defRPr>
            </a:lvl6pPr>
            <a:lvl7pPr lvl="6" algn="ctr" rtl="0">
              <a:spcBef>
                <a:spcPts val="0"/>
              </a:spcBef>
              <a:spcAft>
                <a:spcPts val="0"/>
              </a:spcAft>
              <a:buClr>
                <a:srgbClr val="338987"/>
              </a:buClr>
              <a:buSzPts val="1800"/>
              <a:buNone/>
              <a:defRPr sz="1800" b="0">
                <a:solidFill>
                  <a:srgbClr val="338987"/>
                </a:solidFill>
              </a:defRPr>
            </a:lvl7pPr>
            <a:lvl8pPr lvl="7" algn="ctr" rtl="0">
              <a:spcBef>
                <a:spcPts val="0"/>
              </a:spcBef>
              <a:spcAft>
                <a:spcPts val="0"/>
              </a:spcAft>
              <a:buClr>
                <a:srgbClr val="338987"/>
              </a:buClr>
              <a:buSzPts val="1800"/>
              <a:buNone/>
              <a:defRPr sz="1800" b="0">
                <a:solidFill>
                  <a:srgbClr val="338987"/>
                </a:solidFill>
              </a:defRPr>
            </a:lvl8pPr>
            <a:lvl9pPr lvl="8" algn="ctr" rtl="0">
              <a:spcBef>
                <a:spcPts val="0"/>
              </a:spcBef>
              <a:spcAft>
                <a:spcPts val="0"/>
              </a:spcAft>
              <a:buClr>
                <a:srgbClr val="338987"/>
              </a:buClr>
              <a:buSzPts val="1800"/>
              <a:buNone/>
              <a:defRPr sz="1800" b="0">
                <a:solidFill>
                  <a:srgbClr val="338987"/>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NUMBER">
  <p:cSld name="CUSTOM_6_1_1_2_1_1">
    <p:spTree>
      <p:nvGrpSpPr>
        <p:cNvPr id="1" name="Shape 72"/>
        <p:cNvGrpSpPr/>
        <p:nvPr/>
      </p:nvGrpSpPr>
      <p:grpSpPr>
        <a:xfrm>
          <a:off x="0" y="0"/>
          <a:ext cx="0" cy="0"/>
          <a:chOff x="0" y="0"/>
          <a:chExt cx="0" cy="0"/>
        </a:xfrm>
      </p:grpSpPr>
      <p:sp>
        <p:nvSpPr>
          <p:cNvPr id="73" name="Google Shape;73;p13"/>
          <p:cNvSpPr txBox="1">
            <a:spLocks noGrp="1"/>
          </p:cNvSpPr>
          <p:nvPr>
            <p:ph type="subTitle" idx="1"/>
          </p:nvPr>
        </p:nvSpPr>
        <p:spPr>
          <a:xfrm>
            <a:off x="1551538" y="1552688"/>
            <a:ext cx="1887600" cy="432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2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a:endParaRPr/>
          </a:p>
        </p:txBody>
      </p:sp>
      <p:sp>
        <p:nvSpPr>
          <p:cNvPr id="74" name="Google Shape;74;p13"/>
          <p:cNvSpPr txBox="1">
            <a:spLocks noGrp="1"/>
          </p:cNvSpPr>
          <p:nvPr>
            <p:ph type="title" hasCustomPrompt="1"/>
          </p:nvPr>
        </p:nvSpPr>
        <p:spPr>
          <a:xfrm>
            <a:off x="1317988" y="938488"/>
            <a:ext cx="2354700" cy="67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3F3F3"/>
              </a:buClr>
              <a:buSzPts val="3000"/>
              <a:buNone/>
              <a:defRPr sz="3000" b="0">
                <a:latin typeface="Staatliches"/>
                <a:ea typeface="Staatliches"/>
                <a:cs typeface="Staatliches"/>
                <a:sym typeface="Staatliches"/>
              </a:defRPr>
            </a:lvl1pPr>
            <a:lvl2pPr lvl="1"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2pPr>
            <a:lvl3pPr lvl="2"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3pPr>
            <a:lvl4pPr lvl="3"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4pPr>
            <a:lvl5pPr lvl="4"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5pPr>
            <a:lvl6pPr lvl="5"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6pPr>
            <a:lvl7pPr lvl="6"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7pPr>
            <a:lvl8pPr lvl="7"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8pPr>
            <a:lvl9pPr lvl="8" rtl="0">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9pPr>
          </a:lstStyle>
          <a:p>
            <a:r>
              <a:t>xx%</a:t>
            </a:r>
          </a:p>
        </p:txBody>
      </p:sp>
      <p:sp>
        <p:nvSpPr>
          <p:cNvPr id="75" name="Google Shape;75;p13"/>
          <p:cNvSpPr/>
          <p:nvPr/>
        </p:nvSpPr>
        <p:spPr>
          <a:xfrm>
            <a:off x="3513575" y="353425"/>
            <a:ext cx="5672400" cy="529500"/>
          </a:xfrm>
          <a:prstGeom prst="roundRect">
            <a:avLst>
              <a:gd name="adj" fmla="val 19858"/>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3569775" y="409006"/>
            <a:ext cx="5616300" cy="5295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txBox="1">
            <a:spLocks noGrp="1"/>
          </p:cNvSpPr>
          <p:nvPr>
            <p:ph type="ctrTitle" idx="2"/>
          </p:nvPr>
        </p:nvSpPr>
        <p:spPr>
          <a:xfrm>
            <a:off x="5180650" y="457300"/>
            <a:ext cx="3194700" cy="481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rgbClr val="2D406A"/>
              </a:buClr>
              <a:buSzPts val="2400"/>
              <a:buNone/>
              <a:defRPr sz="1800" b="0">
                <a:latin typeface="Staatliches"/>
                <a:ea typeface="Staatliches"/>
                <a:cs typeface="Staatliches"/>
                <a:sym typeface="Staatliches"/>
              </a:defRPr>
            </a:lvl1pPr>
            <a:lvl2pPr lvl="1" algn="ctr" rtl="0">
              <a:spcBef>
                <a:spcPts val="0"/>
              </a:spcBef>
              <a:spcAft>
                <a:spcPts val="0"/>
              </a:spcAft>
              <a:buClr>
                <a:srgbClr val="338987"/>
              </a:buClr>
              <a:buSzPts val="1800"/>
              <a:buNone/>
              <a:defRPr sz="1800" b="0">
                <a:solidFill>
                  <a:srgbClr val="338987"/>
                </a:solidFill>
              </a:defRPr>
            </a:lvl2pPr>
            <a:lvl3pPr lvl="2" algn="ctr" rtl="0">
              <a:spcBef>
                <a:spcPts val="0"/>
              </a:spcBef>
              <a:spcAft>
                <a:spcPts val="0"/>
              </a:spcAft>
              <a:buClr>
                <a:srgbClr val="338987"/>
              </a:buClr>
              <a:buSzPts val="1800"/>
              <a:buNone/>
              <a:defRPr sz="1800" b="0">
                <a:solidFill>
                  <a:srgbClr val="338987"/>
                </a:solidFill>
              </a:defRPr>
            </a:lvl3pPr>
            <a:lvl4pPr lvl="3" algn="ctr" rtl="0">
              <a:spcBef>
                <a:spcPts val="0"/>
              </a:spcBef>
              <a:spcAft>
                <a:spcPts val="0"/>
              </a:spcAft>
              <a:buClr>
                <a:srgbClr val="338987"/>
              </a:buClr>
              <a:buSzPts val="1800"/>
              <a:buNone/>
              <a:defRPr sz="1800" b="0">
                <a:solidFill>
                  <a:srgbClr val="338987"/>
                </a:solidFill>
              </a:defRPr>
            </a:lvl4pPr>
            <a:lvl5pPr lvl="4" algn="ctr" rtl="0">
              <a:spcBef>
                <a:spcPts val="0"/>
              </a:spcBef>
              <a:spcAft>
                <a:spcPts val="0"/>
              </a:spcAft>
              <a:buClr>
                <a:srgbClr val="338987"/>
              </a:buClr>
              <a:buSzPts val="1800"/>
              <a:buNone/>
              <a:defRPr sz="1800" b="0">
                <a:solidFill>
                  <a:srgbClr val="338987"/>
                </a:solidFill>
              </a:defRPr>
            </a:lvl5pPr>
            <a:lvl6pPr lvl="5" algn="ctr" rtl="0">
              <a:spcBef>
                <a:spcPts val="0"/>
              </a:spcBef>
              <a:spcAft>
                <a:spcPts val="0"/>
              </a:spcAft>
              <a:buClr>
                <a:srgbClr val="338987"/>
              </a:buClr>
              <a:buSzPts val="1800"/>
              <a:buNone/>
              <a:defRPr sz="1800" b="0">
                <a:solidFill>
                  <a:srgbClr val="338987"/>
                </a:solidFill>
              </a:defRPr>
            </a:lvl6pPr>
            <a:lvl7pPr lvl="6" algn="ctr" rtl="0">
              <a:spcBef>
                <a:spcPts val="0"/>
              </a:spcBef>
              <a:spcAft>
                <a:spcPts val="0"/>
              </a:spcAft>
              <a:buClr>
                <a:srgbClr val="338987"/>
              </a:buClr>
              <a:buSzPts val="1800"/>
              <a:buNone/>
              <a:defRPr sz="1800" b="0">
                <a:solidFill>
                  <a:srgbClr val="338987"/>
                </a:solidFill>
              </a:defRPr>
            </a:lvl7pPr>
            <a:lvl8pPr lvl="7" algn="ctr" rtl="0">
              <a:spcBef>
                <a:spcPts val="0"/>
              </a:spcBef>
              <a:spcAft>
                <a:spcPts val="0"/>
              </a:spcAft>
              <a:buClr>
                <a:srgbClr val="338987"/>
              </a:buClr>
              <a:buSzPts val="1800"/>
              <a:buNone/>
              <a:defRPr sz="1800" b="0">
                <a:solidFill>
                  <a:srgbClr val="338987"/>
                </a:solidFill>
              </a:defRPr>
            </a:lvl8pPr>
            <a:lvl9pPr lvl="8" algn="ctr" rtl="0">
              <a:spcBef>
                <a:spcPts val="0"/>
              </a:spcBef>
              <a:spcAft>
                <a:spcPts val="0"/>
              </a:spcAft>
              <a:buClr>
                <a:srgbClr val="338987"/>
              </a:buClr>
              <a:buSzPts val="1800"/>
              <a:buNone/>
              <a:defRPr sz="1800" b="0">
                <a:solidFill>
                  <a:srgbClr val="338987"/>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REE COLUMNS">
  <p:cSld name="CUSTOM_17">
    <p:spTree>
      <p:nvGrpSpPr>
        <p:cNvPr id="1" name="Shape 94"/>
        <p:cNvGrpSpPr/>
        <p:nvPr/>
      </p:nvGrpSpPr>
      <p:grpSpPr>
        <a:xfrm>
          <a:off x="0" y="0"/>
          <a:ext cx="0" cy="0"/>
          <a:chOff x="0" y="0"/>
          <a:chExt cx="0" cy="0"/>
        </a:xfrm>
      </p:grpSpPr>
      <p:sp>
        <p:nvSpPr>
          <p:cNvPr id="95" name="Google Shape;95;p15"/>
          <p:cNvSpPr txBox="1">
            <a:spLocks noGrp="1"/>
          </p:cNvSpPr>
          <p:nvPr>
            <p:ph type="ctrTitle"/>
          </p:nvPr>
        </p:nvSpPr>
        <p:spPr>
          <a:xfrm>
            <a:off x="1102925" y="1582025"/>
            <a:ext cx="1429500" cy="792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Staatliches"/>
              <a:buNone/>
              <a:defRPr sz="3600" b="0">
                <a:latin typeface="Staatliches"/>
                <a:ea typeface="Staatliches"/>
                <a:cs typeface="Staatliches"/>
                <a:sym typeface="Staatliches"/>
              </a:defRPr>
            </a:lvl1pPr>
            <a:lvl2pPr lvl="1" algn="ctr" rtl="0">
              <a:spcBef>
                <a:spcPts val="0"/>
              </a:spcBef>
              <a:spcAft>
                <a:spcPts val="0"/>
              </a:spcAft>
              <a:buSzPts val="2400"/>
              <a:buFont typeface="Staatliches"/>
              <a:buNone/>
              <a:defRPr sz="2400" b="0">
                <a:latin typeface="Staatliches"/>
                <a:ea typeface="Staatliches"/>
                <a:cs typeface="Staatliches"/>
                <a:sym typeface="Staatliches"/>
              </a:defRPr>
            </a:lvl2pPr>
            <a:lvl3pPr lvl="2" algn="ctr" rtl="0">
              <a:spcBef>
                <a:spcPts val="0"/>
              </a:spcBef>
              <a:spcAft>
                <a:spcPts val="0"/>
              </a:spcAft>
              <a:buSzPts val="2400"/>
              <a:buFont typeface="Staatliches"/>
              <a:buNone/>
              <a:defRPr sz="2400" b="0">
                <a:latin typeface="Staatliches"/>
                <a:ea typeface="Staatliches"/>
                <a:cs typeface="Staatliches"/>
                <a:sym typeface="Staatliches"/>
              </a:defRPr>
            </a:lvl3pPr>
            <a:lvl4pPr lvl="3" algn="ctr" rtl="0">
              <a:spcBef>
                <a:spcPts val="0"/>
              </a:spcBef>
              <a:spcAft>
                <a:spcPts val="0"/>
              </a:spcAft>
              <a:buSzPts val="2400"/>
              <a:buFont typeface="Staatliches"/>
              <a:buNone/>
              <a:defRPr sz="2400" b="0">
                <a:latin typeface="Staatliches"/>
                <a:ea typeface="Staatliches"/>
                <a:cs typeface="Staatliches"/>
                <a:sym typeface="Staatliches"/>
              </a:defRPr>
            </a:lvl4pPr>
            <a:lvl5pPr lvl="4" algn="ctr" rtl="0">
              <a:spcBef>
                <a:spcPts val="0"/>
              </a:spcBef>
              <a:spcAft>
                <a:spcPts val="0"/>
              </a:spcAft>
              <a:buSzPts val="2400"/>
              <a:buFont typeface="Staatliches"/>
              <a:buNone/>
              <a:defRPr sz="2400" b="0">
                <a:latin typeface="Staatliches"/>
                <a:ea typeface="Staatliches"/>
                <a:cs typeface="Staatliches"/>
                <a:sym typeface="Staatliches"/>
              </a:defRPr>
            </a:lvl5pPr>
            <a:lvl6pPr lvl="5" algn="ctr" rtl="0">
              <a:spcBef>
                <a:spcPts val="0"/>
              </a:spcBef>
              <a:spcAft>
                <a:spcPts val="0"/>
              </a:spcAft>
              <a:buSzPts val="2400"/>
              <a:buFont typeface="Staatliches"/>
              <a:buNone/>
              <a:defRPr sz="2400" b="0">
                <a:latin typeface="Staatliches"/>
                <a:ea typeface="Staatliches"/>
                <a:cs typeface="Staatliches"/>
                <a:sym typeface="Staatliches"/>
              </a:defRPr>
            </a:lvl6pPr>
            <a:lvl7pPr lvl="6" algn="ctr" rtl="0">
              <a:spcBef>
                <a:spcPts val="0"/>
              </a:spcBef>
              <a:spcAft>
                <a:spcPts val="0"/>
              </a:spcAft>
              <a:buSzPts val="2400"/>
              <a:buFont typeface="Staatliches"/>
              <a:buNone/>
              <a:defRPr sz="2400" b="0">
                <a:latin typeface="Staatliches"/>
                <a:ea typeface="Staatliches"/>
                <a:cs typeface="Staatliches"/>
                <a:sym typeface="Staatliches"/>
              </a:defRPr>
            </a:lvl7pPr>
            <a:lvl8pPr lvl="7" algn="ctr" rtl="0">
              <a:spcBef>
                <a:spcPts val="0"/>
              </a:spcBef>
              <a:spcAft>
                <a:spcPts val="0"/>
              </a:spcAft>
              <a:buSzPts val="2400"/>
              <a:buFont typeface="Staatliches"/>
              <a:buNone/>
              <a:defRPr sz="2400" b="0">
                <a:latin typeface="Staatliches"/>
                <a:ea typeface="Staatliches"/>
                <a:cs typeface="Staatliches"/>
                <a:sym typeface="Staatliches"/>
              </a:defRPr>
            </a:lvl8pPr>
            <a:lvl9pPr lvl="8" algn="ctr" rtl="0">
              <a:spcBef>
                <a:spcPts val="0"/>
              </a:spcBef>
              <a:spcAft>
                <a:spcPts val="0"/>
              </a:spcAft>
              <a:buSzPts val="2400"/>
              <a:buFont typeface="Staatliches"/>
              <a:buNone/>
              <a:defRPr sz="2400" b="0">
                <a:latin typeface="Staatliches"/>
                <a:ea typeface="Staatliches"/>
                <a:cs typeface="Staatliches"/>
                <a:sym typeface="Staatliches"/>
              </a:defRPr>
            </a:lvl9pPr>
          </a:lstStyle>
          <a:p>
            <a:endParaRPr/>
          </a:p>
        </p:txBody>
      </p:sp>
      <p:sp>
        <p:nvSpPr>
          <p:cNvPr id="96" name="Google Shape;96;p15"/>
          <p:cNvSpPr txBox="1">
            <a:spLocks noGrp="1"/>
          </p:cNvSpPr>
          <p:nvPr>
            <p:ph type="subTitle" idx="1"/>
          </p:nvPr>
        </p:nvSpPr>
        <p:spPr>
          <a:xfrm>
            <a:off x="892261" y="2927713"/>
            <a:ext cx="1827900" cy="1671000"/>
          </a:xfrm>
          <a:prstGeom prst="rect">
            <a:avLst/>
          </a:prstGeom>
          <a:noFill/>
        </p:spPr>
        <p:txBody>
          <a:bodyPr spcFirstLastPara="1" wrap="square" lIns="91425" tIns="91425" rIns="91425" bIns="91425" anchor="t" anchorCtr="0">
            <a:noAutofit/>
          </a:bodyPr>
          <a:lstStyle>
            <a:lvl1pPr marR="72000"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97" name="Google Shape;97;p15"/>
          <p:cNvSpPr/>
          <p:nvPr/>
        </p:nvSpPr>
        <p:spPr>
          <a:xfrm>
            <a:off x="3513575" y="353425"/>
            <a:ext cx="5672400" cy="529500"/>
          </a:xfrm>
          <a:prstGeom prst="roundRect">
            <a:avLst>
              <a:gd name="adj" fmla="val 19858"/>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a:off x="3569775" y="409006"/>
            <a:ext cx="5616300" cy="5295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txBox="1">
            <a:spLocks noGrp="1"/>
          </p:cNvSpPr>
          <p:nvPr>
            <p:ph type="ctrTitle" idx="2"/>
          </p:nvPr>
        </p:nvSpPr>
        <p:spPr>
          <a:xfrm>
            <a:off x="3836012" y="1582025"/>
            <a:ext cx="1429500" cy="792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Staatliches"/>
              <a:buNone/>
              <a:defRPr sz="3600" b="0">
                <a:latin typeface="Staatliches"/>
                <a:ea typeface="Staatliches"/>
                <a:cs typeface="Staatliches"/>
                <a:sym typeface="Staatliches"/>
              </a:defRPr>
            </a:lvl1pPr>
            <a:lvl2pPr lvl="1" algn="ctr" rtl="0">
              <a:spcBef>
                <a:spcPts val="0"/>
              </a:spcBef>
              <a:spcAft>
                <a:spcPts val="0"/>
              </a:spcAft>
              <a:buSzPts val="2400"/>
              <a:buFont typeface="Staatliches"/>
              <a:buNone/>
              <a:defRPr sz="2400" b="0">
                <a:latin typeface="Staatliches"/>
                <a:ea typeface="Staatliches"/>
                <a:cs typeface="Staatliches"/>
                <a:sym typeface="Staatliches"/>
              </a:defRPr>
            </a:lvl2pPr>
            <a:lvl3pPr lvl="2" algn="ctr" rtl="0">
              <a:spcBef>
                <a:spcPts val="0"/>
              </a:spcBef>
              <a:spcAft>
                <a:spcPts val="0"/>
              </a:spcAft>
              <a:buSzPts val="2400"/>
              <a:buFont typeface="Staatliches"/>
              <a:buNone/>
              <a:defRPr sz="2400" b="0">
                <a:latin typeface="Staatliches"/>
                <a:ea typeface="Staatliches"/>
                <a:cs typeface="Staatliches"/>
                <a:sym typeface="Staatliches"/>
              </a:defRPr>
            </a:lvl3pPr>
            <a:lvl4pPr lvl="3" algn="ctr" rtl="0">
              <a:spcBef>
                <a:spcPts val="0"/>
              </a:spcBef>
              <a:spcAft>
                <a:spcPts val="0"/>
              </a:spcAft>
              <a:buSzPts val="2400"/>
              <a:buFont typeface="Staatliches"/>
              <a:buNone/>
              <a:defRPr sz="2400" b="0">
                <a:latin typeface="Staatliches"/>
                <a:ea typeface="Staatliches"/>
                <a:cs typeface="Staatliches"/>
                <a:sym typeface="Staatliches"/>
              </a:defRPr>
            </a:lvl4pPr>
            <a:lvl5pPr lvl="4" algn="ctr" rtl="0">
              <a:spcBef>
                <a:spcPts val="0"/>
              </a:spcBef>
              <a:spcAft>
                <a:spcPts val="0"/>
              </a:spcAft>
              <a:buSzPts val="2400"/>
              <a:buFont typeface="Staatliches"/>
              <a:buNone/>
              <a:defRPr sz="2400" b="0">
                <a:latin typeface="Staatliches"/>
                <a:ea typeface="Staatliches"/>
                <a:cs typeface="Staatliches"/>
                <a:sym typeface="Staatliches"/>
              </a:defRPr>
            </a:lvl5pPr>
            <a:lvl6pPr lvl="5" algn="ctr" rtl="0">
              <a:spcBef>
                <a:spcPts val="0"/>
              </a:spcBef>
              <a:spcAft>
                <a:spcPts val="0"/>
              </a:spcAft>
              <a:buSzPts val="2400"/>
              <a:buFont typeface="Staatliches"/>
              <a:buNone/>
              <a:defRPr sz="2400" b="0">
                <a:latin typeface="Staatliches"/>
                <a:ea typeface="Staatliches"/>
                <a:cs typeface="Staatliches"/>
                <a:sym typeface="Staatliches"/>
              </a:defRPr>
            </a:lvl6pPr>
            <a:lvl7pPr lvl="6" algn="ctr" rtl="0">
              <a:spcBef>
                <a:spcPts val="0"/>
              </a:spcBef>
              <a:spcAft>
                <a:spcPts val="0"/>
              </a:spcAft>
              <a:buSzPts val="2400"/>
              <a:buFont typeface="Staatliches"/>
              <a:buNone/>
              <a:defRPr sz="2400" b="0">
                <a:latin typeface="Staatliches"/>
                <a:ea typeface="Staatliches"/>
                <a:cs typeface="Staatliches"/>
                <a:sym typeface="Staatliches"/>
              </a:defRPr>
            </a:lvl7pPr>
            <a:lvl8pPr lvl="7" algn="ctr" rtl="0">
              <a:spcBef>
                <a:spcPts val="0"/>
              </a:spcBef>
              <a:spcAft>
                <a:spcPts val="0"/>
              </a:spcAft>
              <a:buSzPts val="2400"/>
              <a:buFont typeface="Staatliches"/>
              <a:buNone/>
              <a:defRPr sz="2400" b="0">
                <a:latin typeface="Staatliches"/>
                <a:ea typeface="Staatliches"/>
                <a:cs typeface="Staatliches"/>
                <a:sym typeface="Staatliches"/>
              </a:defRPr>
            </a:lvl8pPr>
            <a:lvl9pPr lvl="8" algn="ctr" rtl="0">
              <a:spcBef>
                <a:spcPts val="0"/>
              </a:spcBef>
              <a:spcAft>
                <a:spcPts val="0"/>
              </a:spcAft>
              <a:buSzPts val="2400"/>
              <a:buFont typeface="Staatliches"/>
              <a:buNone/>
              <a:defRPr sz="2400" b="0">
                <a:latin typeface="Staatliches"/>
                <a:ea typeface="Staatliches"/>
                <a:cs typeface="Staatliches"/>
                <a:sym typeface="Staatliches"/>
              </a:defRPr>
            </a:lvl9pPr>
          </a:lstStyle>
          <a:p>
            <a:endParaRPr/>
          </a:p>
        </p:txBody>
      </p:sp>
      <p:sp>
        <p:nvSpPr>
          <p:cNvPr id="100" name="Google Shape;100;p15"/>
          <p:cNvSpPr txBox="1">
            <a:spLocks noGrp="1"/>
          </p:cNvSpPr>
          <p:nvPr>
            <p:ph type="subTitle" idx="3"/>
          </p:nvPr>
        </p:nvSpPr>
        <p:spPr>
          <a:xfrm>
            <a:off x="3625361" y="2927713"/>
            <a:ext cx="1827900" cy="1671000"/>
          </a:xfrm>
          <a:prstGeom prst="rect">
            <a:avLst/>
          </a:prstGeom>
          <a:noFill/>
        </p:spPr>
        <p:txBody>
          <a:bodyPr spcFirstLastPara="1" wrap="square" lIns="91425" tIns="91425" rIns="91425" bIns="91425" anchor="t" anchorCtr="0">
            <a:noAutofit/>
          </a:bodyPr>
          <a:lstStyle>
            <a:lvl1pPr marR="72000"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101" name="Google Shape;101;p15"/>
          <p:cNvSpPr txBox="1">
            <a:spLocks noGrp="1"/>
          </p:cNvSpPr>
          <p:nvPr>
            <p:ph type="ctrTitle" idx="4"/>
          </p:nvPr>
        </p:nvSpPr>
        <p:spPr>
          <a:xfrm>
            <a:off x="6569025" y="1582025"/>
            <a:ext cx="1429500" cy="792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Staatliches"/>
              <a:buNone/>
              <a:defRPr sz="3600" b="0">
                <a:latin typeface="Staatliches"/>
                <a:ea typeface="Staatliches"/>
                <a:cs typeface="Staatliches"/>
                <a:sym typeface="Staatliches"/>
              </a:defRPr>
            </a:lvl1pPr>
            <a:lvl2pPr lvl="1" algn="ctr" rtl="0">
              <a:spcBef>
                <a:spcPts val="0"/>
              </a:spcBef>
              <a:spcAft>
                <a:spcPts val="0"/>
              </a:spcAft>
              <a:buSzPts val="2400"/>
              <a:buFont typeface="Staatliches"/>
              <a:buNone/>
              <a:defRPr sz="2400" b="0">
                <a:latin typeface="Staatliches"/>
                <a:ea typeface="Staatliches"/>
                <a:cs typeface="Staatliches"/>
                <a:sym typeface="Staatliches"/>
              </a:defRPr>
            </a:lvl2pPr>
            <a:lvl3pPr lvl="2" algn="ctr" rtl="0">
              <a:spcBef>
                <a:spcPts val="0"/>
              </a:spcBef>
              <a:spcAft>
                <a:spcPts val="0"/>
              </a:spcAft>
              <a:buSzPts val="2400"/>
              <a:buFont typeface="Staatliches"/>
              <a:buNone/>
              <a:defRPr sz="2400" b="0">
                <a:latin typeface="Staatliches"/>
                <a:ea typeface="Staatliches"/>
                <a:cs typeface="Staatliches"/>
                <a:sym typeface="Staatliches"/>
              </a:defRPr>
            </a:lvl3pPr>
            <a:lvl4pPr lvl="3" algn="ctr" rtl="0">
              <a:spcBef>
                <a:spcPts val="0"/>
              </a:spcBef>
              <a:spcAft>
                <a:spcPts val="0"/>
              </a:spcAft>
              <a:buSzPts val="2400"/>
              <a:buFont typeface="Staatliches"/>
              <a:buNone/>
              <a:defRPr sz="2400" b="0">
                <a:latin typeface="Staatliches"/>
                <a:ea typeface="Staatliches"/>
                <a:cs typeface="Staatliches"/>
                <a:sym typeface="Staatliches"/>
              </a:defRPr>
            </a:lvl4pPr>
            <a:lvl5pPr lvl="4" algn="ctr" rtl="0">
              <a:spcBef>
                <a:spcPts val="0"/>
              </a:spcBef>
              <a:spcAft>
                <a:spcPts val="0"/>
              </a:spcAft>
              <a:buSzPts val="2400"/>
              <a:buFont typeface="Staatliches"/>
              <a:buNone/>
              <a:defRPr sz="2400" b="0">
                <a:latin typeface="Staatliches"/>
                <a:ea typeface="Staatliches"/>
                <a:cs typeface="Staatliches"/>
                <a:sym typeface="Staatliches"/>
              </a:defRPr>
            </a:lvl5pPr>
            <a:lvl6pPr lvl="5" algn="ctr" rtl="0">
              <a:spcBef>
                <a:spcPts val="0"/>
              </a:spcBef>
              <a:spcAft>
                <a:spcPts val="0"/>
              </a:spcAft>
              <a:buSzPts val="2400"/>
              <a:buFont typeface="Staatliches"/>
              <a:buNone/>
              <a:defRPr sz="2400" b="0">
                <a:latin typeface="Staatliches"/>
                <a:ea typeface="Staatliches"/>
                <a:cs typeface="Staatliches"/>
                <a:sym typeface="Staatliches"/>
              </a:defRPr>
            </a:lvl6pPr>
            <a:lvl7pPr lvl="6" algn="ctr" rtl="0">
              <a:spcBef>
                <a:spcPts val="0"/>
              </a:spcBef>
              <a:spcAft>
                <a:spcPts val="0"/>
              </a:spcAft>
              <a:buSzPts val="2400"/>
              <a:buFont typeface="Staatliches"/>
              <a:buNone/>
              <a:defRPr sz="2400" b="0">
                <a:latin typeface="Staatliches"/>
                <a:ea typeface="Staatliches"/>
                <a:cs typeface="Staatliches"/>
                <a:sym typeface="Staatliches"/>
              </a:defRPr>
            </a:lvl7pPr>
            <a:lvl8pPr lvl="7" algn="ctr" rtl="0">
              <a:spcBef>
                <a:spcPts val="0"/>
              </a:spcBef>
              <a:spcAft>
                <a:spcPts val="0"/>
              </a:spcAft>
              <a:buSzPts val="2400"/>
              <a:buFont typeface="Staatliches"/>
              <a:buNone/>
              <a:defRPr sz="2400" b="0">
                <a:latin typeface="Staatliches"/>
                <a:ea typeface="Staatliches"/>
                <a:cs typeface="Staatliches"/>
                <a:sym typeface="Staatliches"/>
              </a:defRPr>
            </a:lvl8pPr>
            <a:lvl9pPr lvl="8" algn="ctr" rtl="0">
              <a:spcBef>
                <a:spcPts val="0"/>
              </a:spcBef>
              <a:spcAft>
                <a:spcPts val="0"/>
              </a:spcAft>
              <a:buSzPts val="2400"/>
              <a:buFont typeface="Staatliches"/>
              <a:buNone/>
              <a:defRPr sz="2400" b="0">
                <a:latin typeface="Staatliches"/>
                <a:ea typeface="Staatliches"/>
                <a:cs typeface="Staatliches"/>
                <a:sym typeface="Staatliches"/>
              </a:defRPr>
            </a:lvl9pPr>
          </a:lstStyle>
          <a:p>
            <a:endParaRPr/>
          </a:p>
        </p:txBody>
      </p:sp>
      <p:sp>
        <p:nvSpPr>
          <p:cNvPr id="102" name="Google Shape;102;p15"/>
          <p:cNvSpPr txBox="1">
            <a:spLocks noGrp="1"/>
          </p:cNvSpPr>
          <p:nvPr>
            <p:ph type="subTitle" idx="5"/>
          </p:nvPr>
        </p:nvSpPr>
        <p:spPr>
          <a:xfrm>
            <a:off x="6358461" y="2927713"/>
            <a:ext cx="1827900" cy="1671000"/>
          </a:xfrm>
          <a:prstGeom prst="rect">
            <a:avLst/>
          </a:prstGeom>
          <a:noFill/>
        </p:spPr>
        <p:txBody>
          <a:bodyPr spcFirstLastPara="1" wrap="square" lIns="91425" tIns="91425" rIns="91425" bIns="91425" anchor="t" anchorCtr="0">
            <a:noAutofit/>
          </a:bodyPr>
          <a:lstStyle>
            <a:lvl1pPr marR="72000"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103" name="Google Shape;103;p15"/>
          <p:cNvSpPr txBox="1">
            <a:spLocks noGrp="1"/>
          </p:cNvSpPr>
          <p:nvPr>
            <p:ph type="ctrTitle" idx="6"/>
          </p:nvPr>
        </p:nvSpPr>
        <p:spPr>
          <a:xfrm>
            <a:off x="5180650" y="457300"/>
            <a:ext cx="3194700" cy="481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rgbClr val="2D406A"/>
              </a:buClr>
              <a:buSzPts val="2400"/>
              <a:buNone/>
              <a:defRPr sz="1800" b="0">
                <a:latin typeface="Staatliches"/>
                <a:ea typeface="Staatliches"/>
                <a:cs typeface="Staatliches"/>
                <a:sym typeface="Staatliches"/>
              </a:defRPr>
            </a:lvl1pPr>
            <a:lvl2pPr lvl="1" algn="ctr" rtl="0">
              <a:spcBef>
                <a:spcPts val="0"/>
              </a:spcBef>
              <a:spcAft>
                <a:spcPts val="0"/>
              </a:spcAft>
              <a:buClr>
                <a:srgbClr val="338987"/>
              </a:buClr>
              <a:buSzPts val="1800"/>
              <a:buNone/>
              <a:defRPr sz="1800" b="0">
                <a:solidFill>
                  <a:srgbClr val="338987"/>
                </a:solidFill>
              </a:defRPr>
            </a:lvl2pPr>
            <a:lvl3pPr lvl="2" algn="ctr" rtl="0">
              <a:spcBef>
                <a:spcPts val="0"/>
              </a:spcBef>
              <a:spcAft>
                <a:spcPts val="0"/>
              </a:spcAft>
              <a:buClr>
                <a:srgbClr val="338987"/>
              </a:buClr>
              <a:buSzPts val="1800"/>
              <a:buNone/>
              <a:defRPr sz="1800" b="0">
                <a:solidFill>
                  <a:srgbClr val="338987"/>
                </a:solidFill>
              </a:defRPr>
            </a:lvl3pPr>
            <a:lvl4pPr lvl="3" algn="ctr" rtl="0">
              <a:spcBef>
                <a:spcPts val="0"/>
              </a:spcBef>
              <a:spcAft>
                <a:spcPts val="0"/>
              </a:spcAft>
              <a:buClr>
                <a:srgbClr val="338987"/>
              </a:buClr>
              <a:buSzPts val="1800"/>
              <a:buNone/>
              <a:defRPr sz="1800" b="0">
                <a:solidFill>
                  <a:srgbClr val="338987"/>
                </a:solidFill>
              </a:defRPr>
            </a:lvl4pPr>
            <a:lvl5pPr lvl="4" algn="ctr" rtl="0">
              <a:spcBef>
                <a:spcPts val="0"/>
              </a:spcBef>
              <a:spcAft>
                <a:spcPts val="0"/>
              </a:spcAft>
              <a:buClr>
                <a:srgbClr val="338987"/>
              </a:buClr>
              <a:buSzPts val="1800"/>
              <a:buNone/>
              <a:defRPr sz="1800" b="0">
                <a:solidFill>
                  <a:srgbClr val="338987"/>
                </a:solidFill>
              </a:defRPr>
            </a:lvl5pPr>
            <a:lvl6pPr lvl="5" algn="ctr" rtl="0">
              <a:spcBef>
                <a:spcPts val="0"/>
              </a:spcBef>
              <a:spcAft>
                <a:spcPts val="0"/>
              </a:spcAft>
              <a:buClr>
                <a:srgbClr val="338987"/>
              </a:buClr>
              <a:buSzPts val="1800"/>
              <a:buNone/>
              <a:defRPr sz="1800" b="0">
                <a:solidFill>
                  <a:srgbClr val="338987"/>
                </a:solidFill>
              </a:defRPr>
            </a:lvl6pPr>
            <a:lvl7pPr lvl="6" algn="ctr" rtl="0">
              <a:spcBef>
                <a:spcPts val="0"/>
              </a:spcBef>
              <a:spcAft>
                <a:spcPts val="0"/>
              </a:spcAft>
              <a:buClr>
                <a:srgbClr val="338987"/>
              </a:buClr>
              <a:buSzPts val="1800"/>
              <a:buNone/>
              <a:defRPr sz="1800" b="0">
                <a:solidFill>
                  <a:srgbClr val="338987"/>
                </a:solidFill>
              </a:defRPr>
            </a:lvl7pPr>
            <a:lvl8pPr lvl="7" algn="ctr" rtl="0">
              <a:spcBef>
                <a:spcPts val="0"/>
              </a:spcBef>
              <a:spcAft>
                <a:spcPts val="0"/>
              </a:spcAft>
              <a:buClr>
                <a:srgbClr val="338987"/>
              </a:buClr>
              <a:buSzPts val="1800"/>
              <a:buNone/>
              <a:defRPr sz="1800" b="0">
                <a:solidFill>
                  <a:srgbClr val="338987"/>
                </a:solidFill>
              </a:defRPr>
            </a:lvl8pPr>
            <a:lvl9pPr lvl="8" algn="ctr" rtl="0">
              <a:spcBef>
                <a:spcPts val="0"/>
              </a:spcBef>
              <a:spcAft>
                <a:spcPts val="0"/>
              </a:spcAft>
              <a:buClr>
                <a:srgbClr val="338987"/>
              </a:buClr>
              <a:buSzPts val="1800"/>
              <a:buNone/>
              <a:defRPr sz="1800" b="0">
                <a:solidFill>
                  <a:srgbClr val="338987"/>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 TEXT">
  <p:cSld name="CUSTOM_17_1">
    <p:spTree>
      <p:nvGrpSpPr>
        <p:cNvPr id="1" name="Shape 104"/>
        <p:cNvGrpSpPr/>
        <p:nvPr/>
      </p:nvGrpSpPr>
      <p:grpSpPr>
        <a:xfrm>
          <a:off x="0" y="0"/>
          <a:ext cx="0" cy="0"/>
          <a:chOff x="0" y="0"/>
          <a:chExt cx="0" cy="0"/>
        </a:xfrm>
      </p:grpSpPr>
      <p:sp>
        <p:nvSpPr>
          <p:cNvPr id="105" name="Google Shape;105;p16"/>
          <p:cNvSpPr txBox="1">
            <a:spLocks noGrp="1"/>
          </p:cNvSpPr>
          <p:nvPr>
            <p:ph type="subTitle" idx="1"/>
          </p:nvPr>
        </p:nvSpPr>
        <p:spPr>
          <a:xfrm>
            <a:off x="1773600" y="1638000"/>
            <a:ext cx="5596800" cy="396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106" name="Google Shape;106;p16"/>
          <p:cNvSpPr txBox="1">
            <a:spLocks noGrp="1"/>
          </p:cNvSpPr>
          <p:nvPr>
            <p:ph type="subTitle" idx="2"/>
          </p:nvPr>
        </p:nvSpPr>
        <p:spPr>
          <a:xfrm>
            <a:off x="1773600" y="2833794"/>
            <a:ext cx="5596800" cy="396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107" name="Google Shape;107;p16"/>
          <p:cNvSpPr txBox="1">
            <a:spLocks noGrp="1"/>
          </p:cNvSpPr>
          <p:nvPr>
            <p:ph type="subTitle" idx="3"/>
          </p:nvPr>
        </p:nvSpPr>
        <p:spPr>
          <a:xfrm>
            <a:off x="1773600" y="4045475"/>
            <a:ext cx="5596800" cy="396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108" name="Google Shape;108;p16"/>
          <p:cNvSpPr txBox="1">
            <a:spLocks noGrp="1"/>
          </p:cNvSpPr>
          <p:nvPr>
            <p:ph type="title" hasCustomPrompt="1"/>
          </p:nvPr>
        </p:nvSpPr>
        <p:spPr>
          <a:xfrm>
            <a:off x="2808900" y="940200"/>
            <a:ext cx="3526200" cy="69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109" name="Google Shape;109;p16"/>
          <p:cNvSpPr txBox="1">
            <a:spLocks noGrp="1"/>
          </p:cNvSpPr>
          <p:nvPr>
            <p:ph type="title" idx="4" hasCustomPrompt="1"/>
          </p:nvPr>
        </p:nvSpPr>
        <p:spPr>
          <a:xfrm>
            <a:off x="2808900" y="2151874"/>
            <a:ext cx="3526200" cy="69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110" name="Google Shape;110;p16"/>
          <p:cNvSpPr txBox="1">
            <a:spLocks noGrp="1"/>
          </p:cNvSpPr>
          <p:nvPr>
            <p:ph type="title" idx="5" hasCustomPrompt="1"/>
          </p:nvPr>
        </p:nvSpPr>
        <p:spPr>
          <a:xfrm>
            <a:off x="2808900" y="3347675"/>
            <a:ext cx="3526200" cy="69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TEXT 2">
  <p:cSld name="CUSTOM_6_1_1_2_1_1_1_1">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3737772" y="3001048"/>
            <a:ext cx="1841400" cy="4017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SzPts val="1400"/>
              <a:buNone/>
              <a:defRPr sz="1200" i="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115" name="Google Shape;115;p18"/>
          <p:cNvSpPr txBox="1">
            <a:spLocks noGrp="1"/>
          </p:cNvSpPr>
          <p:nvPr>
            <p:ph type="subTitle" idx="1"/>
          </p:nvPr>
        </p:nvSpPr>
        <p:spPr>
          <a:xfrm>
            <a:off x="3553122" y="3449475"/>
            <a:ext cx="2210700" cy="98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000"/>
            </a:lvl1pPr>
            <a:lvl2pPr lvl="1" algn="ctr" rtl="0">
              <a:lnSpc>
                <a:spcPct val="100000"/>
              </a:lnSpc>
              <a:spcBef>
                <a:spcPts val="1600"/>
              </a:spcBef>
              <a:spcAft>
                <a:spcPts val="0"/>
              </a:spcAft>
              <a:buNone/>
              <a:defRPr sz="1000"/>
            </a:lvl2pPr>
            <a:lvl3pPr lvl="2" algn="ctr" rtl="0">
              <a:lnSpc>
                <a:spcPct val="100000"/>
              </a:lnSpc>
              <a:spcBef>
                <a:spcPts val="1600"/>
              </a:spcBef>
              <a:spcAft>
                <a:spcPts val="0"/>
              </a:spcAft>
              <a:buNone/>
              <a:defRPr sz="1000"/>
            </a:lvl3pPr>
            <a:lvl4pPr lvl="3" algn="ctr" rtl="0">
              <a:lnSpc>
                <a:spcPct val="100000"/>
              </a:lnSpc>
              <a:spcBef>
                <a:spcPts val="1600"/>
              </a:spcBef>
              <a:spcAft>
                <a:spcPts val="0"/>
              </a:spcAft>
              <a:buNone/>
              <a:defRPr sz="1000"/>
            </a:lvl4pPr>
            <a:lvl5pPr lvl="4" algn="ctr" rtl="0">
              <a:lnSpc>
                <a:spcPct val="100000"/>
              </a:lnSpc>
              <a:spcBef>
                <a:spcPts val="1600"/>
              </a:spcBef>
              <a:spcAft>
                <a:spcPts val="0"/>
              </a:spcAft>
              <a:buNone/>
              <a:defRPr sz="1000"/>
            </a:lvl5pPr>
            <a:lvl6pPr lvl="5" algn="ctr" rtl="0">
              <a:lnSpc>
                <a:spcPct val="100000"/>
              </a:lnSpc>
              <a:spcBef>
                <a:spcPts val="1600"/>
              </a:spcBef>
              <a:spcAft>
                <a:spcPts val="0"/>
              </a:spcAft>
              <a:buNone/>
              <a:defRPr sz="1000"/>
            </a:lvl6pPr>
            <a:lvl7pPr lvl="6" algn="ctr" rtl="0">
              <a:lnSpc>
                <a:spcPct val="100000"/>
              </a:lnSpc>
              <a:spcBef>
                <a:spcPts val="1600"/>
              </a:spcBef>
              <a:spcAft>
                <a:spcPts val="0"/>
              </a:spcAft>
              <a:buNone/>
              <a:defRPr sz="1000"/>
            </a:lvl7pPr>
            <a:lvl8pPr lvl="7" algn="ctr" rtl="0">
              <a:lnSpc>
                <a:spcPct val="100000"/>
              </a:lnSpc>
              <a:spcBef>
                <a:spcPts val="1600"/>
              </a:spcBef>
              <a:spcAft>
                <a:spcPts val="0"/>
              </a:spcAft>
              <a:buNone/>
              <a:defRPr sz="1000"/>
            </a:lvl8pPr>
            <a:lvl9pPr lvl="8" algn="ctr" rtl="0">
              <a:lnSpc>
                <a:spcPct val="100000"/>
              </a:lnSpc>
              <a:spcBef>
                <a:spcPts val="1600"/>
              </a:spcBef>
              <a:spcAft>
                <a:spcPts val="1600"/>
              </a:spcAft>
              <a:buNone/>
              <a:defRPr sz="1000"/>
            </a:lvl9pPr>
          </a:lstStyle>
          <a:p>
            <a:endParaRPr/>
          </a:p>
        </p:txBody>
      </p:sp>
      <p:sp>
        <p:nvSpPr>
          <p:cNvPr id="116" name="Google Shape;116;p18"/>
          <p:cNvSpPr txBox="1">
            <a:spLocks noGrp="1"/>
          </p:cNvSpPr>
          <p:nvPr>
            <p:ph type="title" idx="2"/>
          </p:nvPr>
        </p:nvSpPr>
        <p:spPr>
          <a:xfrm>
            <a:off x="869647" y="3349598"/>
            <a:ext cx="1841400" cy="4017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SzPts val="1400"/>
              <a:buNone/>
              <a:defRPr sz="1200" i="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117" name="Google Shape;117;p18"/>
          <p:cNvSpPr txBox="1">
            <a:spLocks noGrp="1"/>
          </p:cNvSpPr>
          <p:nvPr>
            <p:ph type="subTitle" idx="3"/>
          </p:nvPr>
        </p:nvSpPr>
        <p:spPr>
          <a:xfrm>
            <a:off x="684997" y="3798025"/>
            <a:ext cx="2210700" cy="98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000"/>
            </a:lvl1pPr>
            <a:lvl2pPr lvl="1" algn="ctr" rtl="0">
              <a:lnSpc>
                <a:spcPct val="100000"/>
              </a:lnSpc>
              <a:spcBef>
                <a:spcPts val="1600"/>
              </a:spcBef>
              <a:spcAft>
                <a:spcPts val="0"/>
              </a:spcAft>
              <a:buNone/>
              <a:defRPr sz="1000"/>
            </a:lvl2pPr>
            <a:lvl3pPr lvl="2" algn="ctr" rtl="0">
              <a:lnSpc>
                <a:spcPct val="100000"/>
              </a:lnSpc>
              <a:spcBef>
                <a:spcPts val="1600"/>
              </a:spcBef>
              <a:spcAft>
                <a:spcPts val="0"/>
              </a:spcAft>
              <a:buNone/>
              <a:defRPr sz="1000"/>
            </a:lvl3pPr>
            <a:lvl4pPr lvl="3" algn="ctr" rtl="0">
              <a:lnSpc>
                <a:spcPct val="100000"/>
              </a:lnSpc>
              <a:spcBef>
                <a:spcPts val="1600"/>
              </a:spcBef>
              <a:spcAft>
                <a:spcPts val="0"/>
              </a:spcAft>
              <a:buNone/>
              <a:defRPr sz="1000"/>
            </a:lvl4pPr>
            <a:lvl5pPr lvl="4" algn="ctr" rtl="0">
              <a:lnSpc>
                <a:spcPct val="100000"/>
              </a:lnSpc>
              <a:spcBef>
                <a:spcPts val="1600"/>
              </a:spcBef>
              <a:spcAft>
                <a:spcPts val="0"/>
              </a:spcAft>
              <a:buNone/>
              <a:defRPr sz="1000"/>
            </a:lvl5pPr>
            <a:lvl6pPr lvl="5" algn="ctr" rtl="0">
              <a:lnSpc>
                <a:spcPct val="100000"/>
              </a:lnSpc>
              <a:spcBef>
                <a:spcPts val="1600"/>
              </a:spcBef>
              <a:spcAft>
                <a:spcPts val="0"/>
              </a:spcAft>
              <a:buNone/>
              <a:defRPr sz="1000"/>
            </a:lvl6pPr>
            <a:lvl7pPr lvl="6" algn="ctr" rtl="0">
              <a:lnSpc>
                <a:spcPct val="100000"/>
              </a:lnSpc>
              <a:spcBef>
                <a:spcPts val="1600"/>
              </a:spcBef>
              <a:spcAft>
                <a:spcPts val="0"/>
              </a:spcAft>
              <a:buNone/>
              <a:defRPr sz="1000"/>
            </a:lvl7pPr>
            <a:lvl8pPr lvl="7" algn="ctr" rtl="0">
              <a:lnSpc>
                <a:spcPct val="100000"/>
              </a:lnSpc>
              <a:spcBef>
                <a:spcPts val="1600"/>
              </a:spcBef>
              <a:spcAft>
                <a:spcPts val="0"/>
              </a:spcAft>
              <a:buNone/>
              <a:defRPr sz="1000"/>
            </a:lvl8pPr>
            <a:lvl9pPr lvl="8" algn="ctr" rtl="0">
              <a:lnSpc>
                <a:spcPct val="100000"/>
              </a:lnSpc>
              <a:spcBef>
                <a:spcPts val="1600"/>
              </a:spcBef>
              <a:spcAft>
                <a:spcPts val="1600"/>
              </a:spcAft>
              <a:buNone/>
              <a:defRPr sz="1000"/>
            </a:lvl9pPr>
          </a:lstStyle>
          <a:p>
            <a:endParaRPr/>
          </a:p>
        </p:txBody>
      </p:sp>
      <p:sp>
        <p:nvSpPr>
          <p:cNvPr id="118" name="Google Shape;118;p18"/>
          <p:cNvSpPr txBox="1">
            <a:spLocks noGrp="1"/>
          </p:cNvSpPr>
          <p:nvPr>
            <p:ph type="title" idx="4"/>
          </p:nvPr>
        </p:nvSpPr>
        <p:spPr>
          <a:xfrm>
            <a:off x="6549147" y="3349598"/>
            <a:ext cx="1841400" cy="4017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SzPts val="1400"/>
              <a:buNone/>
              <a:defRPr sz="1200" i="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119" name="Google Shape;119;p18"/>
          <p:cNvSpPr txBox="1">
            <a:spLocks noGrp="1"/>
          </p:cNvSpPr>
          <p:nvPr>
            <p:ph type="subTitle" idx="5"/>
          </p:nvPr>
        </p:nvSpPr>
        <p:spPr>
          <a:xfrm>
            <a:off x="6364497" y="3798025"/>
            <a:ext cx="2210700" cy="98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000"/>
            </a:lvl1pPr>
            <a:lvl2pPr lvl="1" algn="ctr" rtl="0">
              <a:lnSpc>
                <a:spcPct val="100000"/>
              </a:lnSpc>
              <a:spcBef>
                <a:spcPts val="1600"/>
              </a:spcBef>
              <a:spcAft>
                <a:spcPts val="0"/>
              </a:spcAft>
              <a:buNone/>
              <a:defRPr sz="1000"/>
            </a:lvl2pPr>
            <a:lvl3pPr lvl="2" algn="ctr" rtl="0">
              <a:lnSpc>
                <a:spcPct val="100000"/>
              </a:lnSpc>
              <a:spcBef>
                <a:spcPts val="1600"/>
              </a:spcBef>
              <a:spcAft>
                <a:spcPts val="0"/>
              </a:spcAft>
              <a:buNone/>
              <a:defRPr sz="1000"/>
            </a:lvl3pPr>
            <a:lvl4pPr lvl="3" algn="ctr" rtl="0">
              <a:lnSpc>
                <a:spcPct val="100000"/>
              </a:lnSpc>
              <a:spcBef>
                <a:spcPts val="1600"/>
              </a:spcBef>
              <a:spcAft>
                <a:spcPts val="0"/>
              </a:spcAft>
              <a:buNone/>
              <a:defRPr sz="1000"/>
            </a:lvl4pPr>
            <a:lvl5pPr lvl="4" algn="ctr" rtl="0">
              <a:lnSpc>
                <a:spcPct val="100000"/>
              </a:lnSpc>
              <a:spcBef>
                <a:spcPts val="1600"/>
              </a:spcBef>
              <a:spcAft>
                <a:spcPts val="0"/>
              </a:spcAft>
              <a:buNone/>
              <a:defRPr sz="1000"/>
            </a:lvl5pPr>
            <a:lvl6pPr lvl="5" algn="ctr" rtl="0">
              <a:lnSpc>
                <a:spcPct val="100000"/>
              </a:lnSpc>
              <a:spcBef>
                <a:spcPts val="1600"/>
              </a:spcBef>
              <a:spcAft>
                <a:spcPts val="0"/>
              </a:spcAft>
              <a:buNone/>
              <a:defRPr sz="1000"/>
            </a:lvl6pPr>
            <a:lvl7pPr lvl="6" algn="ctr" rtl="0">
              <a:lnSpc>
                <a:spcPct val="100000"/>
              </a:lnSpc>
              <a:spcBef>
                <a:spcPts val="1600"/>
              </a:spcBef>
              <a:spcAft>
                <a:spcPts val="0"/>
              </a:spcAft>
              <a:buNone/>
              <a:defRPr sz="1000"/>
            </a:lvl7pPr>
            <a:lvl8pPr lvl="7" algn="ctr" rtl="0">
              <a:lnSpc>
                <a:spcPct val="100000"/>
              </a:lnSpc>
              <a:spcBef>
                <a:spcPts val="1600"/>
              </a:spcBef>
              <a:spcAft>
                <a:spcPts val="0"/>
              </a:spcAft>
              <a:buNone/>
              <a:defRPr sz="1000"/>
            </a:lvl8pPr>
            <a:lvl9pPr lvl="8" algn="ctr" rtl="0">
              <a:lnSpc>
                <a:spcPct val="100000"/>
              </a:lnSpc>
              <a:spcBef>
                <a:spcPts val="1600"/>
              </a:spcBef>
              <a:spcAft>
                <a:spcPts val="1600"/>
              </a:spcAft>
              <a:buNone/>
              <a:defRPr sz="10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p:cSld name="CUSTOM_11_1_2_1">
    <p:spTree>
      <p:nvGrpSpPr>
        <p:cNvPr id="1" name="Shape 120"/>
        <p:cNvGrpSpPr/>
        <p:nvPr/>
      </p:nvGrpSpPr>
      <p:grpSpPr>
        <a:xfrm>
          <a:off x="0" y="0"/>
          <a:ext cx="0" cy="0"/>
          <a:chOff x="0" y="0"/>
          <a:chExt cx="0" cy="0"/>
        </a:xfrm>
      </p:grpSpPr>
      <p:sp>
        <p:nvSpPr>
          <p:cNvPr id="121" name="Google Shape;121;p19"/>
          <p:cNvSpPr/>
          <p:nvPr/>
        </p:nvSpPr>
        <p:spPr>
          <a:xfrm>
            <a:off x="418800" y="612272"/>
            <a:ext cx="3278700" cy="4082400"/>
          </a:xfrm>
          <a:prstGeom prst="roundRect">
            <a:avLst>
              <a:gd name="adj" fmla="val 4313"/>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9"/>
          <p:cNvSpPr/>
          <p:nvPr/>
        </p:nvSpPr>
        <p:spPr>
          <a:xfrm>
            <a:off x="516007" y="504847"/>
            <a:ext cx="3278700" cy="4082400"/>
          </a:xfrm>
          <a:prstGeom prst="roundRect">
            <a:avLst>
              <a:gd name="adj" fmla="val 4313"/>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9"/>
          <p:cNvSpPr txBox="1"/>
          <p:nvPr/>
        </p:nvSpPr>
        <p:spPr>
          <a:xfrm>
            <a:off x="833900" y="3428100"/>
            <a:ext cx="2686800" cy="468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900" b="1">
                <a:solidFill>
                  <a:schemeClr val="accent3"/>
                </a:solidFill>
                <a:latin typeface="Anaheim"/>
                <a:ea typeface="Anaheim"/>
                <a:cs typeface="Anaheim"/>
                <a:sym typeface="Anaheim"/>
              </a:rPr>
              <a:t>CREDITS</a:t>
            </a:r>
            <a:r>
              <a:rPr lang="en" sz="900">
                <a:solidFill>
                  <a:schemeClr val="accent3"/>
                </a:solidFill>
                <a:latin typeface="Anaheim"/>
                <a:ea typeface="Anaheim"/>
                <a:cs typeface="Anaheim"/>
                <a:sym typeface="Anaheim"/>
              </a:rPr>
              <a:t>: This presentation template was created by </a:t>
            </a:r>
            <a:r>
              <a:rPr lang="en" sz="900" b="1">
                <a:solidFill>
                  <a:schemeClr val="accent3"/>
                </a:solidFill>
                <a:uFill>
                  <a:noFill/>
                </a:uFill>
                <a:latin typeface="Anaheim"/>
                <a:ea typeface="Anaheim"/>
                <a:cs typeface="Anaheim"/>
                <a:sym typeface="Anaheim"/>
                <a:hlinkClick r:id="rId2">
                  <a:extLst>
                    <a:ext uri="{A12FA001-AC4F-418D-AE19-62706E023703}">
                      <ahyp:hlinkClr xmlns:ahyp="http://schemas.microsoft.com/office/drawing/2018/hyperlinkcolor" val="tx"/>
                    </a:ext>
                  </a:extLst>
                </a:hlinkClick>
              </a:rPr>
              <a:t>Slidesgo</a:t>
            </a:r>
            <a:r>
              <a:rPr lang="en" sz="900">
                <a:solidFill>
                  <a:schemeClr val="accent3"/>
                </a:solidFill>
                <a:latin typeface="Anaheim"/>
                <a:ea typeface="Anaheim"/>
                <a:cs typeface="Anaheim"/>
                <a:sym typeface="Anaheim"/>
              </a:rPr>
              <a:t>, including icons by </a:t>
            </a:r>
            <a:r>
              <a:rPr lang="en" sz="900" b="1">
                <a:solidFill>
                  <a:schemeClr val="accent3"/>
                </a:solidFill>
                <a:uFill>
                  <a:noFill/>
                </a:uFill>
                <a:latin typeface="Anaheim"/>
                <a:ea typeface="Anaheim"/>
                <a:cs typeface="Anaheim"/>
                <a:sym typeface="Anaheim"/>
                <a:hlinkClick r:id="rId3">
                  <a:extLst>
                    <a:ext uri="{A12FA001-AC4F-418D-AE19-62706E023703}">
                      <ahyp:hlinkClr xmlns:ahyp="http://schemas.microsoft.com/office/drawing/2018/hyperlinkcolor" val="tx"/>
                    </a:ext>
                  </a:extLst>
                </a:hlinkClick>
              </a:rPr>
              <a:t>Flaticon</a:t>
            </a:r>
            <a:r>
              <a:rPr lang="en" sz="900">
                <a:solidFill>
                  <a:schemeClr val="accent3"/>
                </a:solidFill>
                <a:latin typeface="Anaheim"/>
                <a:ea typeface="Anaheim"/>
                <a:cs typeface="Anaheim"/>
                <a:sym typeface="Anaheim"/>
              </a:rPr>
              <a:t>, and infographics &amp; images by </a:t>
            </a:r>
            <a:r>
              <a:rPr lang="en" sz="900" b="1">
                <a:solidFill>
                  <a:schemeClr val="accent3"/>
                </a:solidFill>
                <a:uFill>
                  <a:noFill/>
                </a:uFill>
                <a:latin typeface="Anaheim"/>
                <a:ea typeface="Anaheim"/>
                <a:cs typeface="Anaheim"/>
                <a:sym typeface="Anaheim"/>
                <a:hlinkClick r:id="rId4">
                  <a:extLst>
                    <a:ext uri="{A12FA001-AC4F-418D-AE19-62706E023703}">
                      <ahyp:hlinkClr xmlns:ahyp="http://schemas.microsoft.com/office/drawing/2018/hyperlinkcolor" val="tx"/>
                    </a:ext>
                  </a:extLst>
                </a:hlinkClick>
              </a:rPr>
              <a:t>Freepik</a:t>
            </a:r>
            <a:r>
              <a:rPr lang="en" sz="900" b="1">
                <a:solidFill>
                  <a:schemeClr val="accent3"/>
                </a:solidFill>
                <a:latin typeface="Anaheim"/>
                <a:ea typeface="Anaheim"/>
                <a:cs typeface="Anaheim"/>
                <a:sym typeface="Anaheim"/>
              </a:rPr>
              <a:t> </a:t>
            </a:r>
            <a:r>
              <a:rPr lang="en" sz="900">
                <a:solidFill>
                  <a:schemeClr val="accent3"/>
                </a:solidFill>
                <a:latin typeface="Anaheim"/>
                <a:ea typeface="Anaheim"/>
                <a:cs typeface="Anaheim"/>
                <a:sym typeface="Anaheim"/>
              </a:rPr>
              <a:t>and illustrations by</a:t>
            </a:r>
            <a:r>
              <a:rPr lang="en" sz="900" b="1">
                <a:solidFill>
                  <a:schemeClr val="accent3"/>
                </a:solidFill>
                <a:latin typeface="Anaheim"/>
                <a:ea typeface="Anaheim"/>
                <a:cs typeface="Anaheim"/>
                <a:sym typeface="Anaheim"/>
              </a:rPr>
              <a:t> </a:t>
            </a:r>
            <a:r>
              <a:rPr lang="en" sz="900" b="1">
                <a:solidFill>
                  <a:schemeClr val="hlink"/>
                </a:solidFill>
                <a:uFill>
                  <a:noFill/>
                </a:uFill>
                <a:latin typeface="Anaheim"/>
                <a:ea typeface="Anaheim"/>
                <a:cs typeface="Anaheim"/>
                <a:sym typeface="Anaheim"/>
                <a:hlinkClick r:id="rId5"/>
              </a:rPr>
              <a:t>Storyset</a:t>
            </a:r>
            <a:endParaRPr sz="700" b="1">
              <a:solidFill>
                <a:srgbClr val="434343"/>
              </a:solidFill>
              <a:latin typeface="Anaheim"/>
              <a:ea typeface="Anaheim"/>
              <a:cs typeface="Anaheim"/>
              <a:sym typeface="Anaheim"/>
            </a:endParaRPr>
          </a:p>
        </p:txBody>
      </p:sp>
      <p:sp>
        <p:nvSpPr>
          <p:cNvPr id="124" name="Google Shape;124;p19"/>
          <p:cNvSpPr txBox="1">
            <a:spLocks noGrp="1"/>
          </p:cNvSpPr>
          <p:nvPr>
            <p:ph type="ctrTitle"/>
          </p:nvPr>
        </p:nvSpPr>
        <p:spPr>
          <a:xfrm>
            <a:off x="833911" y="-301775"/>
            <a:ext cx="3248400" cy="24195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CBF4A"/>
              </a:buClr>
              <a:buSzPts val="3600"/>
              <a:buNone/>
              <a:defRPr sz="6000" b="0">
                <a:latin typeface="Staatliches"/>
                <a:ea typeface="Staatliches"/>
                <a:cs typeface="Staatliches"/>
                <a:sym typeface="Staatliches"/>
              </a:defRPr>
            </a:lvl1pPr>
            <a:lvl2pPr lvl="1" algn="ctr" rtl="0">
              <a:spcBef>
                <a:spcPts val="0"/>
              </a:spcBef>
              <a:spcAft>
                <a:spcPts val="0"/>
              </a:spcAft>
              <a:buClr>
                <a:srgbClr val="FCBF4A"/>
              </a:buClr>
              <a:buSzPts val="5200"/>
              <a:buNone/>
              <a:defRPr sz="5200">
                <a:solidFill>
                  <a:srgbClr val="FCBF4A"/>
                </a:solidFill>
              </a:defRPr>
            </a:lvl2pPr>
            <a:lvl3pPr lvl="2" algn="ctr" rtl="0">
              <a:spcBef>
                <a:spcPts val="0"/>
              </a:spcBef>
              <a:spcAft>
                <a:spcPts val="0"/>
              </a:spcAft>
              <a:buClr>
                <a:srgbClr val="FCBF4A"/>
              </a:buClr>
              <a:buSzPts val="5200"/>
              <a:buNone/>
              <a:defRPr sz="5200">
                <a:solidFill>
                  <a:srgbClr val="FCBF4A"/>
                </a:solidFill>
              </a:defRPr>
            </a:lvl3pPr>
            <a:lvl4pPr lvl="3" algn="ctr" rtl="0">
              <a:spcBef>
                <a:spcPts val="0"/>
              </a:spcBef>
              <a:spcAft>
                <a:spcPts val="0"/>
              </a:spcAft>
              <a:buClr>
                <a:srgbClr val="FCBF4A"/>
              </a:buClr>
              <a:buSzPts val="5200"/>
              <a:buNone/>
              <a:defRPr sz="5200">
                <a:solidFill>
                  <a:srgbClr val="FCBF4A"/>
                </a:solidFill>
              </a:defRPr>
            </a:lvl4pPr>
            <a:lvl5pPr lvl="4" algn="ctr" rtl="0">
              <a:spcBef>
                <a:spcPts val="0"/>
              </a:spcBef>
              <a:spcAft>
                <a:spcPts val="0"/>
              </a:spcAft>
              <a:buClr>
                <a:srgbClr val="FCBF4A"/>
              </a:buClr>
              <a:buSzPts val="5200"/>
              <a:buNone/>
              <a:defRPr sz="5200">
                <a:solidFill>
                  <a:srgbClr val="FCBF4A"/>
                </a:solidFill>
              </a:defRPr>
            </a:lvl5pPr>
            <a:lvl6pPr lvl="5" algn="ctr" rtl="0">
              <a:spcBef>
                <a:spcPts val="0"/>
              </a:spcBef>
              <a:spcAft>
                <a:spcPts val="0"/>
              </a:spcAft>
              <a:buClr>
                <a:srgbClr val="FCBF4A"/>
              </a:buClr>
              <a:buSzPts val="5200"/>
              <a:buNone/>
              <a:defRPr sz="5200">
                <a:solidFill>
                  <a:srgbClr val="FCBF4A"/>
                </a:solidFill>
              </a:defRPr>
            </a:lvl6pPr>
            <a:lvl7pPr lvl="6" algn="ctr" rtl="0">
              <a:spcBef>
                <a:spcPts val="0"/>
              </a:spcBef>
              <a:spcAft>
                <a:spcPts val="0"/>
              </a:spcAft>
              <a:buClr>
                <a:srgbClr val="FCBF4A"/>
              </a:buClr>
              <a:buSzPts val="5200"/>
              <a:buNone/>
              <a:defRPr sz="5200">
                <a:solidFill>
                  <a:srgbClr val="FCBF4A"/>
                </a:solidFill>
              </a:defRPr>
            </a:lvl7pPr>
            <a:lvl8pPr lvl="7" algn="ctr" rtl="0">
              <a:spcBef>
                <a:spcPts val="0"/>
              </a:spcBef>
              <a:spcAft>
                <a:spcPts val="0"/>
              </a:spcAft>
              <a:buClr>
                <a:srgbClr val="FCBF4A"/>
              </a:buClr>
              <a:buSzPts val="5200"/>
              <a:buNone/>
              <a:defRPr sz="5200">
                <a:solidFill>
                  <a:srgbClr val="FCBF4A"/>
                </a:solidFill>
              </a:defRPr>
            </a:lvl8pPr>
            <a:lvl9pPr lvl="8" algn="ctr" rtl="0">
              <a:spcBef>
                <a:spcPts val="0"/>
              </a:spcBef>
              <a:spcAft>
                <a:spcPts val="0"/>
              </a:spcAft>
              <a:buClr>
                <a:srgbClr val="FCBF4A"/>
              </a:buClr>
              <a:buSzPts val="5200"/>
              <a:buNone/>
              <a:defRPr sz="5200">
                <a:solidFill>
                  <a:srgbClr val="FCBF4A"/>
                </a:solidFill>
              </a:defRPr>
            </a:lvl9pPr>
          </a:lstStyle>
          <a:p>
            <a:endParaRPr/>
          </a:p>
        </p:txBody>
      </p:sp>
      <p:sp>
        <p:nvSpPr>
          <p:cNvPr id="125" name="Google Shape;125;p19"/>
          <p:cNvSpPr txBox="1">
            <a:spLocks noGrp="1"/>
          </p:cNvSpPr>
          <p:nvPr>
            <p:ph type="subTitle" idx="1"/>
          </p:nvPr>
        </p:nvSpPr>
        <p:spPr>
          <a:xfrm>
            <a:off x="833911" y="1947275"/>
            <a:ext cx="3326700" cy="32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CBF4A"/>
              </a:buClr>
              <a:buSzPts val="1400"/>
              <a:buNone/>
              <a:defRPr>
                <a:latin typeface="Anaheim"/>
                <a:ea typeface="Anaheim"/>
                <a:cs typeface="Anaheim"/>
                <a:sym typeface="Anaheim"/>
              </a:defRPr>
            </a:lvl1pPr>
            <a:lvl2pPr lvl="1"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2pPr>
            <a:lvl3pPr lvl="2"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3pPr>
            <a:lvl4pPr lvl="3"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4pPr>
            <a:lvl5pPr lvl="4"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5pPr>
            <a:lvl6pPr lvl="5"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6pPr>
            <a:lvl7pPr lvl="6"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7pPr>
            <a:lvl8pPr lvl="7"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8pPr>
            <a:lvl9pPr lvl="8" algn="ctr" rtl="0">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12_1_1">
    <p:spTree>
      <p:nvGrpSpPr>
        <p:cNvPr id="1" name="Shape 12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2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8FAFB"/>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434343"/>
              </a:buClr>
              <a:buSzPts val="2800"/>
              <a:buFont typeface="Staatliches"/>
              <a:buNone/>
              <a:defRPr sz="2800">
                <a:solidFill>
                  <a:srgbClr val="434343"/>
                </a:solidFill>
                <a:latin typeface="Staatliches"/>
                <a:ea typeface="Staatliches"/>
                <a:cs typeface="Staatliches"/>
                <a:sym typeface="Staatliches"/>
              </a:defRPr>
            </a:lvl1pPr>
            <a:lvl2pPr lvl="1" rtl="0">
              <a:spcBef>
                <a:spcPts val="0"/>
              </a:spcBef>
              <a:spcAft>
                <a:spcPts val="0"/>
              </a:spcAft>
              <a:buClr>
                <a:srgbClr val="434343"/>
              </a:buClr>
              <a:buSzPts val="2800"/>
              <a:buFont typeface="Josefin Sans"/>
              <a:buNone/>
              <a:defRPr sz="2800" b="1">
                <a:solidFill>
                  <a:srgbClr val="434343"/>
                </a:solidFill>
                <a:latin typeface="Josefin Sans"/>
                <a:ea typeface="Josefin Sans"/>
                <a:cs typeface="Josefin Sans"/>
                <a:sym typeface="Josefin Sans"/>
              </a:defRPr>
            </a:lvl2pPr>
            <a:lvl3pPr lvl="2" rtl="0">
              <a:spcBef>
                <a:spcPts val="0"/>
              </a:spcBef>
              <a:spcAft>
                <a:spcPts val="0"/>
              </a:spcAft>
              <a:buClr>
                <a:srgbClr val="434343"/>
              </a:buClr>
              <a:buSzPts val="2800"/>
              <a:buFont typeface="Josefin Sans"/>
              <a:buNone/>
              <a:defRPr sz="2800" b="1">
                <a:solidFill>
                  <a:srgbClr val="434343"/>
                </a:solidFill>
                <a:latin typeface="Josefin Sans"/>
                <a:ea typeface="Josefin Sans"/>
                <a:cs typeface="Josefin Sans"/>
                <a:sym typeface="Josefin Sans"/>
              </a:defRPr>
            </a:lvl3pPr>
            <a:lvl4pPr lvl="3" rtl="0">
              <a:spcBef>
                <a:spcPts val="0"/>
              </a:spcBef>
              <a:spcAft>
                <a:spcPts val="0"/>
              </a:spcAft>
              <a:buClr>
                <a:srgbClr val="434343"/>
              </a:buClr>
              <a:buSzPts val="2800"/>
              <a:buFont typeface="Josefin Sans"/>
              <a:buNone/>
              <a:defRPr sz="2800" b="1">
                <a:solidFill>
                  <a:srgbClr val="434343"/>
                </a:solidFill>
                <a:latin typeface="Josefin Sans"/>
                <a:ea typeface="Josefin Sans"/>
                <a:cs typeface="Josefin Sans"/>
                <a:sym typeface="Josefin Sans"/>
              </a:defRPr>
            </a:lvl4pPr>
            <a:lvl5pPr lvl="4" rtl="0">
              <a:spcBef>
                <a:spcPts val="0"/>
              </a:spcBef>
              <a:spcAft>
                <a:spcPts val="0"/>
              </a:spcAft>
              <a:buClr>
                <a:srgbClr val="434343"/>
              </a:buClr>
              <a:buSzPts val="2800"/>
              <a:buFont typeface="Josefin Sans"/>
              <a:buNone/>
              <a:defRPr sz="2800" b="1">
                <a:solidFill>
                  <a:srgbClr val="434343"/>
                </a:solidFill>
                <a:latin typeface="Josefin Sans"/>
                <a:ea typeface="Josefin Sans"/>
                <a:cs typeface="Josefin Sans"/>
                <a:sym typeface="Josefin Sans"/>
              </a:defRPr>
            </a:lvl5pPr>
            <a:lvl6pPr lvl="5" rtl="0">
              <a:spcBef>
                <a:spcPts val="0"/>
              </a:spcBef>
              <a:spcAft>
                <a:spcPts val="0"/>
              </a:spcAft>
              <a:buClr>
                <a:srgbClr val="434343"/>
              </a:buClr>
              <a:buSzPts val="2800"/>
              <a:buFont typeface="Josefin Sans"/>
              <a:buNone/>
              <a:defRPr sz="2800" b="1">
                <a:solidFill>
                  <a:srgbClr val="434343"/>
                </a:solidFill>
                <a:latin typeface="Josefin Sans"/>
                <a:ea typeface="Josefin Sans"/>
                <a:cs typeface="Josefin Sans"/>
                <a:sym typeface="Josefin Sans"/>
              </a:defRPr>
            </a:lvl6pPr>
            <a:lvl7pPr lvl="6" rtl="0">
              <a:spcBef>
                <a:spcPts val="0"/>
              </a:spcBef>
              <a:spcAft>
                <a:spcPts val="0"/>
              </a:spcAft>
              <a:buClr>
                <a:srgbClr val="434343"/>
              </a:buClr>
              <a:buSzPts val="2800"/>
              <a:buFont typeface="Josefin Sans"/>
              <a:buNone/>
              <a:defRPr sz="2800" b="1">
                <a:solidFill>
                  <a:srgbClr val="434343"/>
                </a:solidFill>
                <a:latin typeface="Josefin Sans"/>
                <a:ea typeface="Josefin Sans"/>
                <a:cs typeface="Josefin Sans"/>
                <a:sym typeface="Josefin Sans"/>
              </a:defRPr>
            </a:lvl7pPr>
            <a:lvl8pPr lvl="7" rtl="0">
              <a:spcBef>
                <a:spcPts val="0"/>
              </a:spcBef>
              <a:spcAft>
                <a:spcPts val="0"/>
              </a:spcAft>
              <a:buClr>
                <a:srgbClr val="434343"/>
              </a:buClr>
              <a:buSzPts val="2800"/>
              <a:buFont typeface="Josefin Sans"/>
              <a:buNone/>
              <a:defRPr sz="2800" b="1">
                <a:solidFill>
                  <a:srgbClr val="434343"/>
                </a:solidFill>
                <a:latin typeface="Josefin Sans"/>
                <a:ea typeface="Josefin Sans"/>
                <a:cs typeface="Josefin Sans"/>
                <a:sym typeface="Josefin Sans"/>
              </a:defRPr>
            </a:lvl8pPr>
            <a:lvl9pPr lvl="8" rtl="0">
              <a:spcBef>
                <a:spcPts val="0"/>
              </a:spcBef>
              <a:spcAft>
                <a:spcPts val="0"/>
              </a:spcAft>
              <a:buClr>
                <a:srgbClr val="434343"/>
              </a:buClr>
              <a:buSzPts val="2800"/>
              <a:buFont typeface="Josefin Sans"/>
              <a:buNone/>
              <a:defRPr sz="2800" b="1">
                <a:solidFill>
                  <a:srgbClr val="434343"/>
                </a:solidFill>
                <a:latin typeface="Josefin Sans"/>
                <a:ea typeface="Josefin Sans"/>
                <a:cs typeface="Josefin Sans"/>
                <a:sym typeface="Josefin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rgbClr val="434343"/>
              </a:buClr>
              <a:buSzPts val="1200"/>
              <a:buFont typeface="Anaheim"/>
              <a:buChar char="●"/>
              <a:defRPr sz="1200">
                <a:solidFill>
                  <a:srgbClr val="434343"/>
                </a:solidFill>
                <a:latin typeface="Anaheim"/>
                <a:ea typeface="Anaheim"/>
                <a:cs typeface="Anaheim"/>
                <a:sym typeface="Anaheim"/>
              </a:defRPr>
            </a:lvl1pPr>
            <a:lvl2pPr marL="914400" lvl="1" indent="-304800" rtl="0">
              <a:lnSpc>
                <a:spcPct val="115000"/>
              </a:lnSpc>
              <a:spcBef>
                <a:spcPts val="1600"/>
              </a:spcBef>
              <a:spcAft>
                <a:spcPts val="0"/>
              </a:spcAft>
              <a:buClr>
                <a:srgbClr val="434343"/>
              </a:buClr>
              <a:buSzPts val="1200"/>
              <a:buFont typeface="Anaheim"/>
              <a:buChar char="○"/>
              <a:defRPr sz="1200">
                <a:solidFill>
                  <a:srgbClr val="434343"/>
                </a:solidFill>
                <a:latin typeface="Anaheim"/>
                <a:ea typeface="Anaheim"/>
                <a:cs typeface="Anaheim"/>
                <a:sym typeface="Anaheim"/>
              </a:defRPr>
            </a:lvl2pPr>
            <a:lvl3pPr marL="1371600" lvl="2" indent="-304800" rtl="0">
              <a:lnSpc>
                <a:spcPct val="115000"/>
              </a:lnSpc>
              <a:spcBef>
                <a:spcPts val="1600"/>
              </a:spcBef>
              <a:spcAft>
                <a:spcPts val="0"/>
              </a:spcAft>
              <a:buClr>
                <a:srgbClr val="434343"/>
              </a:buClr>
              <a:buSzPts val="1200"/>
              <a:buFont typeface="Anaheim"/>
              <a:buChar char="■"/>
              <a:defRPr sz="1200">
                <a:solidFill>
                  <a:srgbClr val="434343"/>
                </a:solidFill>
                <a:latin typeface="Anaheim"/>
                <a:ea typeface="Anaheim"/>
                <a:cs typeface="Anaheim"/>
                <a:sym typeface="Anaheim"/>
              </a:defRPr>
            </a:lvl3pPr>
            <a:lvl4pPr marL="1828800" lvl="3" indent="-304800" rtl="0">
              <a:lnSpc>
                <a:spcPct val="115000"/>
              </a:lnSpc>
              <a:spcBef>
                <a:spcPts val="1600"/>
              </a:spcBef>
              <a:spcAft>
                <a:spcPts val="0"/>
              </a:spcAft>
              <a:buClr>
                <a:srgbClr val="434343"/>
              </a:buClr>
              <a:buSzPts val="1200"/>
              <a:buFont typeface="Anaheim"/>
              <a:buChar char="●"/>
              <a:defRPr sz="1200">
                <a:solidFill>
                  <a:srgbClr val="434343"/>
                </a:solidFill>
                <a:latin typeface="Anaheim"/>
                <a:ea typeface="Anaheim"/>
                <a:cs typeface="Anaheim"/>
                <a:sym typeface="Anaheim"/>
              </a:defRPr>
            </a:lvl4pPr>
            <a:lvl5pPr marL="2286000" lvl="4" indent="-304800" rtl="0">
              <a:lnSpc>
                <a:spcPct val="115000"/>
              </a:lnSpc>
              <a:spcBef>
                <a:spcPts val="1600"/>
              </a:spcBef>
              <a:spcAft>
                <a:spcPts val="0"/>
              </a:spcAft>
              <a:buClr>
                <a:srgbClr val="434343"/>
              </a:buClr>
              <a:buSzPts val="1200"/>
              <a:buFont typeface="Anaheim"/>
              <a:buChar char="○"/>
              <a:defRPr sz="1200">
                <a:solidFill>
                  <a:srgbClr val="434343"/>
                </a:solidFill>
                <a:latin typeface="Anaheim"/>
                <a:ea typeface="Anaheim"/>
                <a:cs typeface="Anaheim"/>
                <a:sym typeface="Anaheim"/>
              </a:defRPr>
            </a:lvl5pPr>
            <a:lvl6pPr marL="2743200" lvl="5" indent="-304800" rtl="0">
              <a:lnSpc>
                <a:spcPct val="115000"/>
              </a:lnSpc>
              <a:spcBef>
                <a:spcPts val="1600"/>
              </a:spcBef>
              <a:spcAft>
                <a:spcPts val="0"/>
              </a:spcAft>
              <a:buClr>
                <a:srgbClr val="434343"/>
              </a:buClr>
              <a:buSzPts val="1200"/>
              <a:buFont typeface="Anaheim"/>
              <a:buChar char="■"/>
              <a:defRPr sz="1200">
                <a:solidFill>
                  <a:srgbClr val="434343"/>
                </a:solidFill>
                <a:latin typeface="Anaheim"/>
                <a:ea typeface="Anaheim"/>
                <a:cs typeface="Anaheim"/>
                <a:sym typeface="Anaheim"/>
              </a:defRPr>
            </a:lvl6pPr>
            <a:lvl7pPr marL="3200400" lvl="6" indent="-304800" rtl="0">
              <a:lnSpc>
                <a:spcPct val="115000"/>
              </a:lnSpc>
              <a:spcBef>
                <a:spcPts val="1600"/>
              </a:spcBef>
              <a:spcAft>
                <a:spcPts val="0"/>
              </a:spcAft>
              <a:buClr>
                <a:srgbClr val="434343"/>
              </a:buClr>
              <a:buSzPts val="1200"/>
              <a:buFont typeface="Anaheim"/>
              <a:buChar char="●"/>
              <a:defRPr sz="1200">
                <a:solidFill>
                  <a:srgbClr val="434343"/>
                </a:solidFill>
                <a:latin typeface="Anaheim"/>
                <a:ea typeface="Anaheim"/>
                <a:cs typeface="Anaheim"/>
                <a:sym typeface="Anaheim"/>
              </a:defRPr>
            </a:lvl7pPr>
            <a:lvl8pPr marL="3657600" lvl="7" indent="-304800" rtl="0">
              <a:lnSpc>
                <a:spcPct val="115000"/>
              </a:lnSpc>
              <a:spcBef>
                <a:spcPts val="1600"/>
              </a:spcBef>
              <a:spcAft>
                <a:spcPts val="0"/>
              </a:spcAft>
              <a:buClr>
                <a:srgbClr val="434343"/>
              </a:buClr>
              <a:buSzPts val="1200"/>
              <a:buFont typeface="Anaheim"/>
              <a:buChar char="○"/>
              <a:defRPr sz="1200">
                <a:solidFill>
                  <a:srgbClr val="434343"/>
                </a:solidFill>
                <a:latin typeface="Anaheim"/>
                <a:ea typeface="Anaheim"/>
                <a:cs typeface="Anaheim"/>
                <a:sym typeface="Anaheim"/>
              </a:defRPr>
            </a:lvl8pPr>
            <a:lvl9pPr marL="4114800" lvl="8" indent="-304800" rtl="0">
              <a:lnSpc>
                <a:spcPct val="115000"/>
              </a:lnSpc>
              <a:spcBef>
                <a:spcPts val="1600"/>
              </a:spcBef>
              <a:spcAft>
                <a:spcPts val="1600"/>
              </a:spcAft>
              <a:buClr>
                <a:srgbClr val="434343"/>
              </a:buClr>
              <a:buSzPts val="1200"/>
              <a:buFont typeface="Anaheim"/>
              <a:buChar char="■"/>
              <a:defRPr sz="1200">
                <a:solidFill>
                  <a:srgbClr val="434343"/>
                </a:solidFill>
                <a:latin typeface="Anaheim"/>
                <a:ea typeface="Anaheim"/>
                <a:cs typeface="Anaheim"/>
                <a:sym typeface="Anahei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8" r:id="rId8"/>
    <p:sldLayoutId id="2147483659" r:id="rId9"/>
    <p:sldLayoutId id="2147483661" r:id="rId10"/>
    <p:sldLayoutId id="2147483662" r:id="rId11"/>
    <p:sldLayoutId id="2147483664" r:id="rId12"/>
    <p:sldLayoutId id="2147483665" r:id="rId13"/>
    <p:sldLayoutId id="2147483666" r:id="rId14"/>
    <p:sldLayoutId id="2147483667"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p:nvPr/>
        </p:nvSpPr>
        <p:spPr>
          <a:xfrm>
            <a:off x="5057925" y="1382750"/>
            <a:ext cx="3029400" cy="2370300"/>
          </a:xfrm>
          <a:prstGeom prst="roundRect">
            <a:avLst>
              <a:gd name="adj" fmla="val 1472"/>
            </a:avLst>
          </a:pr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 name="Google Shape;141;p26"/>
          <p:cNvGrpSpPr/>
          <p:nvPr/>
        </p:nvGrpSpPr>
        <p:grpSpPr>
          <a:xfrm>
            <a:off x="4969574" y="1120650"/>
            <a:ext cx="3029365" cy="2547136"/>
            <a:chOff x="4741999" y="986350"/>
            <a:chExt cx="3029365" cy="2547136"/>
          </a:xfrm>
        </p:grpSpPr>
        <p:sp>
          <p:nvSpPr>
            <p:cNvPr id="142" name="Google Shape;142;p26"/>
            <p:cNvSpPr/>
            <p:nvPr/>
          </p:nvSpPr>
          <p:spPr>
            <a:xfrm>
              <a:off x="4742978" y="1175558"/>
              <a:ext cx="3028387" cy="2357928"/>
            </a:xfrm>
            <a:custGeom>
              <a:avLst/>
              <a:gdLst/>
              <a:ahLst/>
              <a:cxnLst/>
              <a:rect l="l" t="t" r="r" b="b"/>
              <a:pathLst>
                <a:path w="69027" h="53745" extrusionOk="0">
                  <a:moveTo>
                    <a:pt x="1" y="1"/>
                  </a:moveTo>
                  <a:lnTo>
                    <a:pt x="1" y="62"/>
                  </a:lnTo>
                  <a:cubicBezTo>
                    <a:pt x="1" y="19391"/>
                    <a:pt x="5" y="37676"/>
                    <a:pt x="5" y="53688"/>
                  </a:cubicBezTo>
                  <a:lnTo>
                    <a:pt x="5" y="53744"/>
                  </a:lnTo>
                  <a:lnTo>
                    <a:pt x="57" y="53744"/>
                  </a:lnTo>
                  <a:cubicBezTo>
                    <a:pt x="40966" y="53710"/>
                    <a:pt x="68520" y="53692"/>
                    <a:pt x="68978" y="53692"/>
                  </a:cubicBezTo>
                  <a:cubicBezTo>
                    <a:pt x="68520" y="53688"/>
                    <a:pt x="40990" y="53671"/>
                    <a:pt x="110" y="53639"/>
                  </a:cubicBezTo>
                  <a:lnTo>
                    <a:pt x="110" y="53639"/>
                  </a:lnTo>
                  <a:cubicBezTo>
                    <a:pt x="114" y="37655"/>
                    <a:pt x="114" y="19407"/>
                    <a:pt x="118" y="118"/>
                  </a:cubicBezTo>
                  <a:lnTo>
                    <a:pt x="118" y="118"/>
                  </a:lnTo>
                  <a:cubicBezTo>
                    <a:pt x="25637" y="114"/>
                    <a:pt x="49338" y="110"/>
                    <a:pt x="68928" y="110"/>
                  </a:cubicBezTo>
                  <a:lnTo>
                    <a:pt x="68930" y="110"/>
                  </a:lnTo>
                  <a:cubicBezTo>
                    <a:pt x="68961" y="32457"/>
                    <a:pt x="68978" y="53290"/>
                    <a:pt x="68978" y="53692"/>
                  </a:cubicBezTo>
                  <a:cubicBezTo>
                    <a:pt x="68978" y="53290"/>
                    <a:pt x="69000" y="32436"/>
                    <a:pt x="69026" y="62"/>
                  </a:cubicBezTo>
                  <a:lnTo>
                    <a:pt x="69026" y="14"/>
                  </a:lnTo>
                  <a:lnTo>
                    <a:pt x="68978" y="14"/>
                  </a:lnTo>
                  <a:cubicBezTo>
                    <a:pt x="49365" y="9"/>
                    <a:pt x="25627" y="5"/>
                    <a:pt x="66"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6"/>
            <p:cNvSpPr/>
            <p:nvPr/>
          </p:nvSpPr>
          <p:spPr>
            <a:xfrm>
              <a:off x="5574260" y="2190926"/>
              <a:ext cx="5265" cy="1142615"/>
            </a:xfrm>
            <a:custGeom>
              <a:avLst/>
              <a:gdLst/>
              <a:ahLst/>
              <a:cxnLst/>
              <a:rect l="l" t="t" r="r" b="b"/>
              <a:pathLst>
                <a:path w="120" h="26044" extrusionOk="0">
                  <a:moveTo>
                    <a:pt x="63" y="1"/>
                  </a:moveTo>
                  <a:cubicBezTo>
                    <a:pt x="27" y="1"/>
                    <a:pt x="1" y="5831"/>
                    <a:pt x="1" y="13024"/>
                  </a:cubicBezTo>
                  <a:cubicBezTo>
                    <a:pt x="1" y="20213"/>
                    <a:pt x="27" y="26043"/>
                    <a:pt x="63" y="26043"/>
                  </a:cubicBezTo>
                  <a:cubicBezTo>
                    <a:pt x="93" y="26043"/>
                    <a:pt x="119" y="20213"/>
                    <a:pt x="119" y="13024"/>
                  </a:cubicBezTo>
                  <a:cubicBezTo>
                    <a:pt x="119" y="5831"/>
                    <a:pt x="93" y="1"/>
                    <a:pt x="6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6"/>
            <p:cNvSpPr/>
            <p:nvPr/>
          </p:nvSpPr>
          <p:spPr>
            <a:xfrm>
              <a:off x="6886640" y="2190926"/>
              <a:ext cx="5001" cy="1142615"/>
            </a:xfrm>
            <a:custGeom>
              <a:avLst/>
              <a:gdLst/>
              <a:ahLst/>
              <a:cxnLst/>
              <a:rect l="l" t="t" r="r" b="b"/>
              <a:pathLst>
                <a:path w="114" h="26044" extrusionOk="0">
                  <a:moveTo>
                    <a:pt x="57" y="1"/>
                  </a:moveTo>
                  <a:cubicBezTo>
                    <a:pt x="27" y="1"/>
                    <a:pt x="1" y="5831"/>
                    <a:pt x="1" y="13024"/>
                  </a:cubicBezTo>
                  <a:cubicBezTo>
                    <a:pt x="1" y="20213"/>
                    <a:pt x="27" y="26043"/>
                    <a:pt x="57" y="26043"/>
                  </a:cubicBezTo>
                  <a:cubicBezTo>
                    <a:pt x="88" y="26043"/>
                    <a:pt x="114" y="20213"/>
                    <a:pt x="114" y="13024"/>
                  </a:cubicBezTo>
                  <a:cubicBezTo>
                    <a:pt x="114" y="5831"/>
                    <a:pt x="88" y="1"/>
                    <a:pt x="57"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6"/>
            <p:cNvSpPr/>
            <p:nvPr/>
          </p:nvSpPr>
          <p:spPr>
            <a:xfrm>
              <a:off x="6022366" y="1872856"/>
              <a:ext cx="5177" cy="1460691"/>
            </a:xfrm>
            <a:custGeom>
              <a:avLst/>
              <a:gdLst/>
              <a:ahLst/>
              <a:cxnLst/>
              <a:rect l="l" t="t" r="r" b="b"/>
              <a:pathLst>
                <a:path w="118" h="33294" extrusionOk="0">
                  <a:moveTo>
                    <a:pt x="57" y="1"/>
                  </a:moveTo>
                  <a:cubicBezTo>
                    <a:pt x="27" y="1"/>
                    <a:pt x="0" y="7452"/>
                    <a:pt x="0" y="16647"/>
                  </a:cubicBezTo>
                  <a:cubicBezTo>
                    <a:pt x="0" y="25841"/>
                    <a:pt x="27" y="33293"/>
                    <a:pt x="57" y="33293"/>
                  </a:cubicBezTo>
                  <a:cubicBezTo>
                    <a:pt x="92" y="33293"/>
                    <a:pt x="118" y="25841"/>
                    <a:pt x="118" y="16647"/>
                  </a:cubicBezTo>
                  <a:cubicBezTo>
                    <a:pt x="118" y="7452"/>
                    <a:pt x="92" y="1"/>
                    <a:pt x="57"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6"/>
            <p:cNvSpPr/>
            <p:nvPr/>
          </p:nvSpPr>
          <p:spPr>
            <a:xfrm>
              <a:off x="7401651" y="1872856"/>
              <a:ext cx="5177" cy="1460691"/>
            </a:xfrm>
            <a:custGeom>
              <a:avLst/>
              <a:gdLst/>
              <a:ahLst/>
              <a:cxnLst/>
              <a:rect l="l" t="t" r="r" b="b"/>
              <a:pathLst>
                <a:path w="118" h="33294" extrusionOk="0">
                  <a:moveTo>
                    <a:pt x="57" y="1"/>
                  </a:moveTo>
                  <a:cubicBezTo>
                    <a:pt x="26" y="1"/>
                    <a:pt x="0" y="7452"/>
                    <a:pt x="0" y="16647"/>
                  </a:cubicBezTo>
                  <a:cubicBezTo>
                    <a:pt x="0" y="25841"/>
                    <a:pt x="26" y="33293"/>
                    <a:pt x="57" y="33293"/>
                  </a:cubicBezTo>
                  <a:cubicBezTo>
                    <a:pt x="91" y="33293"/>
                    <a:pt x="118" y="25841"/>
                    <a:pt x="118" y="16647"/>
                  </a:cubicBezTo>
                  <a:cubicBezTo>
                    <a:pt x="118" y="7452"/>
                    <a:pt x="91" y="1"/>
                    <a:pt x="5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6"/>
            <p:cNvSpPr/>
            <p:nvPr/>
          </p:nvSpPr>
          <p:spPr>
            <a:xfrm>
              <a:off x="6415194" y="1647223"/>
              <a:ext cx="5221" cy="1686327"/>
            </a:xfrm>
            <a:custGeom>
              <a:avLst/>
              <a:gdLst/>
              <a:ahLst/>
              <a:cxnLst/>
              <a:rect l="l" t="t" r="r" b="b"/>
              <a:pathLst>
                <a:path w="119" h="38437" extrusionOk="0">
                  <a:moveTo>
                    <a:pt x="57" y="0"/>
                  </a:moveTo>
                  <a:cubicBezTo>
                    <a:pt x="27" y="0"/>
                    <a:pt x="0" y="8601"/>
                    <a:pt x="0" y="19216"/>
                  </a:cubicBezTo>
                  <a:cubicBezTo>
                    <a:pt x="0" y="29830"/>
                    <a:pt x="27" y="38436"/>
                    <a:pt x="57" y="38436"/>
                  </a:cubicBezTo>
                  <a:cubicBezTo>
                    <a:pt x="93" y="38436"/>
                    <a:pt x="119" y="29830"/>
                    <a:pt x="119" y="19216"/>
                  </a:cubicBezTo>
                  <a:cubicBezTo>
                    <a:pt x="119" y="8601"/>
                    <a:pt x="93" y="0"/>
                    <a:pt x="57"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6"/>
            <p:cNvSpPr/>
            <p:nvPr/>
          </p:nvSpPr>
          <p:spPr>
            <a:xfrm>
              <a:off x="6406946" y="1636475"/>
              <a:ext cx="21541" cy="21322"/>
            </a:xfrm>
            <a:custGeom>
              <a:avLst/>
              <a:gdLst/>
              <a:ahLst/>
              <a:cxnLst/>
              <a:rect l="l" t="t" r="r" b="b"/>
              <a:pathLst>
                <a:path w="491" h="486" extrusionOk="0">
                  <a:moveTo>
                    <a:pt x="245" y="0"/>
                  </a:moveTo>
                  <a:cubicBezTo>
                    <a:pt x="110" y="0"/>
                    <a:pt x="1" y="110"/>
                    <a:pt x="1" y="245"/>
                  </a:cubicBezTo>
                  <a:cubicBezTo>
                    <a:pt x="1" y="377"/>
                    <a:pt x="110" y="486"/>
                    <a:pt x="245" y="486"/>
                  </a:cubicBezTo>
                  <a:cubicBezTo>
                    <a:pt x="381" y="486"/>
                    <a:pt x="490" y="377"/>
                    <a:pt x="490" y="245"/>
                  </a:cubicBezTo>
                  <a:cubicBezTo>
                    <a:pt x="490" y="110"/>
                    <a:pt x="381" y="0"/>
                    <a:pt x="24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6"/>
            <p:cNvSpPr/>
            <p:nvPr/>
          </p:nvSpPr>
          <p:spPr>
            <a:xfrm>
              <a:off x="4916447" y="2115949"/>
              <a:ext cx="2589355" cy="652691"/>
            </a:xfrm>
            <a:custGeom>
              <a:avLst/>
              <a:gdLst/>
              <a:ahLst/>
              <a:cxnLst/>
              <a:rect l="l" t="t" r="r" b="b"/>
              <a:pathLst>
                <a:path w="59020" h="14877" extrusionOk="0">
                  <a:moveTo>
                    <a:pt x="33314" y="1"/>
                  </a:moveTo>
                  <a:cubicBezTo>
                    <a:pt x="32852" y="1"/>
                    <a:pt x="32390" y="48"/>
                    <a:pt x="31929" y="142"/>
                  </a:cubicBezTo>
                  <a:cubicBezTo>
                    <a:pt x="31261" y="285"/>
                    <a:pt x="30614" y="535"/>
                    <a:pt x="30011" y="870"/>
                  </a:cubicBezTo>
                  <a:cubicBezTo>
                    <a:pt x="28805" y="1557"/>
                    <a:pt x="27847" y="2558"/>
                    <a:pt x="27061" y="3619"/>
                  </a:cubicBezTo>
                  <a:cubicBezTo>
                    <a:pt x="26266" y="4682"/>
                    <a:pt x="25628" y="5818"/>
                    <a:pt x="25007" y="6927"/>
                  </a:cubicBezTo>
                  <a:cubicBezTo>
                    <a:pt x="24400" y="8042"/>
                    <a:pt x="23766" y="9104"/>
                    <a:pt x="23067" y="10096"/>
                  </a:cubicBezTo>
                  <a:cubicBezTo>
                    <a:pt x="22363" y="11084"/>
                    <a:pt x="21607" y="12006"/>
                    <a:pt x="20741" y="12766"/>
                  </a:cubicBezTo>
                  <a:cubicBezTo>
                    <a:pt x="19881" y="13518"/>
                    <a:pt x="18915" y="14130"/>
                    <a:pt x="17867" y="14392"/>
                  </a:cubicBezTo>
                  <a:cubicBezTo>
                    <a:pt x="17609" y="14475"/>
                    <a:pt x="17342" y="14505"/>
                    <a:pt x="17084" y="14545"/>
                  </a:cubicBezTo>
                  <a:cubicBezTo>
                    <a:pt x="16953" y="14571"/>
                    <a:pt x="16818" y="14563"/>
                    <a:pt x="16687" y="14567"/>
                  </a:cubicBezTo>
                  <a:cubicBezTo>
                    <a:pt x="16581" y="14571"/>
                    <a:pt x="16475" y="14577"/>
                    <a:pt x="16371" y="14577"/>
                  </a:cubicBezTo>
                  <a:cubicBezTo>
                    <a:pt x="16346" y="14577"/>
                    <a:pt x="16322" y="14576"/>
                    <a:pt x="16298" y="14576"/>
                  </a:cubicBezTo>
                  <a:cubicBezTo>
                    <a:pt x="15773" y="14554"/>
                    <a:pt x="15267" y="14453"/>
                    <a:pt x="14781" y="14305"/>
                  </a:cubicBezTo>
                  <a:cubicBezTo>
                    <a:pt x="13811" y="13995"/>
                    <a:pt x="12950" y="13483"/>
                    <a:pt x="12155" y="12950"/>
                  </a:cubicBezTo>
                  <a:cubicBezTo>
                    <a:pt x="11364" y="12417"/>
                    <a:pt x="10630" y="11853"/>
                    <a:pt x="9908" y="11342"/>
                  </a:cubicBezTo>
                  <a:cubicBezTo>
                    <a:pt x="9188" y="10830"/>
                    <a:pt x="8466" y="10368"/>
                    <a:pt x="7723" y="10048"/>
                  </a:cubicBezTo>
                  <a:cubicBezTo>
                    <a:pt x="6989" y="9725"/>
                    <a:pt x="6247" y="9523"/>
                    <a:pt x="5533" y="9458"/>
                  </a:cubicBezTo>
                  <a:cubicBezTo>
                    <a:pt x="5331" y="9439"/>
                    <a:pt x="5131" y="9430"/>
                    <a:pt x="4936" y="9430"/>
                  </a:cubicBezTo>
                  <a:cubicBezTo>
                    <a:pt x="4448" y="9430"/>
                    <a:pt x="3985" y="9489"/>
                    <a:pt x="3567" y="9611"/>
                  </a:cubicBezTo>
                  <a:cubicBezTo>
                    <a:pt x="3419" y="9642"/>
                    <a:pt x="3284" y="9712"/>
                    <a:pt x="3143" y="9755"/>
                  </a:cubicBezTo>
                  <a:cubicBezTo>
                    <a:pt x="3008" y="9812"/>
                    <a:pt x="2868" y="9847"/>
                    <a:pt x="2750" y="9922"/>
                  </a:cubicBezTo>
                  <a:cubicBezTo>
                    <a:pt x="2510" y="10057"/>
                    <a:pt x="2261" y="10158"/>
                    <a:pt x="2068" y="10319"/>
                  </a:cubicBezTo>
                  <a:cubicBezTo>
                    <a:pt x="1644" y="10590"/>
                    <a:pt x="1334" y="10909"/>
                    <a:pt x="1055" y="11167"/>
                  </a:cubicBezTo>
                  <a:cubicBezTo>
                    <a:pt x="932" y="11316"/>
                    <a:pt x="814" y="11447"/>
                    <a:pt x="709" y="11569"/>
                  </a:cubicBezTo>
                  <a:cubicBezTo>
                    <a:pt x="609" y="11695"/>
                    <a:pt x="508" y="11800"/>
                    <a:pt x="438" y="11915"/>
                  </a:cubicBezTo>
                  <a:cubicBezTo>
                    <a:pt x="294" y="12129"/>
                    <a:pt x="184" y="12290"/>
                    <a:pt x="111" y="12403"/>
                  </a:cubicBezTo>
                  <a:cubicBezTo>
                    <a:pt x="36" y="12518"/>
                    <a:pt x="1" y="12574"/>
                    <a:pt x="6" y="12579"/>
                  </a:cubicBezTo>
                  <a:cubicBezTo>
                    <a:pt x="6" y="12579"/>
                    <a:pt x="6" y="12579"/>
                    <a:pt x="7" y="12579"/>
                  </a:cubicBezTo>
                  <a:cubicBezTo>
                    <a:pt x="14" y="12579"/>
                    <a:pt x="61" y="12526"/>
                    <a:pt x="137" y="12425"/>
                  </a:cubicBezTo>
                  <a:cubicBezTo>
                    <a:pt x="220" y="12316"/>
                    <a:pt x="337" y="12159"/>
                    <a:pt x="495" y="11958"/>
                  </a:cubicBezTo>
                  <a:cubicBezTo>
                    <a:pt x="569" y="11849"/>
                    <a:pt x="670" y="11744"/>
                    <a:pt x="779" y="11626"/>
                  </a:cubicBezTo>
                  <a:cubicBezTo>
                    <a:pt x="884" y="11508"/>
                    <a:pt x="1002" y="11381"/>
                    <a:pt x="1128" y="11241"/>
                  </a:cubicBezTo>
                  <a:cubicBezTo>
                    <a:pt x="1413" y="10992"/>
                    <a:pt x="1723" y="10691"/>
                    <a:pt x="2143" y="10433"/>
                  </a:cubicBezTo>
                  <a:cubicBezTo>
                    <a:pt x="2334" y="10280"/>
                    <a:pt x="2580" y="10188"/>
                    <a:pt x="2816" y="10057"/>
                  </a:cubicBezTo>
                  <a:cubicBezTo>
                    <a:pt x="2929" y="9991"/>
                    <a:pt x="3069" y="9961"/>
                    <a:pt x="3200" y="9908"/>
                  </a:cubicBezTo>
                  <a:cubicBezTo>
                    <a:pt x="3336" y="9864"/>
                    <a:pt x="3462" y="9799"/>
                    <a:pt x="3611" y="9773"/>
                  </a:cubicBezTo>
                  <a:cubicBezTo>
                    <a:pt x="3999" y="9668"/>
                    <a:pt x="4425" y="9617"/>
                    <a:pt x="4875" y="9617"/>
                  </a:cubicBezTo>
                  <a:cubicBezTo>
                    <a:pt x="5085" y="9617"/>
                    <a:pt x="5299" y="9628"/>
                    <a:pt x="5517" y="9650"/>
                  </a:cubicBezTo>
                  <a:cubicBezTo>
                    <a:pt x="6198" y="9725"/>
                    <a:pt x="6919" y="9930"/>
                    <a:pt x="7636" y="10253"/>
                  </a:cubicBezTo>
                  <a:cubicBezTo>
                    <a:pt x="8353" y="10572"/>
                    <a:pt x="9052" y="11027"/>
                    <a:pt x="9764" y="11542"/>
                  </a:cubicBezTo>
                  <a:cubicBezTo>
                    <a:pt x="10477" y="12058"/>
                    <a:pt x="11207" y="12627"/>
                    <a:pt x="12006" y="13177"/>
                  </a:cubicBezTo>
                  <a:cubicBezTo>
                    <a:pt x="12806" y="13719"/>
                    <a:pt x="13684" y="14253"/>
                    <a:pt x="14694" y="14580"/>
                  </a:cubicBezTo>
                  <a:cubicBezTo>
                    <a:pt x="15200" y="14737"/>
                    <a:pt x="15733" y="14851"/>
                    <a:pt x="16284" y="14872"/>
                  </a:cubicBezTo>
                  <a:cubicBezTo>
                    <a:pt x="16326" y="14875"/>
                    <a:pt x="16369" y="14876"/>
                    <a:pt x="16412" y="14876"/>
                  </a:cubicBezTo>
                  <a:cubicBezTo>
                    <a:pt x="16507" y="14876"/>
                    <a:pt x="16603" y="14871"/>
                    <a:pt x="16699" y="14868"/>
                  </a:cubicBezTo>
                  <a:cubicBezTo>
                    <a:pt x="16835" y="14864"/>
                    <a:pt x="16975" y="14872"/>
                    <a:pt x="17115" y="14846"/>
                  </a:cubicBezTo>
                  <a:cubicBezTo>
                    <a:pt x="17390" y="14807"/>
                    <a:pt x="17674" y="14777"/>
                    <a:pt x="17945" y="14689"/>
                  </a:cubicBezTo>
                  <a:cubicBezTo>
                    <a:pt x="18500" y="14563"/>
                    <a:pt x="19025" y="14318"/>
                    <a:pt x="19531" y="14039"/>
                  </a:cubicBezTo>
                  <a:cubicBezTo>
                    <a:pt x="19781" y="13885"/>
                    <a:pt x="20033" y="13741"/>
                    <a:pt x="20265" y="13557"/>
                  </a:cubicBezTo>
                  <a:cubicBezTo>
                    <a:pt x="20505" y="13391"/>
                    <a:pt x="20729" y="13200"/>
                    <a:pt x="20956" y="13007"/>
                  </a:cubicBezTo>
                  <a:cubicBezTo>
                    <a:pt x="21852" y="12229"/>
                    <a:pt x="22625" y="11290"/>
                    <a:pt x="23343" y="10293"/>
                  </a:cubicBezTo>
                  <a:cubicBezTo>
                    <a:pt x="24051" y="9287"/>
                    <a:pt x="24697" y="8208"/>
                    <a:pt x="25309" y="7094"/>
                  </a:cubicBezTo>
                  <a:cubicBezTo>
                    <a:pt x="25929" y="5989"/>
                    <a:pt x="26562" y="4865"/>
                    <a:pt x="27341" y="3825"/>
                  </a:cubicBezTo>
                  <a:cubicBezTo>
                    <a:pt x="28109" y="2790"/>
                    <a:pt x="29041" y="1828"/>
                    <a:pt x="30186" y="1177"/>
                  </a:cubicBezTo>
                  <a:cubicBezTo>
                    <a:pt x="30754" y="854"/>
                    <a:pt x="31370" y="622"/>
                    <a:pt x="32004" y="487"/>
                  </a:cubicBezTo>
                  <a:cubicBezTo>
                    <a:pt x="32439" y="396"/>
                    <a:pt x="32886" y="349"/>
                    <a:pt x="33328" y="349"/>
                  </a:cubicBezTo>
                  <a:cubicBezTo>
                    <a:pt x="33526" y="349"/>
                    <a:pt x="33723" y="358"/>
                    <a:pt x="33918" y="377"/>
                  </a:cubicBezTo>
                  <a:cubicBezTo>
                    <a:pt x="34551" y="438"/>
                    <a:pt x="35163" y="622"/>
                    <a:pt x="35719" y="906"/>
                  </a:cubicBezTo>
                  <a:cubicBezTo>
                    <a:pt x="36278" y="1185"/>
                    <a:pt x="36780" y="1566"/>
                    <a:pt x="37234" y="1990"/>
                  </a:cubicBezTo>
                  <a:cubicBezTo>
                    <a:pt x="38139" y="2851"/>
                    <a:pt x="38847" y="3873"/>
                    <a:pt x="39495" y="4900"/>
                  </a:cubicBezTo>
                  <a:cubicBezTo>
                    <a:pt x="40136" y="5931"/>
                    <a:pt x="40713" y="6980"/>
                    <a:pt x="41334" y="7976"/>
                  </a:cubicBezTo>
                  <a:cubicBezTo>
                    <a:pt x="41972" y="8956"/>
                    <a:pt x="42527" y="9934"/>
                    <a:pt x="43065" y="10905"/>
                  </a:cubicBezTo>
                  <a:cubicBezTo>
                    <a:pt x="43331" y="11385"/>
                    <a:pt x="43611" y="11862"/>
                    <a:pt x="43921" y="12312"/>
                  </a:cubicBezTo>
                  <a:cubicBezTo>
                    <a:pt x="44231" y="12762"/>
                    <a:pt x="44608" y="13168"/>
                    <a:pt x="45044" y="13483"/>
                  </a:cubicBezTo>
                  <a:cubicBezTo>
                    <a:pt x="45481" y="13797"/>
                    <a:pt x="45984" y="14007"/>
                    <a:pt x="46482" y="14117"/>
                  </a:cubicBezTo>
                  <a:cubicBezTo>
                    <a:pt x="46984" y="14243"/>
                    <a:pt x="47482" y="14279"/>
                    <a:pt x="47972" y="14301"/>
                  </a:cubicBezTo>
                  <a:cubicBezTo>
                    <a:pt x="48081" y="14306"/>
                    <a:pt x="48190" y="14309"/>
                    <a:pt x="48298" y="14309"/>
                  </a:cubicBezTo>
                  <a:cubicBezTo>
                    <a:pt x="49159" y="14309"/>
                    <a:pt x="49997" y="14144"/>
                    <a:pt x="50734" y="13837"/>
                  </a:cubicBezTo>
                  <a:cubicBezTo>
                    <a:pt x="51153" y="13666"/>
                    <a:pt x="51534" y="13444"/>
                    <a:pt x="51888" y="13208"/>
                  </a:cubicBezTo>
                  <a:cubicBezTo>
                    <a:pt x="52233" y="12958"/>
                    <a:pt x="52561" y="12696"/>
                    <a:pt x="52845" y="12417"/>
                  </a:cubicBezTo>
                  <a:cubicBezTo>
                    <a:pt x="53430" y="11857"/>
                    <a:pt x="53898" y="11263"/>
                    <a:pt x="54322" y="10703"/>
                  </a:cubicBezTo>
                  <a:cubicBezTo>
                    <a:pt x="55157" y="9572"/>
                    <a:pt x="55825" y="8567"/>
                    <a:pt x="56494" y="7845"/>
                  </a:cubicBezTo>
                  <a:cubicBezTo>
                    <a:pt x="57150" y="7120"/>
                    <a:pt x="57801" y="6697"/>
                    <a:pt x="58273" y="6495"/>
                  </a:cubicBezTo>
                  <a:cubicBezTo>
                    <a:pt x="58509" y="6399"/>
                    <a:pt x="58697" y="6334"/>
                    <a:pt x="58828" y="6308"/>
                  </a:cubicBezTo>
                  <a:cubicBezTo>
                    <a:pt x="58955" y="6272"/>
                    <a:pt x="59020" y="6251"/>
                    <a:pt x="59020" y="6242"/>
                  </a:cubicBezTo>
                  <a:cubicBezTo>
                    <a:pt x="59019" y="6241"/>
                    <a:pt x="59017" y="6241"/>
                    <a:pt x="59013" y="6241"/>
                  </a:cubicBezTo>
                  <a:cubicBezTo>
                    <a:pt x="58993" y="6241"/>
                    <a:pt x="58929" y="6250"/>
                    <a:pt x="58819" y="6272"/>
                  </a:cubicBezTo>
                  <a:cubicBezTo>
                    <a:pt x="58683" y="6290"/>
                    <a:pt x="58491" y="6342"/>
                    <a:pt x="58247" y="6429"/>
                  </a:cubicBezTo>
                  <a:cubicBezTo>
                    <a:pt x="57757" y="6613"/>
                    <a:pt x="57075" y="7028"/>
                    <a:pt x="56393" y="7754"/>
                  </a:cubicBezTo>
                  <a:cubicBezTo>
                    <a:pt x="55699" y="8470"/>
                    <a:pt x="55012" y="9476"/>
                    <a:pt x="54165" y="10586"/>
                  </a:cubicBezTo>
                  <a:cubicBezTo>
                    <a:pt x="53737" y="11136"/>
                    <a:pt x="53269" y="11718"/>
                    <a:pt x="52692" y="12256"/>
                  </a:cubicBezTo>
                  <a:cubicBezTo>
                    <a:pt x="52408" y="12526"/>
                    <a:pt x="52089" y="12775"/>
                    <a:pt x="51752" y="13011"/>
                  </a:cubicBezTo>
                  <a:cubicBezTo>
                    <a:pt x="51407" y="13238"/>
                    <a:pt x="51040" y="13448"/>
                    <a:pt x="50638" y="13610"/>
                  </a:cubicBezTo>
                  <a:cubicBezTo>
                    <a:pt x="49935" y="13890"/>
                    <a:pt x="49147" y="14042"/>
                    <a:pt x="48323" y="14042"/>
                  </a:cubicBezTo>
                  <a:cubicBezTo>
                    <a:pt x="48210" y="14042"/>
                    <a:pt x="48095" y="14039"/>
                    <a:pt x="47981" y="14033"/>
                  </a:cubicBezTo>
                  <a:cubicBezTo>
                    <a:pt x="47509" y="14007"/>
                    <a:pt x="47024" y="13968"/>
                    <a:pt x="46552" y="13841"/>
                  </a:cubicBezTo>
                  <a:cubicBezTo>
                    <a:pt x="46076" y="13737"/>
                    <a:pt x="45617" y="13540"/>
                    <a:pt x="45215" y="13247"/>
                  </a:cubicBezTo>
                  <a:cubicBezTo>
                    <a:pt x="44393" y="12666"/>
                    <a:pt x="43868" y="11709"/>
                    <a:pt x="43331" y="10752"/>
                  </a:cubicBezTo>
                  <a:cubicBezTo>
                    <a:pt x="42807" y="9786"/>
                    <a:pt x="42238" y="8785"/>
                    <a:pt x="41609" y="7802"/>
                  </a:cubicBezTo>
                  <a:cubicBezTo>
                    <a:pt x="40998" y="6818"/>
                    <a:pt x="40425" y="5765"/>
                    <a:pt x="39778" y="4725"/>
                  </a:cubicBezTo>
                  <a:cubicBezTo>
                    <a:pt x="39127" y="3686"/>
                    <a:pt x="38410" y="2637"/>
                    <a:pt x="37470" y="1741"/>
                  </a:cubicBezTo>
                  <a:cubicBezTo>
                    <a:pt x="36998" y="1299"/>
                    <a:pt x="36470" y="897"/>
                    <a:pt x="35876" y="596"/>
                  </a:cubicBezTo>
                  <a:cubicBezTo>
                    <a:pt x="35281" y="294"/>
                    <a:pt x="34630" y="93"/>
                    <a:pt x="33953" y="31"/>
                  </a:cubicBezTo>
                  <a:cubicBezTo>
                    <a:pt x="33740" y="11"/>
                    <a:pt x="33527" y="1"/>
                    <a:pt x="33314"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6"/>
            <p:cNvSpPr/>
            <p:nvPr/>
          </p:nvSpPr>
          <p:spPr>
            <a:xfrm>
              <a:off x="5106104" y="1442255"/>
              <a:ext cx="527304" cy="29395"/>
            </a:xfrm>
            <a:custGeom>
              <a:avLst/>
              <a:gdLst/>
              <a:ahLst/>
              <a:cxnLst/>
              <a:rect l="l" t="t" r="r" b="b"/>
              <a:pathLst>
                <a:path w="12019" h="670" extrusionOk="0">
                  <a:moveTo>
                    <a:pt x="0" y="1"/>
                  </a:moveTo>
                  <a:lnTo>
                    <a:pt x="0" y="669"/>
                  </a:lnTo>
                  <a:lnTo>
                    <a:pt x="12019" y="669"/>
                  </a:lnTo>
                  <a:lnTo>
                    <a:pt x="12019"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6"/>
            <p:cNvSpPr/>
            <p:nvPr/>
          </p:nvSpPr>
          <p:spPr>
            <a:xfrm>
              <a:off x="5106104" y="1510870"/>
              <a:ext cx="260603" cy="29395"/>
            </a:xfrm>
            <a:custGeom>
              <a:avLst/>
              <a:gdLst/>
              <a:ahLst/>
              <a:cxnLst/>
              <a:rect l="l" t="t" r="r" b="b"/>
              <a:pathLst>
                <a:path w="5940" h="670" extrusionOk="0">
                  <a:moveTo>
                    <a:pt x="0" y="1"/>
                  </a:moveTo>
                  <a:lnTo>
                    <a:pt x="0" y="670"/>
                  </a:lnTo>
                  <a:lnTo>
                    <a:pt x="5940" y="670"/>
                  </a:lnTo>
                  <a:lnTo>
                    <a:pt x="5940"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6"/>
            <p:cNvSpPr/>
            <p:nvPr/>
          </p:nvSpPr>
          <p:spPr>
            <a:xfrm>
              <a:off x="4741999" y="986350"/>
              <a:ext cx="3028454" cy="191920"/>
            </a:xfrm>
            <a:custGeom>
              <a:avLst/>
              <a:gdLst/>
              <a:ahLst/>
              <a:cxnLst/>
              <a:rect l="l" t="t" r="r" b="b"/>
              <a:pathLst>
                <a:path w="69001" h="4375" extrusionOk="0">
                  <a:moveTo>
                    <a:pt x="79" y="0"/>
                  </a:moveTo>
                  <a:cubicBezTo>
                    <a:pt x="35" y="0"/>
                    <a:pt x="1" y="36"/>
                    <a:pt x="1" y="79"/>
                  </a:cubicBezTo>
                  <a:lnTo>
                    <a:pt x="1" y="4375"/>
                  </a:lnTo>
                  <a:lnTo>
                    <a:pt x="69000" y="4375"/>
                  </a:lnTo>
                  <a:lnTo>
                    <a:pt x="69000" y="79"/>
                  </a:lnTo>
                  <a:cubicBezTo>
                    <a:pt x="69000" y="36"/>
                    <a:pt x="68966" y="0"/>
                    <a:pt x="6892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6"/>
            <p:cNvSpPr/>
            <p:nvPr/>
          </p:nvSpPr>
          <p:spPr>
            <a:xfrm>
              <a:off x="4857439" y="1065308"/>
              <a:ext cx="41460" cy="41284"/>
            </a:xfrm>
            <a:custGeom>
              <a:avLst/>
              <a:gdLst/>
              <a:ahLst/>
              <a:cxnLst/>
              <a:rect l="l" t="t" r="r" b="b"/>
              <a:pathLst>
                <a:path w="945" h="941" extrusionOk="0">
                  <a:moveTo>
                    <a:pt x="472" y="1"/>
                  </a:moveTo>
                  <a:cubicBezTo>
                    <a:pt x="214" y="1"/>
                    <a:pt x="0" y="211"/>
                    <a:pt x="0" y="473"/>
                  </a:cubicBezTo>
                  <a:cubicBezTo>
                    <a:pt x="0" y="731"/>
                    <a:pt x="214" y="941"/>
                    <a:pt x="472" y="941"/>
                  </a:cubicBezTo>
                  <a:cubicBezTo>
                    <a:pt x="734" y="941"/>
                    <a:pt x="944" y="731"/>
                    <a:pt x="944" y="473"/>
                  </a:cubicBezTo>
                  <a:cubicBezTo>
                    <a:pt x="944" y="211"/>
                    <a:pt x="734" y="1"/>
                    <a:pt x="472"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6"/>
            <p:cNvSpPr/>
            <p:nvPr/>
          </p:nvSpPr>
          <p:spPr>
            <a:xfrm>
              <a:off x="4947727" y="1065308"/>
              <a:ext cx="41240" cy="41284"/>
            </a:xfrm>
            <a:custGeom>
              <a:avLst/>
              <a:gdLst/>
              <a:ahLst/>
              <a:cxnLst/>
              <a:rect l="l" t="t" r="r" b="b"/>
              <a:pathLst>
                <a:path w="940" h="941" extrusionOk="0">
                  <a:moveTo>
                    <a:pt x="468" y="1"/>
                  </a:moveTo>
                  <a:cubicBezTo>
                    <a:pt x="211" y="1"/>
                    <a:pt x="1" y="211"/>
                    <a:pt x="1" y="473"/>
                  </a:cubicBezTo>
                  <a:cubicBezTo>
                    <a:pt x="1" y="731"/>
                    <a:pt x="211" y="941"/>
                    <a:pt x="468" y="941"/>
                  </a:cubicBezTo>
                  <a:cubicBezTo>
                    <a:pt x="730" y="941"/>
                    <a:pt x="940" y="731"/>
                    <a:pt x="940" y="473"/>
                  </a:cubicBezTo>
                  <a:cubicBezTo>
                    <a:pt x="940" y="211"/>
                    <a:pt x="730" y="1"/>
                    <a:pt x="4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6"/>
            <p:cNvSpPr/>
            <p:nvPr/>
          </p:nvSpPr>
          <p:spPr>
            <a:xfrm>
              <a:off x="5037840" y="1065308"/>
              <a:ext cx="41284" cy="41284"/>
            </a:xfrm>
            <a:custGeom>
              <a:avLst/>
              <a:gdLst/>
              <a:ahLst/>
              <a:cxnLst/>
              <a:rect l="l" t="t" r="r" b="b"/>
              <a:pathLst>
                <a:path w="941" h="941" extrusionOk="0">
                  <a:moveTo>
                    <a:pt x="468" y="1"/>
                  </a:moveTo>
                  <a:cubicBezTo>
                    <a:pt x="210" y="1"/>
                    <a:pt x="1" y="211"/>
                    <a:pt x="1" y="473"/>
                  </a:cubicBezTo>
                  <a:cubicBezTo>
                    <a:pt x="1" y="731"/>
                    <a:pt x="210" y="941"/>
                    <a:pt x="468" y="941"/>
                  </a:cubicBezTo>
                  <a:cubicBezTo>
                    <a:pt x="731" y="941"/>
                    <a:pt x="940" y="731"/>
                    <a:pt x="940" y="473"/>
                  </a:cubicBezTo>
                  <a:cubicBezTo>
                    <a:pt x="940" y="211"/>
                    <a:pt x="731" y="1"/>
                    <a:pt x="4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6"/>
            <p:cNvSpPr/>
            <p:nvPr/>
          </p:nvSpPr>
          <p:spPr>
            <a:xfrm>
              <a:off x="5988347" y="1835302"/>
              <a:ext cx="75197" cy="75197"/>
            </a:xfrm>
            <a:custGeom>
              <a:avLst/>
              <a:gdLst/>
              <a:ahLst/>
              <a:cxnLst/>
              <a:rect l="l" t="t" r="r" b="b"/>
              <a:pathLst>
                <a:path w="1714" h="1714" extrusionOk="0">
                  <a:moveTo>
                    <a:pt x="857" y="57"/>
                  </a:moveTo>
                  <a:cubicBezTo>
                    <a:pt x="1299" y="57"/>
                    <a:pt x="1662" y="415"/>
                    <a:pt x="1662" y="857"/>
                  </a:cubicBezTo>
                  <a:cubicBezTo>
                    <a:pt x="1662" y="1299"/>
                    <a:pt x="1299" y="1661"/>
                    <a:pt x="857" y="1661"/>
                  </a:cubicBezTo>
                  <a:cubicBezTo>
                    <a:pt x="415" y="1661"/>
                    <a:pt x="57" y="1299"/>
                    <a:pt x="57" y="857"/>
                  </a:cubicBezTo>
                  <a:cubicBezTo>
                    <a:pt x="57" y="415"/>
                    <a:pt x="415" y="57"/>
                    <a:pt x="857" y="57"/>
                  </a:cubicBezTo>
                  <a:close/>
                  <a:moveTo>
                    <a:pt x="857" y="0"/>
                  </a:moveTo>
                  <a:cubicBezTo>
                    <a:pt x="385" y="0"/>
                    <a:pt x="0" y="385"/>
                    <a:pt x="0" y="857"/>
                  </a:cubicBezTo>
                  <a:cubicBezTo>
                    <a:pt x="0" y="1333"/>
                    <a:pt x="385" y="1714"/>
                    <a:pt x="857" y="1714"/>
                  </a:cubicBezTo>
                  <a:cubicBezTo>
                    <a:pt x="1329" y="1714"/>
                    <a:pt x="1714" y="1333"/>
                    <a:pt x="1714" y="857"/>
                  </a:cubicBezTo>
                  <a:cubicBezTo>
                    <a:pt x="1714" y="385"/>
                    <a:pt x="1329" y="0"/>
                    <a:pt x="857"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26"/>
          <p:cNvSpPr/>
          <p:nvPr/>
        </p:nvSpPr>
        <p:spPr>
          <a:xfrm>
            <a:off x="5989825" y="1384119"/>
            <a:ext cx="1241460" cy="348172"/>
          </a:xfrm>
          <a:custGeom>
            <a:avLst/>
            <a:gdLst/>
            <a:ahLst/>
            <a:cxnLst/>
            <a:rect l="l" t="t" r="r" b="b"/>
            <a:pathLst>
              <a:path w="28297" h="7936" extrusionOk="0">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 name="Google Shape;158;p26"/>
          <p:cNvGrpSpPr/>
          <p:nvPr/>
        </p:nvGrpSpPr>
        <p:grpSpPr>
          <a:xfrm>
            <a:off x="3551493" y="2697040"/>
            <a:ext cx="1286978" cy="391497"/>
            <a:chOff x="3551493" y="2562740"/>
            <a:chExt cx="1286978" cy="391497"/>
          </a:xfrm>
        </p:grpSpPr>
        <p:sp>
          <p:nvSpPr>
            <p:cNvPr id="159" name="Google Shape;159;p26"/>
            <p:cNvSpPr/>
            <p:nvPr/>
          </p:nvSpPr>
          <p:spPr>
            <a:xfrm>
              <a:off x="3597011" y="2562740"/>
              <a:ext cx="1241460" cy="348172"/>
            </a:xfrm>
            <a:custGeom>
              <a:avLst/>
              <a:gdLst/>
              <a:ahLst/>
              <a:cxnLst/>
              <a:rect l="l" t="t" r="r" b="b"/>
              <a:pathLst>
                <a:path w="28297" h="7936" extrusionOk="0">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6"/>
            <p:cNvSpPr/>
            <p:nvPr/>
          </p:nvSpPr>
          <p:spPr>
            <a:xfrm>
              <a:off x="3551493" y="2606065"/>
              <a:ext cx="1241460" cy="348172"/>
            </a:xfrm>
            <a:custGeom>
              <a:avLst/>
              <a:gdLst/>
              <a:ahLst/>
              <a:cxnLst/>
              <a:rect l="l" t="t" r="r" b="b"/>
              <a:pathLst>
                <a:path w="28297" h="7936" extrusionOk="0">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6"/>
            <p:cNvSpPr/>
            <p:nvPr/>
          </p:nvSpPr>
          <p:spPr>
            <a:xfrm>
              <a:off x="3714500" y="2671849"/>
              <a:ext cx="170313" cy="151404"/>
            </a:xfrm>
            <a:custGeom>
              <a:avLst/>
              <a:gdLst/>
              <a:ahLst/>
              <a:cxnLst/>
              <a:rect l="l" t="t" r="r" b="b"/>
              <a:pathLst>
                <a:path w="3882" h="3451" extrusionOk="0">
                  <a:moveTo>
                    <a:pt x="1942" y="1"/>
                  </a:moveTo>
                  <a:cubicBezTo>
                    <a:pt x="1436" y="1"/>
                    <a:pt x="935" y="222"/>
                    <a:pt x="595" y="646"/>
                  </a:cubicBezTo>
                  <a:cubicBezTo>
                    <a:pt x="1" y="1389"/>
                    <a:pt x="119" y="2473"/>
                    <a:pt x="862" y="3072"/>
                  </a:cubicBezTo>
                  <a:cubicBezTo>
                    <a:pt x="1180" y="3326"/>
                    <a:pt x="1561" y="3450"/>
                    <a:pt x="1940" y="3450"/>
                  </a:cubicBezTo>
                  <a:cubicBezTo>
                    <a:pt x="2445" y="3450"/>
                    <a:pt x="2945" y="3230"/>
                    <a:pt x="3288" y="2804"/>
                  </a:cubicBezTo>
                  <a:cubicBezTo>
                    <a:pt x="3881" y="2062"/>
                    <a:pt x="3764" y="974"/>
                    <a:pt x="3021" y="380"/>
                  </a:cubicBezTo>
                  <a:cubicBezTo>
                    <a:pt x="2703" y="125"/>
                    <a:pt x="2321" y="1"/>
                    <a:pt x="1942"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6"/>
            <p:cNvSpPr/>
            <p:nvPr/>
          </p:nvSpPr>
          <p:spPr>
            <a:xfrm>
              <a:off x="3756134" y="2721819"/>
              <a:ext cx="87087" cy="54928"/>
            </a:xfrm>
            <a:custGeom>
              <a:avLst/>
              <a:gdLst/>
              <a:ahLst/>
              <a:cxnLst/>
              <a:rect l="l" t="t" r="r" b="b"/>
              <a:pathLst>
                <a:path w="1985" h="1252" extrusionOk="0">
                  <a:moveTo>
                    <a:pt x="1959" y="0"/>
                  </a:moveTo>
                  <a:cubicBezTo>
                    <a:pt x="1912" y="0"/>
                    <a:pt x="1468" y="399"/>
                    <a:pt x="945" y="910"/>
                  </a:cubicBezTo>
                  <a:cubicBezTo>
                    <a:pt x="884" y="971"/>
                    <a:pt x="820" y="1032"/>
                    <a:pt x="760" y="1093"/>
                  </a:cubicBezTo>
                  <a:lnTo>
                    <a:pt x="760" y="1093"/>
                  </a:lnTo>
                  <a:cubicBezTo>
                    <a:pt x="365" y="708"/>
                    <a:pt x="61" y="432"/>
                    <a:pt x="25" y="432"/>
                  </a:cubicBezTo>
                  <a:cubicBezTo>
                    <a:pt x="23" y="432"/>
                    <a:pt x="22" y="432"/>
                    <a:pt x="22" y="433"/>
                  </a:cubicBezTo>
                  <a:cubicBezTo>
                    <a:pt x="1" y="451"/>
                    <a:pt x="302" y="783"/>
                    <a:pt x="721" y="1211"/>
                  </a:cubicBezTo>
                  <a:lnTo>
                    <a:pt x="761" y="1251"/>
                  </a:lnTo>
                  <a:lnTo>
                    <a:pt x="800" y="1211"/>
                  </a:lnTo>
                  <a:cubicBezTo>
                    <a:pt x="875" y="1141"/>
                    <a:pt x="949" y="1068"/>
                    <a:pt x="1028" y="993"/>
                  </a:cubicBezTo>
                  <a:cubicBezTo>
                    <a:pt x="1565" y="469"/>
                    <a:pt x="1984" y="23"/>
                    <a:pt x="1962" y="1"/>
                  </a:cubicBezTo>
                  <a:cubicBezTo>
                    <a:pt x="1962" y="0"/>
                    <a:pt x="1961" y="0"/>
                    <a:pt x="1959"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6"/>
            <p:cNvSpPr/>
            <p:nvPr/>
          </p:nvSpPr>
          <p:spPr>
            <a:xfrm>
              <a:off x="4012257" y="2708832"/>
              <a:ext cx="705031" cy="5001"/>
            </a:xfrm>
            <a:custGeom>
              <a:avLst/>
              <a:gdLst/>
              <a:ahLst/>
              <a:cxnLst/>
              <a:rect l="l" t="t" r="r" b="b"/>
              <a:pathLst>
                <a:path w="16070" h="114" extrusionOk="0">
                  <a:moveTo>
                    <a:pt x="8038" y="0"/>
                  </a:moveTo>
                  <a:cubicBezTo>
                    <a:pt x="3597" y="0"/>
                    <a:pt x="1" y="26"/>
                    <a:pt x="1" y="57"/>
                  </a:cubicBezTo>
                  <a:cubicBezTo>
                    <a:pt x="1" y="87"/>
                    <a:pt x="3597" y="113"/>
                    <a:pt x="8038" y="113"/>
                  </a:cubicBezTo>
                  <a:cubicBezTo>
                    <a:pt x="12473" y="113"/>
                    <a:pt x="16070" y="87"/>
                    <a:pt x="16070" y="57"/>
                  </a:cubicBezTo>
                  <a:cubicBezTo>
                    <a:pt x="16070" y="26"/>
                    <a:pt x="12473" y="0"/>
                    <a:pt x="8038"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6"/>
            <p:cNvSpPr/>
            <p:nvPr/>
          </p:nvSpPr>
          <p:spPr>
            <a:xfrm>
              <a:off x="4020505" y="2777623"/>
              <a:ext cx="407707" cy="5045"/>
            </a:xfrm>
            <a:custGeom>
              <a:avLst/>
              <a:gdLst/>
              <a:ahLst/>
              <a:cxnLst/>
              <a:rect l="l" t="t" r="r" b="b"/>
              <a:pathLst>
                <a:path w="9293" h="115" extrusionOk="0">
                  <a:moveTo>
                    <a:pt x="4647" y="0"/>
                  </a:moveTo>
                  <a:cubicBezTo>
                    <a:pt x="2081" y="0"/>
                    <a:pt x="0" y="26"/>
                    <a:pt x="0" y="58"/>
                  </a:cubicBezTo>
                  <a:cubicBezTo>
                    <a:pt x="0" y="88"/>
                    <a:pt x="2081" y="114"/>
                    <a:pt x="4647" y="114"/>
                  </a:cubicBezTo>
                  <a:cubicBezTo>
                    <a:pt x="7211" y="114"/>
                    <a:pt x="9292" y="88"/>
                    <a:pt x="9292" y="58"/>
                  </a:cubicBezTo>
                  <a:cubicBezTo>
                    <a:pt x="9292" y="26"/>
                    <a:pt x="7211" y="0"/>
                    <a:pt x="4647"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5" name="Google Shape;165;p26"/>
          <p:cNvSpPr txBox="1">
            <a:spLocks noGrp="1"/>
          </p:cNvSpPr>
          <p:nvPr>
            <p:ph type="subTitle" idx="1"/>
          </p:nvPr>
        </p:nvSpPr>
        <p:spPr>
          <a:xfrm>
            <a:off x="-108157" y="3954612"/>
            <a:ext cx="3326700" cy="32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2400" dirty="0">
                <a:latin typeface="SendUI"/>
              </a:rPr>
              <a:t>NHÓM: BÚN CHẢ</a:t>
            </a:r>
            <a:endParaRPr sz="2400" dirty="0">
              <a:latin typeface="SendUI"/>
            </a:endParaRPr>
          </a:p>
        </p:txBody>
      </p:sp>
      <p:sp>
        <p:nvSpPr>
          <p:cNvPr id="166" name="Google Shape;166;p26"/>
          <p:cNvSpPr txBox="1">
            <a:spLocks noGrp="1"/>
          </p:cNvSpPr>
          <p:nvPr>
            <p:ph type="ctrTitle"/>
          </p:nvPr>
        </p:nvSpPr>
        <p:spPr>
          <a:xfrm>
            <a:off x="1" y="22112"/>
            <a:ext cx="3577487" cy="294784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3400" dirty="0">
                <a:latin typeface="SenUI"/>
              </a:rPr>
              <a:t>DỰ </a:t>
            </a:r>
            <a:r>
              <a:rPr lang="vi-VN" sz="3400">
                <a:latin typeface="SenUI"/>
              </a:rPr>
              <a:t>ĐOÁN RỦI RO CỦA DOANH NGHIỆP TỪ CÁC KHOẢN VAY TRONG TƯƠNG LAI</a:t>
            </a:r>
            <a:endParaRPr lang="en-US" sz="3400" dirty="0">
              <a:latin typeface="SenUI"/>
            </a:endParaRPr>
          </a:p>
        </p:txBody>
      </p:sp>
      <p:grpSp>
        <p:nvGrpSpPr>
          <p:cNvPr id="167" name="Google Shape;167;p26"/>
          <p:cNvGrpSpPr/>
          <p:nvPr/>
        </p:nvGrpSpPr>
        <p:grpSpPr>
          <a:xfrm>
            <a:off x="5765433" y="3973585"/>
            <a:ext cx="203088" cy="412126"/>
            <a:chOff x="7764635" y="2404362"/>
            <a:chExt cx="353565" cy="717489"/>
          </a:xfrm>
        </p:grpSpPr>
        <p:sp>
          <p:nvSpPr>
            <p:cNvPr id="168" name="Google Shape;168;p26"/>
            <p:cNvSpPr/>
            <p:nvPr/>
          </p:nvSpPr>
          <p:spPr>
            <a:xfrm>
              <a:off x="7764635" y="2517069"/>
              <a:ext cx="238359" cy="604782"/>
            </a:xfrm>
            <a:custGeom>
              <a:avLst/>
              <a:gdLst/>
              <a:ahLst/>
              <a:cxnLst/>
              <a:rect l="l" t="t" r="r" b="b"/>
              <a:pathLst>
                <a:path w="5433" h="13785" extrusionOk="0">
                  <a:moveTo>
                    <a:pt x="1893" y="1"/>
                  </a:moveTo>
                  <a:lnTo>
                    <a:pt x="1875" y="9077"/>
                  </a:lnTo>
                  <a:lnTo>
                    <a:pt x="1" y="9073"/>
                  </a:lnTo>
                  <a:lnTo>
                    <a:pt x="1351" y="11429"/>
                  </a:lnTo>
                  <a:lnTo>
                    <a:pt x="2706" y="13784"/>
                  </a:lnTo>
                  <a:lnTo>
                    <a:pt x="4069" y="11433"/>
                  </a:lnTo>
                  <a:lnTo>
                    <a:pt x="5433" y="9081"/>
                  </a:lnTo>
                  <a:lnTo>
                    <a:pt x="3553" y="9081"/>
                  </a:lnTo>
                  <a:lnTo>
                    <a:pt x="357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6"/>
            <p:cNvSpPr/>
            <p:nvPr/>
          </p:nvSpPr>
          <p:spPr>
            <a:xfrm>
              <a:off x="7976141" y="2404362"/>
              <a:ext cx="142059" cy="360456"/>
            </a:xfrm>
            <a:custGeom>
              <a:avLst/>
              <a:gdLst/>
              <a:ahLst/>
              <a:cxnLst/>
              <a:rect l="l" t="t" r="r" b="b"/>
              <a:pathLst>
                <a:path w="3238" h="8216" extrusionOk="0">
                  <a:moveTo>
                    <a:pt x="1128" y="0"/>
                  </a:moveTo>
                  <a:lnTo>
                    <a:pt x="1118" y="5410"/>
                  </a:lnTo>
                  <a:lnTo>
                    <a:pt x="0" y="5410"/>
                  </a:lnTo>
                  <a:lnTo>
                    <a:pt x="804" y="6813"/>
                  </a:lnTo>
                  <a:lnTo>
                    <a:pt x="1612" y="8216"/>
                  </a:lnTo>
                  <a:lnTo>
                    <a:pt x="2425" y="6817"/>
                  </a:lnTo>
                  <a:lnTo>
                    <a:pt x="3238" y="5414"/>
                  </a:lnTo>
                  <a:lnTo>
                    <a:pt x="2120" y="5414"/>
                  </a:lnTo>
                  <a:lnTo>
                    <a:pt x="212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 name="Google Shape;170;p26"/>
          <p:cNvSpPr/>
          <p:nvPr/>
        </p:nvSpPr>
        <p:spPr>
          <a:xfrm>
            <a:off x="4577856" y="957875"/>
            <a:ext cx="238359" cy="604739"/>
          </a:xfrm>
          <a:custGeom>
            <a:avLst/>
            <a:gdLst/>
            <a:ahLst/>
            <a:cxnLst/>
            <a:rect l="l" t="t" r="r" b="b"/>
            <a:pathLst>
              <a:path w="5433" h="13784" extrusionOk="0">
                <a:moveTo>
                  <a:pt x="2728" y="0"/>
                </a:moveTo>
                <a:lnTo>
                  <a:pt x="1364" y="2351"/>
                </a:lnTo>
                <a:lnTo>
                  <a:pt x="1" y="4698"/>
                </a:lnTo>
                <a:lnTo>
                  <a:pt x="1880" y="4702"/>
                </a:lnTo>
                <a:lnTo>
                  <a:pt x="1863" y="13779"/>
                </a:lnTo>
                <a:lnTo>
                  <a:pt x="3537" y="13783"/>
                </a:lnTo>
                <a:lnTo>
                  <a:pt x="3554" y="4706"/>
                </a:lnTo>
                <a:lnTo>
                  <a:pt x="5433" y="4711"/>
                </a:lnTo>
                <a:lnTo>
                  <a:pt x="5433" y="4711"/>
                </a:lnTo>
                <a:lnTo>
                  <a:pt x="4079" y="2356"/>
                </a:lnTo>
                <a:lnTo>
                  <a:pt x="272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p:nvPr/>
        </p:nvSpPr>
        <p:spPr>
          <a:xfrm>
            <a:off x="4437554" y="1301654"/>
            <a:ext cx="144253" cy="365414"/>
          </a:xfrm>
          <a:custGeom>
            <a:avLst/>
            <a:gdLst/>
            <a:ahLst/>
            <a:cxnLst/>
            <a:rect l="l" t="t" r="r" b="b"/>
            <a:pathLst>
              <a:path w="3288" h="8329" extrusionOk="0">
                <a:moveTo>
                  <a:pt x="1648" y="0"/>
                </a:moveTo>
                <a:lnTo>
                  <a:pt x="827" y="1420"/>
                </a:lnTo>
                <a:lnTo>
                  <a:pt x="0" y="2840"/>
                </a:lnTo>
                <a:lnTo>
                  <a:pt x="1137" y="2840"/>
                </a:lnTo>
                <a:lnTo>
                  <a:pt x="1123" y="8329"/>
                </a:lnTo>
                <a:lnTo>
                  <a:pt x="2138" y="8329"/>
                </a:lnTo>
                <a:lnTo>
                  <a:pt x="2150" y="2845"/>
                </a:lnTo>
                <a:lnTo>
                  <a:pt x="3287" y="2845"/>
                </a:lnTo>
                <a:lnTo>
                  <a:pt x="2465" y="1420"/>
                </a:lnTo>
                <a:lnTo>
                  <a:pt x="164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 name="Google Shape;172;p26"/>
          <p:cNvGrpSpPr/>
          <p:nvPr/>
        </p:nvGrpSpPr>
        <p:grpSpPr>
          <a:xfrm>
            <a:off x="8071692" y="3374463"/>
            <a:ext cx="777728" cy="1334382"/>
            <a:chOff x="7825967" y="3240163"/>
            <a:chExt cx="777728" cy="1334382"/>
          </a:xfrm>
        </p:grpSpPr>
        <p:sp>
          <p:nvSpPr>
            <p:cNvPr id="173" name="Google Shape;173;p26"/>
            <p:cNvSpPr/>
            <p:nvPr/>
          </p:nvSpPr>
          <p:spPr>
            <a:xfrm>
              <a:off x="7825967" y="3240163"/>
              <a:ext cx="777728" cy="1015297"/>
            </a:xfrm>
            <a:custGeom>
              <a:avLst/>
              <a:gdLst/>
              <a:ahLst/>
              <a:cxnLst/>
              <a:rect l="l" t="t" r="r" b="b"/>
              <a:pathLst>
                <a:path w="17727" h="23142" extrusionOk="0">
                  <a:moveTo>
                    <a:pt x="15489" y="1"/>
                  </a:moveTo>
                  <a:cubicBezTo>
                    <a:pt x="15432" y="1"/>
                    <a:pt x="15375" y="3"/>
                    <a:pt x="15318" y="7"/>
                  </a:cubicBezTo>
                  <a:cubicBezTo>
                    <a:pt x="14405" y="82"/>
                    <a:pt x="13593" y="649"/>
                    <a:pt x="13011" y="1357"/>
                  </a:cubicBezTo>
                  <a:cubicBezTo>
                    <a:pt x="12429" y="2065"/>
                    <a:pt x="12046" y="2908"/>
                    <a:pt x="11647" y="3735"/>
                  </a:cubicBezTo>
                  <a:cubicBezTo>
                    <a:pt x="11250" y="4556"/>
                    <a:pt x="10822" y="5387"/>
                    <a:pt x="10179" y="6042"/>
                  </a:cubicBezTo>
                  <a:cubicBezTo>
                    <a:pt x="10021" y="6204"/>
                    <a:pt x="9812" y="6362"/>
                    <a:pt x="9595" y="6362"/>
                  </a:cubicBezTo>
                  <a:cubicBezTo>
                    <a:pt x="9560" y="6362"/>
                    <a:pt x="9524" y="6358"/>
                    <a:pt x="9489" y="6349"/>
                  </a:cubicBezTo>
                  <a:cubicBezTo>
                    <a:pt x="9235" y="6278"/>
                    <a:pt x="9104" y="5994"/>
                    <a:pt x="9077" y="5732"/>
                  </a:cubicBezTo>
                  <a:cubicBezTo>
                    <a:pt x="9056" y="5470"/>
                    <a:pt x="9099" y="5203"/>
                    <a:pt x="9043" y="4950"/>
                  </a:cubicBezTo>
                  <a:cubicBezTo>
                    <a:pt x="8926" y="4449"/>
                    <a:pt x="8401" y="4138"/>
                    <a:pt x="7885" y="4138"/>
                  </a:cubicBezTo>
                  <a:cubicBezTo>
                    <a:pt x="7767" y="4138"/>
                    <a:pt x="7648" y="4155"/>
                    <a:pt x="7536" y="4189"/>
                  </a:cubicBezTo>
                  <a:cubicBezTo>
                    <a:pt x="6933" y="4373"/>
                    <a:pt x="6508" y="4937"/>
                    <a:pt x="6324" y="5540"/>
                  </a:cubicBezTo>
                  <a:cubicBezTo>
                    <a:pt x="6141" y="6143"/>
                    <a:pt x="6159" y="6785"/>
                    <a:pt x="6176" y="7414"/>
                  </a:cubicBezTo>
                  <a:cubicBezTo>
                    <a:pt x="6211" y="8590"/>
                    <a:pt x="6251" y="9762"/>
                    <a:pt x="6285" y="10937"/>
                  </a:cubicBezTo>
                  <a:cubicBezTo>
                    <a:pt x="6303" y="11567"/>
                    <a:pt x="6259" y="12322"/>
                    <a:pt x="5713" y="12636"/>
                  </a:cubicBezTo>
                  <a:cubicBezTo>
                    <a:pt x="5557" y="12727"/>
                    <a:pt x="5385" y="12764"/>
                    <a:pt x="5207" y="12764"/>
                  </a:cubicBezTo>
                  <a:cubicBezTo>
                    <a:pt x="4931" y="12764"/>
                    <a:pt x="4643" y="12674"/>
                    <a:pt x="4393" y="12554"/>
                  </a:cubicBezTo>
                  <a:cubicBezTo>
                    <a:pt x="3760" y="12248"/>
                    <a:pt x="3222" y="11763"/>
                    <a:pt x="2850" y="11168"/>
                  </a:cubicBezTo>
                  <a:cubicBezTo>
                    <a:pt x="2575" y="10722"/>
                    <a:pt x="2352" y="10181"/>
                    <a:pt x="1872" y="9971"/>
                  </a:cubicBezTo>
                  <a:cubicBezTo>
                    <a:pt x="1749" y="9918"/>
                    <a:pt x="1620" y="9893"/>
                    <a:pt x="1491" y="9893"/>
                  </a:cubicBezTo>
                  <a:cubicBezTo>
                    <a:pt x="1011" y="9893"/>
                    <a:pt x="525" y="10234"/>
                    <a:pt x="293" y="10679"/>
                  </a:cubicBezTo>
                  <a:cubicBezTo>
                    <a:pt x="1" y="11238"/>
                    <a:pt x="89" y="11908"/>
                    <a:pt x="84" y="12541"/>
                  </a:cubicBezTo>
                  <a:cubicBezTo>
                    <a:pt x="45" y="16339"/>
                    <a:pt x="897" y="20543"/>
                    <a:pt x="4253" y="22737"/>
                  </a:cubicBezTo>
                  <a:cubicBezTo>
                    <a:pt x="5087" y="23016"/>
                    <a:pt x="5896" y="23142"/>
                    <a:pt x="6699" y="23142"/>
                  </a:cubicBezTo>
                  <a:cubicBezTo>
                    <a:pt x="7856" y="23142"/>
                    <a:pt x="9000" y="22880"/>
                    <a:pt x="10192" y="22439"/>
                  </a:cubicBezTo>
                  <a:cubicBezTo>
                    <a:pt x="12207" y="21696"/>
                    <a:pt x="13976" y="20341"/>
                    <a:pt x="15340" y="18681"/>
                  </a:cubicBezTo>
                  <a:cubicBezTo>
                    <a:pt x="15733" y="18205"/>
                    <a:pt x="16100" y="17689"/>
                    <a:pt x="16271" y="17099"/>
                  </a:cubicBezTo>
                  <a:cubicBezTo>
                    <a:pt x="16441" y="16509"/>
                    <a:pt x="16393" y="15827"/>
                    <a:pt x="16013" y="15342"/>
                  </a:cubicBezTo>
                  <a:cubicBezTo>
                    <a:pt x="15660" y="14896"/>
                    <a:pt x="15103" y="14708"/>
                    <a:pt x="14524" y="14708"/>
                  </a:cubicBezTo>
                  <a:cubicBezTo>
                    <a:pt x="14152" y="14708"/>
                    <a:pt x="13771" y="14786"/>
                    <a:pt x="13430" y="14923"/>
                  </a:cubicBezTo>
                  <a:cubicBezTo>
                    <a:pt x="12963" y="15111"/>
                    <a:pt x="12530" y="15381"/>
                    <a:pt x="12040" y="15486"/>
                  </a:cubicBezTo>
                  <a:cubicBezTo>
                    <a:pt x="11936" y="15508"/>
                    <a:pt x="11828" y="15519"/>
                    <a:pt x="11719" y="15519"/>
                  </a:cubicBezTo>
                  <a:cubicBezTo>
                    <a:pt x="11316" y="15519"/>
                    <a:pt x="10910" y="15366"/>
                    <a:pt x="10721" y="15018"/>
                  </a:cubicBezTo>
                  <a:cubicBezTo>
                    <a:pt x="10481" y="14582"/>
                    <a:pt x="10695" y="14009"/>
                    <a:pt x="11066" y="13673"/>
                  </a:cubicBezTo>
                  <a:cubicBezTo>
                    <a:pt x="11437" y="13340"/>
                    <a:pt x="11927" y="13179"/>
                    <a:pt x="12395" y="12999"/>
                  </a:cubicBezTo>
                  <a:cubicBezTo>
                    <a:pt x="13692" y="12493"/>
                    <a:pt x="14904" y="11767"/>
                    <a:pt x="15957" y="10853"/>
                  </a:cubicBezTo>
                  <a:cubicBezTo>
                    <a:pt x="16481" y="10399"/>
                    <a:pt x="17010" y="9713"/>
                    <a:pt x="16734" y="9076"/>
                  </a:cubicBezTo>
                  <a:cubicBezTo>
                    <a:pt x="16534" y="8616"/>
                    <a:pt x="15987" y="8411"/>
                    <a:pt x="15489" y="8362"/>
                  </a:cubicBezTo>
                  <a:cubicBezTo>
                    <a:pt x="14991" y="8319"/>
                    <a:pt x="14475" y="8380"/>
                    <a:pt x="13994" y="8237"/>
                  </a:cubicBezTo>
                  <a:cubicBezTo>
                    <a:pt x="13575" y="8105"/>
                    <a:pt x="13159" y="7699"/>
                    <a:pt x="13286" y="7275"/>
                  </a:cubicBezTo>
                  <a:cubicBezTo>
                    <a:pt x="13361" y="7043"/>
                    <a:pt x="13575" y="6881"/>
                    <a:pt x="13771" y="6737"/>
                  </a:cubicBezTo>
                  <a:cubicBezTo>
                    <a:pt x="14868" y="5929"/>
                    <a:pt x="15848" y="4963"/>
                    <a:pt x="16669" y="3874"/>
                  </a:cubicBezTo>
                  <a:cubicBezTo>
                    <a:pt x="17224" y="3144"/>
                    <a:pt x="17726" y="2232"/>
                    <a:pt x="17473" y="1349"/>
                  </a:cubicBezTo>
                  <a:cubicBezTo>
                    <a:pt x="17235" y="521"/>
                    <a:pt x="16351" y="1"/>
                    <a:pt x="15489"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p:nvPr/>
          </p:nvSpPr>
          <p:spPr>
            <a:xfrm>
              <a:off x="8008869" y="3262319"/>
              <a:ext cx="542308" cy="1312226"/>
            </a:xfrm>
            <a:custGeom>
              <a:avLst/>
              <a:gdLst/>
              <a:ahLst/>
              <a:cxnLst/>
              <a:rect l="l" t="t" r="r" b="b"/>
              <a:pathLst>
                <a:path w="12361" h="29910" extrusionOk="0">
                  <a:moveTo>
                    <a:pt x="12360" y="1"/>
                  </a:moveTo>
                  <a:lnTo>
                    <a:pt x="12360" y="1"/>
                  </a:lnTo>
                  <a:cubicBezTo>
                    <a:pt x="12360" y="1"/>
                    <a:pt x="12334" y="17"/>
                    <a:pt x="12290" y="53"/>
                  </a:cubicBezTo>
                  <a:cubicBezTo>
                    <a:pt x="12246" y="92"/>
                    <a:pt x="12181" y="148"/>
                    <a:pt x="12098" y="219"/>
                  </a:cubicBezTo>
                  <a:cubicBezTo>
                    <a:pt x="11931" y="364"/>
                    <a:pt x="11687" y="577"/>
                    <a:pt x="11377" y="866"/>
                  </a:cubicBezTo>
                  <a:cubicBezTo>
                    <a:pt x="10761" y="1443"/>
                    <a:pt x="9900" y="2316"/>
                    <a:pt x="8973" y="3505"/>
                  </a:cubicBezTo>
                  <a:cubicBezTo>
                    <a:pt x="8506" y="4099"/>
                    <a:pt x="8024" y="4773"/>
                    <a:pt x="7522" y="5503"/>
                  </a:cubicBezTo>
                  <a:cubicBezTo>
                    <a:pt x="7020" y="6232"/>
                    <a:pt x="6491" y="7018"/>
                    <a:pt x="5962" y="7867"/>
                  </a:cubicBezTo>
                  <a:cubicBezTo>
                    <a:pt x="5438" y="8714"/>
                    <a:pt x="4914" y="9619"/>
                    <a:pt x="4446" y="10602"/>
                  </a:cubicBezTo>
                  <a:cubicBezTo>
                    <a:pt x="4210" y="11092"/>
                    <a:pt x="4000" y="11603"/>
                    <a:pt x="3790" y="12123"/>
                  </a:cubicBezTo>
                  <a:cubicBezTo>
                    <a:pt x="3576" y="12643"/>
                    <a:pt x="3367" y="13168"/>
                    <a:pt x="3147" y="13700"/>
                  </a:cubicBezTo>
                  <a:cubicBezTo>
                    <a:pt x="2292" y="15838"/>
                    <a:pt x="1544" y="17905"/>
                    <a:pt x="1028" y="19832"/>
                  </a:cubicBezTo>
                  <a:cubicBezTo>
                    <a:pt x="503" y="21760"/>
                    <a:pt x="211" y="23543"/>
                    <a:pt x="110" y="25046"/>
                  </a:cubicBezTo>
                  <a:cubicBezTo>
                    <a:pt x="1" y="26553"/>
                    <a:pt x="75" y="27777"/>
                    <a:pt x="172" y="28616"/>
                  </a:cubicBezTo>
                  <a:cubicBezTo>
                    <a:pt x="267" y="29455"/>
                    <a:pt x="372" y="29909"/>
                    <a:pt x="372" y="29909"/>
                  </a:cubicBezTo>
                  <a:cubicBezTo>
                    <a:pt x="372" y="29909"/>
                    <a:pt x="372" y="29879"/>
                    <a:pt x="364" y="29822"/>
                  </a:cubicBezTo>
                  <a:cubicBezTo>
                    <a:pt x="355" y="29761"/>
                    <a:pt x="346" y="29683"/>
                    <a:pt x="329" y="29574"/>
                  </a:cubicBezTo>
                  <a:cubicBezTo>
                    <a:pt x="294" y="29354"/>
                    <a:pt x="251" y="29031"/>
                    <a:pt x="206" y="28612"/>
                  </a:cubicBezTo>
                  <a:cubicBezTo>
                    <a:pt x="124" y="27773"/>
                    <a:pt x="63" y="26553"/>
                    <a:pt x="176" y="25050"/>
                  </a:cubicBezTo>
                  <a:cubicBezTo>
                    <a:pt x="289" y="23551"/>
                    <a:pt x="587" y="21777"/>
                    <a:pt x="1112" y="19854"/>
                  </a:cubicBezTo>
                  <a:cubicBezTo>
                    <a:pt x="1636" y="17932"/>
                    <a:pt x="2383" y="15873"/>
                    <a:pt x="3236" y="13736"/>
                  </a:cubicBezTo>
                  <a:cubicBezTo>
                    <a:pt x="3454" y="13202"/>
                    <a:pt x="3668" y="12678"/>
                    <a:pt x="3877" y="12158"/>
                  </a:cubicBezTo>
                  <a:cubicBezTo>
                    <a:pt x="4087" y="11638"/>
                    <a:pt x="4293" y="11131"/>
                    <a:pt x="4529" y="10642"/>
                  </a:cubicBezTo>
                  <a:cubicBezTo>
                    <a:pt x="4992" y="9667"/>
                    <a:pt x="5517" y="8758"/>
                    <a:pt x="6041" y="7910"/>
                  </a:cubicBezTo>
                  <a:cubicBezTo>
                    <a:pt x="6560" y="7067"/>
                    <a:pt x="7090" y="6280"/>
                    <a:pt x="7588" y="5546"/>
                  </a:cubicBezTo>
                  <a:cubicBezTo>
                    <a:pt x="8086" y="4816"/>
                    <a:pt x="8567" y="4144"/>
                    <a:pt x="9025" y="3549"/>
                  </a:cubicBezTo>
                  <a:cubicBezTo>
                    <a:pt x="9943" y="2351"/>
                    <a:pt x="10795" y="1477"/>
                    <a:pt x="11403" y="892"/>
                  </a:cubicBezTo>
                  <a:cubicBezTo>
                    <a:pt x="11705" y="604"/>
                    <a:pt x="11949" y="380"/>
                    <a:pt x="12111" y="232"/>
                  </a:cubicBezTo>
                  <a:cubicBezTo>
                    <a:pt x="12194" y="158"/>
                    <a:pt x="12255" y="101"/>
                    <a:pt x="12298" y="61"/>
                  </a:cubicBezTo>
                  <a:cubicBezTo>
                    <a:pt x="12338" y="23"/>
                    <a:pt x="12360" y="1"/>
                    <a:pt x="12360"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6"/>
            <p:cNvSpPr/>
            <p:nvPr/>
          </p:nvSpPr>
          <p:spPr>
            <a:xfrm>
              <a:off x="8156322" y="3423942"/>
              <a:ext cx="48962" cy="303159"/>
            </a:xfrm>
            <a:custGeom>
              <a:avLst/>
              <a:gdLst/>
              <a:ahLst/>
              <a:cxnLst/>
              <a:rect l="l" t="t" r="r" b="b"/>
              <a:pathLst>
                <a:path w="1116" h="6910" extrusionOk="0">
                  <a:moveTo>
                    <a:pt x="6" y="0"/>
                  </a:moveTo>
                  <a:cubicBezTo>
                    <a:pt x="0" y="0"/>
                    <a:pt x="14" y="97"/>
                    <a:pt x="53" y="272"/>
                  </a:cubicBezTo>
                  <a:cubicBezTo>
                    <a:pt x="88" y="446"/>
                    <a:pt x="137" y="695"/>
                    <a:pt x="198" y="1006"/>
                  </a:cubicBezTo>
                  <a:cubicBezTo>
                    <a:pt x="311" y="1630"/>
                    <a:pt x="442" y="2491"/>
                    <a:pt x="565" y="3453"/>
                  </a:cubicBezTo>
                  <a:cubicBezTo>
                    <a:pt x="692" y="4409"/>
                    <a:pt x="805" y="5275"/>
                    <a:pt x="910" y="5900"/>
                  </a:cubicBezTo>
                  <a:cubicBezTo>
                    <a:pt x="962" y="6214"/>
                    <a:pt x="1006" y="6468"/>
                    <a:pt x="1041" y="6638"/>
                  </a:cubicBezTo>
                  <a:cubicBezTo>
                    <a:pt x="1075" y="6813"/>
                    <a:pt x="1102" y="6910"/>
                    <a:pt x="1107" y="6910"/>
                  </a:cubicBezTo>
                  <a:cubicBezTo>
                    <a:pt x="1115" y="6906"/>
                    <a:pt x="1102" y="6809"/>
                    <a:pt x="1081" y="6634"/>
                  </a:cubicBezTo>
                  <a:cubicBezTo>
                    <a:pt x="1054" y="6442"/>
                    <a:pt x="1019" y="6192"/>
                    <a:pt x="976" y="5891"/>
                  </a:cubicBezTo>
                  <a:cubicBezTo>
                    <a:pt x="892" y="5248"/>
                    <a:pt x="783" y="4388"/>
                    <a:pt x="661" y="3439"/>
                  </a:cubicBezTo>
                  <a:cubicBezTo>
                    <a:pt x="538" y="2479"/>
                    <a:pt x="394" y="1613"/>
                    <a:pt x="263" y="992"/>
                  </a:cubicBezTo>
                  <a:cubicBezTo>
                    <a:pt x="198" y="682"/>
                    <a:pt x="137" y="433"/>
                    <a:pt x="88" y="262"/>
                  </a:cubicBezTo>
                  <a:cubicBezTo>
                    <a:pt x="40" y="92"/>
                    <a:pt x="10" y="0"/>
                    <a:pt x="6"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6"/>
            <p:cNvSpPr/>
            <p:nvPr/>
          </p:nvSpPr>
          <p:spPr>
            <a:xfrm>
              <a:off x="8204844" y="3651900"/>
              <a:ext cx="358394" cy="75197"/>
            </a:xfrm>
            <a:custGeom>
              <a:avLst/>
              <a:gdLst/>
              <a:ahLst/>
              <a:cxnLst/>
              <a:rect l="l" t="t" r="r" b="b"/>
              <a:pathLst>
                <a:path w="8169" h="1714" extrusionOk="0">
                  <a:moveTo>
                    <a:pt x="8085" y="0"/>
                  </a:moveTo>
                  <a:cubicBezTo>
                    <a:pt x="8019" y="0"/>
                    <a:pt x="7936" y="5"/>
                    <a:pt x="7841" y="9"/>
                  </a:cubicBezTo>
                  <a:cubicBezTo>
                    <a:pt x="7631" y="18"/>
                    <a:pt x="7325" y="40"/>
                    <a:pt x="6944" y="84"/>
                  </a:cubicBezTo>
                  <a:cubicBezTo>
                    <a:pt x="6193" y="163"/>
                    <a:pt x="5157" y="324"/>
                    <a:pt x="4025" y="560"/>
                  </a:cubicBezTo>
                  <a:cubicBezTo>
                    <a:pt x="2894" y="800"/>
                    <a:pt x="1879" y="1075"/>
                    <a:pt x="1159" y="1303"/>
                  </a:cubicBezTo>
                  <a:cubicBezTo>
                    <a:pt x="796" y="1412"/>
                    <a:pt x="503" y="1517"/>
                    <a:pt x="306" y="1587"/>
                  </a:cubicBezTo>
                  <a:cubicBezTo>
                    <a:pt x="215" y="1622"/>
                    <a:pt x="140" y="1652"/>
                    <a:pt x="80" y="1674"/>
                  </a:cubicBezTo>
                  <a:cubicBezTo>
                    <a:pt x="27" y="1696"/>
                    <a:pt x="1" y="1710"/>
                    <a:pt x="1" y="1714"/>
                  </a:cubicBezTo>
                  <a:cubicBezTo>
                    <a:pt x="1" y="1714"/>
                    <a:pt x="31" y="1710"/>
                    <a:pt x="84" y="1696"/>
                  </a:cubicBezTo>
                  <a:cubicBezTo>
                    <a:pt x="149" y="1674"/>
                    <a:pt x="227" y="1652"/>
                    <a:pt x="320" y="1622"/>
                  </a:cubicBezTo>
                  <a:cubicBezTo>
                    <a:pt x="520" y="1561"/>
                    <a:pt x="814" y="1468"/>
                    <a:pt x="1176" y="1369"/>
                  </a:cubicBezTo>
                  <a:cubicBezTo>
                    <a:pt x="1901" y="1154"/>
                    <a:pt x="2916" y="892"/>
                    <a:pt x="4043" y="651"/>
                  </a:cubicBezTo>
                  <a:cubicBezTo>
                    <a:pt x="5175" y="415"/>
                    <a:pt x="6206" y="245"/>
                    <a:pt x="6954" y="149"/>
                  </a:cubicBezTo>
                  <a:cubicBezTo>
                    <a:pt x="7329" y="97"/>
                    <a:pt x="7635" y="66"/>
                    <a:pt x="7845" y="44"/>
                  </a:cubicBezTo>
                  <a:cubicBezTo>
                    <a:pt x="7941" y="36"/>
                    <a:pt x="8019" y="26"/>
                    <a:pt x="8085" y="18"/>
                  </a:cubicBezTo>
                  <a:cubicBezTo>
                    <a:pt x="8142" y="14"/>
                    <a:pt x="8168" y="5"/>
                    <a:pt x="8168" y="5"/>
                  </a:cubicBezTo>
                  <a:cubicBezTo>
                    <a:pt x="8168" y="0"/>
                    <a:pt x="8142" y="0"/>
                    <a:pt x="8085"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6"/>
            <p:cNvSpPr/>
            <p:nvPr/>
          </p:nvSpPr>
          <p:spPr>
            <a:xfrm>
              <a:off x="7865277" y="3676029"/>
              <a:ext cx="192556" cy="449649"/>
            </a:xfrm>
            <a:custGeom>
              <a:avLst/>
              <a:gdLst/>
              <a:ahLst/>
              <a:cxnLst/>
              <a:rect l="l" t="t" r="r" b="b"/>
              <a:pathLst>
                <a:path w="4389" h="10249" extrusionOk="0">
                  <a:moveTo>
                    <a:pt x="1" y="1"/>
                  </a:moveTo>
                  <a:cubicBezTo>
                    <a:pt x="1" y="6"/>
                    <a:pt x="14" y="41"/>
                    <a:pt x="40" y="111"/>
                  </a:cubicBezTo>
                  <a:cubicBezTo>
                    <a:pt x="75" y="184"/>
                    <a:pt x="119" y="285"/>
                    <a:pt x="171" y="408"/>
                  </a:cubicBezTo>
                  <a:cubicBezTo>
                    <a:pt x="289" y="678"/>
                    <a:pt x="452" y="1045"/>
                    <a:pt x="648" y="1501"/>
                  </a:cubicBezTo>
                  <a:cubicBezTo>
                    <a:pt x="1049" y="2427"/>
                    <a:pt x="1574" y="3716"/>
                    <a:pt x="2151" y="5145"/>
                  </a:cubicBezTo>
                  <a:cubicBezTo>
                    <a:pt x="2723" y="6570"/>
                    <a:pt x="3261" y="7859"/>
                    <a:pt x="3677" y="8776"/>
                  </a:cubicBezTo>
                  <a:cubicBezTo>
                    <a:pt x="3886" y="9236"/>
                    <a:pt x="4061" y="9607"/>
                    <a:pt x="4183" y="9860"/>
                  </a:cubicBezTo>
                  <a:cubicBezTo>
                    <a:pt x="4244" y="9978"/>
                    <a:pt x="4292" y="10075"/>
                    <a:pt x="4332" y="10148"/>
                  </a:cubicBezTo>
                  <a:cubicBezTo>
                    <a:pt x="4367" y="10214"/>
                    <a:pt x="4385" y="10249"/>
                    <a:pt x="4389" y="10249"/>
                  </a:cubicBezTo>
                  <a:cubicBezTo>
                    <a:pt x="4389" y="10245"/>
                    <a:pt x="4375" y="10210"/>
                    <a:pt x="4349" y="10140"/>
                  </a:cubicBezTo>
                  <a:cubicBezTo>
                    <a:pt x="4314" y="10065"/>
                    <a:pt x="4270" y="9965"/>
                    <a:pt x="4218" y="9843"/>
                  </a:cubicBezTo>
                  <a:cubicBezTo>
                    <a:pt x="4100" y="9571"/>
                    <a:pt x="3939" y="9204"/>
                    <a:pt x="3738" y="8750"/>
                  </a:cubicBezTo>
                  <a:cubicBezTo>
                    <a:pt x="3340" y="7824"/>
                    <a:pt x="2811" y="6535"/>
                    <a:pt x="2239" y="5110"/>
                  </a:cubicBezTo>
                  <a:cubicBezTo>
                    <a:pt x="1666" y="3681"/>
                    <a:pt x="1128" y="2392"/>
                    <a:pt x="708" y="1474"/>
                  </a:cubicBezTo>
                  <a:cubicBezTo>
                    <a:pt x="504" y="1015"/>
                    <a:pt x="329" y="644"/>
                    <a:pt x="206" y="390"/>
                  </a:cubicBezTo>
                  <a:cubicBezTo>
                    <a:pt x="145" y="272"/>
                    <a:pt x="97" y="176"/>
                    <a:pt x="58" y="101"/>
                  </a:cubicBezTo>
                  <a:cubicBezTo>
                    <a:pt x="23" y="36"/>
                    <a:pt x="6" y="1"/>
                    <a:pt x="1"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6"/>
            <p:cNvSpPr/>
            <p:nvPr/>
          </p:nvSpPr>
          <p:spPr>
            <a:xfrm>
              <a:off x="8057610" y="3961942"/>
              <a:ext cx="474920" cy="163732"/>
            </a:xfrm>
            <a:custGeom>
              <a:avLst/>
              <a:gdLst/>
              <a:ahLst/>
              <a:cxnLst/>
              <a:rect l="l" t="t" r="r" b="b"/>
              <a:pathLst>
                <a:path w="10825" h="3732" extrusionOk="0">
                  <a:moveTo>
                    <a:pt x="10825" y="0"/>
                  </a:moveTo>
                  <a:cubicBezTo>
                    <a:pt x="10820" y="0"/>
                    <a:pt x="10782" y="8"/>
                    <a:pt x="10707" y="26"/>
                  </a:cubicBezTo>
                  <a:cubicBezTo>
                    <a:pt x="10628" y="53"/>
                    <a:pt x="10519" y="83"/>
                    <a:pt x="10388" y="123"/>
                  </a:cubicBezTo>
                  <a:cubicBezTo>
                    <a:pt x="10112" y="206"/>
                    <a:pt x="9711" y="333"/>
                    <a:pt x="9217" y="490"/>
                  </a:cubicBezTo>
                  <a:cubicBezTo>
                    <a:pt x="8234" y="813"/>
                    <a:pt x="6883" y="1285"/>
                    <a:pt x="5397" y="1822"/>
                  </a:cubicBezTo>
                  <a:cubicBezTo>
                    <a:pt x="3912" y="2360"/>
                    <a:pt x="2565" y="2840"/>
                    <a:pt x="1586" y="3177"/>
                  </a:cubicBezTo>
                  <a:cubicBezTo>
                    <a:pt x="1106" y="3343"/>
                    <a:pt x="713" y="3479"/>
                    <a:pt x="424" y="3575"/>
                  </a:cubicBezTo>
                  <a:cubicBezTo>
                    <a:pt x="297" y="3623"/>
                    <a:pt x="193" y="3657"/>
                    <a:pt x="110" y="3684"/>
                  </a:cubicBezTo>
                  <a:cubicBezTo>
                    <a:pt x="39" y="3710"/>
                    <a:pt x="1" y="3728"/>
                    <a:pt x="5" y="3732"/>
                  </a:cubicBezTo>
                  <a:cubicBezTo>
                    <a:pt x="5" y="3732"/>
                    <a:pt x="44" y="3723"/>
                    <a:pt x="118" y="3706"/>
                  </a:cubicBezTo>
                  <a:cubicBezTo>
                    <a:pt x="201" y="3679"/>
                    <a:pt x="306" y="3649"/>
                    <a:pt x="437" y="3610"/>
                  </a:cubicBezTo>
                  <a:cubicBezTo>
                    <a:pt x="717" y="3532"/>
                    <a:pt x="1114" y="3405"/>
                    <a:pt x="1608" y="3243"/>
                  </a:cubicBezTo>
                  <a:cubicBezTo>
                    <a:pt x="2591" y="2919"/>
                    <a:pt x="3942" y="2447"/>
                    <a:pt x="5428" y="1910"/>
                  </a:cubicBezTo>
                  <a:cubicBezTo>
                    <a:pt x="6913" y="1372"/>
                    <a:pt x="8260" y="892"/>
                    <a:pt x="9239" y="555"/>
                  </a:cubicBezTo>
                  <a:cubicBezTo>
                    <a:pt x="9723" y="389"/>
                    <a:pt x="10117" y="254"/>
                    <a:pt x="10401" y="157"/>
                  </a:cubicBezTo>
                  <a:cubicBezTo>
                    <a:pt x="10528" y="113"/>
                    <a:pt x="10633" y="75"/>
                    <a:pt x="10716" y="48"/>
                  </a:cubicBezTo>
                  <a:cubicBezTo>
                    <a:pt x="10786" y="22"/>
                    <a:pt x="10825" y="4"/>
                    <a:pt x="10825"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 name="Google Shape;179;p26"/>
          <p:cNvSpPr/>
          <p:nvPr/>
        </p:nvSpPr>
        <p:spPr>
          <a:xfrm>
            <a:off x="3503875" y="4691494"/>
            <a:ext cx="5958719" cy="5089"/>
          </a:xfrm>
          <a:custGeom>
            <a:avLst/>
            <a:gdLst/>
            <a:ahLst/>
            <a:cxnLst/>
            <a:rect l="l" t="t" r="r" b="b"/>
            <a:pathLst>
              <a:path w="135819" h="116" extrusionOk="0">
                <a:moveTo>
                  <a:pt x="67912" y="1"/>
                </a:moveTo>
                <a:cubicBezTo>
                  <a:pt x="30398" y="1"/>
                  <a:pt x="0" y="27"/>
                  <a:pt x="0" y="59"/>
                </a:cubicBezTo>
                <a:cubicBezTo>
                  <a:pt x="0" y="89"/>
                  <a:pt x="30398" y="115"/>
                  <a:pt x="67912" y="115"/>
                </a:cubicBezTo>
                <a:cubicBezTo>
                  <a:pt x="105412" y="115"/>
                  <a:pt x="135819" y="89"/>
                  <a:pt x="135819" y="59"/>
                </a:cubicBezTo>
                <a:cubicBezTo>
                  <a:pt x="135819" y="27"/>
                  <a:pt x="105412" y="1"/>
                  <a:pt x="67912"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 name="Google Shape;180;p26"/>
          <p:cNvGrpSpPr/>
          <p:nvPr/>
        </p:nvGrpSpPr>
        <p:grpSpPr>
          <a:xfrm>
            <a:off x="3929256" y="3919614"/>
            <a:ext cx="576962" cy="773332"/>
            <a:chOff x="3429656" y="3785314"/>
            <a:chExt cx="576962" cy="773332"/>
          </a:xfrm>
        </p:grpSpPr>
        <p:sp>
          <p:nvSpPr>
            <p:cNvPr id="181" name="Google Shape;181;p26"/>
            <p:cNvSpPr/>
            <p:nvPr/>
          </p:nvSpPr>
          <p:spPr>
            <a:xfrm>
              <a:off x="3429656" y="4237325"/>
              <a:ext cx="230725" cy="140304"/>
            </a:xfrm>
            <a:custGeom>
              <a:avLst/>
              <a:gdLst/>
              <a:ahLst/>
              <a:cxnLst/>
              <a:rect l="l" t="t" r="r" b="b"/>
              <a:pathLst>
                <a:path w="5259" h="3198" extrusionOk="0">
                  <a:moveTo>
                    <a:pt x="2536" y="0"/>
                  </a:moveTo>
                  <a:cubicBezTo>
                    <a:pt x="2246" y="0"/>
                    <a:pt x="1955" y="26"/>
                    <a:pt x="1670" y="73"/>
                  </a:cubicBezTo>
                  <a:cubicBezTo>
                    <a:pt x="1198" y="151"/>
                    <a:pt x="704" y="291"/>
                    <a:pt x="381" y="645"/>
                  </a:cubicBezTo>
                  <a:cubicBezTo>
                    <a:pt x="63" y="1004"/>
                    <a:pt x="1" y="1628"/>
                    <a:pt x="368" y="1930"/>
                  </a:cubicBezTo>
                  <a:cubicBezTo>
                    <a:pt x="577" y="2103"/>
                    <a:pt x="860" y="2136"/>
                    <a:pt x="1128" y="2136"/>
                  </a:cubicBezTo>
                  <a:cubicBezTo>
                    <a:pt x="1146" y="2136"/>
                    <a:pt x="1163" y="2136"/>
                    <a:pt x="1181" y="2136"/>
                  </a:cubicBezTo>
                  <a:cubicBezTo>
                    <a:pt x="1442" y="2134"/>
                    <a:pt x="1713" y="2116"/>
                    <a:pt x="1979" y="2116"/>
                  </a:cubicBezTo>
                  <a:cubicBezTo>
                    <a:pt x="2417" y="2116"/>
                    <a:pt x="2840" y="2166"/>
                    <a:pt x="3183" y="2424"/>
                  </a:cubicBezTo>
                  <a:cubicBezTo>
                    <a:pt x="3497" y="2660"/>
                    <a:pt x="3707" y="3054"/>
                    <a:pt x="4083" y="3167"/>
                  </a:cubicBezTo>
                  <a:cubicBezTo>
                    <a:pt x="4150" y="3188"/>
                    <a:pt x="4219" y="3197"/>
                    <a:pt x="4288" y="3197"/>
                  </a:cubicBezTo>
                  <a:cubicBezTo>
                    <a:pt x="4595" y="3197"/>
                    <a:pt x="4900" y="3005"/>
                    <a:pt x="5057" y="2735"/>
                  </a:cubicBezTo>
                  <a:cubicBezTo>
                    <a:pt x="5254" y="2402"/>
                    <a:pt x="5258" y="1987"/>
                    <a:pt x="5166" y="1616"/>
                  </a:cubicBezTo>
                  <a:cubicBezTo>
                    <a:pt x="5166" y="1616"/>
                    <a:pt x="5075" y="803"/>
                    <a:pt x="4275" y="387"/>
                  </a:cubicBezTo>
                  <a:cubicBezTo>
                    <a:pt x="3740" y="113"/>
                    <a:pt x="3140" y="0"/>
                    <a:pt x="2536"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6"/>
            <p:cNvSpPr/>
            <p:nvPr/>
          </p:nvSpPr>
          <p:spPr>
            <a:xfrm>
              <a:off x="3554866" y="3785314"/>
              <a:ext cx="162065" cy="334616"/>
            </a:xfrm>
            <a:custGeom>
              <a:avLst/>
              <a:gdLst/>
              <a:ahLst/>
              <a:cxnLst/>
              <a:rect l="l" t="t" r="r" b="b"/>
              <a:pathLst>
                <a:path w="3694" h="7627" extrusionOk="0">
                  <a:moveTo>
                    <a:pt x="1509" y="1"/>
                  </a:moveTo>
                  <a:cubicBezTo>
                    <a:pt x="1180" y="1"/>
                    <a:pt x="849" y="163"/>
                    <a:pt x="621" y="408"/>
                  </a:cubicBezTo>
                  <a:cubicBezTo>
                    <a:pt x="337" y="709"/>
                    <a:pt x="184" y="1111"/>
                    <a:pt x="97" y="1517"/>
                  </a:cubicBezTo>
                  <a:cubicBezTo>
                    <a:pt x="31" y="1846"/>
                    <a:pt x="0" y="2177"/>
                    <a:pt x="0" y="2509"/>
                  </a:cubicBezTo>
                  <a:cubicBezTo>
                    <a:pt x="0" y="3550"/>
                    <a:pt x="293" y="4599"/>
                    <a:pt x="582" y="5608"/>
                  </a:cubicBezTo>
                  <a:cubicBezTo>
                    <a:pt x="753" y="6194"/>
                    <a:pt x="936" y="6806"/>
                    <a:pt x="1373" y="7229"/>
                  </a:cubicBezTo>
                  <a:cubicBezTo>
                    <a:pt x="1609" y="7457"/>
                    <a:pt x="1993" y="7627"/>
                    <a:pt x="2374" y="7627"/>
                  </a:cubicBezTo>
                  <a:cubicBezTo>
                    <a:pt x="2697" y="7627"/>
                    <a:pt x="3012" y="7505"/>
                    <a:pt x="3235" y="7185"/>
                  </a:cubicBezTo>
                  <a:cubicBezTo>
                    <a:pt x="3611" y="6640"/>
                    <a:pt x="3693" y="5944"/>
                    <a:pt x="3693" y="5281"/>
                  </a:cubicBezTo>
                  <a:lnTo>
                    <a:pt x="3693" y="5250"/>
                  </a:lnTo>
                  <a:cubicBezTo>
                    <a:pt x="3689" y="3808"/>
                    <a:pt x="3357" y="2366"/>
                    <a:pt x="2727" y="1063"/>
                  </a:cubicBezTo>
                  <a:cubicBezTo>
                    <a:pt x="2518" y="622"/>
                    <a:pt x="2221" y="158"/>
                    <a:pt x="1745" y="32"/>
                  </a:cubicBezTo>
                  <a:cubicBezTo>
                    <a:pt x="1666" y="10"/>
                    <a:pt x="1587" y="1"/>
                    <a:pt x="1509"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3727853" y="3883016"/>
              <a:ext cx="278766" cy="276572"/>
            </a:xfrm>
            <a:custGeom>
              <a:avLst/>
              <a:gdLst/>
              <a:ahLst/>
              <a:cxnLst/>
              <a:rect l="l" t="t" r="r" b="b"/>
              <a:pathLst>
                <a:path w="6354" h="6304" extrusionOk="0">
                  <a:moveTo>
                    <a:pt x="5006" y="0"/>
                  </a:moveTo>
                  <a:cubicBezTo>
                    <a:pt x="4686" y="0"/>
                    <a:pt x="4367" y="87"/>
                    <a:pt x="4064" y="195"/>
                  </a:cubicBezTo>
                  <a:cubicBezTo>
                    <a:pt x="3159" y="514"/>
                    <a:pt x="2320" y="1008"/>
                    <a:pt x="1604" y="1646"/>
                  </a:cubicBezTo>
                  <a:cubicBezTo>
                    <a:pt x="996" y="2188"/>
                    <a:pt x="467" y="2852"/>
                    <a:pt x="231" y="3635"/>
                  </a:cubicBezTo>
                  <a:cubicBezTo>
                    <a:pt x="0" y="4417"/>
                    <a:pt x="95" y="5331"/>
                    <a:pt x="624" y="5955"/>
                  </a:cubicBezTo>
                  <a:lnTo>
                    <a:pt x="555" y="5863"/>
                  </a:lnTo>
                  <a:lnTo>
                    <a:pt x="555" y="5863"/>
                  </a:lnTo>
                  <a:cubicBezTo>
                    <a:pt x="787" y="6167"/>
                    <a:pt x="1151" y="6303"/>
                    <a:pt x="1565" y="6303"/>
                  </a:cubicBezTo>
                  <a:cubicBezTo>
                    <a:pt x="1845" y="6303"/>
                    <a:pt x="2148" y="6241"/>
                    <a:pt x="2447" y="6126"/>
                  </a:cubicBezTo>
                  <a:cubicBezTo>
                    <a:pt x="3185" y="5846"/>
                    <a:pt x="3740" y="5230"/>
                    <a:pt x="4222" y="4605"/>
                  </a:cubicBezTo>
                  <a:cubicBezTo>
                    <a:pt x="4825" y="3831"/>
                    <a:pt x="5366" y="3009"/>
                    <a:pt x="5838" y="2148"/>
                  </a:cubicBezTo>
                  <a:cubicBezTo>
                    <a:pt x="6104" y="1660"/>
                    <a:pt x="6354" y="1061"/>
                    <a:pt x="6096" y="567"/>
                  </a:cubicBezTo>
                  <a:cubicBezTo>
                    <a:pt x="5921" y="234"/>
                    <a:pt x="5541" y="42"/>
                    <a:pt x="5166" y="8"/>
                  </a:cubicBezTo>
                  <a:cubicBezTo>
                    <a:pt x="5112" y="3"/>
                    <a:pt x="5059" y="0"/>
                    <a:pt x="5006"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3539555" y="4279398"/>
              <a:ext cx="159169" cy="279248"/>
            </a:xfrm>
            <a:custGeom>
              <a:avLst/>
              <a:gdLst/>
              <a:ahLst/>
              <a:cxnLst/>
              <a:rect l="l" t="t" r="r" b="b"/>
              <a:pathLst>
                <a:path w="3628" h="6365" extrusionOk="0">
                  <a:moveTo>
                    <a:pt x="125" y="1"/>
                  </a:moveTo>
                  <a:cubicBezTo>
                    <a:pt x="44" y="1"/>
                    <a:pt x="0" y="4"/>
                    <a:pt x="0" y="9"/>
                  </a:cubicBezTo>
                  <a:cubicBezTo>
                    <a:pt x="0" y="19"/>
                    <a:pt x="114" y="36"/>
                    <a:pt x="315" y="54"/>
                  </a:cubicBezTo>
                  <a:cubicBezTo>
                    <a:pt x="511" y="84"/>
                    <a:pt x="799" y="145"/>
                    <a:pt x="1124" y="307"/>
                  </a:cubicBezTo>
                  <a:cubicBezTo>
                    <a:pt x="1442" y="459"/>
                    <a:pt x="1787" y="731"/>
                    <a:pt x="2080" y="1102"/>
                  </a:cubicBezTo>
                  <a:cubicBezTo>
                    <a:pt x="2378" y="1474"/>
                    <a:pt x="2631" y="1937"/>
                    <a:pt x="2840" y="2448"/>
                  </a:cubicBezTo>
                  <a:cubicBezTo>
                    <a:pt x="3042" y="2960"/>
                    <a:pt x="3199" y="3466"/>
                    <a:pt x="3300" y="3934"/>
                  </a:cubicBezTo>
                  <a:cubicBezTo>
                    <a:pt x="3395" y="4402"/>
                    <a:pt x="3453" y="4830"/>
                    <a:pt x="3492" y="5193"/>
                  </a:cubicBezTo>
                  <a:cubicBezTo>
                    <a:pt x="3522" y="5534"/>
                    <a:pt x="3553" y="5822"/>
                    <a:pt x="3575" y="6050"/>
                  </a:cubicBezTo>
                  <a:cubicBezTo>
                    <a:pt x="3592" y="6254"/>
                    <a:pt x="3610" y="6364"/>
                    <a:pt x="3619" y="6364"/>
                  </a:cubicBezTo>
                  <a:cubicBezTo>
                    <a:pt x="3627" y="6364"/>
                    <a:pt x="3627" y="6250"/>
                    <a:pt x="3623" y="6044"/>
                  </a:cubicBezTo>
                  <a:cubicBezTo>
                    <a:pt x="3619" y="5844"/>
                    <a:pt x="3610" y="5546"/>
                    <a:pt x="3584" y="5184"/>
                  </a:cubicBezTo>
                  <a:cubicBezTo>
                    <a:pt x="3553" y="4822"/>
                    <a:pt x="3510" y="4384"/>
                    <a:pt x="3413" y="3908"/>
                  </a:cubicBezTo>
                  <a:cubicBezTo>
                    <a:pt x="3317" y="3432"/>
                    <a:pt x="3165" y="2920"/>
                    <a:pt x="2959" y="2400"/>
                  </a:cubicBezTo>
                  <a:cubicBezTo>
                    <a:pt x="2749" y="1881"/>
                    <a:pt x="2487" y="1409"/>
                    <a:pt x="2172" y="1028"/>
                  </a:cubicBezTo>
                  <a:cubicBezTo>
                    <a:pt x="1866" y="648"/>
                    <a:pt x="1503" y="372"/>
                    <a:pt x="1162" y="223"/>
                  </a:cubicBezTo>
                  <a:cubicBezTo>
                    <a:pt x="826" y="71"/>
                    <a:pt x="525" y="19"/>
                    <a:pt x="319" y="5"/>
                  </a:cubicBezTo>
                  <a:cubicBezTo>
                    <a:pt x="241" y="2"/>
                    <a:pt x="176" y="1"/>
                    <a:pt x="125"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3625017" y="3907278"/>
              <a:ext cx="73881" cy="622375"/>
            </a:xfrm>
            <a:custGeom>
              <a:avLst/>
              <a:gdLst/>
              <a:ahLst/>
              <a:cxnLst/>
              <a:rect l="l" t="t" r="r" b="b"/>
              <a:pathLst>
                <a:path w="1684" h="14186" extrusionOk="0">
                  <a:moveTo>
                    <a:pt x="5" y="0"/>
                  </a:moveTo>
                  <a:lnTo>
                    <a:pt x="5" y="0"/>
                  </a:lnTo>
                  <a:cubicBezTo>
                    <a:pt x="1" y="0"/>
                    <a:pt x="10" y="53"/>
                    <a:pt x="31" y="145"/>
                  </a:cubicBezTo>
                  <a:cubicBezTo>
                    <a:pt x="53" y="250"/>
                    <a:pt x="89" y="385"/>
                    <a:pt x="128" y="551"/>
                  </a:cubicBezTo>
                  <a:cubicBezTo>
                    <a:pt x="172" y="726"/>
                    <a:pt x="220" y="940"/>
                    <a:pt x="277" y="1194"/>
                  </a:cubicBezTo>
                  <a:cubicBezTo>
                    <a:pt x="338" y="1442"/>
                    <a:pt x="398" y="1731"/>
                    <a:pt x="460" y="2045"/>
                  </a:cubicBezTo>
                  <a:cubicBezTo>
                    <a:pt x="723" y="3313"/>
                    <a:pt x="1011" y="5083"/>
                    <a:pt x="1225" y="7045"/>
                  </a:cubicBezTo>
                  <a:cubicBezTo>
                    <a:pt x="1443" y="9007"/>
                    <a:pt x="1552" y="10795"/>
                    <a:pt x="1584" y="12088"/>
                  </a:cubicBezTo>
                  <a:cubicBezTo>
                    <a:pt x="1605" y="12735"/>
                    <a:pt x="1605" y="13259"/>
                    <a:pt x="1605" y="13622"/>
                  </a:cubicBezTo>
                  <a:cubicBezTo>
                    <a:pt x="1605" y="13792"/>
                    <a:pt x="1600" y="13933"/>
                    <a:pt x="1600" y="14042"/>
                  </a:cubicBezTo>
                  <a:cubicBezTo>
                    <a:pt x="1605" y="14133"/>
                    <a:pt x="1605" y="14186"/>
                    <a:pt x="1610" y="14186"/>
                  </a:cubicBezTo>
                  <a:cubicBezTo>
                    <a:pt x="1614" y="14186"/>
                    <a:pt x="1622" y="14138"/>
                    <a:pt x="1627" y="14042"/>
                  </a:cubicBezTo>
                  <a:cubicBezTo>
                    <a:pt x="1636" y="13933"/>
                    <a:pt x="1644" y="13792"/>
                    <a:pt x="1653" y="13622"/>
                  </a:cubicBezTo>
                  <a:cubicBezTo>
                    <a:pt x="1671" y="13264"/>
                    <a:pt x="1683" y="12735"/>
                    <a:pt x="1675" y="12088"/>
                  </a:cubicBezTo>
                  <a:cubicBezTo>
                    <a:pt x="1667" y="10791"/>
                    <a:pt x="1570" y="8999"/>
                    <a:pt x="1356" y="7033"/>
                  </a:cubicBezTo>
                  <a:cubicBezTo>
                    <a:pt x="1138" y="5061"/>
                    <a:pt x="836" y="3296"/>
                    <a:pt x="552" y="2029"/>
                  </a:cubicBezTo>
                  <a:cubicBezTo>
                    <a:pt x="482" y="1710"/>
                    <a:pt x="412" y="1425"/>
                    <a:pt x="346" y="1176"/>
                  </a:cubicBezTo>
                  <a:cubicBezTo>
                    <a:pt x="285" y="927"/>
                    <a:pt x="229" y="713"/>
                    <a:pt x="176" y="538"/>
                  </a:cubicBezTo>
                  <a:cubicBezTo>
                    <a:pt x="128" y="377"/>
                    <a:pt x="89" y="241"/>
                    <a:pt x="53" y="136"/>
                  </a:cubicBezTo>
                  <a:cubicBezTo>
                    <a:pt x="27" y="48"/>
                    <a:pt x="10" y="0"/>
                    <a:pt x="5"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3694861" y="3953650"/>
              <a:ext cx="204183" cy="424379"/>
            </a:xfrm>
            <a:custGeom>
              <a:avLst/>
              <a:gdLst/>
              <a:ahLst/>
              <a:cxnLst/>
              <a:rect l="l" t="t" r="r" b="b"/>
              <a:pathLst>
                <a:path w="4654" h="9673" extrusionOk="0">
                  <a:moveTo>
                    <a:pt x="4631" y="1"/>
                  </a:moveTo>
                  <a:cubicBezTo>
                    <a:pt x="4614" y="1"/>
                    <a:pt x="4485" y="84"/>
                    <a:pt x="4266" y="237"/>
                  </a:cubicBezTo>
                  <a:cubicBezTo>
                    <a:pt x="4204" y="276"/>
                    <a:pt x="4143" y="320"/>
                    <a:pt x="4073" y="368"/>
                  </a:cubicBezTo>
                  <a:cubicBezTo>
                    <a:pt x="4003" y="421"/>
                    <a:pt x="3937" y="486"/>
                    <a:pt x="3859" y="548"/>
                  </a:cubicBezTo>
                  <a:cubicBezTo>
                    <a:pt x="3715" y="683"/>
                    <a:pt x="3526" y="818"/>
                    <a:pt x="3365" y="1010"/>
                  </a:cubicBezTo>
                  <a:cubicBezTo>
                    <a:pt x="2657" y="1728"/>
                    <a:pt x="1848" y="2886"/>
                    <a:pt x="1250" y="4302"/>
                  </a:cubicBezTo>
                  <a:cubicBezTo>
                    <a:pt x="944" y="5005"/>
                    <a:pt x="704" y="5695"/>
                    <a:pt x="529" y="6337"/>
                  </a:cubicBezTo>
                  <a:cubicBezTo>
                    <a:pt x="345" y="6976"/>
                    <a:pt x="232" y="7561"/>
                    <a:pt x="149" y="8055"/>
                  </a:cubicBezTo>
                  <a:cubicBezTo>
                    <a:pt x="70" y="8554"/>
                    <a:pt x="30" y="8955"/>
                    <a:pt x="13" y="9240"/>
                  </a:cubicBezTo>
                  <a:cubicBezTo>
                    <a:pt x="4" y="9520"/>
                    <a:pt x="0" y="9673"/>
                    <a:pt x="8" y="9673"/>
                  </a:cubicBezTo>
                  <a:cubicBezTo>
                    <a:pt x="18" y="9673"/>
                    <a:pt x="39" y="9520"/>
                    <a:pt x="65" y="9244"/>
                  </a:cubicBezTo>
                  <a:cubicBezTo>
                    <a:pt x="97" y="8965"/>
                    <a:pt x="149" y="8562"/>
                    <a:pt x="236" y="8073"/>
                  </a:cubicBezTo>
                  <a:cubicBezTo>
                    <a:pt x="333" y="7583"/>
                    <a:pt x="458" y="7002"/>
                    <a:pt x="647" y="6369"/>
                  </a:cubicBezTo>
                  <a:cubicBezTo>
                    <a:pt x="825" y="5734"/>
                    <a:pt x="1067" y="5048"/>
                    <a:pt x="1368" y="4354"/>
                  </a:cubicBezTo>
                  <a:cubicBezTo>
                    <a:pt x="1962" y="2946"/>
                    <a:pt x="2749" y="1797"/>
                    <a:pt x="3431" y="1076"/>
                  </a:cubicBezTo>
                  <a:cubicBezTo>
                    <a:pt x="4113" y="346"/>
                    <a:pt x="4654" y="28"/>
                    <a:pt x="4633" y="1"/>
                  </a:cubicBezTo>
                  <a:cubicBezTo>
                    <a:pt x="4632" y="1"/>
                    <a:pt x="4632" y="1"/>
                    <a:pt x="4631"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7" name="Google Shape;187;p26"/>
          <p:cNvSpPr/>
          <p:nvPr/>
        </p:nvSpPr>
        <p:spPr>
          <a:xfrm>
            <a:off x="6241693" y="1996627"/>
            <a:ext cx="21498" cy="21322"/>
          </a:xfrm>
          <a:custGeom>
            <a:avLst/>
            <a:gdLst/>
            <a:ahLst/>
            <a:cxnLst/>
            <a:rect l="l" t="t" r="r" b="b"/>
            <a:pathLst>
              <a:path w="490" h="486" extrusionOk="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7105967" y="2325226"/>
            <a:ext cx="21541" cy="21541"/>
          </a:xfrm>
          <a:custGeom>
            <a:avLst/>
            <a:gdLst/>
            <a:ahLst/>
            <a:cxnLst/>
            <a:rect l="l" t="t" r="r" b="b"/>
            <a:pathLst>
              <a:path w="491" h="491" extrusionOk="0">
                <a:moveTo>
                  <a:pt x="245" y="1"/>
                </a:moveTo>
                <a:cubicBezTo>
                  <a:pt x="110" y="1"/>
                  <a:pt x="1" y="111"/>
                  <a:pt x="1" y="246"/>
                </a:cubicBezTo>
                <a:cubicBezTo>
                  <a:pt x="1" y="381"/>
                  <a:pt x="110" y="490"/>
                  <a:pt x="245" y="490"/>
                </a:cubicBezTo>
                <a:cubicBezTo>
                  <a:pt x="381" y="490"/>
                  <a:pt x="491" y="381"/>
                  <a:pt x="491" y="246"/>
                </a:cubicBezTo>
                <a:cubicBezTo>
                  <a:pt x="491" y="111"/>
                  <a:pt x="381" y="1"/>
                  <a:pt x="2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6948775" y="3888553"/>
            <a:ext cx="69055" cy="15619"/>
          </a:xfrm>
          <a:custGeom>
            <a:avLst/>
            <a:gdLst/>
            <a:ahLst/>
            <a:cxnLst/>
            <a:rect l="l" t="t" r="r" b="b"/>
            <a:pathLst>
              <a:path w="1574" h="356" extrusionOk="0">
                <a:moveTo>
                  <a:pt x="0" y="1"/>
                </a:moveTo>
                <a:lnTo>
                  <a:pt x="0" y="355"/>
                </a:lnTo>
                <a:lnTo>
                  <a:pt x="1573" y="355"/>
                </a:lnTo>
                <a:lnTo>
                  <a:pt x="1573"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7189192" y="3888553"/>
            <a:ext cx="69231" cy="15619"/>
          </a:xfrm>
          <a:custGeom>
            <a:avLst/>
            <a:gdLst/>
            <a:ahLst/>
            <a:cxnLst/>
            <a:rect l="l" t="t" r="r" b="b"/>
            <a:pathLst>
              <a:path w="1578" h="356" extrusionOk="0">
                <a:moveTo>
                  <a:pt x="0" y="1"/>
                </a:moveTo>
                <a:lnTo>
                  <a:pt x="0" y="355"/>
                </a:lnTo>
                <a:lnTo>
                  <a:pt x="1578" y="355"/>
                </a:lnTo>
                <a:lnTo>
                  <a:pt x="157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7429785" y="3888553"/>
            <a:ext cx="69275" cy="15619"/>
          </a:xfrm>
          <a:custGeom>
            <a:avLst/>
            <a:gdLst/>
            <a:ahLst/>
            <a:cxnLst/>
            <a:rect l="l" t="t" r="r" b="b"/>
            <a:pathLst>
              <a:path w="1579" h="356" extrusionOk="0">
                <a:moveTo>
                  <a:pt x="1" y="1"/>
                </a:moveTo>
                <a:lnTo>
                  <a:pt x="1" y="355"/>
                </a:lnTo>
                <a:lnTo>
                  <a:pt x="1579" y="355"/>
                </a:lnTo>
                <a:lnTo>
                  <a:pt x="1579"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7670422" y="3888553"/>
            <a:ext cx="69275" cy="15619"/>
          </a:xfrm>
          <a:custGeom>
            <a:avLst/>
            <a:gdLst/>
            <a:ahLst/>
            <a:cxnLst/>
            <a:rect l="l" t="t" r="r" b="b"/>
            <a:pathLst>
              <a:path w="1579" h="356" extrusionOk="0">
                <a:moveTo>
                  <a:pt x="1" y="1"/>
                </a:moveTo>
                <a:lnTo>
                  <a:pt x="1" y="355"/>
                </a:lnTo>
                <a:lnTo>
                  <a:pt x="1578" y="355"/>
                </a:lnTo>
                <a:lnTo>
                  <a:pt x="1578"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7103072" y="3160632"/>
            <a:ext cx="24437" cy="23384"/>
          </a:xfrm>
          <a:custGeom>
            <a:avLst/>
            <a:gdLst/>
            <a:ahLst/>
            <a:cxnLst/>
            <a:rect l="l" t="t" r="r" b="b"/>
            <a:pathLst>
              <a:path w="557" h="533" extrusionOk="0">
                <a:moveTo>
                  <a:pt x="277" y="0"/>
                </a:moveTo>
                <a:cubicBezTo>
                  <a:pt x="124" y="0"/>
                  <a:pt x="1" y="118"/>
                  <a:pt x="1" y="267"/>
                </a:cubicBezTo>
                <a:cubicBezTo>
                  <a:pt x="1" y="414"/>
                  <a:pt x="124" y="533"/>
                  <a:pt x="277" y="533"/>
                </a:cubicBezTo>
                <a:cubicBezTo>
                  <a:pt x="434" y="533"/>
                  <a:pt x="557" y="414"/>
                  <a:pt x="557" y="267"/>
                </a:cubicBezTo>
                <a:cubicBezTo>
                  <a:pt x="557" y="118"/>
                  <a:pt x="434" y="0"/>
                  <a:pt x="277"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6276325" y="2796625"/>
            <a:ext cx="1613430" cy="1461858"/>
          </a:xfrm>
          <a:custGeom>
            <a:avLst/>
            <a:gdLst/>
            <a:ahLst/>
            <a:cxnLst/>
            <a:rect l="l" t="t" r="r" b="b"/>
            <a:pathLst>
              <a:path w="35998" h="15301" extrusionOk="0">
                <a:moveTo>
                  <a:pt x="888" y="1"/>
                </a:moveTo>
                <a:cubicBezTo>
                  <a:pt x="398" y="1"/>
                  <a:pt x="1" y="398"/>
                  <a:pt x="1" y="887"/>
                </a:cubicBezTo>
                <a:lnTo>
                  <a:pt x="1" y="14413"/>
                </a:lnTo>
                <a:cubicBezTo>
                  <a:pt x="1" y="14903"/>
                  <a:pt x="398" y="15300"/>
                  <a:pt x="888" y="15300"/>
                </a:cubicBezTo>
                <a:lnTo>
                  <a:pt x="35110" y="15300"/>
                </a:lnTo>
                <a:cubicBezTo>
                  <a:pt x="35600" y="15300"/>
                  <a:pt x="35998" y="14903"/>
                  <a:pt x="35998" y="14413"/>
                </a:cubicBezTo>
                <a:lnTo>
                  <a:pt x="35998" y="887"/>
                </a:lnTo>
                <a:cubicBezTo>
                  <a:pt x="35998" y="398"/>
                  <a:pt x="35600" y="1"/>
                  <a:pt x="35110"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7388589" y="3109215"/>
            <a:ext cx="24393" cy="23603"/>
          </a:xfrm>
          <a:custGeom>
            <a:avLst/>
            <a:gdLst/>
            <a:ahLst/>
            <a:cxnLst/>
            <a:rect l="l" t="t" r="r" b="b"/>
            <a:pathLst>
              <a:path w="556" h="538" extrusionOk="0">
                <a:moveTo>
                  <a:pt x="276" y="1"/>
                </a:moveTo>
                <a:cubicBezTo>
                  <a:pt x="122" y="1"/>
                  <a:pt x="1" y="123"/>
                  <a:pt x="1" y="267"/>
                </a:cubicBezTo>
                <a:cubicBezTo>
                  <a:pt x="1" y="416"/>
                  <a:pt x="122" y="538"/>
                  <a:pt x="276" y="538"/>
                </a:cubicBezTo>
                <a:cubicBezTo>
                  <a:pt x="429" y="538"/>
                  <a:pt x="556" y="416"/>
                  <a:pt x="556" y="267"/>
                </a:cubicBezTo>
                <a:cubicBezTo>
                  <a:pt x="556" y="123"/>
                  <a:pt x="429" y="1"/>
                  <a:pt x="27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 name="Google Shape;196;p26"/>
          <p:cNvGrpSpPr/>
          <p:nvPr/>
        </p:nvGrpSpPr>
        <p:grpSpPr>
          <a:xfrm>
            <a:off x="6345231" y="2886609"/>
            <a:ext cx="1407691" cy="1286147"/>
            <a:chOff x="6117656" y="2752309"/>
            <a:chExt cx="1407691" cy="1286147"/>
          </a:xfrm>
        </p:grpSpPr>
        <p:sp>
          <p:nvSpPr>
            <p:cNvPr id="197" name="Google Shape;197;p26"/>
            <p:cNvSpPr/>
            <p:nvPr/>
          </p:nvSpPr>
          <p:spPr>
            <a:xfrm>
              <a:off x="6117656" y="3670896"/>
              <a:ext cx="54095" cy="15750"/>
            </a:xfrm>
            <a:custGeom>
              <a:avLst/>
              <a:gdLst/>
              <a:ahLst/>
              <a:cxnLst/>
              <a:rect l="l" t="t" r="r" b="b"/>
              <a:pathLst>
                <a:path w="1233" h="359" extrusionOk="0">
                  <a:moveTo>
                    <a:pt x="1" y="0"/>
                  </a:moveTo>
                  <a:lnTo>
                    <a:pt x="1" y="359"/>
                  </a:lnTo>
                  <a:lnTo>
                    <a:pt x="1233" y="359"/>
                  </a:lnTo>
                  <a:lnTo>
                    <a:pt x="1233"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6239970" y="3754253"/>
              <a:ext cx="69055" cy="15619"/>
            </a:xfrm>
            <a:custGeom>
              <a:avLst/>
              <a:gdLst/>
              <a:ahLst/>
              <a:cxnLst/>
              <a:rect l="l" t="t" r="r" b="b"/>
              <a:pathLst>
                <a:path w="1574" h="356" extrusionOk="0">
                  <a:moveTo>
                    <a:pt x="0" y="1"/>
                  </a:moveTo>
                  <a:lnTo>
                    <a:pt x="0" y="355"/>
                  </a:lnTo>
                  <a:lnTo>
                    <a:pt x="1574" y="355"/>
                  </a:lnTo>
                  <a:lnTo>
                    <a:pt x="1574"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6480563" y="3754253"/>
              <a:ext cx="69055" cy="15619"/>
            </a:xfrm>
            <a:custGeom>
              <a:avLst/>
              <a:gdLst/>
              <a:ahLst/>
              <a:cxnLst/>
              <a:rect l="l" t="t" r="r" b="b"/>
              <a:pathLst>
                <a:path w="1574" h="356" extrusionOk="0">
                  <a:moveTo>
                    <a:pt x="1" y="1"/>
                  </a:moveTo>
                  <a:lnTo>
                    <a:pt x="1" y="355"/>
                  </a:lnTo>
                  <a:lnTo>
                    <a:pt x="1574" y="355"/>
                  </a:lnTo>
                  <a:lnTo>
                    <a:pt x="1574"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6117656" y="3463032"/>
              <a:ext cx="54095" cy="15619"/>
            </a:xfrm>
            <a:custGeom>
              <a:avLst/>
              <a:gdLst/>
              <a:ahLst/>
              <a:cxnLst/>
              <a:rect l="l" t="t" r="r" b="b"/>
              <a:pathLst>
                <a:path w="1233" h="356" extrusionOk="0">
                  <a:moveTo>
                    <a:pt x="1" y="1"/>
                  </a:moveTo>
                  <a:lnTo>
                    <a:pt x="1" y="355"/>
                  </a:lnTo>
                  <a:lnTo>
                    <a:pt x="1233" y="355"/>
                  </a:lnTo>
                  <a:lnTo>
                    <a:pt x="1233"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6117656" y="3071564"/>
              <a:ext cx="54095" cy="15531"/>
            </a:xfrm>
            <a:custGeom>
              <a:avLst/>
              <a:gdLst/>
              <a:ahLst/>
              <a:cxnLst/>
              <a:rect l="l" t="t" r="r" b="b"/>
              <a:pathLst>
                <a:path w="1233" h="354" extrusionOk="0">
                  <a:moveTo>
                    <a:pt x="1" y="0"/>
                  </a:moveTo>
                  <a:lnTo>
                    <a:pt x="1" y="354"/>
                  </a:lnTo>
                  <a:lnTo>
                    <a:pt x="1233" y="354"/>
                  </a:lnTo>
                  <a:lnTo>
                    <a:pt x="1233"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6117656" y="2874843"/>
              <a:ext cx="54095" cy="15531"/>
            </a:xfrm>
            <a:custGeom>
              <a:avLst/>
              <a:gdLst/>
              <a:ahLst/>
              <a:cxnLst/>
              <a:rect l="l" t="t" r="r" b="b"/>
              <a:pathLst>
                <a:path w="1233" h="354" extrusionOk="0">
                  <a:moveTo>
                    <a:pt x="1" y="0"/>
                  </a:moveTo>
                  <a:lnTo>
                    <a:pt x="1" y="354"/>
                  </a:lnTo>
                  <a:lnTo>
                    <a:pt x="1233" y="354"/>
                  </a:lnTo>
                  <a:lnTo>
                    <a:pt x="1233"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6120332" y="3267276"/>
              <a:ext cx="54095" cy="15619"/>
            </a:xfrm>
            <a:custGeom>
              <a:avLst/>
              <a:gdLst/>
              <a:ahLst/>
              <a:cxnLst/>
              <a:rect l="l" t="t" r="r" b="b"/>
              <a:pathLst>
                <a:path w="1233" h="356" extrusionOk="0">
                  <a:moveTo>
                    <a:pt x="0" y="1"/>
                  </a:moveTo>
                  <a:lnTo>
                    <a:pt x="0" y="355"/>
                  </a:lnTo>
                  <a:lnTo>
                    <a:pt x="1233" y="355"/>
                  </a:lnTo>
                  <a:lnTo>
                    <a:pt x="1233"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6197415" y="2752309"/>
              <a:ext cx="1312797" cy="936853"/>
            </a:xfrm>
            <a:custGeom>
              <a:avLst/>
              <a:gdLst/>
              <a:ahLst/>
              <a:cxnLst/>
              <a:rect l="l" t="t" r="r" b="b"/>
              <a:pathLst>
                <a:path w="29923" h="21354" extrusionOk="0">
                  <a:moveTo>
                    <a:pt x="57" y="0"/>
                  </a:moveTo>
                  <a:cubicBezTo>
                    <a:pt x="57" y="0"/>
                    <a:pt x="53" y="36"/>
                    <a:pt x="53" y="105"/>
                  </a:cubicBezTo>
                  <a:cubicBezTo>
                    <a:pt x="48" y="180"/>
                    <a:pt x="48" y="285"/>
                    <a:pt x="48" y="420"/>
                  </a:cubicBezTo>
                  <a:cubicBezTo>
                    <a:pt x="44" y="700"/>
                    <a:pt x="39" y="1102"/>
                    <a:pt x="35" y="1626"/>
                  </a:cubicBezTo>
                  <a:cubicBezTo>
                    <a:pt x="31" y="2680"/>
                    <a:pt x="26" y="4209"/>
                    <a:pt x="18" y="6110"/>
                  </a:cubicBezTo>
                  <a:cubicBezTo>
                    <a:pt x="13" y="9925"/>
                    <a:pt x="9" y="15248"/>
                    <a:pt x="0" y="21297"/>
                  </a:cubicBezTo>
                  <a:lnTo>
                    <a:pt x="0" y="21354"/>
                  </a:lnTo>
                  <a:lnTo>
                    <a:pt x="4344" y="21354"/>
                  </a:lnTo>
                  <a:cubicBezTo>
                    <a:pt x="11402" y="21344"/>
                    <a:pt x="17796" y="21340"/>
                    <a:pt x="22427" y="21336"/>
                  </a:cubicBezTo>
                  <a:cubicBezTo>
                    <a:pt x="24739" y="21327"/>
                    <a:pt x="26610" y="21323"/>
                    <a:pt x="27912" y="21318"/>
                  </a:cubicBezTo>
                  <a:cubicBezTo>
                    <a:pt x="28555" y="21314"/>
                    <a:pt x="29057" y="21310"/>
                    <a:pt x="29402" y="21305"/>
                  </a:cubicBezTo>
                  <a:cubicBezTo>
                    <a:pt x="29569" y="21305"/>
                    <a:pt x="29695" y="21301"/>
                    <a:pt x="29787" y="21301"/>
                  </a:cubicBezTo>
                  <a:cubicBezTo>
                    <a:pt x="29874" y="21301"/>
                    <a:pt x="29922" y="21297"/>
                    <a:pt x="29922" y="21297"/>
                  </a:cubicBezTo>
                  <a:cubicBezTo>
                    <a:pt x="29922" y="21297"/>
                    <a:pt x="29874" y="21292"/>
                    <a:pt x="29787" y="21287"/>
                  </a:cubicBezTo>
                  <a:cubicBezTo>
                    <a:pt x="29695" y="21287"/>
                    <a:pt x="29569" y="21283"/>
                    <a:pt x="29402" y="21283"/>
                  </a:cubicBezTo>
                  <a:cubicBezTo>
                    <a:pt x="29057" y="21279"/>
                    <a:pt x="28555" y="21275"/>
                    <a:pt x="27912" y="21271"/>
                  </a:cubicBezTo>
                  <a:cubicBezTo>
                    <a:pt x="26610" y="21265"/>
                    <a:pt x="24739" y="21261"/>
                    <a:pt x="22427" y="21253"/>
                  </a:cubicBezTo>
                  <a:cubicBezTo>
                    <a:pt x="17796" y="21249"/>
                    <a:pt x="11402" y="21244"/>
                    <a:pt x="4344" y="21235"/>
                  </a:cubicBezTo>
                  <a:lnTo>
                    <a:pt x="113" y="21235"/>
                  </a:lnTo>
                  <a:cubicBezTo>
                    <a:pt x="105" y="15212"/>
                    <a:pt x="101" y="9912"/>
                    <a:pt x="97" y="6110"/>
                  </a:cubicBezTo>
                  <a:cubicBezTo>
                    <a:pt x="87" y="4209"/>
                    <a:pt x="83" y="2680"/>
                    <a:pt x="79" y="1626"/>
                  </a:cubicBezTo>
                  <a:cubicBezTo>
                    <a:pt x="75" y="1102"/>
                    <a:pt x="70" y="700"/>
                    <a:pt x="65" y="420"/>
                  </a:cubicBezTo>
                  <a:cubicBezTo>
                    <a:pt x="65" y="285"/>
                    <a:pt x="61" y="180"/>
                    <a:pt x="61" y="105"/>
                  </a:cubicBezTo>
                  <a:cubicBezTo>
                    <a:pt x="61" y="36"/>
                    <a:pt x="57" y="0"/>
                    <a:pt x="57"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6267425" y="3272494"/>
              <a:ext cx="1244945" cy="5177"/>
            </a:xfrm>
            <a:custGeom>
              <a:avLst/>
              <a:gdLst/>
              <a:ahLst/>
              <a:cxnLst/>
              <a:rect l="l" t="t" r="r" b="b"/>
              <a:pathLst>
                <a:path w="29018" h="118" extrusionOk="0">
                  <a:moveTo>
                    <a:pt x="14509" y="0"/>
                  </a:moveTo>
                  <a:cubicBezTo>
                    <a:pt x="6494" y="0"/>
                    <a:pt x="0" y="27"/>
                    <a:pt x="0" y="57"/>
                  </a:cubicBezTo>
                  <a:cubicBezTo>
                    <a:pt x="0" y="92"/>
                    <a:pt x="6494" y="118"/>
                    <a:pt x="14509" y="118"/>
                  </a:cubicBezTo>
                  <a:cubicBezTo>
                    <a:pt x="22519" y="118"/>
                    <a:pt x="29017" y="92"/>
                    <a:pt x="29017" y="57"/>
                  </a:cubicBezTo>
                  <a:cubicBezTo>
                    <a:pt x="29017" y="27"/>
                    <a:pt x="22519" y="0"/>
                    <a:pt x="1450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6267425" y="3076695"/>
              <a:ext cx="1244945" cy="5265"/>
            </a:xfrm>
            <a:custGeom>
              <a:avLst/>
              <a:gdLst/>
              <a:ahLst/>
              <a:cxnLst/>
              <a:rect l="l" t="t" r="r" b="b"/>
              <a:pathLst>
                <a:path w="29018" h="120" extrusionOk="0">
                  <a:moveTo>
                    <a:pt x="14509" y="1"/>
                  </a:moveTo>
                  <a:cubicBezTo>
                    <a:pt x="6494" y="1"/>
                    <a:pt x="0" y="27"/>
                    <a:pt x="0" y="58"/>
                  </a:cubicBezTo>
                  <a:cubicBezTo>
                    <a:pt x="0" y="93"/>
                    <a:pt x="6494" y="119"/>
                    <a:pt x="14509" y="119"/>
                  </a:cubicBezTo>
                  <a:cubicBezTo>
                    <a:pt x="22519" y="119"/>
                    <a:pt x="29017" y="93"/>
                    <a:pt x="29017" y="58"/>
                  </a:cubicBezTo>
                  <a:cubicBezTo>
                    <a:pt x="29017" y="27"/>
                    <a:pt x="22519" y="1"/>
                    <a:pt x="1450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a:off x="6267425" y="2879975"/>
              <a:ext cx="1244945" cy="5265"/>
            </a:xfrm>
            <a:custGeom>
              <a:avLst/>
              <a:gdLst/>
              <a:ahLst/>
              <a:cxnLst/>
              <a:rect l="l" t="t" r="r" b="b"/>
              <a:pathLst>
                <a:path w="29018" h="120" extrusionOk="0">
                  <a:moveTo>
                    <a:pt x="14509" y="1"/>
                  </a:moveTo>
                  <a:cubicBezTo>
                    <a:pt x="6494" y="1"/>
                    <a:pt x="0" y="27"/>
                    <a:pt x="0" y="59"/>
                  </a:cubicBezTo>
                  <a:cubicBezTo>
                    <a:pt x="0" y="93"/>
                    <a:pt x="6494" y="119"/>
                    <a:pt x="14509" y="119"/>
                  </a:cubicBezTo>
                  <a:cubicBezTo>
                    <a:pt x="22519" y="119"/>
                    <a:pt x="29017" y="93"/>
                    <a:pt x="29017" y="59"/>
                  </a:cubicBezTo>
                  <a:cubicBezTo>
                    <a:pt x="29017" y="27"/>
                    <a:pt x="22519" y="1"/>
                    <a:pt x="1450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6"/>
            <p:cNvSpPr/>
            <p:nvPr/>
          </p:nvSpPr>
          <p:spPr>
            <a:xfrm>
              <a:off x="6267425" y="3468249"/>
              <a:ext cx="1244945" cy="5001"/>
            </a:xfrm>
            <a:custGeom>
              <a:avLst/>
              <a:gdLst/>
              <a:ahLst/>
              <a:cxnLst/>
              <a:rect l="l" t="t" r="r" b="b"/>
              <a:pathLst>
                <a:path w="29018" h="114" extrusionOk="0">
                  <a:moveTo>
                    <a:pt x="14509" y="0"/>
                  </a:moveTo>
                  <a:cubicBezTo>
                    <a:pt x="6494" y="0"/>
                    <a:pt x="0" y="26"/>
                    <a:pt x="0" y="57"/>
                  </a:cubicBezTo>
                  <a:cubicBezTo>
                    <a:pt x="0" y="87"/>
                    <a:pt x="6494" y="113"/>
                    <a:pt x="14509" y="113"/>
                  </a:cubicBezTo>
                  <a:cubicBezTo>
                    <a:pt x="22519" y="113"/>
                    <a:pt x="29017" y="87"/>
                    <a:pt x="29017" y="57"/>
                  </a:cubicBezTo>
                  <a:cubicBezTo>
                    <a:pt x="29017" y="26"/>
                    <a:pt x="22519" y="0"/>
                    <a:pt x="1450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6"/>
            <p:cNvSpPr/>
            <p:nvPr/>
          </p:nvSpPr>
          <p:spPr>
            <a:xfrm>
              <a:off x="6265284" y="2766699"/>
              <a:ext cx="1244926" cy="877801"/>
            </a:xfrm>
            <a:custGeom>
              <a:avLst/>
              <a:gdLst/>
              <a:ahLst/>
              <a:cxnLst/>
              <a:rect l="l" t="t" r="r" b="b"/>
              <a:pathLst>
                <a:path w="28376" h="20008" extrusionOk="0">
                  <a:moveTo>
                    <a:pt x="18153" y="1"/>
                  </a:moveTo>
                  <a:lnTo>
                    <a:pt x="14714" y="6534"/>
                  </a:lnTo>
                  <a:lnTo>
                    <a:pt x="12425" y="4668"/>
                  </a:lnTo>
                  <a:lnTo>
                    <a:pt x="9605" y="9593"/>
                  </a:lnTo>
                  <a:lnTo>
                    <a:pt x="7578" y="8164"/>
                  </a:lnTo>
                  <a:lnTo>
                    <a:pt x="4143" y="13504"/>
                  </a:lnTo>
                  <a:lnTo>
                    <a:pt x="2469" y="12220"/>
                  </a:lnTo>
                  <a:lnTo>
                    <a:pt x="0" y="16048"/>
                  </a:lnTo>
                  <a:lnTo>
                    <a:pt x="0" y="20007"/>
                  </a:lnTo>
                  <a:lnTo>
                    <a:pt x="28375" y="20007"/>
                  </a:lnTo>
                  <a:lnTo>
                    <a:pt x="28375" y="2641"/>
                  </a:lnTo>
                  <a:lnTo>
                    <a:pt x="24849" y="3649"/>
                  </a:lnTo>
                  <a:lnTo>
                    <a:pt x="21855" y="7303"/>
                  </a:lnTo>
                  <a:lnTo>
                    <a:pt x="18153"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6"/>
            <p:cNvSpPr/>
            <p:nvPr/>
          </p:nvSpPr>
          <p:spPr>
            <a:xfrm>
              <a:off x="6265284" y="2819433"/>
              <a:ext cx="1260062" cy="709243"/>
            </a:xfrm>
            <a:custGeom>
              <a:avLst/>
              <a:gdLst/>
              <a:ahLst/>
              <a:cxnLst/>
              <a:rect l="l" t="t" r="r" b="b"/>
              <a:pathLst>
                <a:path w="28721" h="16166" extrusionOk="0">
                  <a:moveTo>
                    <a:pt x="25041" y="1"/>
                  </a:moveTo>
                  <a:lnTo>
                    <a:pt x="25027" y="13"/>
                  </a:lnTo>
                  <a:cubicBezTo>
                    <a:pt x="24240" y="1036"/>
                    <a:pt x="23252" y="2306"/>
                    <a:pt x="22122" y="3767"/>
                  </a:cubicBezTo>
                  <a:lnTo>
                    <a:pt x="22122" y="3767"/>
                  </a:lnTo>
                  <a:cubicBezTo>
                    <a:pt x="20021" y="3763"/>
                    <a:pt x="17561" y="3759"/>
                    <a:pt x="14889" y="3759"/>
                  </a:cubicBezTo>
                  <a:lnTo>
                    <a:pt x="14859" y="3759"/>
                  </a:lnTo>
                  <a:lnTo>
                    <a:pt x="14841" y="3785"/>
                  </a:lnTo>
                  <a:cubicBezTo>
                    <a:pt x="13884" y="5376"/>
                    <a:pt x="12853" y="7089"/>
                    <a:pt x="11786" y="8863"/>
                  </a:cubicBezTo>
                  <a:cubicBezTo>
                    <a:pt x="10766" y="10563"/>
                    <a:pt x="9777" y="12212"/>
                    <a:pt x="8840" y="13769"/>
                  </a:cubicBezTo>
                  <a:lnTo>
                    <a:pt x="8840" y="13769"/>
                  </a:lnTo>
                  <a:cubicBezTo>
                    <a:pt x="7421" y="11828"/>
                    <a:pt x="6105" y="10033"/>
                    <a:pt x="4942" y="8444"/>
                  </a:cubicBezTo>
                  <a:lnTo>
                    <a:pt x="4903" y="8387"/>
                  </a:lnTo>
                  <a:lnTo>
                    <a:pt x="4864" y="8444"/>
                  </a:lnTo>
                  <a:cubicBezTo>
                    <a:pt x="3387" y="10782"/>
                    <a:pt x="2168" y="12704"/>
                    <a:pt x="1315" y="14055"/>
                  </a:cubicBezTo>
                  <a:cubicBezTo>
                    <a:pt x="896" y="14723"/>
                    <a:pt x="563" y="15247"/>
                    <a:pt x="337" y="15610"/>
                  </a:cubicBezTo>
                  <a:cubicBezTo>
                    <a:pt x="228" y="15790"/>
                    <a:pt x="144" y="15925"/>
                    <a:pt x="83" y="16022"/>
                  </a:cubicBezTo>
                  <a:cubicBezTo>
                    <a:pt x="26" y="16117"/>
                    <a:pt x="0" y="16165"/>
                    <a:pt x="0" y="16165"/>
                  </a:cubicBezTo>
                  <a:cubicBezTo>
                    <a:pt x="0" y="16165"/>
                    <a:pt x="35" y="16122"/>
                    <a:pt x="97" y="16030"/>
                  </a:cubicBezTo>
                  <a:cubicBezTo>
                    <a:pt x="158" y="15933"/>
                    <a:pt x="245" y="15798"/>
                    <a:pt x="359" y="15628"/>
                  </a:cubicBezTo>
                  <a:cubicBezTo>
                    <a:pt x="595" y="15265"/>
                    <a:pt x="931" y="14745"/>
                    <a:pt x="1359" y="14081"/>
                  </a:cubicBezTo>
                  <a:cubicBezTo>
                    <a:pt x="2213" y="12751"/>
                    <a:pt x="3432" y="10853"/>
                    <a:pt x="4909" y="8556"/>
                  </a:cubicBezTo>
                  <a:lnTo>
                    <a:pt x="4909" y="8556"/>
                  </a:lnTo>
                  <a:cubicBezTo>
                    <a:pt x="6070" y="10150"/>
                    <a:pt x="7380" y="11954"/>
                    <a:pt x="8797" y="13902"/>
                  </a:cubicBezTo>
                  <a:lnTo>
                    <a:pt x="8849" y="13972"/>
                  </a:lnTo>
                  <a:lnTo>
                    <a:pt x="8893" y="13898"/>
                  </a:lnTo>
                  <a:cubicBezTo>
                    <a:pt x="9841" y="12320"/>
                    <a:pt x="10847" y="10650"/>
                    <a:pt x="11887" y="8920"/>
                  </a:cubicBezTo>
                  <a:cubicBezTo>
                    <a:pt x="12947" y="7155"/>
                    <a:pt x="13973" y="5451"/>
                    <a:pt x="14922" y="3868"/>
                  </a:cubicBezTo>
                  <a:lnTo>
                    <a:pt x="14922" y="3868"/>
                  </a:lnTo>
                  <a:cubicBezTo>
                    <a:pt x="17592" y="3863"/>
                    <a:pt x="20050" y="3863"/>
                    <a:pt x="22148" y="3859"/>
                  </a:cubicBezTo>
                  <a:lnTo>
                    <a:pt x="22169" y="3859"/>
                  </a:lnTo>
                  <a:lnTo>
                    <a:pt x="22183" y="3841"/>
                  </a:lnTo>
                  <a:cubicBezTo>
                    <a:pt x="23306" y="2371"/>
                    <a:pt x="24285" y="1094"/>
                    <a:pt x="25070" y="65"/>
                  </a:cubicBezTo>
                  <a:lnTo>
                    <a:pt x="25070" y="65"/>
                  </a:lnTo>
                  <a:cubicBezTo>
                    <a:pt x="26221" y="57"/>
                    <a:pt x="27133" y="53"/>
                    <a:pt x="27760" y="49"/>
                  </a:cubicBezTo>
                  <a:cubicBezTo>
                    <a:pt x="28069" y="49"/>
                    <a:pt x="28310" y="44"/>
                    <a:pt x="28476" y="44"/>
                  </a:cubicBezTo>
                  <a:cubicBezTo>
                    <a:pt x="28555" y="39"/>
                    <a:pt x="28611" y="39"/>
                    <a:pt x="28660" y="39"/>
                  </a:cubicBezTo>
                  <a:cubicBezTo>
                    <a:pt x="28698" y="35"/>
                    <a:pt x="28720" y="35"/>
                    <a:pt x="28720" y="35"/>
                  </a:cubicBezTo>
                  <a:cubicBezTo>
                    <a:pt x="28720" y="31"/>
                    <a:pt x="28698" y="31"/>
                    <a:pt x="28660" y="31"/>
                  </a:cubicBezTo>
                  <a:cubicBezTo>
                    <a:pt x="28611" y="27"/>
                    <a:pt x="28555" y="27"/>
                    <a:pt x="28476" y="27"/>
                  </a:cubicBezTo>
                  <a:cubicBezTo>
                    <a:pt x="28310" y="23"/>
                    <a:pt x="28069" y="17"/>
                    <a:pt x="27760" y="17"/>
                  </a:cubicBezTo>
                  <a:cubicBezTo>
                    <a:pt x="27130" y="13"/>
                    <a:pt x="26213" y="9"/>
                    <a:pt x="25054"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p:nvPr/>
          </p:nvSpPr>
          <p:spPr>
            <a:xfrm>
              <a:off x="6508159" y="3234899"/>
              <a:ext cx="24569" cy="23603"/>
            </a:xfrm>
            <a:custGeom>
              <a:avLst/>
              <a:gdLst/>
              <a:ahLst/>
              <a:cxnLst/>
              <a:rect l="l" t="t" r="r" b="b"/>
              <a:pathLst>
                <a:path w="560" h="538" extrusionOk="0">
                  <a:moveTo>
                    <a:pt x="281" y="1"/>
                  </a:moveTo>
                  <a:cubicBezTo>
                    <a:pt x="128" y="1"/>
                    <a:pt x="1" y="123"/>
                    <a:pt x="1" y="271"/>
                  </a:cubicBezTo>
                  <a:cubicBezTo>
                    <a:pt x="1" y="416"/>
                    <a:pt x="128" y="538"/>
                    <a:pt x="281" y="538"/>
                  </a:cubicBezTo>
                  <a:cubicBezTo>
                    <a:pt x="434" y="538"/>
                    <a:pt x="560" y="416"/>
                    <a:pt x="560" y="271"/>
                  </a:cubicBezTo>
                  <a:cubicBezTo>
                    <a:pt x="560" y="123"/>
                    <a:pt x="434" y="1"/>
                    <a:pt x="281"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6239970" y="3886175"/>
              <a:ext cx="157985" cy="152281"/>
            </a:xfrm>
            <a:custGeom>
              <a:avLst/>
              <a:gdLst/>
              <a:ahLst/>
              <a:cxnLst/>
              <a:rect l="l" t="t" r="r" b="b"/>
              <a:pathLst>
                <a:path w="3601" h="3471" extrusionOk="0">
                  <a:moveTo>
                    <a:pt x="1801" y="1"/>
                  </a:moveTo>
                  <a:cubicBezTo>
                    <a:pt x="805" y="1"/>
                    <a:pt x="0" y="779"/>
                    <a:pt x="0" y="1735"/>
                  </a:cubicBezTo>
                  <a:cubicBezTo>
                    <a:pt x="0" y="2693"/>
                    <a:pt x="805" y="3470"/>
                    <a:pt x="1801" y="3470"/>
                  </a:cubicBezTo>
                  <a:cubicBezTo>
                    <a:pt x="2792" y="3470"/>
                    <a:pt x="3601" y="2693"/>
                    <a:pt x="3601" y="1735"/>
                  </a:cubicBezTo>
                  <a:cubicBezTo>
                    <a:pt x="3601" y="779"/>
                    <a:pt x="2792" y="1"/>
                    <a:pt x="18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6515090" y="3911314"/>
              <a:ext cx="927816" cy="28605"/>
            </a:xfrm>
            <a:custGeom>
              <a:avLst/>
              <a:gdLst/>
              <a:ahLst/>
              <a:cxnLst/>
              <a:rect l="l" t="t" r="r" b="b"/>
              <a:pathLst>
                <a:path w="21148" h="652" extrusionOk="0">
                  <a:moveTo>
                    <a:pt x="0" y="0"/>
                  </a:moveTo>
                  <a:lnTo>
                    <a:pt x="0" y="652"/>
                  </a:lnTo>
                  <a:lnTo>
                    <a:pt x="21148" y="652"/>
                  </a:lnTo>
                  <a:lnTo>
                    <a:pt x="211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6515090" y="3982430"/>
              <a:ext cx="385244" cy="28649"/>
            </a:xfrm>
            <a:custGeom>
              <a:avLst/>
              <a:gdLst/>
              <a:ahLst/>
              <a:cxnLst/>
              <a:rect l="l" t="t" r="r" b="b"/>
              <a:pathLst>
                <a:path w="8781" h="653" extrusionOk="0">
                  <a:moveTo>
                    <a:pt x="0" y="1"/>
                  </a:moveTo>
                  <a:lnTo>
                    <a:pt x="0" y="652"/>
                  </a:lnTo>
                  <a:lnTo>
                    <a:pt x="8780" y="652"/>
                  </a:lnTo>
                  <a:lnTo>
                    <a:pt x="87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26"/>
          <p:cNvGrpSpPr/>
          <p:nvPr/>
        </p:nvGrpSpPr>
        <p:grpSpPr>
          <a:xfrm>
            <a:off x="3940094" y="1807838"/>
            <a:ext cx="1294564" cy="589573"/>
            <a:chOff x="3940094" y="1807838"/>
            <a:chExt cx="1294564" cy="589573"/>
          </a:xfrm>
        </p:grpSpPr>
        <p:grpSp>
          <p:nvGrpSpPr>
            <p:cNvPr id="216" name="Google Shape;216;p26"/>
            <p:cNvGrpSpPr/>
            <p:nvPr/>
          </p:nvGrpSpPr>
          <p:grpSpPr>
            <a:xfrm>
              <a:off x="3940094" y="1807838"/>
              <a:ext cx="1294564" cy="589573"/>
              <a:chOff x="3543907" y="2562740"/>
              <a:chExt cx="1294564" cy="381675"/>
            </a:xfrm>
          </p:grpSpPr>
          <p:sp>
            <p:nvSpPr>
              <p:cNvPr id="217" name="Google Shape;217;p26"/>
              <p:cNvSpPr/>
              <p:nvPr/>
            </p:nvSpPr>
            <p:spPr>
              <a:xfrm>
                <a:off x="3597011" y="2562740"/>
                <a:ext cx="1241460" cy="348172"/>
              </a:xfrm>
              <a:custGeom>
                <a:avLst/>
                <a:gdLst/>
                <a:ahLst/>
                <a:cxnLst/>
                <a:rect l="l" t="t" r="r" b="b"/>
                <a:pathLst>
                  <a:path w="28297" h="7936" extrusionOk="0">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a:off x="3543907" y="2596242"/>
                <a:ext cx="1241460" cy="348172"/>
              </a:xfrm>
              <a:custGeom>
                <a:avLst/>
                <a:gdLst/>
                <a:ahLst/>
                <a:cxnLst/>
                <a:rect l="l" t="t" r="r" b="b"/>
                <a:pathLst>
                  <a:path w="28297" h="7936" extrusionOk="0">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 name="Google Shape;219;p26"/>
            <p:cNvSpPr/>
            <p:nvPr/>
          </p:nvSpPr>
          <p:spPr>
            <a:xfrm>
              <a:off x="4099654" y="1961924"/>
              <a:ext cx="114112" cy="114156"/>
            </a:xfrm>
            <a:custGeom>
              <a:avLst/>
              <a:gdLst/>
              <a:ahLst/>
              <a:cxnLst/>
              <a:rect l="l" t="t" r="r" b="b"/>
              <a:pathLst>
                <a:path w="2601" h="2602" extrusionOk="0">
                  <a:moveTo>
                    <a:pt x="1302" y="1"/>
                  </a:moveTo>
                  <a:cubicBezTo>
                    <a:pt x="582" y="1"/>
                    <a:pt x="1" y="582"/>
                    <a:pt x="1" y="1298"/>
                  </a:cubicBezTo>
                  <a:cubicBezTo>
                    <a:pt x="1" y="2020"/>
                    <a:pt x="582" y="2601"/>
                    <a:pt x="1302" y="2601"/>
                  </a:cubicBezTo>
                  <a:cubicBezTo>
                    <a:pt x="2020" y="2601"/>
                    <a:pt x="2601" y="2020"/>
                    <a:pt x="2601" y="1298"/>
                  </a:cubicBezTo>
                  <a:cubicBezTo>
                    <a:pt x="2601" y="582"/>
                    <a:pt x="2020" y="1"/>
                    <a:pt x="130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4270842" y="1979561"/>
              <a:ext cx="397704" cy="22112"/>
            </a:xfrm>
            <a:custGeom>
              <a:avLst/>
              <a:gdLst/>
              <a:ahLst/>
              <a:cxnLst/>
              <a:rect l="l" t="t" r="r" b="b"/>
              <a:pathLst>
                <a:path w="9065" h="504" extrusionOk="0">
                  <a:moveTo>
                    <a:pt x="0" y="1"/>
                  </a:moveTo>
                  <a:lnTo>
                    <a:pt x="0" y="503"/>
                  </a:lnTo>
                  <a:lnTo>
                    <a:pt x="9064" y="503"/>
                  </a:lnTo>
                  <a:lnTo>
                    <a:pt x="9064"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4270842" y="2029574"/>
              <a:ext cx="773516" cy="22331"/>
            </a:xfrm>
            <a:custGeom>
              <a:avLst/>
              <a:gdLst/>
              <a:ahLst/>
              <a:cxnLst/>
              <a:rect l="l" t="t" r="r" b="b"/>
              <a:pathLst>
                <a:path w="17631" h="509" extrusionOk="0">
                  <a:moveTo>
                    <a:pt x="0" y="1"/>
                  </a:moveTo>
                  <a:lnTo>
                    <a:pt x="0" y="508"/>
                  </a:lnTo>
                  <a:lnTo>
                    <a:pt x="17630" y="508"/>
                  </a:lnTo>
                  <a:lnTo>
                    <a:pt x="17630"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6"/>
            <p:cNvSpPr/>
            <p:nvPr/>
          </p:nvSpPr>
          <p:spPr>
            <a:xfrm>
              <a:off x="4099654" y="2137367"/>
              <a:ext cx="114112" cy="114112"/>
            </a:xfrm>
            <a:custGeom>
              <a:avLst/>
              <a:gdLst/>
              <a:ahLst/>
              <a:cxnLst/>
              <a:rect l="l" t="t" r="r" b="b"/>
              <a:pathLst>
                <a:path w="2601" h="2601" extrusionOk="0">
                  <a:moveTo>
                    <a:pt x="1302" y="0"/>
                  </a:moveTo>
                  <a:cubicBezTo>
                    <a:pt x="582" y="0"/>
                    <a:pt x="1" y="581"/>
                    <a:pt x="1" y="1299"/>
                  </a:cubicBezTo>
                  <a:cubicBezTo>
                    <a:pt x="1" y="2019"/>
                    <a:pt x="582" y="2600"/>
                    <a:pt x="1302" y="2600"/>
                  </a:cubicBezTo>
                  <a:cubicBezTo>
                    <a:pt x="2020" y="2600"/>
                    <a:pt x="2601" y="2019"/>
                    <a:pt x="2601" y="1299"/>
                  </a:cubicBezTo>
                  <a:cubicBezTo>
                    <a:pt x="2601" y="581"/>
                    <a:pt x="2020" y="0"/>
                    <a:pt x="130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p:nvPr/>
          </p:nvSpPr>
          <p:spPr>
            <a:xfrm>
              <a:off x="4270842" y="2154960"/>
              <a:ext cx="203086" cy="22156"/>
            </a:xfrm>
            <a:custGeom>
              <a:avLst/>
              <a:gdLst/>
              <a:ahLst/>
              <a:cxnLst/>
              <a:rect l="l" t="t" r="r" b="b"/>
              <a:pathLst>
                <a:path w="4629" h="505" extrusionOk="0">
                  <a:moveTo>
                    <a:pt x="0" y="1"/>
                  </a:moveTo>
                  <a:lnTo>
                    <a:pt x="0" y="504"/>
                  </a:lnTo>
                  <a:lnTo>
                    <a:pt x="4629" y="504"/>
                  </a:lnTo>
                  <a:lnTo>
                    <a:pt x="4629"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6"/>
            <p:cNvSpPr/>
            <p:nvPr/>
          </p:nvSpPr>
          <p:spPr>
            <a:xfrm>
              <a:off x="4270842" y="2205018"/>
              <a:ext cx="773516" cy="22287"/>
            </a:xfrm>
            <a:custGeom>
              <a:avLst/>
              <a:gdLst/>
              <a:ahLst/>
              <a:cxnLst/>
              <a:rect l="l" t="t" r="r" b="b"/>
              <a:pathLst>
                <a:path w="17631" h="508" extrusionOk="0">
                  <a:moveTo>
                    <a:pt x="0" y="1"/>
                  </a:moveTo>
                  <a:lnTo>
                    <a:pt x="0" y="508"/>
                  </a:lnTo>
                  <a:lnTo>
                    <a:pt x="17630" y="508"/>
                  </a:lnTo>
                  <a:lnTo>
                    <a:pt x="17630"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 name="Google Shape;225;p26"/>
          <p:cNvGrpSpPr/>
          <p:nvPr/>
        </p:nvGrpSpPr>
        <p:grpSpPr>
          <a:xfrm>
            <a:off x="6193917" y="1459403"/>
            <a:ext cx="906007" cy="136663"/>
            <a:chOff x="5966342" y="1378202"/>
            <a:chExt cx="906007" cy="136663"/>
          </a:xfrm>
        </p:grpSpPr>
        <p:sp>
          <p:nvSpPr>
            <p:cNvPr id="226" name="Google Shape;226;p26"/>
            <p:cNvSpPr/>
            <p:nvPr/>
          </p:nvSpPr>
          <p:spPr>
            <a:xfrm>
              <a:off x="5966342" y="1378202"/>
              <a:ext cx="153861" cy="136663"/>
            </a:xfrm>
            <a:custGeom>
              <a:avLst/>
              <a:gdLst/>
              <a:ahLst/>
              <a:cxnLst/>
              <a:rect l="l" t="t" r="r" b="b"/>
              <a:pathLst>
                <a:path w="3507" h="3115" extrusionOk="0">
                  <a:moveTo>
                    <a:pt x="1755" y="0"/>
                  </a:moveTo>
                  <a:cubicBezTo>
                    <a:pt x="1298" y="0"/>
                    <a:pt x="846" y="200"/>
                    <a:pt x="539" y="582"/>
                  </a:cubicBezTo>
                  <a:cubicBezTo>
                    <a:pt x="1" y="1255"/>
                    <a:pt x="110" y="2234"/>
                    <a:pt x="779" y="2772"/>
                  </a:cubicBezTo>
                  <a:cubicBezTo>
                    <a:pt x="1068" y="3002"/>
                    <a:pt x="1412" y="3115"/>
                    <a:pt x="1754" y="3115"/>
                  </a:cubicBezTo>
                  <a:cubicBezTo>
                    <a:pt x="2210" y="3115"/>
                    <a:pt x="2661" y="2915"/>
                    <a:pt x="2968" y="2531"/>
                  </a:cubicBezTo>
                  <a:cubicBezTo>
                    <a:pt x="3506" y="1863"/>
                    <a:pt x="3401" y="879"/>
                    <a:pt x="2728" y="342"/>
                  </a:cubicBezTo>
                  <a:cubicBezTo>
                    <a:pt x="2440" y="112"/>
                    <a:pt x="2096" y="0"/>
                    <a:pt x="175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a:off x="6003940" y="1423214"/>
              <a:ext cx="78839" cy="50146"/>
            </a:xfrm>
            <a:custGeom>
              <a:avLst/>
              <a:gdLst/>
              <a:ahLst/>
              <a:cxnLst/>
              <a:rect l="l" t="t" r="r" b="b"/>
              <a:pathLst>
                <a:path w="1797" h="1143" extrusionOk="0">
                  <a:moveTo>
                    <a:pt x="1767" y="1"/>
                  </a:moveTo>
                  <a:cubicBezTo>
                    <a:pt x="1725" y="1"/>
                    <a:pt x="1324" y="360"/>
                    <a:pt x="853" y="819"/>
                  </a:cubicBezTo>
                  <a:cubicBezTo>
                    <a:pt x="797" y="875"/>
                    <a:pt x="741" y="928"/>
                    <a:pt x="686" y="981"/>
                  </a:cubicBezTo>
                  <a:lnTo>
                    <a:pt x="686" y="981"/>
                  </a:lnTo>
                  <a:cubicBezTo>
                    <a:pt x="336" y="636"/>
                    <a:pt x="62" y="394"/>
                    <a:pt x="26" y="394"/>
                  </a:cubicBezTo>
                  <a:cubicBezTo>
                    <a:pt x="25" y="394"/>
                    <a:pt x="24" y="394"/>
                    <a:pt x="23" y="395"/>
                  </a:cubicBezTo>
                  <a:cubicBezTo>
                    <a:pt x="1" y="413"/>
                    <a:pt x="267" y="714"/>
                    <a:pt x="647" y="1099"/>
                  </a:cubicBezTo>
                  <a:lnTo>
                    <a:pt x="687" y="1143"/>
                  </a:lnTo>
                  <a:lnTo>
                    <a:pt x="726" y="1103"/>
                  </a:lnTo>
                  <a:cubicBezTo>
                    <a:pt x="796" y="1038"/>
                    <a:pt x="862" y="972"/>
                    <a:pt x="931" y="902"/>
                  </a:cubicBezTo>
                  <a:cubicBezTo>
                    <a:pt x="1421" y="430"/>
                    <a:pt x="1796" y="28"/>
                    <a:pt x="1770" y="2"/>
                  </a:cubicBezTo>
                  <a:cubicBezTo>
                    <a:pt x="1770" y="1"/>
                    <a:pt x="1769" y="1"/>
                    <a:pt x="1767" y="1"/>
                  </a:cubicBezTo>
                  <a:close/>
                </a:path>
              </a:pathLst>
            </a:custGeom>
            <a:solidFill>
              <a:srgbClr val="F8F8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a:off x="6235364" y="1411237"/>
              <a:ext cx="636985" cy="5177"/>
            </a:xfrm>
            <a:custGeom>
              <a:avLst/>
              <a:gdLst/>
              <a:ahLst/>
              <a:cxnLst/>
              <a:rect l="l" t="t" r="r" b="b"/>
              <a:pathLst>
                <a:path w="14519" h="118" extrusionOk="0">
                  <a:moveTo>
                    <a:pt x="7259" y="0"/>
                  </a:moveTo>
                  <a:cubicBezTo>
                    <a:pt x="3252" y="0"/>
                    <a:pt x="0" y="26"/>
                    <a:pt x="0" y="61"/>
                  </a:cubicBezTo>
                  <a:cubicBezTo>
                    <a:pt x="0" y="91"/>
                    <a:pt x="3252" y="117"/>
                    <a:pt x="7259" y="117"/>
                  </a:cubicBezTo>
                  <a:cubicBezTo>
                    <a:pt x="11267" y="117"/>
                    <a:pt x="14518" y="91"/>
                    <a:pt x="14518" y="61"/>
                  </a:cubicBezTo>
                  <a:cubicBezTo>
                    <a:pt x="14518" y="26"/>
                    <a:pt x="11267" y="0"/>
                    <a:pt x="725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a:off x="6242822" y="1473535"/>
              <a:ext cx="368178" cy="5001"/>
            </a:xfrm>
            <a:custGeom>
              <a:avLst/>
              <a:gdLst/>
              <a:ahLst/>
              <a:cxnLst/>
              <a:rect l="l" t="t" r="r" b="b"/>
              <a:pathLst>
                <a:path w="8392" h="114" extrusionOk="0">
                  <a:moveTo>
                    <a:pt x="4196" y="0"/>
                  </a:moveTo>
                  <a:cubicBezTo>
                    <a:pt x="1880" y="0"/>
                    <a:pt x="0" y="22"/>
                    <a:pt x="0" y="57"/>
                  </a:cubicBezTo>
                  <a:cubicBezTo>
                    <a:pt x="0" y="87"/>
                    <a:pt x="1880" y="113"/>
                    <a:pt x="4196" y="113"/>
                  </a:cubicBezTo>
                  <a:cubicBezTo>
                    <a:pt x="6513" y="113"/>
                    <a:pt x="8391" y="87"/>
                    <a:pt x="8391" y="57"/>
                  </a:cubicBezTo>
                  <a:cubicBezTo>
                    <a:pt x="8391" y="22"/>
                    <a:pt x="6513" y="0"/>
                    <a:pt x="419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 name="Google Shape;230;p26"/>
          <p:cNvGrpSpPr/>
          <p:nvPr/>
        </p:nvGrpSpPr>
        <p:grpSpPr>
          <a:xfrm>
            <a:off x="8042062" y="2843136"/>
            <a:ext cx="496812" cy="472595"/>
            <a:chOff x="7814487" y="2708836"/>
            <a:chExt cx="496812" cy="472595"/>
          </a:xfrm>
        </p:grpSpPr>
        <p:sp>
          <p:nvSpPr>
            <p:cNvPr id="231" name="Google Shape;231;p26"/>
            <p:cNvSpPr/>
            <p:nvPr/>
          </p:nvSpPr>
          <p:spPr>
            <a:xfrm>
              <a:off x="7814487" y="2708836"/>
              <a:ext cx="496812" cy="472595"/>
            </a:xfrm>
            <a:custGeom>
              <a:avLst/>
              <a:gdLst/>
              <a:ahLst/>
              <a:cxnLst/>
              <a:rect l="l" t="t" r="r" b="b"/>
              <a:pathLst>
                <a:path w="11324" h="10772" extrusionOk="0">
                  <a:moveTo>
                    <a:pt x="5922" y="1"/>
                  </a:moveTo>
                  <a:cubicBezTo>
                    <a:pt x="5106" y="1"/>
                    <a:pt x="4261" y="192"/>
                    <a:pt x="3483" y="573"/>
                  </a:cubicBezTo>
                  <a:cubicBezTo>
                    <a:pt x="2399" y="1115"/>
                    <a:pt x="1473" y="2063"/>
                    <a:pt x="957" y="3243"/>
                  </a:cubicBezTo>
                  <a:cubicBezTo>
                    <a:pt x="555" y="4152"/>
                    <a:pt x="442" y="5153"/>
                    <a:pt x="555" y="6088"/>
                  </a:cubicBezTo>
                  <a:cubicBezTo>
                    <a:pt x="621" y="6556"/>
                    <a:pt x="743" y="7006"/>
                    <a:pt x="910" y="7430"/>
                  </a:cubicBezTo>
                  <a:cubicBezTo>
                    <a:pt x="1077" y="7838"/>
                    <a:pt x="1295" y="8215"/>
                    <a:pt x="1542" y="8563"/>
                  </a:cubicBezTo>
                  <a:lnTo>
                    <a:pt x="1542" y="8563"/>
                  </a:lnTo>
                  <a:cubicBezTo>
                    <a:pt x="1044" y="9137"/>
                    <a:pt x="560" y="9694"/>
                    <a:pt x="101" y="10223"/>
                  </a:cubicBezTo>
                  <a:lnTo>
                    <a:pt x="0" y="10336"/>
                  </a:lnTo>
                  <a:lnTo>
                    <a:pt x="0" y="10336"/>
                  </a:lnTo>
                  <a:lnTo>
                    <a:pt x="153" y="10306"/>
                  </a:lnTo>
                  <a:cubicBezTo>
                    <a:pt x="1085" y="10128"/>
                    <a:pt x="1978" y="9954"/>
                    <a:pt x="2797" y="9798"/>
                  </a:cubicBezTo>
                  <a:lnTo>
                    <a:pt x="2797" y="9798"/>
                  </a:lnTo>
                  <a:cubicBezTo>
                    <a:pt x="3776" y="10473"/>
                    <a:pt x="4868" y="10768"/>
                    <a:pt x="5822" y="10768"/>
                  </a:cubicBezTo>
                  <a:cubicBezTo>
                    <a:pt x="5831" y="10768"/>
                    <a:pt x="5839" y="10768"/>
                    <a:pt x="5847" y="10768"/>
                  </a:cubicBezTo>
                  <a:cubicBezTo>
                    <a:pt x="5892" y="10770"/>
                    <a:pt x="5938" y="10771"/>
                    <a:pt x="5984" y="10771"/>
                  </a:cubicBezTo>
                  <a:cubicBezTo>
                    <a:pt x="6057" y="10771"/>
                    <a:pt x="6131" y="10768"/>
                    <a:pt x="6201" y="10760"/>
                  </a:cubicBezTo>
                  <a:cubicBezTo>
                    <a:pt x="6319" y="10751"/>
                    <a:pt x="6433" y="10747"/>
                    <a:pt x="6547" y="10734"/>
                  </a:cubicBezTo>
                  <a:cubicBezTo>
                    <a:pt x="6769" y="10695"/>
                    <a:pt x="6983" y="10673"/>
                    <a:pt x="7185" y="10611"/>
                  </a:cubicBezTo>
                  <a:cubicBezTo>
                    <a:pt x="7285" y="10585"/>
                    <a:pt x="7386" y="10558"/>
                    <a:pt x="7481" y="10532"/>
                  </a:cubicBezTo>
                  <a:cubicBezTo>
                    <a:pt x="7574" y="10498"/>
                    <a:pt x="7665" y="10467"/>
                    <a:pt x="7757" y="10432"/>
                  </a:cubicBezTo>
                  <a:cubicBezTo>
                    <a:pt x="7941" y="10375"/>
                    <a:pt x="8098" y="10288"/>
                    <a:pt x="8256" y="10217"/>
                  </a:cubicBezTo>
                  <a:cubicBezTo>
                    <a:pt x="8875" y="9912"/>
                    <a:pt x="9287" y="9558"/>
                    <a:pt x="9557" y="9313"/>
                  </a:cubicBezTo>
                  <a:cubicBezTo>
                    <a:pt x="9688" y="9186"/>
                    <a:pt x="9776" y="9077"/>
                    <a:pt x="9841" y="9011"/>
                  </a:cubicBezTo>
                  <a:cubicBezTo>
                    <a:pt x="9907" y="8942"/>
                    <a:pt x="9934" y="8902"/>
                    <a:pt x="9934" y="8902"/>
                  </a:cubicBezTo>
                  <a:lnTo>
                    <a:pt x="9934" y="8902"/>
                  </a:lnTo>
                  <a:cubicBezTo>
                    <a:pt x="9934" y="8902"/>
                    <a:pt x="9898" y="8933"/>
                    <a:pt x="9833" y="8999"/>
                  </a:cubicBezTo>
                  <a:cubicBezTo>
                    <a:pt x="9763" y="9064"/>
                    <a:pt x="9671" y="9169"/>
                    <a:pt x="9536" y="9291"/>
                  </a:cubicBezTo>
                  <a:cubicBezTo>
                    <a:pt x="9265" y="9527"/>
                    <a:pt x="8849" y="9872"/>
                    <a:pt x="8234" y="10170"/>
                  </a:cubicBezTo>
                  <a:cubicBezTo>
                    <a:pt x="8076" y="10240"/>
                    <a:pt x="7915" y="10322"/>
                    <a:pt x="7735" y="10375"/>
                  </a:cubicBezTo>
                  <a:cubicBezTo>
                    <a:pt x="7648" y="10406"/>
                    <a:pt x="7556" y="10441"/>
                    <a:pt x="7465" y="10471"/>
                  </a:cubicBezTo>
                  <a:cubicBezTo>
                    <a:pt x="7368" y="10498"/>
                    <a:pt x="7268" y="10520"/>
                    <a:pt x="7171" y="10546"/>
                  </a:cubicBezTo>
                  <a:cubicBezTo>
                    <a:pt x="6971" y="10602"/>
                    <a:pt x="6757" y="10624"/>
                    <a:pt x="6538" y="10663"/>
                  </a:cubicBezTo>
                  <a:cubicBezTo>
                    <a:pt x="6428" y="10673"/>
                    <a:pt x="6315" y="10677"/>
                    <a:pt x="6197" y="10685"/>
                  </a:cubicBezTo>
                  <a:cubicBezTo>
                    <a:pt x="6135" y="10693"/>
                    <a:pt x="6071" y="10696"/>
                    <a:pt x="6008" y="10696"/>
                  </a:cubicBezTo>
                  <a:cubicBezTo>
                    <a:pt x="5954" y="10696"/>
                    <a:pt x="5901" y="10694"/>
                    <a:pt x="5847" y="10689"/>
                  </a:cubicBezTo>
                  <a:cubicBezTo>
                    <a:pt x="4895" y="10689"/>
                    <a:pt x="3806" y="10388"/>
                    <a:pt x="2836" y="9707"/>
                  </a:cubicBezTo>
                  <a:lnTo>
                    <a:pt x="2818" y="9693"/>
                  </a:lnTo>
                  <a:lnTo>
                    <a:pt x="2802" y="9698"/>
                  </a:lnTo>
                  <a:cubicBezTo>
                    <a:pt x="2019" y="9847"/>
                    <a:pt x="1171" y="10008"/>
                    <a:pt x="281" y="10176"/>
                  </a:cubicBezTo>
                  <a:lnTo>
                    <a:pt x="281" y="10176"/>
                  </a:lnTo>
                  <a:cubicBezTo>
                    <a:pt x="720" y="9676"/>
                    <a:pt x="1181" y="9146"/>
                    <a:pt x="1652" y="8605"/>
                  </a:cubicBezTo>
                  <a:lnTo>
                    <a:pt x="1682" y="8571"/>
                  </a:lnTo>
                  <a:lnTo>
                    <a:pt x="1656" y="8535"/>
                  </a:lnTo>
                  <a:cubicBezTo>
                    <a:pt x="1408" y="8182"/>
                    <a:pt x="1184" y="7801"/>
                    <a:pt x="1014" y="7391"/>
                  </a:cubicBezTo>
                  <a:cubicBezTo>
                    <a:pt x="852" y="6971"/>
                    <a:pt x="734" y="6530"/>
                    <a:pt x="668" y="6070"/>
                  </a:cubicBezTo>
                  <a:cubicBezTo>
                    <a:pt x="559" y="5157"/>
                    <a:pt x="668" y="4178"/>
                    <a:pt x="1067" y="3291"/>
                  </a:cubicBezTo>
                  <a:cubicBezTo>
                    <a:pt x="1569" y="2137"/>
                    <a:pt x="2478" y="1207"/>
                    <a:pt x="3536" y="673"/>
                  </a:cubicBezTo>
                  <a:cubicBezTo>
                    <a:pt x="4296" y="301"/>
                    <a:pt x="5124" y="110"/>
                    <a:pt x="5925" y="110"/>
                  </a:cubicBezTo>
                  <a:cubicBezTo>
                    <a:pt x="6244" y="110"/>
                    <a:pt x="6558" y="140"/>
                    <a:pt x="6862" y="201"/>
                  </a:cubicBezTo>
                  <a:cubicBezTo>
                    <a:pt x="7394" y="302"/>
                    <a:pt x="7910" y="463"/>
                    <a:pt x="8360" y="713"/>
                  </a:cubicBezTo>
                  <a:cubicBezTo>
                    <a:pt x="8815" y="957"/>
                    <a:pt x="9230" y="1246"/>
                    <a:pt x="9575" y="1591"/>
                  </a:cubicBezTo>
                  <a:cubicBezTo>
                    <a:pt x="10287" y="2256"/>
                    <a:pt x="10733" y="3077"/>
                    <a:pt x="10973" y="3864"/>
                  </a:cubicBezTo>
                  <a:cubicBezTo>
                    <a:pt x="11223" y="4654"/>
                    <a:pt x="11253" y="5419"/>
                    <a:pt x="11170" y="6070"/>
                  </a:cubicBezTo>
                  <a:cubicBezTo>
                    <a:pt x="11096" y="6726"/>
                    <a:pt x="10894" y="7264"/>
                    <a:pt x="10702" y="7683"/>
                  </a:cubicBezTo>
                  <a:cubicBezTo>
                    <a:pt x="10650" y="7788"/>
                    <a:pt x="10602" y="7889"/>
                    <a:pt x="10559" y="7980"/>
                  </a:cubicBezTo>
                  <a:cubicBezTo>
                    <a:pt x="10511" y="8067"/>
                    <a:pt x="10454" y="8151"/>
                    <a:pt x="10410" y="8225"/>
                  </a:cubicBezTo>
                  <a:cubicBezTo>
                    <a:pt x="10318" y="8378"/>
                    <a:pt x="10235" y="8509"/>
                    <a:pt x="10156" y="8601"/>
                  </a:cubicBezTo>
                  <a:cubicBezTo>
                    <a:pt x="10087" y="8697"/>
                    <a:pt x="10029" y="8771"/>
                    <a:pt x="9990" y="8824"/>
                  </a:cubicBezTo>
                  <a:cubicBezTo>
                    <a:pt x="9950" y="8876"/>
                    <a:pt x="9934" y="8902"/>
                    <a:pt x="9934" y="8902"/>
                  </a:cubicBezTo>
                  <a:cubicBezTo>
                    <a:pt x="9938" y="8902"/>
                    <a:pt x="9960" y="8880"/>
                    <a:pt x="9999" y="8833"/>
                  </a:cubicBezTo>
                  <a:cubicBezTo>
                    <a:pt x="10043" y="8781"/>
                    <a:pt x="10099" y="8706"/>
                    <a:pt x="10174" y="8614"/>
                  </a:cubicBezTo>
                  <a:cubicBezTo>
                    <a:pt x="10257" y="8523"/>
                    <a:pt x="10344" y="8396"/>
                    <a:pt x="10436" y="8243"/>
                  </a:cubicBezTo>
                  <a:cubicBezTo>
                    <a:pt x="10484" y="8168"/>
                    <a:pt x="10541" y="8089"/>
                    <a:pt x="10593" y="7998"/>
                  </a:cubicBezTo>
                  <a:cubicBezTo>
                    <a:pt x="10642" y="7906"/>
                    <a:pt x="10690" y="7810"/>
                    <a:pt x="10742" y="7706"/>
                  </a:cubicBezTo>
                  <a:cubicBezTo>
                    <a:pt x="10943" y="7286"/>
                    <a:pt x="11152" y="6744"/>
                    <a:pt x="11235" y="6080"/>
                  </a:cubicBezTo>
                  <a:cubicBezTo>
                    <a:pt x="11323" y="5419"/>
                    <a:pt x="11297" y="4646"/>
                    <a:pt x="11057" y="3842"/>
                  </a:cubicBezTo>
                  <a:cubicBezTo>
                    <a:pt x="10816" y="3038"/>
                    <a:pt x="10362" y="2203"/>
                    <a:pt x="9645" y="1522"/>
                  </a:cubicBezTo>
                  <a:cubicBezTo>
                    <a:pt x="9295" y="1171"/>
                    <a:pt x="8871" y="870"/>
                    <a:pt x="8409" y="626"/>
                  </a:cubicBezTo>
                  <a:cubicBezTo>
                    <a:pt x="7949" y="368"/>
                    <a:pt x="7425" y="197"/>
                    <a:pt x="6878" y="92"/>
                  </a:cubicBezTo>
                  <a:cubicBezTo>
                    <a:pt x="6568" y="31"/>
                    <a:pt x="6247" y="1"/>
                    <a:pt x="5922"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a:off x="7997564" y="2870459"/>
              <a:ext cx="149956" cy="166277"/>
            </a:xfrm>
            <a:custGeom>
              <a:avLst/>
              <a:gdLst/>
              <a:ahLst/>
              <a:cxnLst/>
              <a:rect l="l" t="t" r="r" b="b"/>
              <a:pathLst>
                <a:path w="3418" h="3790" extrusionOk="0">
                  <a:moveTo>
                    <a:pt x="0" y="0"/>
                  </a:moveTo>
                  <a:lnTo>
                    <a:pt x="192" y="927"/>
                  </a:lnTo>
                  <a:lnTo>
                    <a:pt x="385" y="1858"/>
                  </a:lnTo>
                  <a:lnTo>
                    <a:pt x="874" y="1420"/>
                  </a:lnTo>
                  <a:lnTo>
                    <a:pt x="2981" y="3790"/>
                  </a:lnTo>
                  <a:lnTo>
                    <a:pt x="3418" y="3401"/>
                  </a:lnTo>
                  <a:lnTo>
                    <a:pt x="1312" y="1032"/>
                  </a:lnTo>
                  <a:lnTo>
                    <a:pt x="1801" y="595"/>
                  </a:lnTo>
                  <a:lnTo>
                    <a:pt x="900" y="298"/>
                  </a:lnTo>
                  <a:lnTo>
                    <a:pt x="0"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 name="Google Shape;233;p26"/>
          <p:cNvGrpSpPr/>
          <p:nvPr/>
        </p:nvGrpSpPr>
        <p:grpSpPr>
          <a:xfrm>
            <a:off x="7739700" y="1512500"/>
            <a:ext cx="1109728" cy="1002828"/>
            <a:chOff x="7739700" y="1512500"/>
            <a:chExt cx="1109728" cy="1002828"/>
          </a:xfrm>
        </p:grpSpPr>
        <p:sp>
          <p:nvSpPr>
            <p:cNvPr id="234" name="Google Shape;234;p26"/>
            <p:cNvSpPr/>
            <p:nvPr/>
          </p:nvSpPr>
          <p:spPr>
            <a:xfrm>
              <a:off x="7739700" y="1512500"/>
              <a:ext cx="1109728" cy="1002828"/>
            </a:xfrm>
            <a:custGeom>
              <a:avLst/>
              <a:gdLst/>
              <a:ahLst/>
              <a:cxnLst/>
              <a:rect l="l" t="t" r="r" b="b"/>
              <a:pathLst>
                <a:path w="35998" h="15301" extrusionOk="0">
                  <a:moveTo>
                    <a:pt x="888" y="1"/>
                  </a:moveTo>
                  <a:cubicBezTo>
                    <a:pt x="398" y="1"/>
                    <a:pt x="1" y="398"/>
                    <a:pt x="1" y="887"/>
                  </a:cubicBezTo>
                  <a:lnTo>
                    <a:pt x="1" y="14413"/>
                  </a:lnTo>
                  <a:cubicBezTo>
                    <a:pt x="1" y="14903"/>
                    <a:pt x="398" y="15300"/>
                    <a:pt x="888" y="15300"/>
                  </a:cubicBezTo>
                  <a:lnTo>
                    <a:pt x="35110" y="15300"/>
                  </a:lnTo>
                  <a:cubicBezTo>
                    <a:pt x="35600" y="15300"/>
                    <a:pt x="35998" y="14903"/>
                    <a:pt x="35998" y="14413"/>
                  </a:cubicBezTo>
                  <a:lnTo>
                    <a:pt x="35998" y="887"/>
                  </a:lnTo>
                  <a:cubicBezTo>
                    <a:pt x="35998" y="398"/>
                    <a:pt x="35600" y="1"/>
                    <a:pt x="35110"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5" name="Google Shape;235;p26"/>
            <p:cNvGrpSpPr/>
            <p:nvPr/>
          </p:nvGrpSpPr>
          <p:grpSpPr>
            <a:xfrm>
              <a:off x="7808309" y="1610467"/>
              <a:ext cx="966993" cy="714803"/>
              <a:chOff x="7183784" y="1476167"/>
              <a:chExt cx="966993" cy="714803"/>
            </a:xfrm>
          </p:grpSpPr>
          <p:sp>
            <p:nvSpPr>
              <p:cNvPr id="236" name="Google Shape;236;p26"/>
              <p:cNvSpPr/>
              <p:nvPr/>
            </p:nvSpPr>
            <p:spPr>
              <a:xfrm>
                <a:off x="7393754" y="1862327"/>
                <a:ext cx="21541" cy="21322"/>
              </a:xfrm>
              <a:custGeom>
                <a:avLst/>
                <a:gdLst/>
                <a:ahLst/>
                <a:cxnLst/>
                <a:rect l="l" t="t" r="r" b="b"/>
                <a:pathLst>
                  <a:path w="491" h="486" extrusionOk="0">
                    <a:moveTo>
                      <a:pt x="245" y="1"/>
                    </a:moveTo>
                    <a:cubicBezTo>
                      <a:pt x="110" y="1"/>
                      <a:pt x="1" y="110"/>
                      <a:pt x="1" y="241"/>
                    </a:cubicBezTo>
                    <a:cubicBezTo>
                      <a:pt x="1" y="376"/>
                      <a:pt x="110" y="485"/>
                      <a:pt x="245" y="485"/>
                    </a:cubicBezTo>
                    <a:cubicBezTo>
                      <a:pt x="380" y="485"/>
                      <a:pt x="491" y="376"/>
                      <a:pt x="491" y="241"/>
                    </a:cubicBezTo>
                    <a:cubicBezTo>
                      <a:pt x="491" y="110"/>
                      <a:pt x="380" y="1"/>
                      <a:pt x="2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6"/>
              <p:cNvSpPr/>
              <p:nvPr/>
            </p:nvSpPr>
            <p:spPr>
              <a:xfrm>
                <a:off x="7725074" y="1944762"/>
                <a:ext cx="58877" cy="216730"/>
              </a:xfrm>
              <a:custGeom>
                <a:avLst/>
                <a:gdLst/>
                <a:ahLst/>
                <a:cxnLst/>
                <a:rect l="l" t="t" r="r" b="b"/>
                <a:pathLst>
                  <a:path w="1342" h="4940" extrusionOk="0">
                    <a:moveTo>
                      <a:pt x="0" y="0"/>
                    </a:moveTo>
                    <a:lnTo>
                      <a:pt x="0" y="4939"/>
                    </a:lnTo>
                    <a:lnTo>
                      <a:pt x="1342" y="4939"/>
                    </a:lnTo>
                    <a:lnTo>
                      <a:pt x="1342"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6"/>
              <p:cNvSpPr/>
              <p:nvPr/>
            </p:nvSpPr>
            <p:spPr>
              <a:xfrm>
                <a:off x="7992132" y="1848727"/>
                <a:ext cx="59096" cy="312767"/>
              </a:xfrm>
              <a:custGeom>
                <a:avLst/>
                <a:gdLst/>
                <a:ahLst/>
                <a:cxnLst/>
                <a:rect l="l" t="t" r="r" b="b"/>
                <a:pathLst>
                  <a:path w="1347" h="7129" extrusionOk="0">
                    <a:moveTo>
                      <a:pt x="0" y="0"/>
                    </a:moveTo>
                    <a:lnTo>
                      <a:pt x="0" y="7128"/>
                    </a:lnTo>
                    <a:lnTo>
                      <a:pt x="1347" y="7128"/>
                    </a:lnTo>
                    <a:lnTo>
                      <a:pt x="1347"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6"/>
              <p:cNvSpPr/>
              <p:nvPr/>
            </p:nvSpPr>
            <p:spPr>
              <a:xfrm>
                <a:off x="7309959" y="1716409"/>
                <a:ext cx="59096" cy="445087"/>
              </a:xfrm>
              <a:custGeom>
                <a:avLst/>
                <a:gdLst/>
                <a:ahLst/>
                <a:cxnLst/>
                <a:rect l="l" t="t" r="r" b="b"/>
                <a:pathLst>
                  <a:path w="1347" h="10145" extrusionOk="0">
                    <a:moveTo>
                      <a:pt x="1" y="1"/>
                    </a:moveTo>
                    <a:lnTo>
                      <a:pt x="1" y="10144"/>
                    </a:lnTo>
                    <a:lnTo>
                      <a:pt x="1347" y="10144"/>
                    </a:lnTo>
                    <a:lnTo>
                      <a:pt x="1347"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6"/>
              <p:cNvSpPr/>
              <p:nvPr/>
            </p:nvSpPr>
            <p:spPr>
              <a:xfrm>
                <a:off x="7450700" y="1848727"/>
                <a:ext cx="59096" cy="312767"/>
              </a:xfrm>
              <a:custGeom>
                <a:avLst/>
                <a:gdLst/>
                <a:ahLst/>
                <a:cxnLst/>
                <a:rect l="l" t="t" r="r" b="b"/>
                <a:pathLst>
                  <a:path w="1347" h="7129" extrusionOk="0">
                    <a:moveTo>
                      <a:pt x="0" y="0"/>
                    </a:moveTo>
                    <a:lnTo>
                      <a:pt x="0" y="7128"/>
                    </a:lnTo>
                    <a:lnTo>
                      <a:pt x="1347" y="7128"/>
                    </a:lnTo>
                    <a:lnTo>
                      <a:pt x="1347"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6"/>
              <p:cNvSpPr/>
              <p:nvPr/>
            </p:nvSpPr>
            <p:spPr>
              <a:xfrm>
                <a:off x="7577840" y="1680391"/>
                <a:ext cx="59052" cy="481106"/>
              </a:xfrm>
              <a:custGeom>
                <a:avLst/>
                <a:gdLst/>
                <a:ahLst/>
                <a:cxnLst/>
                <a:rect l="l" t="t" r="r" b="b"/>
                <a:pathLst>
                  <a:path w="1346" h="10966" extrusionOk="0">
                    <a:moveTo>
                      <a:pt x="0" y="1"/>
                    </a:moveTo>
                    <a:lnTo>
                      <a:pt x="0" y="10965"/>
                    </a:lnTo>
                    <a:lnTo>
                      <a:pt x="1346" y="10965"/>
                    </a:lnTo>
                    <a:lnTo>
                      <a:pt x="1346"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6"/>
              <p:cNvSpPr/>
              <p:nvPr/>
            </p:nvSpPr>
            <p:spPr>
              <a:xfrm>
                <a:off x="7378618" y="1668677"/>
                <a:ext cx="59096" cy="492820"/>
              </a:xfrm>
              <a:custGeom>
                <a:avLst/>
                <a:gdLst/>
                <a:ahLst/>
                <a:cxnLst/>
                <a:rect l="l" t="t" r="r" b="b"/>
                <a:pathLst>
                  <a:path w="1347" h="11233" extrusionOk="0">
                    <a:moveTo>
                      <a:pt x="1" y="0"/>
                    </a:moveTo>
                    <a:lnTo>
                      <a:pt x="1" y="11232"/>
                    </a:lnTo>
                    <a:lnTo>
                      <a:pt x="1346" y="11232"/>
                    </a:lnTo>
                    <a:lnTo>
                      <a:pt x="1346"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6"/>
              <p:cNvSpPr/>
              <p:nvPr/>
            </p:nvSpPr>
            <p:spPr>
              <a:xfrm>
                <a:off x="7651457" y="1565534"/>
                <a:ext cx="58877" cy="595964"/>
              </a:xfrm>
              <a:custGeom>
                <a:avLst/>
                <a:gdLst/>
                <a:ahLst/>
                <a:cxnLst/>
                <a:rect l="l" t="t" r="r" b="b"/>
                <a:pathLst>
                  <a:path w="1342" h="13584" extrusionOk="0">
                    <a:moveTo>
                      <a:pt x="0" y="1"/>
                    </a:moveTo>
                    <a:lnTo>
                      <a:pt x="0" y="13583"/>
                    </a:lnTo>
                    <a:lnTo>
                      <a:pt x="1342" y="13583"/>
                    </a:lnTo>
                    <a:lnTo>
                      <a:pt x="1342"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6"/>
              <p:cNvSpPr/>
              <p:nvPr/>
            </p:nvSpPr>
            <p:spPr>
              <a:xfrm>
                <a:off x="7211248" y="2185793"/>
                <a:ext cx="939530" cy="5177"/>
              </a:xfrm>
              <a:custGeom>
                <a:avLst/>
                <a:gdLst/>
                <a:ahLst/>
                <a:cxnLst/>
                <a:rect l="l" t="t" r="r" b="b"/>
                <a:pathLst>
                  <a:path w="21415" h="118" extrusionOk="0">
                    <a:moveTo>
                      <a:pt x="10708" y="0"/>
                    </a:moveTo>
                    <a:cubicBezTo>
                      <a:pt x="4794" y="0"/>
                      <a:pt x="0" y="26"/>
                      <a:pt x="0" y="57"/>
                    </a:cubicBezTo>
                    <a:cubicBezTo>
                      <a:pt x="0" y="91"/>
                      <a:pt x="4794" y="118"/>
                      <a:pt x="10708" y="118"/>
                    </a:cubicBezTo>
                    <a:cubicBezTo>
                      <a:pt x="16620" y="118"/>
                      <a:pt x="21414" y="91"/>
                      <a:pt x="21414" y="57"/>
                    </a:cubicBezTo>
                    <a:cubicBezTo>
                      <a:pt x="21414" y="26"/>
                      <a:pt x="16620" y="0"/>
                      <a:pt x="10708"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p:nvPr/>
            </p:nvSpPr>
            <p:spPr>
              <a:xfrm>
                <a:off x="7183784" y="2082256"/>
                <a:ext cx="36151" cy="11889"/>
              </a:xfrm>
              <a:custGeom>
                <a:avLst/>
                <a:gdLst/>
                <a:ahLst/>
                <a:cxnLst/>
                <a:rect l="l" t="t" r="r" b="b"/>
                <a:pathLst>
                  <a:path w="824" h="271" extrusionOk="0">
                    <a:moveTo>
                      <a:pt x="1" y="0"/>
                    </a:moveTo>
                    <a:lnTo>
                      <a:pt x="1" y="271"/>
                    </a:lnTo>
                    <a:lnTo>
                      <a:pt x="823" y="271"/>
                    </a:lnTo>
                    <a:lnTo>
                      <a:pt x="82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7183784" y="1923879"/>
                <a:ext cx="36151" cy="11933"/>
              </a:xfrm>
              <a:custGeom>
                <a:avLst/>
                <a:gdLst/>
                <a:ahLst/>
                <a:cxnLst/>
                <a:rect l="l" t="t" r="r" b="b"/>
                <a:pathLst>
                  <a:path w="824" h="272" extrusionOk="0">
                    <a:moveTo>
                      <a:pt x="1" y="0"/>
                    </a:moveTo>
                    <a:lnTo>
                      <a:pt x="1" y="272"/>
                    </a:lnTo>
                    <a:lnTo>
                      <a:pt x="823" y="272"/>
                    </a:lnTo>
                    <a:lnTo>
                      <a:pt x="82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7183784" y="1625902"/>
                <a:ext cx="36151" cy="11758"/>
              </a:xfrm>
              <a:custGeom>
                <a:avLst/>
                <a:gdLst/>
                <a:ahLst/>
                <a:cxnLst/>
                <a:rect l="l" t="t" r="r" b="b"/>
                <a:pathLst>
                  <a:path w="824" h="268" extrusionOk="0">
                    <a:moveTo>
                      <a:pt x="1" y="1"/>
                    </a:moveTo>
                    <a:lnTo>
                      <a:pt x="1" y="267"/>
                    </a:lnTo>
                    <a:lnTo>
                      <a:pt x="823" y="267"/>
                    </a:lnTo>
                    <a:lnTo>
                      <a:pt x="82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a:off x="7183784" y="1476167"/>
                <a:ext cx="36151" cy="11758"/>
              </a:xfrm>
              <a:custGeom>
                <a:avLst/>
                <a:gdLst/>
                <a:ahLst/>
                <a:cxnLst/>
                <a:rect l="l" t="t" r="r" b="b"/>
                <a:pathLst>
                  <a:path w="824" h="268" extrusionOk="0">
                    <a:moveTo>
                      <a:pt x="1" y="1"/>
                    </a:moveTo>
                    <a:lnTo>
                      <a:pt x="1" y="267"/>
                    </a:lnTo>
                    <a:lnTo>
                      <a:pt x="823" y="267"/>
                    </a:lnTo>
                    <a:lnTo>
                      <a:pt x="82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7185758" y="1774890"/>
                <a:ext cx="36063" cy="11933"/>
              </a:xfrm>
              <a:custGeom>
                <a:avLst/>
                <a:gdLst/>
                <a:ahLst/>
                <a:cxnLst/>
                <a:rect l="l" t="t" r="r" b="b"/>
                <a:pathLst>
                  <a:path w="822" h="272" extrusionOk="0">
                    <a:moveTo>
                      <a:pt x="0" y="1"/>
                    </a:moveTo>
                    <a:lnTo>
                      <a:pt x="0" y="272"/>
                    </a:lnTo>
                    <a:lnTo>
                      <a:pt x="821" y="272"/>
                    </a:lnTo>
                    <a:lnTo>
                      <a:pt x="82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a:off x="7851391" y="1716409"/>
                <a:ext cx="59096" cy="445087"/>
              </a:xfrm>
              <a:custGeom>
                <a:avLst/>
                <a:gdLst/>
                <a:ahLst/>
                <a:cxnLst/>
                <a:rect l="l" t="t" r="r" b="b"/>
                <a:pathLst>
                  <a:path w="1347" h="10145" extrusionOk="0">
                    <a:moveTo>
                      <a:pt x="1" y="1"/>
                    </a:moveTo>
                    <a:lnTo>
                      <a:pt x="1" y="10144"/>
                    </a:lnTo>
                    <a:lnTo>
                      <a:pt x="1347" y="10144"/>
                    </a:lnTo>
                    <a:lnTo>
                      <a:pt x="1347"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a:off x="7920051" y="1668677"/>
                <a:ext cx="59096" cy="492820"/>
              </a:xfrm>
              <a:custGeom>
                <a:avLst/>
                <a:gdLst/>
                <a:ahLst/>
                <a:cxnLst/>
                <a:rect l="l" t="t" r="r" b="b"/>
                <a:pathLst>
                  <a:path w="1347" h="11233" extrusionOk="0">
                    <a:moveTo>
                      <a:pt x="1" y="0"/>
                    </a:moveTo>
                    <a:lnTo>
                      <a:pt x="1" y="11232"/>
                    </a:lnTo>
                    <a:lnTo>
                      <a:pt x="1346" y="11232"/>
                    </a:lnTo>
                    <a:lnTo>
                      <a:pt x="1346"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2" name="Google Shape;252;p26"/>
          <p:cNvGrpSpPr/>
          <p:nvPr/>
        </p:nvGrpSpPr>
        <p:grpSpPr>
          <a:xfrm flipH="1">
            <a:off x="6415607" y="1911354"/>
            <a:ext cx="1520787" cy="2773390"/>
            <a:chOff x="-823767" y="1667843"/>
            <a:chExt cx="1580203" cy="2881743"/>
          </a:xfrm>
        </p:grpSpPr>
        <p:sp>
          <p:nvSpPr>
            <p:cNvPr id="253" name="Google Shape;253;p26"/>
            <p:cNvSpPr/>
            <p:nvPr/>
          </p:nvSpPr>
          <p:spPr>
            <a:xfrm>
              <a:off x="-216393" y="1767355"/>
              <a:ext cx="5288" cy="1517707"/>
            </a:xfrm>
            <a:custGeom>
              <a:avLst/>
              <a:gdLst/>
              <a:ahLst/>
              <a:cxnLst/>
              <a:rect l="l" t="t" r="r" b="b"/>
              <a:pathLst>
                <a:path w="116" h="33294" extrusionOk="0">
                  <a:moveTo>
                    <a:pt x="58" y="1"/>
                  </a:moveTo>
                  <a:cubicBezTo>
                    <a:pt x="27" y="1"/>
                    <a:pt x="1" y="7452"/>
                    <a:pt x="1" y="16647"/>
                  </a:cubicBezTo>
                  <a:cubicBezTo>
                    <a:pt x="1" y="25841"/>
                    <a:pt x="27" y="33293"/>
                    <a:pt x="58" y="33293"/>
                  </a:cubicBezTo>
                  <a:cubicBezTo>
                    <a:pt x="89" y="33293"/>
                    <a:pt x="115" y="25841"/>
                    <a:pt x="115" y="16647"/>
                  </a:cubicBezTo>
                  <a:cubicBezTo>
                    <a:pt x="115" y="7452"/>
                    <a:pt x="89" y="1"/>
                    <a:pt x="5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253178" y="2086723"/>
              <a:ext cx="22382" cy="22337"/>
            </a:xfrm>
            <a:custGeom>
              <a:avLst/>
              <a:gdLst/>
              <a:ahLst/>
              <a:cxnLst/>
              <a:rect l="l" t="t" r="r" b="b"/>
              <a:pathLst>
                <a:path w="491" h="490" extrusionOk="0">
                  <a:moveTo>
                    <a:pt x="246" y="0"/>
                  </a:moveTo>
                  <a:cubicBezTo>
                    <a:pt x="109" y="0"/>
                    <a:pt x="0" y="109"/>
                    <a:pt x="0" y="245"/>
                  </a:cubicBezTo>
                  <a:cubicBezTo>
                    <a:pt x="0" y="381"/>
                    <a:pt x="109" y="490"/>
                    <a:pt x="246" y="490"/>
                  </a:cubicBezTo>
                  <a:cubicBezTo>
                    <a:pt x="381" y="490"/>
                    <a:pt x="490" y="381"/>
                    <a:pt x="490" y="245"/>
                  </a:cubicBezTo>
                  <a:cubicBezTo>
                    <a:pt x="490" y="109"/>
                    <a:pt x="381" y="0"/>
                    <a:pt x="24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p:nvPr/>
          </p:nvSpPr>
          <p:spPr>
            <a:xfrm>
              <a:off x="-224917" y="1767355"/>
              <a:ext cx="22337" cy="22382"/>
            </a:xfrm>
            <a:custGeom>
              <a:avLst/>
              <a:gdLst/>
              <a:ahLst/>
              <a:cxnLst/>
              <a:rect l="l" t="t" r="r" b="b"/>
              <a:pathLst>
                <a:path w="490" h="491" extrusionOk="0">
                  <a:moveTo>
                    <a:pt x="245" y="1"/>
                  </a:moveTo>
                  <a:cubicBezTo>
                    <a:pt x="109" y="1"/>
                    <a:pt x="0" y="110"/>
                    <a:pt x="0" y="245"/>
                  </a:cubicBezTo>
                  <a:cubicBezTo>
                    <a:pt x="0" y="381"/>
                    <a:pt x="109" y="491"/>
                    <a:pt x="245" y="491"/>
                  </a:cubicBezTo>
                  <a:cubicBezTo>
                    <a:pt x="381" y="491"/>
                    <a:pt x="490" y="381"/>
                    <a:pt x="490" y="245"/>
                  </a:cubicBezTo>
                  <a:cubicBezTo>
                    <a:pt x="490" y="110"/>
                    <a:pt x="381" y="1"/>
                    <a:pt x="2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6"/>
            <p:cNvSpPr/>
            <p:nvPr/>
          </p:nvSpPr>
          <p:spPr>
            <a:xfrm>
              <a:off x="-235675" y="4406176"/>
              <a:ext cx="327711" cy="143137"/>
            </a:xfrm>
            <a:custGeom>
              <a:avLst/>
              <a:gdLst/>
              <a:ahLst/>
              <a:cxnLst/>
              <a:rect l="l" t="t" r="r" b="b"/>
              <a:pathLst>
                <a:path w="7189" h="3140" extrusionOk="0">
                  <a:moveTo>
                    <a:pt x="3850" y="0"/>
                  </a:moveTo>
                  <a:lnTo>
                    <a:pt x="0" y="65"/>
                  </a:lnTo>
                  <a:lnTo>
                    <a:pt x="40" y="3077"/>
                  </a:lnTo>
                  <a:lnTo>
                    <a:pt x="280" y="3089"/>
                  </a:lnTo>
                  <a:cubicBezTo>
                    <a:pt x="798" y="3109"/>
                    <a:pt x="2100" y="3139"/>
                    <a:pt x="3379" y="3139"/>
                  </a:cubicBezTo>
                  <a:cubicBezTo>
                    <a:pt x="4722" y="3139"/>
                    <a:pt x="6040" y="3105"/>
                    <a:pt x="6402" y="2989"/>
                  </a:cubicBezTo>
                  <a:cubicBezTo>
                    <a:pt x="7189" y="2736"/>
                    <a:pt x="3903" y="2054"/>
                    <a:pt x="3903" y="2054"/>
                  </a:cubicBezTo>
                  <a:lnTo>
                    <a:pt x="3850"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6"/>
            <p:cNvSpPr/>
            <p:nvPr/>
          </p:nvSpPr>
          <p:spPr>
            <a:xfrm>
              <a:off x="-235265" y="4494748"/>
              <a:ext cx="64366" cy="49505"/>
            </a:xfrm>
            <a:custGeom>
              <a:avLst/>
              <a:gdLst/>
              <a:ahLst/>
              <a:cxnLst/>
              <a:rect l="l" t="t" r="r" b="b"/>
              <a:pathLst>
                <a:path w="1412" h="1086" extrusionOk="0">
                  <a:moveTo>
                    <a:pt x="114" y="1"/>
                  </a:moveTo>
                  <a:cubicBezTo>
                    <a:pt x="77" y="1"/>
                    <a:pt x="39" y="2"/>
                    <a:pt x="0" y="6"/>
                  </a:cubicBezTo>
                  <a:lnTo>
                    <a:pt x="17" y="1085"/>
                  </a:lnTo>
                  <a:lnTo>
                    <a:pt x="1411" y="1085"/>
                  </a:lnTo>
                  <a:cubicBezTo>
                    <a:pt x="1350" y="762"/>
                    <a:pt x="1167" y="470"/>
                    <a:pt x="905" y="272"/>
                  </a:cubicBezTo>
                  <a:cubicBezTo>
                    <a:pt x="673" y="99"/>
                    <a:pt x="398" y="1"/>
                    <a:pt x="1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6"/>
            <p:cNvSpPr/>
            <p:nvPr/>
          </p:nvSpPr>
          <p:spPr>
            <a:xfrm>
              <a:off x="-233897" y="4517540"/>
              <a:ext cx="301864" cy="32046"/>
            </a:xfrm>
            <a:custGeom>
              <a:avLst/>
              <a:gdLst/>
              <a:ahLst/>
              <a:cxnLst/>
              <a:rect l="l" t="t" r="r" b="b"/>
              <a:pathLst>
                <a:path w="6622" h="703" extrusionOk="0">
                  <a:moveTo>
                    <a:pt x="5472" y="0"/>
                  </a:moveTo>
                  <a:cubicBezTo>
                    <a:pt x="5245" y="13"/>
                    <a:pt x="5140" y="502"/>
                    <a:pt x="5140" y="502"/>
                  </a:cubicBezTo>
                  <a:lnTo>
                    <a:pt x="5" y="546"/>
                  </a:lnTo>
                  <a:lnTo>
                    <a:pt x="1" y="634"/>
                  </a:lnTo>
                  <a:cubicBezTo>
                    <a:pt x="680" y="681"/>
                    <a:pt x="1659" y="702"/>
                    <a:pt x="2652" y="702"/>
                  </a:cubicBezTo>
                  <a:cubicBezTo>
                    <a:pt x="4500" y="702"/>
                    <a:pt x="6395" y="627"/>
                    <a:pt x="6486" y="502"/>
                  </a:cubicBezTo>
                  <a:cubicBezTo>
                    <a:pt x="6621" y="310"/>
                    <a:pt x="5472" y="0"/>
                    <a:pt x="547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6"/>
            <p:cNvSpPr/>
            <p:nvPr/>
          </p:nvSpPr>
          <p:spPr>
            <a:xfrm>
              <a:off x="-236450" y="4537415"/>
              <a:ext cx="298217" cy="7020"/>
            </a:xfrm>
            <a:custGeom>
              <a:avLst/>
              <a:gdLst/>
              <a:ahLst/>
              <a:cxnLst/>
              <a:rect l="l" t="t" r="r" b="b"/>
              <a:pathLst>
                <a:path w="6542" h="154" extrusionOk="0">
                  <a:moveTo>
                    <a:pt x="6472" y="0"/>
                  </a:moveTo>
                  <a:cubicBezTo>
                    <a:pt x="6415" y="6"/>
                    <a:pt x="6354" y="6"/>
                    <a:pt x="6284" y="10"/>
                  </a:cubicBezTo>
                  <a:cubicBezTo>
                    <a:pt x="6092" y="14"/>
                    <a:pt x="5860" y="22"/>
                    <a:pt x="5580" y="36"/>
                  </a:cubicBezTo>
                  <a:cubicBezTo>
                    <a:pt x="4991" y="58"/>
                    <a:pt x="4174" y="84"/>
                    <a:pt x="3268" y="97"/>
                  </a:cubicBezTo>
                  <a:cubicBezTo>
                    <a:pt x="2590" y="107"/>
                    <a:pt x="1959" y="112"/>
                    <a:pt x="1434" y="112"/>
                  </a:cubicBezTo>
                  <a:cubicBezTo>
                    <a:pt x="1263" y="112"/>
                    <a:pt x="1103" y="112"/>
                    <a:pt x="957" y="110"/>
                  </a:cubicBezTo>
                  <a:cubicBezTo>
                    <a:pt x="682" y="110"/>
                    <a:pt x="450" y="105"/>
                    <a:pt x="257" y="105"/>
                  </a:cubicBezTo>
                  <a:lnTo>
                    <a:pt x="65" y="105"/>
                  </a:lnTo>
                  <a:cubicBezTo>
                    <a:pt x="21" y="105"/>
                    <a:pt x="0" y="110"/>
                    <a:pt x="0" y="110"/>
                  </a:cubicBezTo>
                  <a:cubicBezTo>
                    <a:pt x="0" y="110"/>
                    <a:pt x="21" y="115"/>
                    <a:pt x="65" y="115"/>
                  </a:cubicBezTo>
                  <a:cubicBezTo>
                    <a:pt x="122" y="119"/>
                    <a:pt x="188" y="123"/>
                    <a:pt x="257" y="123"/>
                  </a:cubicBezTo>
                  <a:cubicBezTo>
                    <a:pt x="450" y="127"/>
                    <a:pt x="682" y="137"/>
                    <a:pt x="957" y="145"/>
                  </a:cubicBezTo>
                  <a:cubicBezTo>
                    <a:pt x="1283" y="150"/>
                    <a:pt x="1676" y="153"/>
                    <a:pt x="2114" y="153"/>
                  </a:cubicBezTo>
                  <a:cubicBezTo>
                    <a:pt x="2474" y="153"/>
                    <a:pt x="2864" y="151"/>
                    <a:pt x="3273" y="145"/>
                  </a:cubicBezTo>
                  <a:cubicBezTo>
                    <a:pt x="4174" y="127"/>
                    <a:pt x="4991" y="97"/>
                    <a:pt x="5585" y="66"/>
                  </a:cubicBezTo>
                  <a:cubicBezTo>
                    <a:pt x="5860" y="49"/>
                    <a:pt x="6092" y="36"/>
                    <a:pt x="6284" y="27"/>
                  </a:cubicBezTo>
                  <a:cubicBezTo>
                    <a:pt x="6354" y="18"/>
                    <a:pt x="6415" y="14"/>
                    <a:pt x="6472" y="10"/>
                  </a:cubicBezTo>
                  <a:cubicBezTo>
                    <a:pt x="6516" y="10"/>
                    <a:pt x="6542" y="6"/>
                    <a:pt x="6542" y="6"/>
                  </a:cubicBezTo>
                  <a:cubicBezTo>
                    <a:pt x="6542" y="0"/>
                    <a:pt x="6516" y="0"/>
                    <a:pt x="647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6"/>
            <p:cNvSpPr/>
            <p:nvPr/>
          </p:nvSpPr>
          <p:spPr>
            <a:xfrm>
              <a:off x="-730" y="4515443"/>
              <a:ext cx="17915" cy="27807"/>
            </a:xfrm>
            <a:custGeom>
              <a:avLst/>
              <a:gdLst/>
              <a:ahLst/>
              <a:cxnLst/>
              <a:rect l="l" t="t" r="r" b="b"/>
              <a:pathLst>
                <a:path w="393" h="610" extrusionOk="0">
                  <a:moveTo>
                    <a:pt x="380" y="1"/>
                  </a:moveTo>
                  <a:cubicBezTo>
                    <a:pt x="356" y="1"/>
                    <a:pt x="209" y="76"/>
                    <a:pt x="108" y="252"/>
                  </a:cubicBezTo>
                  <a:cubicBezTo>
                    <a:pt x="0" y="428"/>
                    <a:pt x="11" y="609"/>
                    <a:pt x="25" y="609"/>
                  </a:cubicBezTo>
                  <a:cubicBezTo>
                    <a:pt x="25" y="609"/>
                    <a:pt x="25" y="609"/>
                    <a:pt x="25" y="609"/>
                  </a:cubicBezTo>
                  <a:cubicBezTo>
                    <a:pt x="38" y="609"/>
                    <a:pt x="47" y="444"/>
                    <a:pt x="147" y="273"/>
                  </a:cubicBezTo>
                  <a:cubicBezTo>
                    <a:pt x="248" y="98"/>
                    <a:pt x="392" y="10"/>
                    <a:pt x="383" y="2"/>
                  </a:cubicBezTo>
                  <a:cubicBezTo>
                    <a:pt x="383" y="1"/>
                    <a:pt x="381" y="1"/>
                    <a:pt x="38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6"/>
            <p:cNvSpPr/>
            <p:nvPr/>
          </p:nvSpPr>
          <p:spPr>
            <a:xfrm>
              <a:off x="-52378" y="4502953"/>
              <a:ext cx="9983" cy="14815"/>
            </a:xfrm>
            <a:custGeom>
              <a:avLst/>
              <a:gdLst/>
              <a:ahLst/>
              <a:cxnLst/>
              <a:rect l="l" t="t" r="r" b="b"/>
              <a:pathLst>
                <a:path w="219" h="325" extrusionOk="0">
                  <a:moveTo>
                    <a:pt x="204" y="1"/>
                  </a:moveTo>
                  <a:cubicBezTo>
                    <a:pt x="192" y="1"/>
                    <a:pt x="142" y="65"/>
                    <a:pt x="87" y="153"/>
                  </a:cubicBezTo>
                  <a:cubicBezTo>
                    <a:pt x="35" y="241"/>
                    <a:pt x="0" y="320"/>
                    <a:pt x="9" y="324"/>
                  </a:cubicBezTo>
                  <a:cubicBezTo>
                    <a:pt x="9" y="325"/>
                    <a:pt x="10" y="325"/>
                    <a:pt x="11" y="325"/>
                  </a:cubicBezTo>
                  <a:cubicBezTo>
                    <a:pt x="27" y="325"/>
                    <a:pt x="77" y="262"/>
                    <a:pt x="126" y="175"/>
                  </a:cubicBezTo>
                  <a:cubicBezTo>
                    <a:pt x="184" y="88"/>
                    <a:pt x="218" y="10"/>
                    <a:pt x="205" y="1"/>
                  </a:cubicBezTo>
                  <a:cubicBezTo>
                    <a:pt x="204" y="1"/>
                    <a:pt x="204" y="1"/>
                    <a:pt x="20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66737" y="4500492"/>
              <a:ext cx="11579" cy="10165"/>
            </a:xfrm>
            <a:custGeom>
              <a:avLst/>
              <a:gdLst/>
              <a:ahLst/>
              <a:cxnLst/>
              <a:rect l="l" t="t" r="r" b="b"/>
              <a:pathLst>
                <a:path w="254" h="223" extrusionOk="0">
                  <a:moveTo>
                    <a:pt x="240" y="0"/>
                  </a:moveTo>
                  <a:cubicBezTo>
                    <a:pt x="221" y="0"/>
                    <a:pt x="167" y="41"/>
                    <a:pt x="114" y="94"/>
                  </a:cubicBezTo>
                  <a:cubicBezTo>
                    <a:pt x="48" y="155"/>
                    <a:pt x="1" y="213"/>
                    <a:pt x="9" y="221"/>
                  </a:cubicBezTo>
                  <a:cubicBezTo>
                    <a:pt x="10" y="222"/>
                    <a:pt x="11" y="222"/>
                    <a:pt x="13" y="222"/>
                  </a:cubicBezTo>
                  <a:cubicBezTo>
                    <a:pt x="29" y="222"/>
                    <a:pt x="85" y="185"/>
                    <a:pt x="144" y="129"/>
                  </a:cubicBezTo>
                  <a:cubicBezTo>
                    <a:pt x="210" y="68"/>
                    <a:pt x="253" y="11"/>
                    <a:pt x="245" y="3"/>
                  </a:cubicBezTo>
                  <a:cubicBezTo>
                    <a:pt x="244" y="1"/>
                    <a:pt x="242" y="0"/>
                    <a:pt x="24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75718" y="4492970"/>
              <a:ext cx="18599" cy="2279"/>
            </a:xfrm>
            <a:custGeom>
              <a:avLst/>
              <a:gdLst/>
              <a:ahLst/>
              <a:cxnLst/>
              <a:rect l="l" t="t" r="r" b="b"/>
              <a:pathLst>
                <a:path w="408" h="50" extrusionOk="0">
                  <a:moveTo>
                    <a:pt x="206" y="1"/>
                  </a:moveTo>
                  <a:cubicBezTo>
                    <a:pt x="93" y="1"/>
                    <a:pt x="0" y="10"/>
                    <a:pt x="0" y="23"/>
                  </a:cubicBezTo>
                  <a:cubicBezTo>
                    <a:pt x="5" y="37"/>
                    <a:pt x="93" y="49"/>
                    <a:pt x="206" y="49"/>
                  </a:cubicBezTo>
                  <a:cubicBezTo>
                    <a:pt x="315" y="45"/>
                    <a:pt x="407" y="37"/>
                    <a:pt x="407" y="23"/>
                  </a:cubicBezTo>
                  <a:cubicBezTo>
                    <a:pt x="407" y="10"/>
                    <a:pt x="315" y="1"/>
                    <a:pt x="20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79136" y="4482258"/>
              <a:ext cx="21197" cy="3100"/>
            </a:xfrm>
            <a:custGeom>
              <a:avLst/>
              <a:gdLst/>
              <a:ahLst/>
              <a:cxnLst/>
              <a:rect l="l" t="t" r="r" b="b"/>
              <a:pathLst>
                <a:path w="465" h="68" extrusionOk="0">
                  <a:moveTo>
                    <a:pt x="21" y="0"/>
                  </a:moveTo>
                  <a:cubicBezTo>
                    <a:pt x="12" y="0"/>
                    <a:pt x="6" y="1"/>
                    <a:pt x="5" y="4"/>
                  </a:cubicBezTo>
                  <a:cubicBezTo>
                    <a:pt x="1" y="18"/>
                    <a:pt x="102" y="57"/>
                    <a:pt x="233" y="66"/>
                  </a:cubicBezTo>
                  <a:cubicBezTo>
                    <a:pt x="248" y="67"/>
                    <a:pt x="263" y="68"/>
                    <a:pt x="278" y="68"/>
                  </a:cubicBezTo>
                  <a:cubicBezTo>
                    <a:pt x="386" y="68"/>
                    <a:pt x="464" y="42"/>
                    <a:pt x="460" y="30"/>
                  </a:cubicBezTo>
                  <a:cubicBezTo>
                    <a:pt x="460" y="18"/>
                    <a:pt x="360" y="26"/>
                    <a:pt x="233" y="18"/>
                  </a:cubicBezTo>
                  <a:cubicBezTo>
                    <a:pt x="137" y="15"/>
                    <a:pt x="55" y="0"/>
                    <a:pt x="21"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46224" y="4486178"/>
              <a:ext cx="33323" cy="19237"/>
            </a:xfrm>
            <a:custGeom>
              <a:avLst/>
              <a:gdLst/>
              <a:ahLst/>
              <a:cxnLst/>
              <a:rect l="l" t="t" r="r" b="b"/>
              <a:pathLst>
                <a:path w="731" h="422" extrusionOk="0">
                  <a:moveTo>
                    <a:pt x="495" y="46"/>
                  </a:moveTo>
                  <a:cubicBezTo>
                    <a:pt x="551" y="46"/>
                    <a:pt x="607" y="57"/>
                    <a:pt x="652" y="85"/>
                  </a:cubicBezTo>
                  <a:cubicBezTo>
                    <a:pt x="691" y="111"/>
                    <a:pt x="678" y="159"/>
                    <a:pt x="634" y="186"/>
                  </a:cubicBezTo>
                  <a:cubicBezTo>
                    <a:pt x="594" y="212"/>
                    <a:pt x="542" y="229"/>
                    <a:pt x="495" y="246"/>
                  </a:cubicBezTo>
                  <a:cubicBezTo>
                    <a:pt x="402" y="281"/>
                    <a:pt x="315" y="303"/>
                    <a:pt x="241" y="317"/>
                  </a:cubicBezTo>
                  <a:cubicBezTo>
                    <a:pt x="166" y="332"/>
                    <a:pt x="106" y="340"/>
                    <a:pt x="65" y="344"/>
                  </a:cubicBezTo>
                  <a:lnTo>
                    <a:pt x="65" y="344"/>
                  </a:lnTo>
                  <a:cubicBezTo>
                    <a:pt x="80" y="307"/>
                    <a:pt x="104" y="258"/>
                    <a:pt x="144" y="207"/>
                  </a:cubicBezTo>
                  <a:cubicBezTo>
                    <a:pt x="192" y="150"/>
                    <a:pt x="263" y="98"/>
                    <a:pt x="354" y="67"/>
                  </a:cubicBezTo>
                  <a:cubicBezTo>
                    <a:pt x="395" y="55"/>
                    <a:pt x="445" y="46"/>
                    <a:pt x="495" y="46"/>
                  </a:cubicBezTo>
                  <a:close/>
                  <a:moveTo>
                    <a:pt x="490" y="0"/>
                  </a:moveTo>
                  <a:cubicBezTo>
                    <a:pt x="326" y="0"/>
                    <a:pt x="183" y="97"/>
                    <a:pt x="122" y="190"/>
                  </a:cubicBezTo>
                  <a:cubicBezTo>
                    <a:pt x="78" y="247"/>
                    <a:pt x="56" y="303"/>
                    <a:pt x="46" y="347"/>
                  </a:cubicBezTo>
                  <a:lnTo>
                    <a:pt x="46" y="347"/>
                  </a:lnTo>
                  <a:cubicBezTo>
                    <a:pt x="16" y="350"/>
                    <a:pt x="1" y="352"/>
                    <a:pt x="1" y="356"/>
                  </a:cubicBezTo>
                  <a:cubicBezTo>
                    <a:pt x="1" y="357"/>
                    <a:pt x="15" y="360"/>
                    <a:pt x="43" y="361"/>
                  </a:cubicBezTo>
                  <a:lnTo>
                    <a:pt x="43" y="361"/>
                  </a:lnTo>
                  <a:cubicBezTo>
                    <a:pt x="35" y="401"/>
                    <a:pt x="35" y="422"/>
                    <a:pt x="35" y="422"/>
                  </a:cubicBezTo>
                  <a:cubicBezTo>
                    <a:pt x="35" y="422"/>
                    <a:pt x="36" y="422"/>
                    <a:pt x="36" y="422"/>
                  </a:cubicBezTo>
                  <a:cubicBezTo>
                    <a:pt x="40" y="422"/>
                    <a:pt x="44" y="399"/>
                    <a:pt x="58" y="362"/>
                  </a:cubicBezTo>
                  <a:lnTo>
                    <a:pt x="58" y="362"/>
                  </a:lnTo>
                  <a:cubicBezTo>
                    <a:pt x="65" y="362"/>
                    <a:pt x="72" y="362"/>
                    <a:pt x="80" y="362"/>
                  </a:cubicBezTo>
                  <a:cubicBezTo>
                    <a:pt x="121" y="362"/>
                    <a:pt x="177" y="359"/>
                    <a:pt x="245" y="351"/>
                  </a:cubicBezTo>
                  <a:cubicBezTo>
                    <a:pt x="324" y="338"/>
                    <a:pt x="411" y="321"/>
                    <a:pt x="507" y="285"/>
                  </a:cubicBezTo>
                  <a:cubicBezTo>
                    <a:pt x="555" y="269"/>
                    <a:pt x="608" y="255"/>
                    <a:pt x="660" y="224"/>
                  </a:cubicBezTo>
                  <a:cubicBezTo>
                    <a:pt x="682" y="207"/>
                    <a:pt x="709" y="180"/>
                    <a:pt x="717" y="146"/>
                  </a:cubicBezTo>
                  <a:cubicBezTo>
                    <a:pt x="731" y="107"/>
                    <a:pt x="709" y="67"/>
                    <a:pt x="678" y="45"/>
                  </a:cubicBezTo>
                  <a:cubicBezTo>
                    <a:pt x="614" y="13"/>
                    <a:pt x="551" y="0"/>
                    <a:pt x="49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58806" y="4481209"/>
              <a:ext cx="17231" cy="21835"/>
            </a:xfrm>
            <a:custGeom>
              <a:avLst/>
              <a:gdLst/>
              <a:ahLst/>
              <a:cxnLst/>
              <a:rect l="l" t="t" r="r" b="b"/>
              <a:pathLst>
                <a:path w="378" h="479" extrusionOk="0">
                  <a:moveTo>
                    <a:pt x="100" y="0"/>
                  </a:moveTo>
                  <a:cubicBezTo>
                    <a:pt x="94" y="0"/>
                    <a:pt x="89" y="1"/>
                    <a:pt x="84" y="1"/>
                  </a:cubicBezTo>
                  <a:cubicBezTo>
                    <a:pt x="27" y="10"/>
                    <a:pt x="1" y="75"/>
                    <a:pt x="10" y="115"/>
                  </a:cubicBezTo>
                  <a:cubicBezTo>
                    <a:pt x="19" y="158"/>
                    <a:pt x="36" y="198"/>
                    <a:pt x="53" y="224"/>
                  </a:cubicBezTo>
                  <a:cubicBezTo>
                    <a:pt x="93" y="289"/>
                    <a:pt x="136" y="338"/>
                    <a:pt x="176" y="373"/>
                  </a:cubicBezTo>
                  <a:cubicBezTo>
                    <a:pt x="249" y="442"/>
                    <a:pt x="307" y="474"/>
                    <a:pt x="318" y="474"/>
                  </a:cubicBezTo>
                  <a:cubicBezTo>
                    <a:pt x="319" y="474"/>
                    <a:pt x="319" y="473"/>
                    <a:pt x="320" y="473"/>
                  </a:cubicBezTo>
                  <a:cubicBezTo>
                    <a:pt x="325" y="465"/>
                    <a:pt x="267" y="430"/>
                    <a:pt x="198" y="351"/>
                  </a:cubicBezTo>
                  <a:cubicBezTo>
                    <a:pt x="162" y="311"/>
                    <a:pt x="128" y="263"/>
                    <a:pt x="93" y="202"/>
                  </a:cubicBezTo>
                  <a:cubicBezTo>
                    <a:pt x="57" y="154"/>
                    <a:pt x="31" y="59"/>
                    <a:pt x="93" y="45"/>
                  </a:cubicBezTo>
                  <a:cubicBezTo>
                    <a:pt x="95" y="45"/>
                    <a:pt x="97" y="45"/>
                    <a:pt x="99" y="45"/>
                  </a:cubicBezTo>
                  <a:cubicBezTo>
                    <a:pt x="162" y="45"/>
                    <a:pt x="221" y="103"/>
                    <a:pt x="259" y="150"/>
                  </a:cubicBezTo>
                  <a:cubicBezTo>
                    <a:pt x="299" y="202"/>
                    <a:pt x="320" y="259"/>
                    <a:pt x="333" y="307"/>
                  </a:cubicBezTo>
                  <a:cubicBezTo>
                    <a:pt x="355" y="408"/>
                    <a:pt x="333" y="473"/>
                    <a:pt x="337" y="478"/>
                  </a:cubicBezTo>
                  <a:cubicBezTo>
                    <a:pt x="342" y="478"/>
                    <a:pt x="377" y="416"/>
                    <a:pt x="364" y="303"/>
                  </a:cubicBezTo>
                  <a:cubicBezTo>
                    <a:pt x="359" y="251"/>
                    <a:pt x="337" y="185"/>
                    <a:pt x="293" y="124"/>
                  </a:cubicBezTo>
                  <a:cubicBezTo>
                    <a:pt x="252" y="74"/>
                    <a:pt x="199" y="0"/>
                    <a:pt x="10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a:off x="-233670" y="4492924"/>
              <a:ext cx="63363" cy="49916"/>
            </a:xfrm>
            <a:custGeom>
              <a:avLst/>
              <a:gdLst/>
              <a:ahLst/>
              <a:cxnLst/>
              <a:rect l="l" t="t" r="r" b="b"/>
              <a:pathLst>
                <a:path w="1390" h="1095" extrusionOk="0">
                  <a:moveTo>
                    <a:pt x="220" y="0"/>
                  </a:moveTo>
                  <a:cubicBezTo>
                    <a:pt x="161" y="0"/>
                    <a:pt x="113" y="4"/>
                    <a:pt x="75" y="11"/>
                  </a:cubicBezTo>
                  <a:cubicBezTo>
                    <a:pt x="26" y="20"/>
                    <a:pt x="0" y="28"/>
                    <a:pt x="0" y="32"/>
                  </a:cubicBezTo>
                  <a:cubicBezTo>
                    <a:pt x="0" y="34"/>
                    <a:pt x="4" y="35"/>
                    <a:pt x="12" y="35"/>
                  </a:cubicBezTo>
                  <a:cubicBezTo>
                    <a:pt x="32" y="35"/>
                    <a:pt x="77" y="30"/>
                    <a:pt x="142" y="30"/>
                  </a:cubicBezTo>
                  <a:cubicBezTo>
                    <a:pt x="182" y="30"/>
                    <a:pt x="230" y="32"/>
                    <a:pt x="284" y="38"/>
                  </a:cubicBezTo>
                  <a:cubicBezTo>
                    <a:pt x="458" y="50"/>
                    <a:pt x="700" y="121"/>
                    <a:pt x="909" y="282"/>
                  </a:cubicBezTo>
                  <a:cubicBezTo>
                    <a:pt x="1123" y="444"/>
                    <a:pt x="1250" y="662"/>
                    <a:pt x="1307" y="824"/>
                  </a:cubicBezTo>
                  <a:cubicBezTo>
                    <a:pt x="1367" y="983"/>
                    <a:pt x="1376" y="1095"/>
                    <a:pt x="1385" y="1095"/>
                  </a:cubicBezTo>
                  <a:cubicBezTo>
                    <a:pt x="1385" y="1095"/>
                    <a:pt x="1385" y="1095"/>
                    <a:pt x="1386" y="1095"/>
                  </a:cubicBezTo>
                  <a:cubicBezTo>
                    <a:pt x="1390" y="1095"/>
                    <a:pt x="1390" y="1069"/>
                    <a:pt x="1386" y="1020"/>
                  </a:cubicBezTo>
                  <a:cubicBezTo>
                    <a:pt x="1381" y="968"/>
                    <a:pt x="1368" y="898"/>
                    <a:pt x="1337" y="811"/>
                  </a:cubicBezTo>
                  <a:cubicBezTo>
                    <a:pt x="1285" y="641"/>
                    <a:pt x="1158" y="413"/>
                    <a:pt x="940" y="242"/>
                  </a:cubicBezTo>
                  <a:cubicBezTo>
                    <a:pt x="716" y="76"/>
                    <a:pt x="468" y="11"/>
                    <a:pt x="289" y="2"/>
                  </a:cubicBezTo>
                  <a:cubicBezTo>
                    <a:pt x="264" y="1"/>
                    <a:pt x="242" y="0"/>
                    <a:pt x="22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217760" y="4420900"/>
              <a:ext cx="2416" cy="72115"/>
            </a:xfrm>
            <a:custGeom>
              <a:avLst/>
              <a:gdLst/>
              <a:ahLst/>
              <a:cxnLst/>
              <a:rect l="l" t="t" r="r" b="b"/>
              <a:pathLst>
                <a:path w="53" h="1582" extrusionOk="0">
                  <a:moveTo>
                    <a:pt x="22" y="0"/>
                  </a:moveTo>
                  <a:cubicBezTo>
                    <a:pt x="10" y="0"/>
                    <a:pt x="0" y="354"/>
                    <a:pt x="5" y="791"/>
                  </a:cubicBezTo>
                  <a:cubicBezTo>
                    <a:pt x="5" y="1229"/>
                    <a:pt x="18" y="1582"/>
                    <a:pt x="31" y="1582"/>
                  </a:cubicBezTo>
                  <a:cubicBezTo>
                    <a:pt x="44" y="1582"/>
                    <a:pt x="53" y="1229"/>
                    <a:pt x="49" y="791"/>
                  </a:cubicBezTo>
                  <a:cubicBezTo>
                    <a:pt x="49" y="354"/>
                    <a:pt x="36" y="0"/>
                    <a:pt x="2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148426" y="4525837"/>
              <a:ext cx="51420" cy="2690"/>
            </a:xfrm>
            <a:custGeom>
              <a:avLst/>
              <a:gdLst/>
              <a:ahLst/>
              <a:cxnLst/>
              <a:rect l="l" t="t" r="r" b="b"/>
              <a:pathLst>
                <a:path w="1128" h="59" extrusionOk="0">
                  <a:moveTo>
                    <a:pt x="1075" y="1"/>
                  </a:moveTo>
                  <a:cubicBezTo>
                    <a:pt x="986" y="1"/>
                    <a:pt x="792" y="11"/>
                    <a:pt x="564" y="14"/>
                  </a:cubicBezTo>
                  <a:cubicBezTo>
                    <a:pt x="357" y="14"/>
                    <a:pt x="176" y="9"/>
                    <a:pt x="77" y="9"/>
                  </a:cubicBezTo>
                  <a:cubicBezTo>
                    <a:pt x="28" y="9"/>
                    <a:pt x="0" y="10"/>
                    <a:pt x="0" y="14"/>
                  </a:cubicBezTo>
                  <a:cubicBezTo>
                    <a:pt x="0" y="23"/>
                    <a:pt x="225" y="59"/>
                    <a:pt x="517" y="59"/>
                  </a:cubicBezTo>
                  <a:cubicBezTo>
                    <a:pt x="533" y="59"/>
                    <a:pt x="548" y="58"/>
                    <a:pt x="564" y="58"/>
                  </a:cubicBezTo>
                  <a:cubicBezTo>
                    <a:pt x="879" y="58"/>
                    <a:pt x="1128" y="14"/>
                    <a:pt x="1128" y="6"/>
                  </a:cubicBezTo>
                  <a:cubicBezTo>
                    <a:pt x="1127" y="2"/>
                    <a:pt x="1108" y="1"/>
                    <a:pt x="107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183298" y="4526840"/>
              <a:ext cx="6017" cy="10029"/>
            </a:xfrm>
            <a:custGeom>
              <a:avLst/>
              <a:gdLst/>
              <a:ahLst/>
              <a:cxnLst/>
              <a:rect l="l" t="t" r="r" b="b"/>
              <a:pathLst>
                <a:path w="132" h="220" extrusionOk="0">
                  <a:moveTo>
                    <a:pt x="13" y="0"/>
                  </a:moveTo>
                  <a:cubicBezTo>
                    <a:pt x="11" y="0"/>
                    <a:pt x="10" y="1"/>
                    <a:pt x="9" y="2"/>
                  </a:cubicBezTo>
                  <a:cubicBezTo>
                    <a:pt x="1" y="14"/>
                    <a:pt x="31" y="54"/>
                    <a:pt x="57" y="115"/>
                  </a:cubicBezTo>
                  <a:cubicBezTo>
                    <a:pt x="88" y="172"/>
                    <a:pt x="101" y="220"/>
                    <a:pt x="114" y="220"/>
                  </a:cubicBezTo>
                  <a:cubicBezTo>
                    <a:pt x="127" y="220"/>
                    <a:pt x="132" y="159"/>
                    <a:pt x="101" y="93"/>
                  </a:cubicBezTo>
                  <a:cubicBezTo>
                    <a:pt x="74" y="35"/>
                    <a:pt x="29" y="0"/>
                    <a:pt x="1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196427" y="4510839"/>
              <a:ext cx="7385" cy="6792"/>
            </a:xfrm>
            <a:custGeom>
              <a:avLst/>
              <a:gdLst/>
              <a:ahLst/>
              <a:cxnLst/>
              <a:rect l="l" t="t" r="r" b="b"/>
              <a:pathLst>
                <a:path w="162" h="149" extrusionOk="0">
                  <a:moveTo>
                    <a:pt x="13" y="1"/>
                  </a:moveTo>
                  <a:cubicBezTo>
                    <a:pt x="11" y="1"/>
                    <a:pt x="10" y="1"/>
                    <a:pt x="9" y="2"/>
                  </a:cubicBezTo>
                  <a:cubicBezTo>
                    <a:pt x="0" y="16"/>
                    <a:pt x="22" y="55"/>
                    <a:pt x="66" y="95"/>
                  </a:cubicBezTo>
                  <a:cubicBezTo>
                    <a:pt x="99" y="128"/>
                    <a:pt x="134" y="149"/>
                    <a:pt x="148" y="149"/>
                  </a:cubicBezTo>
                  <a:cubicBezTo>
                    <a:pt x="150" y="149"/>
                    <a:pt x="152" y="148"/>
                    <a:pt x="153" y="147"/>
                  </a:cubicBezTo>
                  <a:cubicBezTo>
                    <a:pt x="162" y="138"/>
                    <a:pt x="140" y="99"/>
                    <a:pt x="97" y="59"/>
                  </a:cubicBezTo>
                  <a:cubicBezTo>
                    <a:pt x="62" y="25"/>
                    <a:pt x="28" y="1"/>
                    <a:pt x="1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214889" y="4502953"/>
              <a:ext cx="10485" cy="4285"/>
            </a:xfrm>
            <a:custGeom>
              <a:avLst/>
              <a:gdLst/>
              <a:ahLst/>
              <a:cxnLst/>
              <a:rect l="l" t="t" r="r" b="b"/>
              <a:pathLst>
                <a:path w="230" h="94" extrusionOk="0">
                  <a:moveTo>
                    <a:pt x="68" y="0"/>
                  </a:moveTo>
                  <a:cubicBezTo>
                    <a:pt x="27" y="0"/>
                    <a:pt x="1" y="13"/>
                    <a:pt x="3" y="22"/>
                  </a:cubicBezTo>
                  <a:cubicBezTo>
                    <a:pt x="8" y="36"/>
                    <a:pt x="56" y="36"/>
                    <a:pt x="113" y="54"/>
                  </a:cubicBezTo>
                  <a:cubicBezTo>
                    <a:pt x="162" y="68"/>
                    <a:pt x="203" y="94"/>
                    <a:pt x="217" y="94"/>
                  </a:cubicBezTo>
                  <a:cubicBezTo>
                    <a:pt x="219" y="94"/>
                    <a:pt x="221" y="93"/>
                    <a:pt x="222" y="92"/>
                  </a:cubicBezTo>
                  <a:cubicBezTo>
                    <a:pt x="230" y="84"/>
                    <a:pt x="200" y="32"/>
                    <a:pt x="130" y="10"/>
                  </a:cubicBezTo>
                  <a:cubicBezTo>
                    <a:pt x="107" y="3"/>
                    <a:pt x="86" y="0"/>
                    <a:pt x="6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228336" y="4500309"/>
              <a:ext cx="5835" cy="2781"/>
            </a:xfrm>
            <a:custGeom>
              <a:avLst/>
              <a:gdLst/>
              <a:ahLst/>
              <a:cxnLst/>
              <a:rect l="l" t="t" r="r" b="b"/>
              <a:pathLst>
                <a:path w="128" h="61" extrusionOk="0">
                  <a:moveTo>
                    <a:pt x="28" y="1"/>
                  </a:moveTo>
                  <a:cubicBezTo>
                    <a:pt x="17" y="1"/>
                    <a:pt x="8" y="4"/>
                    <a:pt x="6" y="11"/>
                  </a:cubicBezTo>
                  <a:cubicBezTo>
                    <a:pt x="1" y="19"/>
                    <a:pt x="23" y="41"/>
                    <a:pt x="58" y="54"/>
                  </a:cubicBezTo>
                  <a:cubicBezTo>
                    <a:pt x="72" y="58"/>
                    <a:pt x="86" y="61"/>
                    <a:pt x="97" y="61"/>
                  </a:cubicBezTo>
                  <a:cubicBezTo>
                    <a:pt x="111" y="61"/>
                    <a:pt x="121" y="57"/>
                    <a:pt x="123" y="50"/>
                  </a:cubicBezTo>
                  <a:cubicBezTo>
                    <a:pt x="127" y="41"/>
                    <a:pt x="105" y="19"/>
                    <a:pt x="71" y="11"/>
                  </a:cubicBezTo>
                  <a:cubicBezTo>
                    <a:pt x="56" y="4"/>
                    <a:pt x="40" y="1"/>
                    <a:pt x="2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557412" y="1720904"/>
              <a:ext cx="199024" cy="228563"/>
            </a:xfrm>
            <a:custGeom>
              <a:avLst/>
              <a:gdLst/>
              <a:ahLst/>
              <a:cxnLst/>
              <a:rect l="l" t="t" r="r" b="b"/>
              <a:pathLst>
                <a:path w="4366" h="5014" extrusionOk="0">
                  <a:moveTo>
                    <a:pt x="3564" y="1"/>
                  </a:moveTo>
                  <a:cubicBezTo>
                    <a:pt x="3147" y="1"/>
                    <a:pt x="0" y="3253"/>
                    <a:pt x="0" y="3253"/>
                  </a:cubicBezTo>
                  <a:lnTo>
                    <a:pt x="1813" y="5014"/>
                  </a:lnTo>
                  <a:cubicBezTo>
                    <a:pt x="4365" y="3104"/>
                    <a:pt x="2784" y="1898"/>
                    <a:pt x="2582" y="1720"/>
                  </a:cubicBezTo>
                  <a:cubicBezTo>
                    <a:pt x="2382" y="1540"/>
                    <a:pt x="3889" y="159"/>
                    <a:pt x="3588" y="6"/>
                  </a:cubicBezTo>
                  <a:cubicBezTo>
                    <a:pt x="3582" y="2"/>
                    <a:pt x="3574" y="1"/>
                    <a:pt x="3564" y="1"/>
                  </a:cubicBez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640058" y="1808564"/>
              <a:ext cx="46679" cy="60446"/>
            </a:xfrm>
            <a:custGeom>
              <a:avLst/>
              <a:gdLst/>
              <a:ahLst/>
              <a:cxnLst/>
              <a:rect l="l" t="t" r="r" b="b"/>
              <a:pathLst>
                <a:path w="1024" h="1326" extrusionOk="0">
                  <a:moveTo>
                    <a:pt x="734" y="1"/>
                  </a:moveTo>
                  <a:cubicBezTo>
                    <a:pt x="728" y="1"/>
                    <a:pt x="702" y="36"/>
                    <a:pt x="664" y="89"/>
                  </a:cubicBezTo>
                  <a:cubicBezTo>
                    <a:pt x="608" y="172"/>
                    <a:pt x="551" y="259"/>
                    <a:pt x="494" y="347"/>
                  </a:cubicBezTo>
                  <a:cubicBezTo>
                    <a:pt x="412" y="469"/>
                    <a:pt x="328" y="596"/>
                    <a:pt x="245" y="727"/>
                  </a:cubicBezTo>
                  <a:cubicBezTo>
                    <a:pt x="197" y="801"/>
                    <a:pt x="149" y="872"/>
                    <a:pt x="97" y="954"/>
                  </a:cubicBezTo>
                  <a:cubicBezTo>
                    <a:pt x="53" y="1033"/>
                    <a:pt x="0" y="1151"/>
                    <a:pt x="79" y="1251"/>
                  </a:cubicBezTo>
                  <a:cubicBezTo>
                    <a:pt x="124" y="1304"/>
                    <a:pt x="185" y="1325"/>
                    <a:pt x="246" y="1325"/>
                  </a:cubicBezTo>
                  <a:cubicBezTo>
                    <a:pt x="290" y="1325"/>
                    <a:pt x="335" y="1314"/>
                    <a:pt x="372" y="1295"/>
                  </a:cubicBezTo>
                  <a:cubicBezTo>
                    <a:pt x="464" y="1247"/>
                    <a:pt x="521" y="1168"/>
                    <a:pt x="564" y="1094"/>
                  </a:cubicBezTo>
                  <a:cubicBezTo>
                    <a:pt x="652" y="959"/>
                    <a:pt x="730" y="832"/>
                    <a:pt x="809" y="709"/>
                  </a:cubicBezTo>
                  <a:cubicBezTo>
                    <a:pt x="862" y="618"/>
                    <a:pt x="914" y="531"/>
                    <a:pt x="966" y="443"/>
                  </a:cubicBezTo>
                  <a:cubicBezTo>
                    <a:pt x="1001" y="382"/>
                    <a:pt x="1023" y="347"/>
                    <a:pt x="1019" y="342"/>
                  </a:cubicBezTo>
                  <a:lnTo>
                    <a:pt x="1019" y="342"/>
                  </a:lnTo>
                  <a:cubicBezTo>
                    <a:pt x="1019" y="342"/>
                    <a:pt x="993" y="373"/>
                    <a:pt x="953" y="434"/>
                  </a:cubicBezTo>
                  <a:cubicBezTo>
                    <a:pt x="896" y="517"/>
                    <a:pt x="840" y="600"/>
                    <a:pt x="779" y="692"/>
                  </a:cubicBezTo>
                  <a:cubicBezTo>
                    <a:pt x="700" y="810"/>
                    <a:pt x="616" y="937"/>
                    <a:pt x="529" y="1072"/>
                  </a:cubicBezTo>
                  <a:cubicBezTo>
                    <a:pt x="485" y="1142"/>
                    <a:pt x="428" y="1212"/>
                    <a:pt x="350" y="1251"/>
                  </a:cubicBezTo>
                  <a:cubicBezTo>
                    <a:pt x="321" y="1268"/>
                    <a:pt x="285" y="1277"/>
                    <a:pt x="249" y="1277"/>
                  </a:cubicBezTo>
                  <a:cubicBezTo>
                    <a:pt x="199" y="1277"/>
                    <a:pt x="147" y="1259"/>
                    <a:pt x="114" y="1221"/>
                  </a:cubicBezTo>
                  <a:cubicBezTo>
                    <a:pt x="57" y="1155"/>
                    <a:pt x="92" y="1055"/>
                    <a:pt x="136" y="976"/>
                  </a:cubicBezTo>
                  <a:cubicBezTo>
                    <a:pt x="184" y="902"/>
                    <a:pt x="232" y="823"/>
                    <a:pt x="281" y="749"/>
                  </a:cubicBezTo>
                  <a:cubicBezTo>
                    <a:pt x="363" y="618"/>
                    <a:pt x="442" y="487"/>
                    <a:pt x="521" y="364"/>
                  </a:cubicBezTo>
                  <a:cubicBezTo>
                    <a:pt x="577" y="273"/>
                    <a:pt x="630" y="185"/>
                    <a:pt x="678" y="102"/>
                  </a:cubicBezTo>
                  <a:cubicBezTo>
                    <a:pt x="717" y="37"/>
                    <a:pt x="735" y="1"/>
                    <a:pt x="735" y="1"/>
                  </a:cubicBezTo>
                  <a:cubicBezTo>
                    <a:pt x="734" y="1"/>
                    <a:pt x="734" y="1"/>
                    <a:pt x="734" y="1"/>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657152" y="1828895"/>
              <a:ext cx="37106" cy="52104"/>
            </a:xfrm>
            <a:custGeom>
              <a:avLst/>
              <a:gdLst/>
              <a:ahLst/>
              <a:cxnLst/>
              <a:rect l="l" t="t" r="r" b="b"/>
              <a:pathLst>
                <a:path w="814" h="1143" extrusionOk="0">
                  <a:moveTo>
                    <a:pt x="574" y="1"/>
                  </a:moveTo>
                  <a:cubicBezTo>
                    <a:pt x="574" y="1"/>
                    <a:pt x="547" y="27"/>
                    <a:pt x="513" y="75"/>
                  </a:cubicBezTo>
                  <a:cubicBezTo>
                    <a:pt x="473" y="128"/>
                    <a:pt x="425" y="202"/>
                    <a:pt x="364" y="299"/>
                  </a:cubicBezTo>
                  <a:cubicBezTo>
                    <a:pt x="307" y="390"/>
                    <a:pt x="237" y="508"/>
                    <a:pt x="154" y="626"/>
                  </a:cubicBezTo>
                  <a:cubicBezTo>
                    <a:pt x="115" y="688"/>
                    <a:pt x="63" y="749"/>
                    <a:pt x="31" y="827"/>
                  </a:cubicBezTo>
                  <a:cubicBezTo>
                    <a:pt x="1" y="906"/>
                    <a:pt x="1" y="1011"/>
                    <a:pt x="67" y="1085"/>
                  </a:cubicBezTo>
                  <a:cubicBezTo>
                    <a:pt x="101" y="1127"/>
                    <a:pt x="150" y="1143"/>
                    <a:pt x="199" y="1143"/>
                  </a:cubicBezTo>
                  <a:cubicBezTo>
                    <a:pt x="243" y="1143"/>
                    <a:pt x="287" y="1130"/>
                    <a:pt x="320" y="1112"/>
                  </a:cubicBezTo>
                  <a:cubicBezTo>
                    <a:pt x="398" y="1072"/>
                    <a:pt x="456" y="1011"/>
                    <a:pt x="503" y="954"/>
                  </a:cubicBezTo>
                  <a:cubicBezTo>
                    <a:pt x="600" y="840"/>
                    <a:pt x="670" y="722"/>
                    <a:pt x="713" y="622"/>
                  </a:cubicBezTo>
                  <a:cubicBezTo>
                    <a:pt x="761" y="517"/>
                    <a:pt x="788" y="430"/>
                    <a:pt x="801" y="368"/>
                  </a:cubicBezTo>
                  <a:cubicBezTo>
                    <a:pt x="814" y="307"/>
                    <a:pt x="814" y="272"/>
                    <a:pt x="814" y="272"/>
                  </a:cubicBezTo>
                  <a:cubicBezTo>
                    <a:pt x="814" y="272"/>
                    <a:pt x="814" y="272"/>
                    <a:pt x="813" y="272"/>
                  </a:cubicBezTo>
                  <a:cubicBezTo>
                    <a:pt x="805" y="272"/>
                    <a:pt x="782" y="411"/>
                    <a:pt x="683" y="609"/>
                  </a:cubicBezTo>
                  <a:cubicBezTo>
                    <a:pt x="634" y="705"/>
                    <a:pt x="565" y="819"/>
                    <a:pt x="469" y="928"/>
                  </a:cubicBezTo>
                  <a:cubicBezTo>
                    <a:pt x="421" y="985"/>
                    <a:pt x="368" y="1037"/>
                    <a:pt x="303" y="1072"/>
                  </a:cubicBezTo>
                  <a:cubicBezTo>
                    <a:pt x="272" y="1088"/>
                    <a:pt x="237" y="1098"/>
                    <a:pt x="203" y="1098"/>
                  </a:cubicBezTo>
                  <a:cubicBezTo>
                    <a:pt x="163" y="1098"/>
                    <a:pt x="125" y="1085"/>
                    <a:pt x="97" y="1055"/>
                  </a:cubicBezTo>
                  <a:cubicBezTo>
                    <a:pt x="49" y="997"/>
                    <a:pt x="49" y="910"/>
                    <a:pt x="75" y="845"/>
                  </a:cubicBezTo>
                  <a:cubicBezTo>
                    <a:pt x="102" y="775"/>
                    <a:pt x="150" y="714"/>
                    <a:pt x="189" y="652"/>
                  </a:cubicBezTo>
                  <a:cubicBezTo>
                    <a:pt x="273" y="525"/>
                    <a:pt x="338" y="412"/>
                    <a:pt x="394" y="315"/>
                  </a:cubicBezTo>
                  <a:cubicBezTo>
                    <a:pt x="438" y="237"/>
                    <a:pt x="482" y="163"/>
                    <a:pt x="525" y="85"/>
                  </a:cubicBezTo>
                  <a:cubicBezTo>
                    <a:pt x="561" y="32"/>
                    <a:pt x="578" y="1"/>
                    <a:pt x="574" y="1"/>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590871" y="1833453"/>
              <a:ext cx="74349" cy="34736"/>
            </a:xfrm>
            <a:custGeom>
              <a:avLst/>
              <a:gdLst/>
              <a:ahLst/>
              <a:cxnLst/>
              <a:rect l="l" t="t" r="r" b="b"/>
              <a:pathLst>
                <a:path w="1631" h="762" extrusionOk="0">
                  <a:moveTo>
                    <a:pt x="1523" y="0"/>
                  </a:moveTo>
                  <a:cubicBezTo>
                    <a:pt x="1512" y="0"/>
                    <a:pt x="1501" y="2"/>
                    <a:pt x="1491" y="2"/>
                  </a:cubicBezTo>
                  <a:cubicBezTo>
                    <a:pt x="1088" y="28"/>
                    <a:pt x="686" y="54"/>
                    <a:pt x="284" y="84"/>
                  </a:cubicBezTo>
                  <a:lnTo>
                    <a:pt x="0" y="762"/>
                  </a:lnTo>
                  <a:cubicBezTo>
                    <a:pt x="192" y="749"/>
                    <a:pt x="384" y="740"/>
                    <a:pt x="577" y="727"/>
                  </a:cubicBezTo>
                  <a:cubicBezTo>
                    <a:pt x="787" y="714"/>
                    <a:pt x="1001" y="701"/>
                    <a:pt x="1193" y="622"/>
                  </a:cubicBezTo>
                  <a:cubicBezTo>
                    <a:pt x="1390" y="544"/>
                    <a:pt x="1569" y="386"/>
                    <a:pt x="1612" y="181"/>
                  </a:cubicBezTo>
                  <a:cubicBezTo>
                    <a:pt x="1630" y="116"/>
                    <a:pt x="1616" y="28"/>
                    <a:pt x="1556" y="6"/>
                  </a:cubicBezTo>
                  <a:cubicBezTo>
                    <a:pt x="1545" y="2"/>
                    <a:pt x="1534" y="0"/>
                    <a:pt x="1523" y="0"/>
                  </a:cubicBez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590689" y="1832405"/>
              <a:ext cx="75534" cy="35967"/>
            </a:xfrm>
            <a:custGeom>
              <a:avLst/>
              <a:gdLst/>
              <a:ahLst/>
              <a:cxnLst/>
              <a:rect l="l" t="t" r="r" b="b"/>
              <a:pathLst>
                <a:path w="1657" h="789" extrusionOk="0">
                  <a:moveTo>
                    <a:pt x="1505" y="1"/>
                  </a:moveTo>
                  <a:cubicBezTo>
                    <a:pt x="1486" y="1"/>
                    <a:pt x="1469" y="4"/>
                    <a:pt x="1451" y="8"/>
                  </a:cubicBezTo>
                  <a:cubicBezTo>
                    <a:pt x="1398" y="8"/>
                    <a:pt x="1346" y="12"/>
                    <a:pt x="1297" y="16"/>
                  </a:cubicBezTo>
                  <a:cubicBezTo>
                    <a:pt x="1110" y="29"/>
                    <a:pt x="935" y="42"/>
                    <a:pt x="773" y="55"/>
                  </a:cubicBezTo>
                  <a:cubicBezTo>
                    <a:pt x="646" y="69"/>
                    <a:pt x="529" y="77"/>
                    <a:pt x="420" y="86"/>
                  </a:cubicBezTo>
                  <a:cubicBezTo>
                    <a:pt x="336" y="95"/>
                    <a:pt x="288" y="103"/>
                    <a:pt x="288" y="107"/>
                  </a:cubicBezTo>
                  <a:lnTo>
                    <a:pt x="420" y="107"/>
                  </a:lnTo>
                  <a:cubicBezTo>
                    <a:pt x="533" y="99"/>
                    <a:pt x="646" y="95"/>
                    <a:pt x="773" y="91"/>
                  </a:cubicBezTo>
                  <a:cubicBezTo>
                    <a:pt x="939" y="81"/>
                    <a:pt x="1114" y="69"/>
                    <a:pt x="1302" y="60"/>
                  </a:cubicBezTo>
                  <a:cubicBezTo>
                    <a:pt x="1350" y="55"/>
                    <a:pt x="1402" y="51"/>
                    <a:pt x="1451" y="51"/>
                  </a:cubicBezTo>
                  <a:cubicBezTo>
                    <a:pt x="1473" y="49"/>
                    <a:pt x="1495" y="47"/>
                    <a:pt x="1514" y="47"/>
                  </a:cubicBezTo>
                  <a:cubicBezTo>
                    <a:pt x="1542" y="47"/>
                    <a:pt x="1566" y="52"/>
                    <a:pt x="1582" y="73"/>
                  </a:cubicBezTo>
                  <a:cubicBezTo>
                    <a:pt x="1630" y="151"/>
                    <a:pt x="1582" y="270"/>
                    <a:pt x="1525" y="357"/>
                  </a:cubicBezTo>
                  <a:cubicBezTo>
                    <a:pt x="1402" y="545"/>
                    <a:pt x="1193" y="641"/>
                    <a:pt x="1005" y="680"/>
                  </a:cubicBezTo>
                  <a:cubicBezTo>
                    <a:pt x="813" y="720"/>
                    <a:pt x="634" y="728"/>
                    <a:pt x="485" y="737"/>
                  </a:cubicBezTo>
                  <a:cubicBezTo>
                    <a:pt x="358" y="750"/>
                    <a:pt x="244" y="759"/>
                    <a:pt x="131" y="768"/>
                  </a:cubicBezTo>
                  <a:cubicBezTo>
                    <a:pt x="47" y="777"/>
                    <a:pt x="0" y="781"/>
                    <a:pt x="4" y="785"/>
                  </a:cubicBezTo>
                  <a:cubicBezTo>
                    <a:pt x="4" y="787"/>
                    <a:pt x="15" y="788"/>
                    <a:pt x="36" y="788"/>
                  </a:cubicBezTo>
                  <a:cubicBezTo>
                    <a:pt x="57" y="788"/>
                    <a:pt x="89" y="787"/>
                    <a:pt x="131" y="785"/>
                  </a:cubicBezTo>
                  <a:cubicBezTo>
                    <a:pt x="244" y="781"/>
                    <a:pt x="362" y="777"/>
                    <a:pt x="489" y="772"/>
                  </a:cubicBezTo>
                  <a:cubicBezTo>
                    <a:pt x="638" y="763"/>
                    <a:pt x="817" y="763"/>
                    <a:pt x="1013" y="724"/>
                  </a:cubicBezTo>
                  <a:cubicBezTo>
                    <a:pt x="1210" y="684"/>
                    <a:pt x="1433" y="589"/>
                    <a:pt x="1564" y="383"/>
                  </a:cubicBezTo>
                  <a:cubicBezTo>
                    <a:pt x="1600" y="335"/>
                    <a:pt x="1620" y="278"/>
                    <a:pt x="1638" y="222"/>
                  </a:cubicBezTo>
                  <a:cubicBezTo>
                    <a:pt x="1652" y="165"/>
                    <a:pt x="1656" y="99"/>
                    <a:pt x="1616" y="47"/>
                  </a:cubicBezTo>
                  <a:cubicBezTo>
                    <a:pt x="1600" y="16"/>
                    <a:pt x="1560" y="2"/>
                    <a:pt x="1529" y="2"/>
                  </a:cubicBezTo>
                  <a:cubicBezTo>
                    <a:pt x="1521" y="1"/>
                    <a:pt x="1513" y="1"/>
                    <a:pt x="1505" y="1"/>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6"/>
            <p:cNvSpPr/>
            <p:nvPr/>
          </p:nvSpPr>
          <p:spPr>
            <a:xfrm>
              <a:off x="676708" y="1844667"/>
              <a:ext cx="26941" cy="45084"/>
            </a:xfrm>
            <a:custGeom>
              <a:avLst/>
              <a:gdLst/>
              <a:ahLst/>
              <a:cxnLst/>
              <a:rect l="l" t="t" r="r" b="b"/>
              <a:pathLst>
                <a:path w="591" h="989" extrusionOk="0">
                  <a:moveTo>
                    <a:pt x="368" y="1"/>
                  </a:moveTo>
                  <a:cubicBezTo>
                    <a:pt x="359" y="1"/>
                    <a:pt x="310" y="96"/>
                    <a:pt x="237" y="258"/>
                  </a:cubicBezTo>
                  <a:cubicBezTo>
                    <a:pt x="193" y="354"/>
                    <a:pt x="149" y="451"/>
                    <a:pt x="106" y="542"/>
                  </a:cubicBezTo>
                  <a:cubicBezTo>
                    <a:pt x="84" y="595"/>
                    <a:pt x="58" y="647"/>
                    <a:pt x="36" y="713"/>
                  </a:cubicBezTo>
                  <a:cubicBezTo>
                    <a:pt x="14" y="774"/>
                    <a:pt x="1" y="857"/>
                    <a:pt x="48" y="923"/>
                  </a:cubicBezTo>
                  <a:cubicBezTo>
                    <a:pt x="70" y="953"/>
                    <a:pt x="101" y="979"/>
                    <a:pt x="145" y="988"/>
                  </a:cubicBezTo>
                  <a:cubicBezTo>
                    <a:pt x="150" y="988"/>
                    <a:pt x="155" y="989"/>
                    <a:pt x="160" y="989"/>
                  </a:cubicBezTo>
                  <a:cubicBezTo>
                    <a:pt x="194" y="989"/>
                    <a:pt x="227" y="977"/>
                    <a:pt x="250" y="962"/>
                  </a:cubicBezTo>
                  <a:cubicBezTo>
                    <a:pt x="310" y="923"/>
                    <a:pt x="354" y="875"/>
                    <a:pt x="385" y="822"/>
                  </a:cubicBezTo>
                  <a:cubicBezTo>
                    <a:pt x="451" y="717"/>
                    <a:pt x="473" y="612"/>
                    <a:pt x="499" y="530"/>
                  </a:cubicBezTo>
                  <a:cubicBezTo>
                    <a:pt x="520" y="441"/>
                    <a:pt x="542" y="376"/>
                    <a:pt x="560" y="328"/>
                  </a:cubicBezTo>
                  <a:cubicBezTo>
                    <a:pt x="578" y="284"/>
                    <a:pt x="590" y="258"/>
                    <a:pt x="586" y="258"/>
                  </a:cubicBezTo>
                  <a:cubicBezTo>
                    <a:pt x="586" y="258"/>
                    <a:pt x="586" y="258"/>
                    <a:pt x="586" y="258"/>
                  </a:cubicBezTo>
                  <a:cubicBezTo>
                    <a:pt x="579" y="258"/>
                    <a:pt x="515" y="350"/>
                    <a:pt x="468" y="516"/>
                  </a:cubicBezTo>
                  <a:cubicBezTo>
                    <a:pt x="437" y="604"/>
                    <a:pt x="411" y="704"/>
                    <a:pt x="350" y="800"/>
                  </a:cubicBezTo>
                  <a:cubicBezTo>
                    <a:pt x="320" y="844"/>
                    <a:pt x="276" y="892"/>
                    <a:pt x="227" y="923"/>
                  </a:cubicBezTo>
                  <a:cubicBezTo>
                    <a:pt x="208" y="935"/>
                    <a:pt x="186" y="942"/>
                    <a:pt x="165" y="942"/>
                  </a:cubicBezTo>
                  <a:cubicBezTo>
                    <a:pt x="135" y="942"/>
                    <a:pt x="106" y="928"/>
                    <a:pt x="88" y="897"/>
                  </a:cubicBezTo>
                  <a:cubicBezTo>
                    <a:pt x="18" y="792"/>
                    <a:pt x="110" y="665"/>
                    <a:pt x="145" y="560"/>
                  </a:cubicBezTo>
                  <a:cubicBezTo>
                    <a:pt x="184" y="463"/>
                    <a:pt x="223" y="368"/>
                    <a:pt x="267" y="272"/>
                  </a:cubicBezTo>
                  <a:cubicBezTo>
                    <a:pt x="332" y="106"/>
                    <a:pt x="372" y="5"/>
                    <a:pt x="368" y="1"/>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633265" y="1865180"/>
              <a:ext cx="6655" cy="46861"/>
            </a:xfrm>
            <a:custGeom>
              <a:avLst/>
              <a:gdLst/>
              <a:ahLst/>
              <a:cxnLst/>
              <a:rect l="l" t="t" r="r" b="b"/>
              <a:pathLst>
                <a:path w="146" h="1028" extrusionOk="0">
                  <a:moveTo>
                    <a:pt x="80" y="1"/>
                  </a:moveTo>
                  <a:cubicBezTo>
                    <a:pt x="79" y="1"/>
                    <a:pt x="79" y="1"/>
                    <a:pt x="79" y="1"/>
                  </a:cubicBezTo>
                  <a:cubicBezTo>
                    <a:pt x="67" y="1"/>
                    <a:pt x="101" y="233"/>
                    <a:pt x="79" y="516"/>
                  </a:cubicBezTo>
                  <a:cubicBezTo>
                    <a:pt x="62" y="800"/>
                    <a:pt x="1" y="1024"/>
                    <a:pt x="14" y="1028"/>
                  </a:cubicBezTo>
                  <a:cubicBezTo>
                    <a:pt x="14" y="1028"/>
                    <a:pt x="14" y="1028"/>
                    <a:pt x="14" y="1028"/>
                  </a:cubicBezTo>
                  <a:cubicBezTo>
                    <a:pt x="24" y="1028"/>
                    <a:pt x="110" y="807"/>
                    <a:pt x="127" y="521"/>
                  </a:cubicBezTo>
                  <a:cubicBezTo>
                    <a:pt x="145" y="230"/>
                    <a:pt x="94" y="1"/>
                    <a:pt x="80" y="1"/>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6"/>
            <p:cNvSpPr/>
            <p:nvPr/>
          </p:nvSpPr>
          <p:spPr>
            <a:xfrm>
              <a:off x="-274696" y="1817590"/>
              <a:ext cx="294251" cy="305967"/>
            </a:xfrm>
            <a:custGeom>
              <a:avLst/>
              <a:gdLst/>
              <a:ahLst/>
              <a:cxnLst/>
              <a:rect l="l" t="t" r="r" b="b"/>
              <a:pathLst>
                <a:path w="6455" h="6712" extrusionOk="0">
                  <a:moveTo>
                    <a:pt x="4295" y="0"/>
                  </a:moveTo>
                  <a:lnTo>
                    <a:pt x="0" y="4624"/>
                  </a:lnTo>
                  <a:cubicBezTo>
                    <a:pt x="283" y="5249"/>
                    <a:pt x="686" y="5839"/>
                    <a:pt x="1245" y="6237"/>
                  </a:cubicBezTo>
                  <a:cubicBezTo>
                    <a:pt x="1656" y="6532"/>
                    <a:pt x="2159" y="6711"/>
                    <a:pt x="2661" y="6711"/>
                  </a:cubicBezTo>
                  <a:cubicBezTo>
                    <a:pt x="2842" y="6711"/>
                    <a:pt x="3023" y="6688"/>
                    <a:pt x="3199" y="6638"/>
                  </a:cubicBezTo>
                  <a:cubicBezTo>
                    <a:pt x="3859" y="6451"/>
                    <a:pt x="4405" y="5839"/>
                    <a:pt x="4426" y="5152"/>
                  </a:cubicBezTo>
                  <a:cubicBezTo>
                    <a:pt x="4597" y="5350"/>
                    <a:pt x="4858" y="5452"/>
                    <a:pt x="5119" y="5452"/>
                  </a:cubicBezTo>
                  <a:cubicBezTo>
                    <a:pt x="5348" y="5452"/>
                    <a:pt x="5577" y="5373"/>
                    <a:pt x="5743" y="5214"/>
                  </a:cubicBezTo>
                  <a:cubicBezTo>
                    <a:pt x="6096" y="4873"/>
                    <a:pt x="6092" y="4234"/>
                    <a:pt x="5733" y="3899"/>
                  </a:cubicBezTo>
                  <a:cubicBezTo>
                    <a:pt x="6057" y="3732"/>
                    <a:pt x="6428" y="3496"/>
                    <a:pt x="6445" y="3129"/>
                  </a:cubicBezTo>
                  <a:cubicBezTo>
                    <a:pt x="6455" y="2897"/>
                    <a:pt x="6306" y="2683"/>
                    <a:pt x="6122" y="2535"/>
                  </a:cubicBezTo>
                  <a:cubicBezTo>
                    <a:pt x="5934" y="2391"/>
                    <a:pt x="5716" y="2299"/>
                    <a:pt x="5515" y="2177"/>
                  </a:cubicBezTo>
                  <a:cubicBezTo>
                    <a:pt x="4767" y="1731"/>
                    <a:pt x="4287" y="870"/>
                    <a:pt x="429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6"/>
            <p:cNvSpPr/>
            <p:nvPr/>
          </p:nvSpPr>
          <p:spPr>
            <a:xfrm>
              <a:off x="-318731" y="1708186"/>
              <a:ext cx="235674" cy="401649"/>
            </a:xfrm>
            <a:custGeom>
              <a:avLst/>
              <a:gdLst/>
              <a:ahLst/>
              <a:cxnLst/>
              <a:rect l="l" t="t" r="r" b="b"/>
              <a:pathLst>
                <a:path w="5170" h="8811" extrusionOk="0">
                  <a:moveTo>
                    <a:pt x="2665" y="1"/>
                  </a:moveTo>
                  <a:lnTo>
                    <a:pt x="0" y="2020"/>
                  </a:lnTo>
                  <a:lnTo>
                    <a:pt x="406" y="8615"/>
                  </a:lnTo>
                  <a:lnTo>
                    <a:pt x="3597" y="8811"/>
                  </a:lnTo>
                  <a:cubicBezTo>
                    <a:pt x="3540" y="8466"/>
                    <a:pt x="3680" y="7007"/>
                    <a:pt x="3680" y="7007"/>
                  </a:cubicBezTo>
                  <a:cubicBezTo>
                    <a:pt x="3680" y="7007"/>
                    <a:pt x="5008" y="6866"/>
                    <a:pt x="5091" y="5547"/>
                  </a:cubicBezTo>
                  <a:cubicBezTo>
                    <a:pt x="5170" y="4227"/>
                    <a:pt x="5091" y="1186"/>
                    <a:pt x="5091" y="1186"/>
                  </a:cubicBezTo>
                  <a:lnTo>
                    <a:pt x="2665" y="1"/>
                  </a:ln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114146" y="1855653"/>
              <a:ext cx="15362" cy="15362"/>
            </a:xfrm>
            <a:custGeom>
              <a:avLst/>
              <a:gdLst/>
              <a:ahLst/>
              <a:cxnLst/>
              <a:rect l="l" t="t" r="r" b="b"/>
              <a:pathLst>
                <a:path w="337" h="337" extrusionOk="0">
                  <a:moveTo>
                    <a:pt x="170" y="0"/>
                  </a:moveTo>
                  <a:cubicBezTo>
                    <a:pt x="75" y="0"/>
                    <a:pt x="0" y="75"/>
                    <a:pt x="0" y="166"/>
                  </a:cubicBezTo>
                  <a:cubicBezTo>
                    <a:pt x="0" y="262"/>
                    <a:pt x="75" y="337"/>
                    <a:pt x="170" y="337"/>
                  </a:cubicBezTo>
                  <a:cubicBezTo>
                    <a:pt x="262" y="337"/>
                    <a:pt x="337" y="262"/>
                    <a:pt x="337" y="166"/>
                  </a:cubicBezTo>
                  <a:cubicBezTo>
                    <a:pt x="337" y="75"/>
                    <a:pt x="262" y="0"/>
                    <a:pt x="17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122123" y="1845579"/>
              <a:ext cx="31271" cy="9436"/>
            </a:xfrm>
            <a:custGeom>
              <a:avLst/>
              <a:gdLst/>
              <a:ahLst/>
              <a:cxnLst/>
              <a:rect l="l" t="t" r="r" b="b"/>
              <a:pathLst>
                <a:path w="686" h="207" extrusionOk="0">
                  <a:moveTo>
                    <a:pt x="324" y="1"/>
                  </a:moveTo>
                  <a:cubicBezTo>
                    <a:pt x="222" y="1"/>
                    <a:pt x="135" y="37"/>
                    <a:pt x="83" y="72"/>
                  </a:cubicBezTo>
                  <a:cubicBezTo>
                    <a:pt x="22" y="112"/>
                    <a:pt x="0" y="151"/>
                    <a:pt x="9" y="164"/>
                  </a:cubicBezTo>
                  <a:cubicBezTo>
                    <a:pt x="12" y="168"/>
                    <a:pt x="17" y="169"/>
                    <a:pt x="23" y="169"/>
                  </a:cubicBezTo>
                  <a:cubicBezTo>
                    <a:pt x="62" y="169"/>
                    <a:pt x="170" y="111"/>
                    <a:pt x="309" y="111"/>
                  </a:cubicBezTo>
                  <a:cubicBezTo>
                    <a:pt x="321" y="111"/>
                    <a:pt x="333" y="111"/>
                    <a:pt x="345" y="112"/>
                  </a:cubicBezTo>
                  <a:cubicBezTo>
                    <a:pt x="511" y="120"/>
                    <a:pt x="631" y="206"/>
                    <a:pt x="669" y="206"/>
                  </a:cubicBezTo>
                  <a:cubicBezTo>
                    <a:pt x="672" y="206"/>
                    <a:pt x="675" y="205"/>
                    <a:pt x="678" y="203"/>
                  </a:cubicBezTo>
                  <a:cubicBezTo>
                    <a:pt x="686" y="195"/>
                    <a:pt x="669" y="151"/>
                    <a:pt x="617" y="103"/>
                  </a:cubicBezTo>
                  <a:cubicBezTo>
                    <a:pt x="560" y="54"/>
                    <a:pt x="468" y="7"/>
                    <a:pt x="355" y="2"/>
                  </a:cubicBezTo>
                  <a:cubicBezTo>
                    <a:pt x="344" y="1"/>
                    <a:pt x="334" y="1"/>
                    <a:pt x="32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203447" y="1855653"/>
              <a:ext cx="15408" cy="15362"/>
            </a:xfrm>
            <a:custGeom>
              <a:avLst/>
              <a:gdLst/>
              <a:ahLst/>
              <a:cxnLst/>
              <a:rect l="l" t="t" r="r" b="b"/>
              <a:pathLst>
                <a:path w="338" h="337" extrusionOk="0">
                  <a:moveTo>
                    <a:pt x="172" y="0"/>
                  </a:moveTo>
                  <a:cubicBezTo>
                    <a:pt x="75" y="0"/>
                    <a:pt x="1" y="75"/>
                    <a:pt x="1" y="166"/>
                  </a:cubicBezTo>
                  <a:cubicBezTo>
                    <a:pt x="1" y="262"/>
                    <a:pt x="75" y="337"/>
                    <a:pt x="172" y="337"/>
                  </a:cubicBezTo>
                  <a:cubicBezTo>
                    <a:pt x="263" y="337"/>
                    <a:pt x="338" y="262"/>
                    <a:pt x="338" y="166"/>
                  </a:cubicBezTo>
                  <a:cubicBezTo>
                    <a:pt x="338" y="75"/>
                    <a:pt x="263" y="0"/>
                    <a:pt x="17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213977" y="1845579"/>
              <a:ext cx="31362" cy="9436"/>
            </a:xfrm>
            <a:custGeom>
              <a:avLst/>
              <a:gdLst/>
              <a:ahLst/>
              <a:cxnLst/>
              <a:rect l="l" t="t" r="r" b="b"/>
              <a:pathLst>
                <a:path w="688" h="207" extrusionOk="0">
                  <a:moveTo>
                    <a:pt x="324" y="1"/>
                  </a:moveTo>
                  <a:cubicBezTo>
                    <a:pt x="223" y="1"/>
                    <a:pt x="136" y="37"/>
                    <a:pt x="84" y="72"/>
                  </a:cubicBezTo>
                  <a:cubicBezTo>
                    <a:pt x="22" y="112"/>
                    <a:pt x="0" y="151"/>
                    <a:pt x="10" y="164"/>
                  </a:cubicBezTo>
                  <a:cubicBezTo>
                    <a:pt x="12" y="168"/>
                    <a:pt x="16" y="169"/>
                    <a:pt x="22" y="169"/>
                  </a:cubicBezTo>
                  <a:cubicBezTo>
                    <a:pt x="59" y="169"/>
                    <a:pt x="170" y="111"/>
                    <a:pt x="310" y="111"/>
                  </a:cubicBezTo>
                  <a:cubicBezTo>
                    <a:pt x="322" y="111"/>
                    <a:pt x="334" y="111"/>
                    <a:pt x="346" y="112"/>
                  </a:cubicBezTo>
                  <a:cubicBezTo>
                    <a:pt x="512" y="120"/>
                    <a:pt x="628" y="206"/>
                    <a:pt x="665" y="206"/>
                  </a:cubicBezTo>
                  <a:cubicBezTo>
                    <a:pt x="668" y="206"/>
                    <a:pt x="671" y="205"/>
                    <a:pt x="674" y="203"/>
                  </a:cubicBezTo>
                  <a:cubicBezTo>
                    <a:pt x="687" y="195"/>
                    <a:pt x="669" y="151"/>
                    <a:pt x="613" y="103"/>
                  </a:cubicBezTo>
                  <a:cubicBezTo>
                    <a:pt x="560" y="54"/>
                    <a:pt x="468" y="7"/>
                    <a:pt x="355" y="2"/>
                  </a:cubicBezTo>
                  <a:cubicBezTo>
                    <a:pt x="344" y="1"/>
                    <a:pt x="334" y="1"/>
                    <a:pt x="32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185669" y="1931689"/>
              <a:ext cx="45084" cy="24525"/>
            </a:xfrm>
            <a:custGeom>
              <a:avLst/>
              <a:gdLst/>
              <a:ahLst/>
              <a:cxnLst/>
              <a:rect l="l" t="t" r="r" b="b"/>
              <a:pathLst>
                <a:path w="989" h="538" extrusionOk="0">
                  <a:moveTo>
                    <a:pt x="79" y="1"/>
                  </a:moveTo>
                  <a:cubicBezTo>
                    <a:pt x="77" y="1"/>
                    <a:pt x="86" y="8"/>
                    <a:pt x="109" y="23"/>
                  </a:cubicBezTo>
                  <a:cubicBezTo>
                    <a:pt x="109" y="23"/>
                    <a:pt x="0" y="333"/>
                    <a:pt x="385" y="495"/>
                  </a:cubicBezTo>
                  <a:cubicBezTo>
                    <a:pt x="458" y="525"/>
                    <a:pt x="525" y="538"/>
                    <a:pt x="586" y="538"/>
                  </a:cubicBezTo>
                  <a:cubicBezTo>
                    <a:pt x="840" y="538"/>
                    <a:pt x="988" y="325"/>
                    <a:pt x="988" y="325"/>
                  </a:cubicBezTo>
                  <a:cubicBezTo>
                    <a:pt x="663" y="325"/>
                    <a:pt x="94" y="1"/>
                    <a:pt x="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230706" y="2000659"/>
              <a:ext cx="79728" cy="41801"/>
            </a:xfrm>
            <a:custGeom>
              <a:avLst/>
              <a:gdLst/>
              <a:ahLst/>
              <a:cxnLst/>
              <a:rect l="l" t="t" r="r" b="b"/>
              <a:pathLst>
                <a:path w="1749" h="917" extrusionOk="0">
                  <a:moveTo>
                    <a:pt x="0" y="0"/>
                  </a:moveTo>
                  <a:cubicBezTo>
                    <a:pt x="0" y="0"/>
                    <a:pt x="376" y="916"/>
                    <a:pt x="1608" y="916"/>
                  </a:cubicBezTo>
                  <a:cubicBezTo>
                    <a:pt x="1644" y="916"/>
                    <a:pt x="1681" y="915"/>
                    <a:pt x="1718" y="914"/>
                  </a:cubicBezTo>
                  <a:lnTo>
                    <a:pt x="1749" y="591"/>
                  </a:lnTo>
                  <a:lnTo>
                    <a:pt x="1749" y="591"/>
                  </a:lnTo>
                  <a:cubicBezTo>
                    <a:pt x="1749" y="591"/>
                    <a:pt x="1748" y="591"/>
                    <a:pt x="1747" y="591"/>
                  </a:cubicBezTo>
                  <a:cubicBezTo>
                    <a:pt x="1700" y="591"/>
                    <a:pt x="838" y="583"/>
                    <a:pt x="0" y="0"/>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463782" y="1667843"/>
              <a:ext cx="411450" cy="438026"/>
            </a:xfrm>
            <a:custGeom>
              <a:avLst/>
              <a:gdLst/>
              <a:ahLst/>
              <a:cxnLst/>
              <a:rect l="l" t="t" r="r" b="b"/>
              <a:pathLst>
                <a:path w="9026" h="9609" extrusionOk="0">
                  <a:moveTo>
                    <a:pt x="5554" y="1"/>
                  </a:moveTo>
                  <a:cubicBezTo>
                    <a:pt x="5335" y="1"/>
                    <a:pt x="5151" y="25"/>
                    <a:pt x="5000" y="25"/>
                  </a:cubicBezTo>
                  <a:cubicBezTo>
                    <a:pt x="4633" y="25"/>
                    <a:pt x="3147" y="322"/>
                    <a:pt x="2142" y="1677"/>
                  </a:cubicBezTo>
                  <a:lnTo>
                    <a:pt x="2138" y="1672"/>
                  </a:lnTo>
                  <a:cubicBezTo>
                    <a:pt x="1775" y="2053"/>
                    <a:pt x="1254" y="3289"/>
                    <a:pt x="1194" y="3727"/>
                  </a:cubicBezTo>
                  <a:cubicBezTo>
                    <a:pt x="1137" y="4163"/>
                    <a:pt x="1211" y="4605"/>
                    <a:pt x="1206" y="5046"/>
                  </a:cubicBezTo>
                  <a:cubicBezTo>
                    <a:pt x="1202" y="5488"/>
                    <a:pt x="1101" y="5960"/>
                    <a:pt x="774" y="6252"/>
                  </a:cubicBezTo>
                  <a:cubicBezTo>
                    <a:pt x="564" y="6440"/>
                    <a:pt x="272" y="6545"/>
                    <a:pt x="145" y="6795"/>
                  </a:cubicBezTo>
                  <a:cubicBezTo>
                    <a:pt x="0" y="7087"/>
                    <a:pt x="163" y="7459"/>
                    <a:pt x="433" y="7642"/>
                  </a:cubicBezTo>
                  <a:cubicBezTo>
                    <a:pt x="669" y="7796"/>
                    <a:pt x="953" y="7837"/>
                    <a:pt x="1237" y="7837"/>
                  </a:cubicBezTo>
                  <a:cubicBezTo>
                    <a:pt x="1284" y="7837"/>
                    <a:pt x="1330" y="7836"/>
                    <a:pt x="1377" y="7834"/>
                  </a:cubicBezTo>
                  <a:lnTo>
                    <a:pt x="1377" y="7834"/>
                  </a:lnTo>
                  <a:cubicBezTo>
                    <a:pt x="1303" y="8485"/>
                    <a:pt x="1805" y="9150"/>
                    <a:pt x="2452" y="9250"/>
                  </a:cubicBezTo>
                  <a:cubicBezTo>
                    <a:pt x="2510" y="9259"/>
                    <a:pt x="2567" y="9263"/>
                    <a:pt x="2625" y="9263"/>
                  </a:cubicBezTo>
                  <a:cubicBezTo>
                    <a:pt x="2901" y="9263"/>
                    <a:pt x="3172" y="9164"/>
                    <a:pt x="3396" y="9001"/>
                  </a:cubicBezTo>
                  <a:cubicBezTo>
                    <a:pt x="3619" y="9215"/>
                    <a:pt x="3850" y="9421"/>
                    <a:pt x="4100" y="9609"/>
                  </a:cubicBezTo>
                  <a:cubicBezTo>
                    <a:pt x="4157" y="7686"/>
                    <a:pt x="4113" y="5763"/>
                    <a:pt x="3977" y="3848"/>
                  </a:cubicBezTo>
                  <a:cubicBezTo>
                    <a:pt x="4860" y="3691"/>
                    <a:pt x="6438" y="3215"/>
                    <a:pt x="6713" y="1808"/>
                  </a:cubicBezTo>
                  <a:cubicBezTo>
                    <a:pt x="7063" y="2608"/>
                    <a:pt x="7600" y="3049"/>
                    <a:pt x="8308" y="3657"/>
                  </a:cubicBezTo>
                  <a:cubicBezTo>
                    <a:pt x="8308" y="3657"/>
                    <a:pt x="9025" y="2459"/>
                    <a:pt x="7718" y="1101"/>
                  </a:cubicBezTo>
                  <a:cubicBezTo>
                    <a:pt x="6794" y="142"/>
                    <a:pt x="6076" y="1"/>
                    <a:pt x="555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277933" y="1746249"/>
              <a:ext cx="120572" cy="78999"/>
            </a:xfrm>
            <a:custGeom>
              <a:avLst/>
              <a:gdLst/>
              <a:ahLst/>
              <a:cxnLst/>
              <a:rect l="l" t="t" r="r" b="b"/>
              <a:pathLst>
                <a:path w="2645" h="1733" extrusionOk="0">
                  <a:moveTo>
                    <a:pt x="2575" y="0"/>
                  </a:moveTo>
                  <a:cubicBezTo>
                    <a:pt x="2575" y="0"/>
                    <a:pt x="2575" y="0"/>
                    <a:pt x="2575" y="0"/>
                  </a:cubicBezTo>
                  <a:cubicBezTo>
                    <a:pt x="2553" y="0"/>
                    <a:pt x="2583" y="210"/>
                    <a:pt x="2522" y="529"/>
                  </a:cubicBezTo>
                  <a:cubicBezTo>
                    <a:pt x="2488" y="686"/>
                    <a:pt x="2431" y="875"/>
                    <a:pt x="2313" y="1049"/>
                  </a:cubicBezTo>
                  <a:cubicBezTo>
                    <a:pt x="2195" y="1224"/>
                    <a:pt x="2016" y="1378"/>
                    <a:pt x="1788" y="1473"/>
                  </a:cubicBezTo>
                  <a:cubicBezTo>
                    <a:pt x="1485" y="1602"/>
                    <a:pt x="1177" y="1629"/>
                    <a:pt x="907" y="1629"/>
                  </a:cubicBezTo>
                  <a:cubicBezTo>
                    <a:pt x="772" y="1629"/>
                    <a:pt x="647" y="1622"/>
                    <a:pt x="538" y="1618"/>
                  </a:cubicBezTo>
                  <a:cubicBezTo>
                    <a:pt x="372" y="1609"/>
                    <a:pt x="238" y="1604"/>
                    <a:pt x="145" y="1604"/>
                  </a:cubicBezTo>
                  <a:cubicBezTo>
                    <a:pt x="52" y="1604"/>
                    <a:pt x="1" y="1609"/>
                    <a:pt x="1" y="1618"/>
                  </a:cubicBezTo>
                  <a:cubicBezTo>
                    <a:pt x="1" y="1636"/>
                    <a:pt x="202" y="1662"/>
                    <a:pt x="534" y="1701"/>
                  </a:cubicBezTo>
                  <a:cubicBezTo>
                    <a:pt x="670" y="1715"/>
                    <a:pt x="836" y="1733"/>
                    <a:pt x="1018" y="1733"/>
                  </a:cubicBezTo>
                  <a:cubicBezTo>
                    <a:pt x="1269" y="1733"/>
                    <a:pt x="1553" y="1699"/>
                    <a:pt x="1836" y="1578"/>
                  </a:cubicBezTo>
                  <a:cubicBezTo>
                    <a:pt x="2081" y="1478"/>
                    <a:pt x="2282" y="1303"/>
                    <a:pt x="2405" y="1106"/>
                  </a:cubicBezTo>
                  <a:cubicBezTo>
                    <a:pt x="2527" y="914"/>
                    <a:pt x="2579" y="713"/>
                    <a:pt x="2601" y="543"/>
                  </a:cubicBezTo>
                  <a:cubicBezTo>
                    <a:pt x="2645" y="209"/>
                    <a:pt x="2584" y="0"/>
                    <a:pt x="25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6"/>
            <p:cNvSpPr/>
            <p:nvPr/>
          </p:nvSpPr>
          <p:spPr>
            <a:xfrm>
              <a:off x="-434699" y="1751811"/>
              <a:ext cx="83922" cy="216666"/>
            </a:xfrm>
            <a:custGeom>
              <a:avLst/>
              <a:gdLst/>
              <a:ahLst/>
              <a:cxnLst/>
              <a:rect l="l" t="t" r="r" b="b"/>
              <a:pathLst>
                <a:path w="1841" h="4753" extrusionOk="0">
                  <a:moveTo>
                    <a:pt x="1826" y="1"/>
                  </a:moveTo>
                  <a:cubicBezTo>
                    <a:pt x="1817" y="1"/>
                    <a:pt x="1753" y="49"/>
                    <a:pt x="1643" y="132"/>
                  </a:cubicBezTo>
                  <a:cubicBezTo>
                    <a:pt x="1530" y="223"/>
                    <a:pt x="1368" y="360"/>
                    <a:pt x="1181" y="543"/>
                  </a:cubicBezTo>
                  <a:cubicBezTo>
                    <a:pt x="993" y="722"/>
                    <a:pt x="774" y="949"/>
                    <a:pt x="586" y="1242"/>
                  </a:cubicBezTo>
                  <a:cubicBezTo>
                    <a:pt x="394" y="1534"/>
                    <a:pt x="233" y="1897"/>
                    <a:pt x="193" y="2304"/>
                  </a:cubicBezTo>
                  <a:cubicBezTo>
                    <a:pt x="167" y="2510"/>
                    <a:pt x="184" y="2710"/>
                    <a:pt x="227" y="2898"/>
                  </a:cubicBezTo>
                  <a:cubicBezTo>
                    <a:pt x="276" y="3087"/>
                    <a:pt x="350" y="3257"/>
                    <a:pt x="416" y="3414"/>
                  </a:cubicBezTo>
                  <a:cubicBezTo>
                    <a:pt x="551" y="3724"/>
                    <a:pt x="634" y="4025"/>
                    <a:pt x="578" y="4267"/>
                  </a:cubicBezTo>
                  <a:cubicBezTo>
                    <a:pt x="525" y="4511"/>
                    <a:pt x="346" y="4651"/>
                    <a:pt x="219" y="4695"/>
                  </a:cubicBezTo>
                  <a:cubicBezTo>
                    <a:pt x="150" y="4720"/>
                    <a:pt x="94" y="4725"/>
                    <a:pt x="56" y="4725"/>
                  </a:cubicBezTo>
                  <a:cubicBezTo>
                    <a:pt x="34" y="4725"/>
                    <a:pt x="18" y="4723"/>
                    <a:pt x="9" y="4723"/>
                  </a:cubicBezTo>
                  <a:cubicBezTo>
                    <a:pt x="4" y="4723"/>
                    <a:pt x="1" y="4724"/>
                    <a:pt x="1" y="4725"/>
                  </a:cubicBezTo>
                  <a:cubicBezTo>
                    <a:pt x="1" y="4729"/>
                    <a:pt x="23" y="4739"/>
                    <a:pt x="57" y="4747"/>
                  </a:cubicBezTo>
                  <a:cubicBezTo>
                    <a:pt x="74" y="4751"/>
                    <a:pt x="94" y="4753"/>
                    <a:pt x="117" y="4753"/>
                  </a:cubicBezTo>
                  <a:cubicBezTo>
                    <a:pt x="150" y="4753"/>
                    <a:pt x="189" y="4749"/>
                    <a:pt x="233" y="4739"/>
                  </a:cubicBezTo>
                  <a:cubicBezTo>
                    <a:pt x="376" y="4703"/>
                    <a:pt x="586" y="4559"/>
                    <a:pt x="656" y="4288"/>
                  </a:cubicBezTo>
                  <a:cubicBezTo>
                    <a:pt x="731" y="4017"/>
                    <a:pt x="647" y="3690"/>
                    <a:pt x="516" y="3375"/>
                  </a:cubicBezTo>
                  <a:cubicBezTo>
                    <a:pt x="451" y="3213"/>
                    <a:pt x="380" y="3047"/>
                    <a:pt x="342" y="2872"/>
                  </a:cubicBezTo>
                  <a:cubicBezTo>
                    <a:pt x="298" y="2698"/>
                    <a:pt x="285" y="2510"/>
                    <a:pt x="306" y="2317"/>
                  </a:cubicBezTo>
                  <a:cubicBezTo>
                    <a:pt x="346" y="1933"/>
                    <a:pt x="499" y="1587"/>
                    <a:pt x="673" y="1304"/>
                  </a:cubicBezTo>
                  <a:cubicBezTo>
                    <a:pt x="857" y="1015"/>
                    <a:pt x="1062" y="788"/>
                    <a:pt x="1237" y="600"/>
                  </a:cubicBezTo>
                  <a:cubicBezTo>
                    <a:pt x="1600" y="233"/>
                    <a:pt x="1840" y="14"/>
                    <a:pt x="1827" y="1"/>
                  </a:cubicBezTo>
                  <a:cubicBezTo>
                    <a:pt x="1827" y="1"/>
                    <a:pt x="1826" y="1"/>
                    <a:pt x="182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a:off x="-84880" y="1790649"/>
              <a:ext cx="89119" cy="119661"/>
            </a:xfrm>
            <a:custGeom>
              <a:avLst/>
              <a:gdLst/>
              <a:ahLst/>
              <a:cxnLst/>
              <a:rect l="l" t="t" r="r" b="b"/>
              <a:pathLst>
                <a:path w="1955" h="2625" extrusionOk="0">
                  <a:moveTo>
                    <a:pt x="40" y="1"/>
                  </a:moveTo>
                  <a:cubicBezTo>
                    <a:pt x="40" y="1"/>
                    <a:pt x="40" y="1"/>
                    <a:pt x="40" y="1"/>
                  </a:cubicBezTo>
                  <a:cubicBezTo>
                    <a:pt x="40" y="1"/>
                    <a:pt x="40" y="1"/>
                    <a:pt x="40" y="1"/>
                  </a:cubicBezTo>
                  <a:lnTo>
                    <a:pt x="40" y="1"/>
                  </a:lnTo>
                  <a:cubicBezTo>
                    <a:pt x="26" y="1"/>
                    <a:pt x="0" y="232"/>
                    <a:pt x="44" y="595"/>
                  </a:cubicBezTo>
                  <a:cubicBezTo>
                    <a:pt x="92" y="958"/>
                    <a:pt x="219" y="1469"/>
                    <a:pt x="508" y="1959"/>
                  </a:cubicBezTo>
                  <a:cubicBezTo>
                    <a:pt x="651" y="2203"/>
                    <a:pt x="831" y="2427"/>
                    <a:pt x="1067" y="2540"/>
                  </a:cubicBezTo>
                  <a:cubicBezTo>
                    <a:pt x="1178" y="2597"/>
                    <a:pt x="1297" y="2624"/>
                    <a:pt x="1408" y="2624"/>
                  </a:cubicBezTo>
                  <a:cubicBezTo>
                    <a:pt x="1528" y="2624"/>
                    <a:pt x="1640" y="2593"/>
                    <a:pt x="1726" y="2532"/>
                  </a:cubicBezTo>
                  <a:cubicBezTo>
                    <a:pt x="1897" y="2418"/>
                    <a:pt x="1954" y="2252"/>
                    <a:pt x="1954" y="2147"/>
                  </a:cubicBezTo>
                  <a:cubicBezTo>
                    <a:pt x="1954" y="2042"/>
                    <a:pt x="1917" y="1989"/>
                    <a:pt x="1911" y="1989"/>
                  </a:cubicBezTo>
                  <a:cubicBezTo>
                    <a:pt x="1910" y="1989"/>
                    <a:pt x="1910" y="1989"/>
                    <a:pt x="1910" y="1989"/>
                  </a:cubicBezTo>
                  <a:cubicBezTo>
                    <a:pt x="1902" y="1989"/>
                    <a:pt x="1924" y="2046"/>
                    <a:pt x="1910" y="2142"/>
                  </a:cubicBezTo>
                  <a:cubicBezTo>
                    <a:pt x="1893" y="2235"/>
                    <a:pt x="1831" y="2378"/>
                    <a:pt x="1683" y="2461"/>
                  </a:cubicBezTo>
                  <a:cubicBezTo>
                    <a:pt x="1616" y="2503"/>
                    <a:pt x="1529" y="2525"/>
                    <a:pt x="1435" y="2525"/>
                  </a:cubicBezTo>
                  <a:cubicBezTo>
                    <a:pt x="1332" y="2525"/>
                    <a:pt x="1220" y="2499"/>
                    <a:pt x="1115" y="2445"/>
                  </a:cubicBezTo>
                  <a:cubicBezTo>
                    <a:pt x="914" y="2344"/>
                    <a:pt x="748" y="2134"/>
                    <a:pt x="608" y="1898"/>
                  </a:cubicBezTo>
                  <a:cubicBezTo>
                    <a:pt x="328" y="1426"/>
                    <a:pt x="193" y="936"/>
                    <a:pt x="127" y="583"/>
                  </a:cubicBezTo>
                  <a:cubicBezTo>
                    <a:pt x="63" y="227"/>
                    <a:pt x="58" y="1"/>
                    <a:pt x="4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6"/>
            <p:cNvSpPr/>
            <p:nvPr/>
          </p:nvSpPr>
          <p:spPr>
            <a:xfrm>
              <a:off x="-90897" y="2826977"/>
              <a:ext cx="205087" cy="1628251"/>
            </a:xfrm>
            <a:custGeom>
              <a:avLst/>
              <a:gdLst/>
              <a:ahLst/>
              <a:cxnLst/>
              <a:rect l="l" t="t" r="r" b="b"/>
              <a:pathLst>
                <a:path w="4499" h="35719" extrusionOk="0">
                  <a:moveTo>
                    <a:pt x="1" y="0"/>
                  </a:moveTo>
                  <a:lnTo>
                    <a:pt x="640" y="35718"/>
                  </a:lnTo>
                  <a:cubicBezTo>
                    <a:pt x="640" y="35718"/>
                    <a:pt x="3930" y="24019"/>
                    <a:pt x="4214" y="19308"/>
                  </a:cubicBezTo>
                  <a:cubicBezTo>
                    <a:pt x="4498" y="14593"/>
                    <a:pt x="1" y="1"/>
                    <a:pt x="1"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6"/>
            <p:cNvSpPr/>
            <p:nvPr/>
          </p:nvSpPr>
          <p:spPr>
            <a:xfrm>
              <a:off x="-477919" y="2696154"/>
              <a:ext cx="441491" cy="1776418"/>
            </a:xfrm>
            <a:custGeom>
              <a:avLst/>
              <a:gdLst/>
              <a:ahLst/>
              <a:cxnLst/>
              <a:rect l="l" t="t" r="r" b="b"/>
              <a:pathLst>
                <a:path w="9685" h="38742" extrusionOk="0">
                  <a:moveTo>
                    <a:pt x="8347" y="0"/>
                  </a:moveTo>
                  <a:lnTo>
                    <a:pt x="2146" y="162"/>
                  </a:lnTo>
                  <a:cubicBezTo>
                    <a:pt x="2145" y="162"/>
                    <a:pt x="2145" y="162"/>
                    <a:pt x="2144" y="162"/>
                  </a:cubicBezTo>
                  <a:cubicBezTo>
                    <a:pt x="2028" y="162"/>
                    <a:pt x="74" y="3039"/>
                    <a:pt x="9" y="5519"/>
                  </a:cubicBezTo>
                  <a:cubicBezTo>
                    <a:pt x="1" y="5759"/>
                    <a:pt x="13" y="6009"/>
                    <a:pt x="35" y="6253"/>
                  </a:cubicBezTo>
                  <a:cubicBezTo>
                    <a:pt x="114" y="7123"/>
                    <a:pt x="332" y="7980"/>
                    <a:pt x="656" y="8793"/>
                  </a:cubicBezTo>
                  <a:cubicBezTo>
                    <a:pt x="2321" y="13001"/>
                    <a:pt x="4043" y="17996"/>
                    <a:pt x="4069" y="19132"/>
                  </a:cubicBezTo>
                  <a:cubicBezTo>
                    <a:pt x="4156" y="22633"/>
                    <a:pt x="4842" y="38741"/>
                    <a:pt x="4842" y="38741"/>
                  </a:cubicBezTo>
                  <a:lnTo>
                    <a:pt x="9685" y="38400"/>
                  </a:lnTo>
                  <a:lnTo>
                    <a:pt x="9527" y="19132"/>
                  </a:lnTo>
                  <a:lnTo>
                    <a:pt x="8347"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6"/>
            <p:cNvSpPr/>
            <p:nvPr/>
          </p:nvSpPr>
          <p:spPr>
            <a:xfrm>
              <a:off x="-260975" y="2710052"/>
              <a:ext cx="102840" cy="1755934"/>
            </a:xfrm>
            <a:custGeom>
              <a:avLst/>
              <a:gdLst/>
              <a:ahLst/>
              <a:cxnLst/>
              <a:rect l="l" t="t" r="r" b="b"/>
              <a:pathLst>
                <a:path w="2256" h="38520" extrusionOk="0">
                  <a:moveTo>
                    <a:pt x="32" y="0"/>
                  </a:moveTo>
                  <a:cubicBezTo>
                    <a:pt x="31" y="0"/>
                    <a:pt x="31" y="1"/>
                    <a:pt x="31" y="1"/>
                  </a:cubicBezTo>
                  <a:cubicBezTo>
                    <a:pt x="31" y="1"/>
                    <a:pt x="31" y="1"/>
                    <a:pt x="31" y="1"/>
                  </a:cubicBezTo>
                  <a:cubicBezTo>
                    <a:pt x="33" y="1"/>
                    <a:pt x="34" y="2"/>
                    <a:pt x="36" y="4"/>
                  </a:cubicBezTo>
                  <a:lnTo>
                    <a:pt x="36" y="4"/>
                  </a:lnTo>
                  <a:cubicBezTo>
                    <a:pt x="34" y="2"/>
                    <a:pt x="33" y="0"/>
                    <a:pt x="32" y="0"/>
                  </a:cubicBezTo>
                  <a:close/>
                  <a:moveTo>
                    <a:pt x="36" y="4"/>
                  </a:moveTo>
                  <a:cubicBezTo>
                    <a:pt x="46" y="29"/>
                    <a:pt x="53" y="165"/>
                    <a:pt x="53" y="389"/>
                  </a:cubicBezTo>
                  <a:cubicBezTo>
                    <a:pt x="57" y="647"/>
                    <a:pt x="57" y="1023"/>
                    <a:pt x="57" y="1512"/>
                  </a:cubicBezTo>
                  <a:cubicBezTo>
                    <a:pt x="61" y="2492"/>
                    <a:pt x="0" y="3908"/>
                    <a:pt x="61" y="5655"/>
                  </a:cubicBezTo>
                  <a:cubicBezTo>
                    <a:pt x="79" y="6092"/>
                    <a:pt x="93" y="6547"/>
                    <a:pt x="131" y="7023"/>
                  </a:cubicBezTo>
                  <a:cubicBezTo>
                    <a:pt x="158" y="7500"/>
                    <a:pt x="202" y="7993"/>
                    <a:pt x="254" y="8505"/>
                  </a:cubicBezTo>
                  <a:cubicBezTo>
                    <a:pt x="359" y="9527"/>
                    <a:pt x="503" y="10620"/>
                    <a:pt x="682" y="11760"/>
                  </a:cubicBezTo>
                  <a:cubicBezTo>
                    <a:pt x="865" y="12902"/>
                    <a:pt x="1071" y="14098"/>
                    <a:pt x="1241" y="15344"/>
                  </a:cubicBezTo>
                  <a:cubicBezTo>
                    <a:pt x="1416" y="16585"/>
                    <a:pt x="1556" y="17884"/>
                    <a:pt x="1626" y="19211"/>
                  </a:cubicBezTo>
                  <a:cubicBezTo>
                    <a:pt x="1705" y="20544"/>
                    <a:pt x="1687" y="21847"/>
                    <a:pt x="1713" y="23106"/>
                  </a:cubicBezTo>
                  <a:cubicBezTo>
                    <a:pt x="1735" y="24364"/>
                    <a:pt x="1761" y="25575"/>
                    <a:pt x="1797" y="26728"/>
                  </a:cubicBezTo>
                  <a:cubicBezTo>
                    <a:pt x="1870" y="29040"/>
                    <a:pt x="1954" y="31120"/>
                    <a:pt x="2023" y="32868"/>
                  </a:cubicBezTo>
                  <a:cubicBezTo>
                    <a:pt x="2164" y="36295"/>
                    <a:pt x="2243" y="38205"/>
                    <a:pt x="2255" y="38519"/>
                  </a:cubicBezTo>
                  <a:cubicBezTo>
                    <a:pt x="2255" y="38519"/>
                    <a:pt x="2251" y="38383"/>
                    <a:pt x="2247" y="38126"/>
                  </a:cubicBezTo>
                  <a:cubicBezTo>
                    <a:pt x="2237" y="37864"/>
                    <a:pt x="2225" y="37487"/>
                    <a:pt x="2211" y="37003"/>
                  </a:cubicBezTo>
                  <a:cubicBezTo>
                    <a:pt x="2172" y="36019"/>
                    <a:pt x="2124" y="34607"/>
                    <a:pt x="2059" y="32864"/>
                  </a:cubicBezTo>
                  <a:cubicBezTo>
                    <a:pt x="1993" y="31120"/>
                    <a:pt x="1910" y="29040"/>
                    <a:pt x="1840" y="26728"/>
                  </a:cubicBezTo>
                  <a:cubicBezTo>
                    <a:pt x="1809" y="25575"/>
                    <a:pt x="1779" y="24360"/>
                    <a:pt x="1761" y="23106"/>
                  </a:cubicBezTo>
                  <a:cubicBezTo>
                    <a:pt x="1735" y="21847"/>
                    <a:pt x="1753" y="20544"/>
                    <a:pt x="1674" y="19211"/>
                  </a:cubicBezTo>
                  <a:cubicBezTo>
                    <a:pt x="1600" y="17878"/>
                    <a:pt x="1464" y="16581"/>
                    <a:pt x="1289" y="15335"/>
                  </a:cubicBezTo>
                  <a:cubicBezTo>
                    <a:pt x="1115" y="14090"/>
                    <a:pt x="905" y="12892"/>
                    <a:pt x="726" y="11752"/>
                  </a:cubicBezTo>
                  <a:cubicBezTo>
                    <a:pt x="542" y="10611"/>
                    <a:pt x="398" y="9523"/>
                    <a:pt x="293" y="8505"/>
                  </a:cubicBezTo>
                  <a:cubicBezTo>
                    <a:pt x="240" y="7993"/>
                    <a:pt x="192" y="7500"/>
                    <a:pt x="166" y="7023"/>
                  </a:cubicBezTo>
                  <a:cubicBezTo>
                    <a:pt x="127" y="6547"/>
                    <a:pt x="113" y="6088"/>
                    <a:pt x="93" y="5651"/>
                  </a:cubicBezTo>
                  <a:cubicBezTo>
                    <a:pt x="26" y="3908"/>
                    <a:pt x="83" y="2492"/>
                    <a:pt x="75" y="1512"/>
                  </a:cubicBezTo>
                  <a:cubicBezTo>
                    <a:pt x="75" y="592"/>
                    <a:pt x="63" y="54"/>
                    <a:pt x="36" y="4"/>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6"/>
            <p:cNvSpPr/>
            <p:nvPr/>
          </p:nvSpPr>
          <p:spPr>
            <a:xfrm>
              <a:off x="-258422" y="4440821"/>
              <a:ext cx="221999" cy="33505"/>
            </a:xfrm>
            <a:custGeom>
              <a:avLst/>
              <a:gdLst/>
              <a:ahLst/>
              <a:cxnLst/>
              <a:rect l="l" t="t" r="r" b="b"/>
              <a:pathLst>
                <a:path w="4870" h="735" extrusionOk="0">
                  <a:moveTo>
                    <a:pt x="1" y="1"/>
                  </a:moveTo>
                  <a:lnTo>
                    <a:pt x="1" y="735"/>
                  </a:lnTo>
                  <a:lnTo>
                    <a:pt x="4870" y="735"/>
                  </a:lnTo>
                  <a:lnTo>
                    <a:pt x="487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6"/>
            <p:cNvSpPr/>
            <p:nvPr/>
          </p:nvSpPr>
          <p:spPr>
            <a:xfrm>
              <a:off x="-245841" y="2706496"/>
              <a:ext cx="2462" cy="10348"/>
            </a:xfrm>
            <a:custGeom>
              <a:avLst/>
              <a:gdLst/>
              <a:ahLst/>
              <a:cxnLst/>
              <a:rect l="l" t="t" r="r" b="b"/>
              <a:pathLst>
                <a:path w="54" h="227" extrusionOk="0">
                  <a:moveTo>
                    <a:pt x="23" y="0"/>
                  </a:moveTo>
                  <a:cubicBezTo>
                    <a:pt x="9" y="0"/>
                    <a:pt x="1" y="53"/>
                    <a:pt x="5" y="113"/>
                  </a:cubicBezTo>
                  <a:cubicBezTo>
                    <a:pt x="5" y="174"/>
                    <a:pt x="17" y="227"/>
                    <a:pt x="31" y="227"/>
                  </a:cubicBezTo>
                  <a:cubicBezTo>
                    <a:pt x="44" y="223"/>
                    <a:pt x="53" y="174"/>
                    <a:pt x="49" y="113"/>
                  </a:cubicBezTo>
                  <a:cubicBezTo>
                    <a:pt x="49" y="53"/>
                    <a:pt x="35"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6"/>
            <p:cNvSpPr/>
            <p:nvPr/>
          </p:nvSpPr>
          <p:spPr>
            <a:xfrm>
              <a:off x="-245248" y="2727009"/>
              <a:ext cx="2416" cy="10165"/>
            </a:xfrm>
            <a:custGeom>
              <a:avLst/>
              <a:gdLst/>
              <a:ahLst/>
              <a:cxnLst/>
              <a:rect l="l" t="t" r="r" b="b"/>
              <a:pathLst>
                <a:path w="53" h="223" extrusionOk="0">
                  <a:moveTo>
                    <a:pt x="22" y="0"/>
                  </a:moveTo>
                  <a:cubicBezTo>
                    <a:pt x="10" y="0"/>
                    <a:pt x="0" y="48"/>
                    <a:pt x="4" y="113"/>
                  </a:cubicBezTo>
                  <a:cubicBezTo>
                    <a:pt x="4" y="174"/>
                    <a:pt x="18" y="223"/>
                    <a:pt x="31" y="223"/>
                  </a:cubicBezTo>
                  <a:cubicBezTo>
                    <a:pt x="44" y="223"/>
                    <a:pt x="53" y="174"/>
                    <a:pt x="49" y="109"/>
                  </a:cubicBezTo>
                  <a:cubicBezTo>
                    <a:pt x="49" y="48"/>
                    <a:pt x="36" y="0"/>
                    <a:pt x="2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6"/>
            <p:cNvSpPr/>
            <p:nvPr/>
          </p:nvSpPr>
          <p:spPr>
            <a:xfrm>
              <a:off x="-244655" y="2747295"/>
              <a:ext cx="2462" cy="10393"/>
            </a:xfrm>
            <a:custGeom>
              <a:avLst/>
              <a:gdLst/>
              <a:ahLst/>
              <a:cxnLst/>
              <a:rect l="l" t="t" r="r" b="b"/>
              <a:pathLst>
                <a:path w="54" h="228" extrusionOk="0">
                  <a:moveTo>
                    <a:pt x="23" y="1"/>
                  </a:moveTo>
                  <a:cubicBezTo>
                    <a:pt x="9" y="5"/>
                    <a:pt x="1" y="53"/>
                    <a:pt x="5" y="114"/>
                  </a:cubicBezTo>
                  <a:cubicBezTo>
                    <a:pt x="5" y="175"/>
                    <a:pt x="18" y="227"/>
                    <a:pt x="31" y="227"/>
                  </a:cubicBezTo>
                  <a:cubicBezTo>
                    <a:pt x="44" y="227"/>
                    <a:pt x="53" y="175"/>
                    <a:pt x="49" y="114"/>
                  </a:cubicBezTo>
                  <a:cubicBezTo>
                    <a:pt x="49" y="53"/>
                    <a:pt x="36"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6"/>
            <p:cNvSpPr/>
            <p:nvPr/>
          </p:nvSpPr>
          <p:spPr>
            <a:xfrm>
              <a:off x="-244063" y="2767808"/>
              <a:ext cx="2416" cy="10211"/>
            </a:xfrm>
            <a:custGeom>
              <a:avLst/>
              <a:gdLst/>
              <a:ahLst/>
              <a:cxnLst/>
              <a:rect l="l" t="t" r="r" b="b"/>
              <a:pathLst>
                <a:path w="53" h="224" extrusionOk="0">
                  <a:moveTo>
                    <a:pt x="23" y="1"/>
                  </a:moveTo>
                  <a:cubicBezTo>
                    <a:pt x="10" y="1"/>
                    <a:pt x="0" y="53"/>
                    <a:pt x="5" y="114"/>
                  </a:cubicBezTo>
                  <a:cubicBezTo>
                    <a:pt x="5" y="176"/>
                    <a:pt x="18" y="223"/>
                    <a:pt x="31" y="223"/>
                  </a:cubicBezTo>
                  <a:cubicBezTo>
                    <a:pt x="45" y="223"/>
                    <a:pt x="53" y="176"/>
                    <a:pt x="49" y="110"/>
                  </a:cubicBezTo>
                  <a:cubicBezTo>
                    <a:pt x="49" y="49"/>
                    <a:pt x="36"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6"/>
            <p:cNvSpPr/>
            <p:nvPr/>
          </p:nvSpPr>
          <p:spPr>
            <a:xfrm>
              <a:off x="-243425" y="2788321"/>
              <a:ext cx="2416" cy="10257"/>
            </a:xfrm>
            <a:custGeom>
              <a:avLst/>
              <a:gdLst/>
              <a:ahLst/>
              <a:cxnLst/>
              <a:rect l="l" t="t" r="r" b="b"/>
              <a:pathLst>
                <a:path w="53" h="225" extrusionOk="0">
                  <a:moveTo>
                    <a:pt x="24" y="1"/>
                  </a:moveTo>
                  <a:cubicBezTo>
                    <a:pt x="23" y="1"/>
                    <a:pt x="23" y="1"/>
                    <a:pt x="22" y="1"/>
                  </a:cubicBezTo>
                  <a:cubicBezTo>
                    <a:pt x="9" y="1"/>
                    <a:pt x="0" y="49"/>
                    <a:pt x="4" y="110"/>
                  </a:cubicBezTo>
                  <a:cubicBezTo>
                    <a:pt x="4" y="176"/>
                    <a:pt x="17" y="224"/>
                    <a:pt x="31" y="224"/>
                  </a:cubicBezTo>
                  <a:cubicBezTo>
                    <a:pt x="43" y="224"/>
                    <a:pt x="53" y="172"/>
                    <a:pt x="48" y="110"/>
                  </a:cubicBezTo>
                  <a:cubicBezTo>
                    <a:pt x="48" y="51"/>
                    <a:pt x="36" y="1"/>
                    <a:pt x="2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6"/>
            <p:cNvSpPr/>
            <p:nvPr/>
          </p:nvSpPr>
          <p:spPr>
            <a:xfrm>
              <a:off x="-242878" y="2808652"/>
              <a:ext cx="2462" cy="10257"/>
            </a:xfrm>
            <a:custGeom>
              <a:avLst/>
              <a:gdLst/>
              <a:ahLst/>
              <a:cxnLst/>
              <a:rect l="l" t="t" r="r" b="b"/>
              <a:pathLst>
                <a:path w="54" h="225" extrusionOk="0">
                  <a:moveTo>
                    <a:pt x="23" y="1"/>
                  </a:moveTo>
                  <a:cubicBezTo>
                    <a:pt x="10" y="1"/>
                    <a:pt x="1" y="53"/>
                    <a:pt x="5" y="114"/>
                  </a:cubicBezTo>
                  <a:cubicBezTo>
                    <a:pt x="5" y="173"/>
                    <a:pt x="18" y="224"/>
                    <a:pt x="30" y="224"/>
                  </a:cubicBezTo>
                  <a:cubicBezTo>
                    <a:pt x="30" y="224"/>
                    <a:pt x="31" y="224"/>
                    <a:pt x="31" y="224"/>
                  </a:cubicBezTo>
                  <a:cubicBezTo>
                    <a:pt x="45" y="224"/>
                    <a:pt x="53" y="176"/>
                    <a:pt x="49" y="114"/>
                  </a:cubicBezTo>
                  <a:cubicBezTo>
                    <a:pt x="49" y="49"/>
                    <a:pt x="36"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6"/>
            <p:cNvSpPr/>
            <p:nvPr/>
          </p:nvSpPr>
          <p:spPr>
            <a:xfrm>
              <a:off x="-242239" y="2829165"/>
              <a:ext cx="2416" cy="10211"/>
            </a:xfrm>
            <a:custGeom>
              <a:avLst/>
              <a:gdLst/>
              <a:ahLst/>
              <a:cxnLst/>
              <a:rect l="l" t="t" r="r" b="b"/>
              <a:pathLst>
                <a:path w="53" h="224" extrusionOk="0">
                  <a:moveTo>
                    <a:pt x="22" y="1"/>
                  </a:moveTo>
                  <a:cubicBezTo>
                    <a:pt x="9" y="1"/>
                    <a:pt x="0" y="49"/>
                    <a:pt x="5" y="115"/>
                  </a:cubicBezTo>
                  <a:cubicBezTo>
                    <a:pt x="5" y="176"/>
                    <a:pt x="17" y="224"/>
                    <a:pt x="31" y="224"/>
                  </a:cubicBezTo>
                  <a:cubicBezTo>
                    <a:pt x="43" y="224"/>
                    <a:pt x="53" y="171"/>
                    <a:pt x="49" y="110"/>
                  </a:cubicBezTo>
                  <a:cubicBezTo>
                    <a:pt x="49" y="49"/>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6"/>
            <p:cNvSpPr/>
            <p:nvPr/>
          </p:nvSpPr>
          <p:spPr>
            <a:xfrm>
              <a:off x="-241692" y="2849496"/>
              <a:ext cx="2462" cy="10393"/>
            </a:xfrm>
            <a:custGeom>
              <a:avLst/>
              <a:gdLst/>
              <a:ahLst/>
              <a:cxnLst/>
              <a:rect l="l" t="t" r="r" b="b"/>
              <a:pathLst>
                <a:path w="54" h="228" extrusionOk="0">
                  <a:moveTo>
                    <a:pt x="23" y="0"/>
                  </a:moveTo>
                  <a:cubicBezTo>
                    <a:pt x="10" y="0"/>
                    <a:pt x="1" y="53"/>
                    <a:pt x="5" y="115"/>
                  </a:cubicBezTo>
                  <a:cubicBezTo>
                    <a:pt x="5" y="175"/>
                    <a:pt x="19" y="228"/>
                    <a:pt x="31" y="228"/>
                  </a:cubicBezTo>
                  <a:cubicBezTo>
                    <a:pt x="45" y="228"/>
                    <a:pt x="53" y="175"/>
                    <a:pt x="49" y="115"/>
                  </a:cubicBezTo>
                  <a:cubicBezTo>
                    <a:pt x="49" y="53"/>
                    <a:pt x="37"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6"/>
            <p:cNvSpPr/>
            <p:nvPr/>
          </p:nvSpPr>
          <p:spPr>
            <a:xfrm>
              <a:off x="-241054" y="2870009"/>
              <a:ext cx="2416" cy="10211"/>
            </a:xfrm>
            <a:custGeom>
              <a:avLst/>
              <a:gdLst/>
              <a:ahLst/>
              <a:cxnLst/>
              <a:rect l="l" t="t" r="r" b="b"/>
              <a:pathLst>
                <a:path w="53" h="224" extrusionOk="0">
                  <a:moveTo>
                    <a:pt x="23" y="0"/>
                  </a:moveTo>
                  <a:cubicBezTo>
                    <a:pt x="9" y="0"/>
                    <a:pt x="1" y="53"/>
                    <a:pt x="5" y="115"/>
                  </a:cubicBezTo>
                  <a:cubicBezTo>
                    <a:pt x="5" y="175"/>
                    <a:pt x="17" y="224"/>
                    <a:pt x="31" y="224"/>
                  </a:cubicBezTo>
                  <a:cubicBezTo>
                    <a:pt x="44" y="224"/>
                    <a:pt x="53" y="175"/>
                    <a:pt x="49" y="110"/>
                  </a:cubicBezTo>
                  <a:cubicBezTo>
                    <a:pt x="49" y="48"/>
                    <a:pt x="35"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6"/>
            <p:cNvSpPr/>
            <p:nvPr/>
          </p:nvSpPr>
          <p:spPr>
            <a:xfrm>
              <a:off x="-240462" y="2890295"/>
              <a:ext cx="2416" cy="10439"/>
            </a:xfrm>
            <a:custGeom>
              <a:avLst/>
              <a:gdLst/>
              <a:ahLst/>
              <a:cxnLst/>
              <a:rect l="l" t="t" r="r" b="b"/>
              <a:pathLst>
                <a:path w="53" h="229" extrusionOk="0">
                  <a:moveTo>
                    <a:pt x="22" y="1"/>
                  </a:moveTo>
                  <a:cubicBezTo>
                    <a:pt x="10" y="6"/>
                    <a:pt x="0" y="53"/>
                    <a:pt x="4" y="115"/>
                  </a:cubicBezTo>
                  <a:cubicBezTo>
                    <a:pt x="4" y="176"/>
                    <a:pt x="18" y="229"/>
                    <a:pt x="31" y="229"/>
                  </a:cubicBezTo>
                  <a:cubicBezTo>
                    <a:pt x="44" y="229"/>
                    <a:pt x="53" y="176"/>
                    <a:pt x="48" y="115"/>
                  </a:cubicBezTo>
                  <a:cubicBezTo>
                    <a:pt x="48" y="53"/>
                    <a:pt x="36"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p:nvPr/>
          </p:nvSpPr>
          <p:spPr>
            <a:xfrm>
              <a:off x="-239869" y="2910853"/>
              <a:ext cx="2462" cy="10211"/>
            </a:xfrm>
            <a:custGeom>
              <a:avLst/>
              <a:gdLst/>
              <a:ahLst/>
              <a:cxnLst/>
              <a:rect l="l" t="t" r="r" b="b"/>
              <a:pathLst>
                <a:path w="54" h="224" extrusionOk="0">
                  <a:moveTo>
                    <a:pt x="23" y="1"/>
                  </a:moveTo>
                  <a:cubicBezTo>
                    <a:pt x="9" y="1"/>
                    <a:pt x="1" y="53"/>
                    <a:pt x="5" y="114"/>
                  </a:cubicBezTo>
                  <a:cubicBezTo>
                    <a:pt x="5" y="175"/>
                    <a:pt x="18" y="223"/>
                    <a:pt x="31" y="223"/>
                  </a:cubicBezTo>
                  <a:cubicBezTo>
                    <a:pt x="44" y="223"/>
                    <a:pt x="53" y="175"/>
                    <a:pt x="49" y="114"/>
                  </a:cubicBezTo>
                  <a:cubicBezTo>
                    <a:pt x="49" y="48"/>
                    <a:pt x="35"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6"/>
            <p:cNvSpPr/>
            <p:nvPr/>
          </p:nvSpPr>
          <p:spPr>
            <a:xfrm>
              <a:off x="-239459" y="2931367"/>
              <a:ext cx="2051" cy="10211"/>
            </a:xfrm>
            <a:custGeom>
              <a:avLst/>
              <a:gdLst/>
              <a:ahLst/>
              <a:cxnLst/>
              <a:rect l="l" t="t" r="r" b="b"/>
              <a:pathLst>
                <a:path w="45" h="224" extrusionOk="0">
                  <a:moveTo>
                    <a:pt x="22" y="1"/>
                  </a:moveTo>
                  <a:cubicBezTo>
                    <a:pt x="9" y="1"/>
                    <a:pt x="0" y="49"/>
                    <a:pt x="0" y="110"/>
                  </a:cubicBezTo>
                  <a:cubicBezTo>
                    <a:pt x="0" y="175"/>
                    <a:pt x="9" y="223"/>
                    <a:pt x="22" y="223"/>
                  </a:cubicBezTo>
                  <a:cubicBezTo>
                    <a:pt x="35" y="223"/>
                    <a:pt x="44" y="175"/>
                    <a:pt x="44" y="110"/>
                  </a:cubicBezTo>
                  <a:cubicBezTo>
                    <a:pt x="44" y="49"/>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6"/>
            <p:cNvSpPr/>
            <p:nvPr/>
          </p:nvSpPr>
          <p:spPr>
            <a:xfrm>
              <a:off x="-239276" y="2951880"/>
              <a:ext cx="2234" cy="10211"/>
            </a:xfrm>
            <a:custGeom>
              <a:avLst/>
              <a:gdLst/>
              <a:ahLst/>
              <a:cxnLst/>
              <a:rect l="l" t="t" r="r" b="b"/>
              <a:pathLst>
                <a:path w="49" h="224" extrusionOk="0">
                  <a:moveTo>
                    <a:pt x="22" y="1"/>
                  </a:moveTo>
                  <a:cubicBezTo>
                    <a:pt x="10" y="1"/>
                    <a:pt x="0" y="49"/>
                    <a:pt x="0" y="110"/>
                  </a:cubicBezTo>
                  <a:cubicBezTo>
                    <a:pt x="0" y="176"/>
                    <a:pt x="14" y="223"/>
                    <a:pt x="27" y="223"/>
                  </a:cubicBezTo>
                  <a:cubicBezTo>
                    <a:pt x="36" y="223"/>
                    <a:pt x="49" y="171"/>
                    <a:pt x="44" y="110"/>
                  </a:cubicBezTo>
                  <a:cubicBezTo>
                    <a:pt x="44" y="49"/>
                    <a:pt x="36"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6"/>
            <p:cNvSpPr/>
            <p:nvPr/>
          </p:nvSpPr>
          <p:spPr>
            <a:xfrm>
              <a:off x="-239094" y="2972211"/>
              <a:ext cx="2416" cy="10439"/>
            </a:xfrm>
            <a:custGeom>
              <a:avLst/>
              <a:gdLst/>
              <a:ahLst/>
              <a:cxnLst/>
              <a:rect l="l" t="t" r="r" b="b"/>
              <a:pathLst>
                <a:path w="53" h="229" extrusionOk="0">
                  <a:moveTo>
                    <a:pt x="27" y="1"/>
                  </a:moveTo>
                  <a:cubicBezTo>
                    <a:pt x="14" y="1"/>
                    <a:pt x="1" y="53"/>
                    <a:pt x="6" y="114"/>
                  </a:cubicBezTo>
                  <a:cubicBezTo>
                    <a:pt x="6" y="176"/>
                    <a:pt x="18" y="228"/>
                    <a:pt x="32" y="228"/>
                  </a:cubicBezTo>
                  <a:cubicBezTo>
                    <a:pt x="45" y="228"/>
                    <a:pt x="53" y="176"/>
                    <a:pt x="53" y="114"/>
                  </a:cubicBezTo>
                  <a:cubicBezTo>
                    <a:pt x="49" y="53"/>
                    <a:pt x="40" y="1"/>
                    <a:pt x="27"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6"/>
            <p:cNvSpPr/>
            <p:nvPr/>
          </p:nvSpPr>
          <p:spPr>
            <a:xfrm>
              <a:off x="-238456" y="2992724"/>
              <a:ext cx="2416" cy="10257"/>
            </a:xfrm>
            <a:custGeom>
              <a:avLst/>
              <a:gdLst/>
              <a:ahLst/>
              <a:cxnLst/>
              <a:rect l="l" t="t" r="r" b="b"/>
              <a:pathLst>
                <a:path w="53" h="225" extrusionOk="0">
                  <a:moveTo>
                    <a:pt x="22" y="1"/>
                  </a:moveTo>
                  <a:cubicBezTo>
                    <a:pt x="9" y="1"/>
                    <a:pt x="0" y="53"/>
                    <a:pt x="4" y="114"/>
                  </a:cubicBezTo>
                  <a:cubicBezTo>
                    <a:pt x="4" y="173"/>
                    <a:pt x="17" y="224"/>
                    <a:pt x="29" y="224"/>
                  </a:cubicBezTo>
                  <a:cubicBezTo>
                    <a:pt x="30" y="224"/>
                    <a:pt x="30" y="224"/>
                    <a:pt x="31" y="224"/>
                  </a:cubicBezTo>
                  <a:cubicBezTo>
                    <a:pt x="44" y="224"/>
                    <a:pt x="53" y="176"/>
                    <a:pt x="53" y="114"/>
                  </a:cubicBezTo>
                  <a:cubicBezTo>
                    <a:pt x="48" y="49"/>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6"/>
            <p:cNvSpPr/>
            <p:nvPr/>
          </p:nvSpPr>
          <p:spPr>
            <a:xfrm>
              <a:off x="-237635" y="3013237"/>
              <a:ext cx="2416" cy="10211"/>
            </a:xfrm>
            <a:custGeom>
              <a:avLst/>
              <a:gdLst/>
              <a:ahLst/>
              <a:cxnLst/>
              <a:rect l="l" t="t" r="r" b="b"/>
              <a:pathLst>
                <a:path w="53" h="224" extrusionOk="0">
                  <a:moveTo>
                    <a:pt x="21" y="1"/>
                  </a:moveTo>
                  <a:cubicBezTo>
                    <a:pt x="8" y="1"/>
                    <a:pt x="0" y="53"/>
                    <a:pt x="4" y="115"/>
                  </a:cubicBezTo>
                  <a:cubicBezTo>
                    <a:pt x="8" y="176"/>
                    <a:pt x="21" y="224"/>
                    <a:pt x="35" y="224"/>
                  </a:cubicBezTo>
                  <a:cubicBezTo>
                    <a:pt x="47" y="224"/>
                    <a:pt x="52" y="171"/>
                    <a:pt x="52" y="110"/>
                  </a:cubicBezTo>
                  <a:cubicBezTo>
                    <a:pt x="47" y="49"/>
                    <a:pt x="35" y="1"/>
                    <a:pt x="21"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p:nvPr/>
          </p:nvSpPr>
          <p:spPr>
            <a:xfrm>
              <a:off x="-236450" y="3033568"/>
              <a:ext cx="2416" cy="10393"/>
            </a:xfrm>
            <a:custGeom>
              <a:avLst/>
              <a:gdLst/>
              <a:ahLst/>
              <a:cxnLst/>
              <a:rect l="l" t="t" r="r" b="b"/>
              <a:pathLst>
                <a:path w="53" h="228" extrusionOk="0">
                  <a:moveTo>
                    <a:pt x="17" y="0"/>
                  </a:moveTo>
                  <a:cubicBezTo>
                    <a:pt x="4" y="4"/>
                    <a:pt x="0" y="53"/>
                    <a:pt x="0" y="115"/>
                  </a:cubicBezTo>
                  <a:cubicBezTo>
                    <a:pt x="4" y="180"/>
                    <a:pt x="17" y="228"/>
                    <a:pt x="31" y="228"/>
                  </a:cubicBezTo>
                  <a:cubicBezTo>
                    <a:pt x="43" y="228"/>
                    <a:pt x="53" y="175"/>
                    <a:pt x="47" y="115"/>
                  </a:cubicBezTo>
                  <a:cubicBezTo>
                    <a:pt x="43" y="53"/>
                    <a:pt x="31" y="0"/>
                    <a:pt x="1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6"/>
            <p:cNvSpPr/>
            <p:nvPr/>
          </p:nvSpPr>
          <p:spPr>
            <a:xfrm>
              <a:off x="-235265" y="3054081"/>
              <a:ext cx="2416" cy="10211"/>
            </a:xfrm>
            <a:custGeom>
              <a:avLst/>
              <a:gdLst/>
              <a:ahLst/>
              <a:cxnLst/>
              <a:rect l="l" t="t" r="r" b="b"/>
              <a:pathLst>
                <a:path w="53" h="224" extrusionOk="0">
                  <a:moveTo>
                    <a:pt x="17" y="0"/>
                  </a:moveTo>
                  <a:cubicBezTo>
                    <a:pt x="5" y="0"/>
                    <a:pt x="0" y="53"/>
                    <a:pt x="5" y="115"/>
                  </a:cubicBezTo>
                  <a:cubicBezTo>
                    <a:pt x="9" y="175"/>
                    <a:pt x="21" y="224"/>
                    <a:pt x="35" y="224"/>
                  </a:cubicBezTo>
                  <a:cubicBezTo>
                    <a:pt x="48" y="224"/>
                    <a:pt x="53" y="171"/>
                    <a:pt x="48" y="110"/>
                  </a:cubicBezTo>
                  <a:cubicBezTo>
                    <a:pt x="43" y="48"/>
                    <a:pt x="31" y="0"/>
                    <a:pt x="1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p:nvPr/>
          </p:nvSpPr>
          <p:spPr>
            <a:xfrm>
              <a:off x="-233897" y="3074367"/>
              <a:ext cx="2644" cy="10439"/>
            </a:xfrm>
            <a:custGeom>
              <a:avLst/>
              <a:gdLst/>
              <a:ahLst/>
              <a:cxnLst/>
              <a:rect l="l" t="t" r="r" b="b"/>
              <a:pathLst>
                <a:path w="58" h="229" extrusionOk="0">
                  <a:moveTo>
                    <a:pt x="18" y="1"/>
                  </a:moveTo>
                  <a:cubicBezTo>
                    <a:pt x="9" y="6"/>
                    <a:pt x="1" y="53"/>
                    <a:pt x="5" y="115"/>
                  </a:cubicBezTo>
                  <a:cubicBezTo>
                    <a:pt x="9" y="180"/>
                    <a:pt x="27" y="229"/>
                    <a:pt x="36" y="229"/>
                  </a:cubicBezTo>
                  <a:cubicBezTo>
                    <a:pt x="49" y="224"/>
                    <a:pt x="58" y="176"/>
                    <a:pt x="53" y="115"/>
                  </a:cubicBezTo>
                  <a:cubicBezTo>
                    <a:pt x="49" y="49"/>
                    <a:pt x="31" y="1"/>
                    <a:pt x="1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6"/>
            <p:cNvSpPr/>
            <p:nvPr/>
          </p:nvSpPr>
          <p:spPr>
            <a:xfrm>
              <a:off x="-232302" y="3094925"/>
              <a:ext cx="2826" cy="10211"/>
            </a:xfrm>
            <a:custGeom>
              <a:avLst/>
              <a:gdLst/>
              <a:ahLst/>
              <a:cxnLst/>
              <a:rect l="l" t="t" r="r" b="b"/>
              <a:pathLst>
                <a:path w="62" h="224" extrusionOk="0">
                  <a:moveTo>
                    <a:pt x="23" y="1"/>
                  </a:moveTo>
                  <a:cubicBezTo>
                    <a:pt x="9" y="1"/>
                    <a:pt x="1" y="53"/>
                    <a:pt x="9" y="114"/>
                  </a:cubicBezTo>
                  <a:cubicBezTo>
                    <a:pt x="14" y="175"/>
                    <a:pt x="27" y="223"/>
                    <a:pt x="40" y="223"/>
                  </a:cubicBezTo>
                  <a:cubicBezTo>
                    <a:pt x="53" y="223"/>
                    <a:pt x="61" y="171"/>
                    <a:pt x="53" y="110"/>
                  </a:cubicBezTo>
                  <a:cubicBezTo>
                    <a:pt x="49" y="48"/>
                    <a:pt x="35"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6"/>
            <p:cNvSpPr/>
            <p:nvPr/>
          </p:nvSpPr>
          <p:spPr>
            <a:xfrm>
              <a:off x="-230296" y="3115256"/>
              <a:ext cx="2826" cy="10211"/>
            </a:xfrm>
            <a:custGeom>
              <a:avLst/>
              <a:gdLst/>
              <a:ahLst/>
              <a:cxnLst/>
              <a:rect l="l" t="t" r="r" b="b"/>
              <a:pathLst>
                <a:path w="62" h="224" extrusionOk="0">
                  <a:moveTo>
                    <a:pt x="17" y="1"/>
                  </a:moveTo>
                  <a:cubicBezTo>
                    <a:pt x="5" y="1"/>
                    <a:pt x="1" y="53"/>
                    <a:pt x="9" y="114"/>
                  </a:cubicBezTo>
                  <a:cubicBezTo>
                    <a:pt x="13" y="175"/>
                    <a:pt x="31" y="223"/>
                    <a:pt x="39" y="223"/>
                  </a:cubicBezTo>
                  <a:cubicBezTo>
                    <a:pt x="53" y="223"/>
                    <a:pt x="61" y="171"/>
                    <a:pt x="53" y="110"/>
                  </a:cubicBezTo>
                  <a:cubicBezTo>
                    <a:pt x="49" y="48"/>
                    <a:pt x="31" y="1"/>
                    <a:pt x="17"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228108" y="3135587"/>
              <a:ext cx="2826" cy="10165"/>
            </a:xfrm>
            <a:custGeom>
              <a:avLst/>
              <a:gdLst/>
              <a:ahLst/>
              <a:cxnLst/>
              <a:rect l="l" t="t" r="r" b="b"/>
              <a:pathLst>
                <a:path w="62" h="223" extrusionOk="0">
                  <a:moveTo>
                    <a:pt x="18" y="0"/>
                  </a:moveTo>
                  <a:cubicBezTo>
                    <a:pt x="5" y="0"/>
                    <a:pt x="1" y="53"/>
                    <a:pt x="5" y="114"/>
                  </a:cubicBezTo>
                  <a:cubicBezTo>
                    <a:pt x="13" y="175"/>
                    <a:pt x="31" y="223"/>
                    <a:pt x="44" y="223"/>
                  </a:cubicBezTo>
                  <a:cubicBezTo>
                    <a:pt x="57" y="223"/>
                    <a:pt x="62" y="170"/>
                    <a:pt x="53" y="110"/>
                  </a:cubicBezTo>
                  <a:cubicBezTo>
                    <a:pt x="48" y="48"/>
                    <a:pt x="31" y="0"/>
                    <a:pt x="1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225692" y="3155918"/>
              <a:ext cx="2826" cy="10165"/>
            </a:xfrm>
            <a:custGeom>
              <a:avLst/>
              <a:gdLst/>
              <a:ahLst/>
              <a:cxnLst/>
              <a:rect l="l" t="t" r="r" b="b"/>
              <a:pathLst>
                <a:path w="62" h="223" extrusionOk="0">
                  <a:moveTo>
                    <a:pt x="17" y="0"/>
                  </a:moveTo>
                  <a:cubicBezTo>
                    <a:pt x="4" y="0"/>
                    <a:pt x="0" y="53"/>
                    <a:pt x="4" y="114"/>
                  </a:cubicBezTo>
                  <a:cubicBezTo>
                    <a:pt x="13" y="174"/>
                    <a:pt x="31" y="223"/>
                    <a:pt x="43" y="223"/>
                  </a:cubicBezTo>
                  <a:cubicBezTo>
                    <a:pt x="57" y="218"/>
                    <a:pt x="61" y="170"/>
                    <a:pt x="53" y="109"/>
                  </a:cubicBezTo>
                  <a:cubicBezTo>
                    <a:pt x="43" y="47"/>
                    <a:pt x="31" y="0"/>
                    <a:pt x="1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p:nvPr/>
          </p:nvSpPr>
          <p:spPr>
            <a:xfrm>
              <a:off x="-223139" y="3176203"/>
              <a:ext cx="2826" cy="10029"/>
            </a:xfrm>
            <a:custGeom>
              <a:avLst/>
              <a:gdLst/>
              <a:ahLst/>
              <a:cxnLst/>
              <a:rect l="l" t="t" r="r" b="b"/>
              <a:pathLst>
                <a:path w="62" h="220" extrusionOk="0">
                  <a:moveTo>
                    <a:pt x="16" y="1"/>
                  </a:moveTo>
                  <a:cubicBezTo>
                    <a:pt x="15" y="1"/>
                    <a:pt x="14" y="1"/>
                    <a:pt x="13" y="1"/>
                  </a:cubicBezTo>
                  <a:cubicBezTo>
                    <a:pt x="5" y="1"/>
                    <a:pt x="1" y="53"/>
                    <a:pt x="9" y="114"/>
                  </a:cubicBezTo>
                  <a:cubicBezTo>
                    <a:pt x="13" y="173"/>
                    <a:pt x="30" y="219"/>
                    <a:pt x="42" y="219"/>
                  </a:cubicBezTo>
                  <a:cubicBezTo>
                    <a:pt x="43" y="219"/>
                    <a:pt x="43" y="219"/>
                    <a:pt x="44" y="219"/>
                  </a:cubicBezTo>
                  <a:cubicBezTo>
                    <a:pt x="58" y="219"/>
                    <a:pt x="62" y="167"/>
                    <a:pt x="53" y="106"/>
                  </a:cubicBezTo>
                  <a:cubicBezTo>
                    <a:pt x="44" y="47"/>
                    <a:pt x="29" y="1"/>
                    <a:pt x="1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6"/>
            <p:cNvSpPr/>
            <p:nvPr/>
          </p:nvSpPr>
          <p:spPr>
            <a:xfrm>
              <a:off x="-220359" y="3196306"/>
              <a:ext cx="2826" cy="10211"/>
            </a:xfrm>
            <a:custGeom>
              <a:avLst/>
              <a:gdLst/>
              <a:ahLst/>
              <a:cxnLst/>
              <a:rect l="l" t="t" r="r" b="b"/>
              <a:pathLst>
                <a:path w="62" h="224" extrusionOk="0">
                  <a:moveTo>
                    <a:pt x="14" y="1"/>
                  </a:moveTo>
                  <a:cubicBezTo>
                    <a:pt x="1" y="6"/>
                    <a:pt x="1" y="53"/>
                    <a:pt x="9" y="115"/>
                  </a:cubicBezTo>
                  <a:cubicBezTo>
                    <a:pt x="19" y="176"/>
                    <a:pt x="35" y="224"/>
                    <a:pt x="49" y="224"/>
                  </a:cubicBezTo>
                  <a:cubicBezTo>
                    <a:pt x="57" y="220"/>
                    <a:pt x="62" y="171"/>
                    <a:pt x="53" y="111"/>
                  </a:cubicBezTo>
                  <a:cubicBezTo>
                    <a:pt x="45" y="49"/>
                    <a:pt x="27" y="1"/>
                    <a:pt x="1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p:nvPr/>
          </p:nvSpPr>
          <p:spPr>
            <a:xfrm>
              <a:off x="-217578" y="3216455"/>
              <a:ext cx="3054" cy="10211"/>
            </a:xfrm>
            <a:custGeom>
              <a:avLst/>
              <a:gdLst/>
              <a:ahLst/>
              <a:cxnLst/>
              <a:rect l="l" t="t" r="r" b="b"/>
              <a:pathLst>
                <a:path w="67" h="224" extrusionOk="0">
                  <a:moveTo>
                    <a:pt x="18" y="0"/>
                  </a:moveTo>
                  <a:cubicBezTo>
                    <a:pt x="6" y="4"/>
                    <a:pt x="1" y="53"/>
                    <a:pt x="14" y="114"/>
                  </a:cubicBezTo>
                  <a:cubicBezTo>
                    <a:pt x="23" y="175"/>
                    <a:pt x="40" y="223"/>
                    <a:pt x="53" y="223"/>
                  </a:cubicBezTo>
                  <a:cubicBezTo>
                    <a:pt x="67" y="223"/>
                    <a:pt x="67" y="171"/>
                    <a:pt x="58" y="109"/>
                  </a:cubicBezTo>
                  <a:cubicBezTo>
                    <a:pt x="49" y="48"/>
                    <a:pt x="32" y="0"/>
                    <a:pt x="1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6"/>
            <p:cNvSpPr/>
            <p:nvPr/>
          </p:nvSpPr>
          <p:spPr>
            <a:xfrm>
              <a:off x="-214387" y="3236740"/>
              <a:ext cx="3054" cy="10074"/>
            </a:xfrm>
            <a:custGeom>
              <a:avLst/>
              <a:gdLst/>
              <a:ahLst/>
              <a:cxnLst/>
              <a:rect l="l" t="t" r="r" b="b"/>
              <a:pathLst>
                <a:path w="67" h="221" extrusionOk="0">
                  <a:moveTo>
                    <a:pt x="20" y="1"/>
                  </a:moveTo>
                  <a:cubicBezTo>
                    <a:pt x="19" y="1"/>
                    <a:pt x="19" y="1"/>
                    <a:pt x="19" y="1"/>
                  </a:cubicBezTo>
                  <a:cubicBezTo>
                    <a:pt x="5" y="1"/>
                    <a:pt x="1" y="53"/>
                    <a:pt x="9" y="115"/>
                  </a:cubicBezTo>
                  <a:cubicBezTo>
                    <a:pt x="22" y="174"/>
                    <a:pt x="39" y="220"/>
                    <a:pt x="52" y="220"/>
                  </a:cubicBezTo>
                  <a:cubicBezTo>
                    <a:pt x="52" y="220"/>
                    <a:pt x="53" y="220"/>
                    <a:pt x="53" y="220"/>
                  </a:cubicBezTo>
                  <a:cubicBezTo>
                    <a:pt x="62" y="220"/>
                    <a:pt x="67" y="168"/>
                    <a:pt x="57" y="106"/>
                  </a:cubicBezTo>
                  <a:cubicBezTo>
                    <a:pt x="49" y="47"/>
                    <a:pt x="29" y="1"/>
                    <a:pt x="2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p:nvPr/>
          </p:nvSpPr>
          <p:spPr>
            <a:xfrm>
              <a:off x="-211151" y="3256889"/>
              <a:ext cx="3009" cy="9983"/>
            </a:xfrm>
            <a:custGeom>
              <a:avLst/>
              <a:gdLst/>
              <a:ahLst/>
              <a:cxnLst/>
              <a:rect l="l" t="t" r="r" b="b"/>
              <a:pathLst>
                <a:path w="66" h="219" extrusionOk="0">
                  <a:moveTo>
                    <a:pt x="19" y="0"/>
                  </a:moveTo>
                  <a:cubicBezTo>
                    <a:pt x="18" y="0"/>
                    <a:pt x="17" y="0"/>
                    <a:pt x="17" y="0"/>
                  </a:cubicBezTo>
                  <a:cubicBezTo>
                    <a:pt x="4" y="0"/>
                    <a:pt x="0" y="53"/>
                    <a:pt x="13" y="114"/>
                  </a:cubicBezTo>
                  <a:cubicBezTo>
                    <a:pt x="22" y="172"/>
                    <a:pt x="37" y="219"/>
                    <a:pt x="50" y="219"/>
                  </a:cubicBezTo>
                  <a:cubicBezTo>
                    <a:pt x="51" y="219"/>
                    <a:pt x="52" y="219"/>
                    <a:pt x="53" y="219"/>
                  </a:cubicBezTo>
                  <a:cubicBezTo>
                    <a:pt x="65" y="219"/>
                    <a:pt x="65" y="166"/>
                    <a:pt x="57" y="105"/>
                  </a:cubicBezTo>
                  <a:cubicBezTo>
                    <a:pt x="49" y="47"/>
                    <a:pt x="32" y="0"/>
                    <a:pt x="19"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6"/>
            <p:cNvSpPr/>
            <p:nvPr/>
          </p:nvSpPr>
          <p:spPr>
            <a:xfrm>
              <a:off x="-207777" y="3276992"/>
              <a:ext cx="3009" cy="10029"/>
            </a:xfrm>
            <a:custGeom>
              <a:avLst/>
              <a:gdLst/>
              <a:ahLst/>
              <a:cxnLst/>
              <a:rect l="l" t="t" r="r" b="b"/>
              <a:pathLst>
                <a:path w="66" h="220" extrusionOk="0">
                  <a:moveTo>
                    <a:pt x="15" y="1"/>
                  </a:moveTo>
                  <a:cubicBezTo>
                    <a:pt x="14" y="1"/>
                    <a:pt x="14" y="1"/>
                    <a:pt x="13" y="1"/>
                  </a:cubicBezTo>
                  <a:cubicBezTo>
                    <a:pt x="5" y="1"/>
                    <a:pt x="1" y="53"/>
                    <a:pt x="9" y="114"/>
                  </a:cubicBezTo>
                  <a:cubicBezTo>
                    <a:pt x="21" y="174"/>
                    <a:pt x="38" y="219"/>
                    <a:pt x="51" y="219"/>
                  </a:cubicBezTo>
                  <a:cubicBezTo>
                    <a:pt x="52" y="219"/>
                    <a:pt x="52" y="219"/>
                    <a:pt x="53" y="219"/>
                  </a:cubicBezTo>
                  <a:cubicBezTo>
                    <a:pt x="66" y="219"/>
                    <a:pt x="66" y="167"/>
                    <a:pt x="57" y="106"/>
                  </a:cubicBezTo>
                  <a:cubicBezTo>
                    <a:pt x="48" y="47"/>
                    <a:pt x="28" y="1"/>
                    <a:pt x="1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p:nvPr/>
          </p:nvSpPr>
          <p:spPr>
            <a:xfrm>
              <a:off x="-204450" y="3297140"/>
              <a:ext cx="3100" cy="9983"/>
            </a:xfrm>
            <a:custGeom>
              <a:avLst/>
              <a:gdLst/>
              <a:ahLst/>
              <a:cxnLst/>
              <a:rect l="l" t="t" r="r" b="b"/>
              <a:pathLst>
                <a:path w="68" h="219" extrusionOk="0">
                  <a:moveTo>
                    <a:pt x="20" y="0"/>
                  </a:moveTo>
                  <a:cubicBezTo>
                    <a:pt x="20" y="0"/>
                    <a:pt x="19" y="0"/>
                    <a:pt x="19" y="1"/>
                  </a:cubicBezTo>
                  <a:cubicBezTo>
                    <a:pt x="6" y="1"/>
                    <a:pt x="1" y="53"/>
                    <a:pt x="15" y="114"/>
                  </a:cubicBezTo>
                  <a:cubicBezTo>
                    <a:pt x="23" y="172"/>
                    <a:pt x="39" y="219"/>
                    <a:pt x="52" y="219"/>
                  </a:cubicBezTo>
                  <a:cubicBezTo>
                    <a:pt x="52" y="219"/>
                    <a:pt x="53" y="219"/>
                    <a:pt x="53" y="219"/>
                  </a:cubicBezTo>
                  <a:cubicBezTo>
                    <a:pt x="67" y="219"/>
                    <a:pt x="67" y="166"/>
                    <a:pt x="59" y="105"/>
                  </a:cubicBezTo>
                  <a:cubicBezTo>
                    <a:pt x="50" y="46"/>
                    <a:pt x="29" y="0"/>
                    <a:pt x="2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6"/>
            <p:cNvSpPr/>
            <p:nvPr/>
          </p:nvSpPr>
          <p:spPr>
            <a:xfrm>
              <a:off x="-201031" y="3317243"/>
              <a:ext cx="3237" cy="10029"/>
            </a:xfrm>
            <a:custGeom>
              <a:avLst/>
              <a:gdLst/>
              <a:ahLst/>
              <a:cxnLst/>
              <a:rect l="l" t="t" r="r" b="b"/>
              <a:pathLst>
                <a:path w="71" h="220" extrusionOk="0">
                  <a:moveTo>
                    <a:pt x="20" y="1"/>
                  </a:moveTo>
                  <a:cubicBezTo>
                    <a:pt x="20" y="1"/>
                    <a:pt x="19" y="1"/>
                    <a:pt x="18" y="1"/>
                  </a:cubicBezTo>
                  <a:cubicBezTo>
                    <a:pt x="5" y="1"/>
                    <a:pt x="0" y="54"/>
                    <a:pt x="14" y="114"/>
                  </a:cubicBezTo>
                  <a:cubicBezTo>
                    <a:pt x="22" y="173"/>
                    <a:pt x="39" y="219"/>
                    <a:pt x="51" y="219"/>
                  </a:cubicBezTo>
                  <a:cubicBezTo>
                    <a:pt x="52" y="219"/>
                    <a:pt x="52" y="219"/>
                    <a:pt x="53" y="219"/>
                  </a:cubicBezTo>
                  <a:cubicBezTo>
                    <a:pt x="67" y="219"/>
                    <a:pt x="71" y="167"/>
                    <a:pt x="57" y="106"/>
                  </a:cubicBezTo>
                  <a:cubicBezTo>
                    <a:pt x="49" y="47"/>
                    <a:pt x="33" y="1"/>
                    <a:pt x="2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6"/>
            <p:cNvSpPr/>
            <p:nvPr/>
          </p:nvSpPr>
          <p:spPr>
            <a:xfrm>
              <a:off x="-197657" y="3337346"/>
              <a:ext cx="3282" cy="10074"/>
            </a:xfrm>
            <a:custGeom>
              <a:avLst/>
              <a:gdLst/>
              <a:ahLst/>
              <a:cxnLst/>
              <a:rect l="l" t="t" r="r" b="b"/>
              <a:pathLst>
                <a:path w="72" h="221" extrusionOk="0">
                  <a:moveTo>
                    <a:pt x="20" y="0"/>
                  </a:moveTo>
                  <a:cubicBezTo>
                    <a:pt x="20" y="0"/>
                    <a:pt x="19" y="0"/>
                    <a:pt x="19" y="1"/>
                  </a:cubicBezTo>
                  <a:cubicBezTo>
                    <a:pt x="5" y="1"/>
                    <a:pt x="1" y="53"/>
                    <a:pt x="15" y="115"/>
                  </a:cubicBezTo>
                  <a:cubicBezTo>
                    <a:pt x="23" y="173"/>
                    <a:pt x="39" y="220"/>
                    <a:pt x="52" y="220"/>
                  </a:cubicBezTo>
                  <a:cubicBezTo>
                    <a:pt x="52" y="220"/>
                    <a:pt x="53" y="220"/>
                    <a:pt x="53" y="220"/>
                  </a:cubicBezTo>
                  <a:cubicBezTo>
                    <a:pt x="67" y="220"/>
                    <a:pt x="71" y="167"/>
                    <a:pt x="58" y="105"/>
                  </a:cubicBezTo>
                  <a:cubicBezTo>
                    <a:pt x="49" y="47"/>
                    <a:pt x="33" y="0"/>
                    <a:pt x="2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6"/>
            <p:cNvSpPr/>
            <p:nvPr/>
          </p:nvSpPr>
          <p:spPr>
            <a:xfrm>
              <a:off x="-194239" y="3357449"/>
              <a:ext cx="3009" cy="10074"/>
            </a:xfrm>
            <a:custGeom>
              <a:avLst/>
              <a:gdLst/>
              <a:ahLst/>
              <a:cxnLst/>
              <a:rect l="l" t="t" r="r" b="b"/>
              <a:pathLst>
                <a:path w="66" h="221" extrusionOk="0">
                  <a:moveTo>
                    <a:pt x="20" y="1"/>
                  </a:moveTo>
                  <a:cubicBezTo>
                    <a:pt x="19" y="1"/>
                    <a:pt x="19" y="1"/>
                    <a:pt x="18" y="1"/>
                  </a:cubicBezTo>
                  <a:cubicBezTo>
                    <a:pt x="5" y="1"/>
                    <a:pt x="0" y="54"/>
                    <a:pt x="13" y="115"/>
                  </a:cubicBezTo>
                  <a:cubicBezTo>
                    <a:pt x="22" y="174"/>
                    <a:pt x="38" y="221"/>
                    <a:pt x="51" y="221"/>
                  </a:cubicBezTo>
                  <a:cubicBezTo>
                    <a:pt x="52" y="221"/>
                    <a:pt x="52" y="221"/>
                    <a:pt x="53" y="220"/>
                  </a:cubicBezTo>
                  <a:cubicBezTo>
                    <a:pt x="65" y="220"/>
                    <a:pt x="65" y="168"/>
                    <a:pt x="57" y="106"/>
                  </a:cubicBezTo>
                  <a:cubicBezTo>
                    <a:pt x="49" y="48"/>
                    <a:pt x="32" y="1"/>
                    <a:pt x="2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6"/>
            <p:cNvSpPr/>
            <p:nvPr/>
          </p:nvSpPr>
          <p:spPr>
            <a:xfrm>
              <a:off x="-190865" y="3377598"/>
              <a:ext cx="3009" cy="10029"/>
            </a:xfrm>
            <a:custGeom>
              <a:avLst/>
              <a:gdLst/>
              <a:ahLst/>
              <a:cxnLst/>
              <a:rect l="l" t="t" r="r" b="b"/>
              <a:pathLst>
                <a:path w="66" h="220" extrusionOk="0">
                  <a:moveTo>
                    <a:pt x="15" y="0"/>
                  </a:moveTo>
                  <a:cubicBezTo>
                    <a:pt x="15" y="0"/>
                    <a:pt x="14" y="1"/>
                    <a:pt x="13" y="1"/>
                  </a:cubicBezTo>
                  <a:cubicBezTo>
                    <a:pt x="1" y="1"/>
                    <a:pt x="1" y="53"/>
                    <a:pt x="9" y="114"/>
                  </a:cubicBezTo>
                  <a:cubicBezTo>
                    <a:pt x="17" y="173"/>
                    <a:pt x="34" y="219"/>
                    <a:pt x="47" y="219"/>
                  </a:cubicBezTo>
                  <a:cubicBezTo>
                    <a:pt x="48" y="219"/>
                    <a:pt x="48" y="219"/>
                    <a:pt x="49" y="219"/>
                  </a:cubicBezTo>
                  <a:cubicBezTo>
                    <a:pt x="62" y="219"/>
                    <a:pt x="66" y="166"/>
                    <a:pt x="53" y="106"/>
                  </a:cubicBezTo>
                  <a:cubicBezTo>
                    <a:pt x="44" y="47"/>
                    <a:pt x="28" y="0"/>
                    <a:pt x="1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6"/>
            <p:cNvSpPr/>
            <p:nvPr/>
          </p:nvSpPr>
          <p:spPr>
            <a:xfrm>
              <a:off x="-187902" y="3397746"/>
              <a:ext cx="3054" cy="9983"/>
            </a:xfrm>
            <a:custGeom>
              <a:avLst/>
              <a:gdLst/>
              <a:ahLst/>
              <a:cxnLst/>
              <a:rect l="l" t="t" r="r" b="b"/>
              <a:pathLst>
                <a:path w="67" h="219" extrusionOk="0">
                  <a:moveTo>
                    <a:pt x="20" y="0"/>
                  </a:moveTo>
                  <a:cubicBezTo>
                    <a:pt x="20" y="0"/>
                    <a:pt x="19" y="0"/>
                    <a:pt x="19" y="0"/>
                  </a:cubicBezTo>
                  <a:cubicBezTo>
                    <a:pt x="5" y="0"/>
                    <a:pt x="1" y="53"/>
                    <a:pt x="10" y="114"/>
                  </a:cubicBezTo>
                  <a:cubicBezTo>
                    <a:pt x="18" y="173"/>
                    <a:pt x="39" y="219"/>
                    <a:pt x="48" y="219"/>
                  </a:cubicBezTo>
                  <a:cubicBezTo>
                    <a:pt x="48" y="219"/>
                    <a:pt x="49" y="219"/>
                    <a:pt x="49" y="218"/>
                  </a:cubicBezTo>
                  <a:cubicBezTo>
                    <a:pt x="63" y="218"/>
                    <a:pt x="67" y="166"/>
                    <a:pt x="58" y="105"/>
                  </a:cubicBezTo>
                  <a:cubicBezTo>
                    <a:pt x="49" y="47"/>
                    <a:pt x="33" y="0"/>
                    <a:pt x="2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6"/>
            <p:cNvSpPr/>
            <p:nvPr/>
          </p:nvSpPr>
          <p:spPr>
            <a:xfrm>
              <a:off x="-184894" y="3417849"/>
              <a:ext cx="3009" cy="10029"/>
            </a:xfrm>
            <a:custGeom>
              <a:avLst/>
              <a:gdLst/>
              <a:ahLst/>
              <a:cxnLst/>
              <a:rect l="l" t="t" r="r" b="b"/>
              <a:pathLst>
                <a:path w="66" h="220" extrusionOk="0">
                  <a:moveTo>
                    <a:pt x="19" y="1"/>
                  </a:moveTo>
                  <a:cubicBezTo>
                    <a:pt x="19" y="1"/>
                    <a:pt x="18" y="1"/>
                    <a:pt x="18" y="1"/>
                  </a:cubicBezTo>
                  <a:cubicBezTo>
                    <a:pt x="5" y="1"/>
                    <a:pt x="1" y="53"/>
                    <a:pt x="9" y="114"/>
                  </a:cubicBezTo>
                  <a:cubicBezTo>
                    <a:pt x="17" y="172"/>
                    <a:pt x="34" y="219"/>
                    <a:pt x="48" y="219"/>
                  </a:cubicBezTo>
                  <a:cubicBezTo>
                    <a:pt x="48" y="219"/>
                    <a:pt x="49" y="219"/>
                    <a:pt x="49" y="219"/>
                  </a:cubicBezTo>
                  <a:cubicBezTo>
                    <a:pt x="62" y="219"/>
                    <a:pt x="66" y="167"/>
                    <a:pt x="58" y="106"/>
                  </a:cubicBezTo>
                  <a:cubicBezTo>
                    <a:pt x="50" y="46"/>
                    <a:pt x="33" y="1"/>
                    <a:pt x="19"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6"/>
            <p:cNvSpPr/>
            <p:nvPr/>
          </p:nvSpPr>
          <p:spPr>
            <a:xfrm>
              <a:off x="-182113" y="3437998"/>
              <a:ext cx="3054" cy="10165"/>
            </a:xfrm>
            <a:custGeom>
              <a:avLst/>
              <a:gdLst/>
              <a:ahLst/>
              <a:cxnLst/>
              <a:rect l="l" t="t" r="r" b="b"/>
              <a:pathLst>
                <a:path w="67" h="223" extrusionOk="0">
                  <a:moveTo>
                    <a:pt x="19" y="0"/>
                  </a:moveTo>
                  <a:cubicBezTo>
                    <a:pt x="5" y="5"/>
                    <a:pt x="1" y="53"/>
                    <a:pt x="9" y="114"/>
                  </a:cubicBezTo>
                  <a:cubicBezTo>
                    <a:pt x="19" y="174"/>
                    <a:pt x="35" y="223"/>
                    <a:pt x="49" y="223"/>
                  </a:cubicBezTo>
                  <a:cubicBezTo>
                    <a:pt x="62" y="219"/>
                    <a:pt x="67" y="170"/>
                    <a:pt x="57" y="109"/>
                  </a:cubicBezTo>
                  <a:cubicBezTo>
                    <a:pt x="49" y="48"/>
                    <a:pt x="31" y="0"/>
                    <a:pt x="19"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6"/>
            <p:cNvSpPr/>
            <p:nvPr/>
          </p:nvSpPr>
          <p:spPr>
            <a:xfrm>
              <a:off x="-179515" y="3458283"/>
              <a:ext cx="2872" cy="10029"/>
            </a:xfrm>
            <a:custGeom>
              <a:avLst/>
              <a:gdLst/>
              <a:ahLst/>
              <a:cxnLst/>
              <a:rect l="l" t="t" r="r" b="b"/>
              <a:pathLst>
                <a:path w="63" h="220" extrusionOk="0">
                  <a:moveTo>
                    <a:pt x="20" y="1"/>
                  </a:moveTo>
                  <a:cubicBezTo>
                    <a:pt x="20" y="1"/>
                    <a:pt x="19" y="1"/>
                    <a:pt x="18" y="1"/>
                  </a:cubicBezTo>
                  <a:cubicBezTo>
                    <a:pt x="5" y="1"/>
                    <a:pt x="0" y="54"/>
                    <a:pt x="10" y="114"/>
                  </a:cubicBezTo>
                  <a:cubicBezTo>
                    <a:pt x="18" y="173"/>
                    <a:pt x="35" y="220"/>
                    <a:pt x="43" y="220"/>
                  </a:cubicBezTo>
                  <a:cubicBezTo>
                    <a:pt x="44" y="220"/>
                    <a:pt x="44" y="219"/>
                    <a:pt x="44" y="219"/>
                  </a:cubicBezTo>
                  <a:cubicBezTo>
                    <a:pt x="57" y="219"/>
                    <a:pt x="62" y="167"/>
                    <a:pt x="57" y="106"/>
                  </a:cubicBezTo>
                  <a:cubicBezTo>
                    <a:pt x="49" y="47"/>
                    <a:pt x="33" y="1"/>
                    <a:pt x="2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6"/>
            <p:cNvSpPr/>
            <p:nvPr/>
          </p:nvSpPr>
          <p:spPr>
            <a:xfrm>
              <a:off x="-177144" y="3478386"/>
              <a:ext cx="2872" cy="10257"/>
            </a:xfrm>
            <a:custGeom>
              <a:avLst/>
              <a:gdLst/>
              <a:ahLst/>
              <a:cxnLst/>
              <a:rect l="l" t="t" r="r" b="b"/>
              <a:pathLst>
                <a:path w="63" h="225" extrusionOk="0">
                  <a:moveTo>
                    <a:pt x="19" y="1"/>
                  </a:moveTo>
                  <a:cubicBezTo>
                    <a:pt x="5" y="6"/>
                    <a:pt x="1" y="53"/>
                    <a:pt x="10" y="115"/>
                  </a:cubicBezTo>
                  <a:cubicBezTo>
                    <a:pt x="14" y="174"/>
                    <a:pt x="30" y="224"/>
                    <a:pt x="43" y="224"/>
                  </a:cubicBezTo>
                  <a:cubicBezTo>
                    <a:pt x="44" y="224"/>
                    <a:pt x="44" y="224"/>
                    <a:pt x="45" y="224"/>
                  </a:cubicBezTo>
                  <a:cubicBezTo>
                    <a:pt x="57" y="224"/>
                    <a:pt x="63" y="172"/>
                    <a:pt x="53" y="111"/>
                  </a:cubicBezTo>
                  <a:cubicBezTo>
                    <a:pt x="49" y="49"/>
                    <a:pt x="31" y="1"/>
                    <a:pt x="19"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6"/>
            <p:cNvSpPr/>
            <p:nvPr/>
          </p:nvSpPr>
          <p:spPr>
            <a:xfrm>
              <a:off x="-174910" y="3498717"/>
              <a:ext cx="2781" cy="10211"/>
            </a:xfrm>
            <a:custGeom>
              <a:avLst/>
              <a:gdLst/>
              <a:ahLst/>
              <a:cxnLst/>
              <a:rect l="l" t="t" r="r" b="b"/>
              <a:pathLst>
                <a:path w="61" h="224" extrusionOk="0">
                  <a:moveTo>
                    <a:pt x="18" y="0"/>
                  </a:moveTo>
                  <a:cubicBezTo>
                    <a:pt x="4" y="0"/>
                    <a:pt x="0" y="53"/>
                    <a:pt x="8" y="115"/>
                  </a:cubicBezTo>
                  <a:cubicBezTo>
                    <a:pt x="14" y="176"/>
                    <a:pt x="26" y="224"/>
                    <a:pt x="40" y="224"/>
                  </a:cubicBezTo>
                  <a:cubicBezTo>
                    <a:pt x="53" y="224"/>
                    <a:pt x="61" y="171"/>
                    <a:pt x="53" y="111"/>
                  </a:cubicBezTo>
                  <a:cubicBezTo>
                    <a:pt x="48" y="49"/>
                    <a:pt x="31" y="0"/>
                    <a:pt x="1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6"/>
            <p:cNvSpPr/>
            <p:nvPr/>
          </p:nvSpPr>
          <p:spPr>
            <a:xfrm>
              <a:off x="-172905" y="3519048"/>
              <a:ext cx="2598" cy="10211"/>
            </a:xfrm>
            <a:custGeom>
              <a:avLst/>
              <a:gdLst/>
              <a:ahLst/>
              <a:cxnLst/>
              <a:rect l="l" t="t" r="r" b="b"/>
              <a:pathLst>
                <a:path w="57" h="224" extrusionOk="0">
                  <a:moveTo>
                    <a:pt x="17" y="0"/>
                  </a:moveTo>
                  <a:cubicBezTo>
                    <a:pt x="4" y="0"/>
                    <a:pt x="0" y="53"/>
                    <a:pt x="4" y="114"/>
                  </a:cubicBezTo>
                  <a:cubicBezTo>
                    <a:pt x="9" y="175"/>
                    <a:pt x="26" y="224"/>
                    <a:pt x="39" y="224"/>
                  </a:cubicBezTo>
                  <a:cubicBezTo>
                    <a:pt x="53" y="224"/>
                    <a:pt x="57" y="171"/>
                    <a:pt x="53" y="110"/>
                  </a:cubicBezTo>
                  <a:cubicBezTo>
                    <a:pt x="48" y="48"/>
                    <a:pt x="31" y="0"/>
                    <a:pt x="1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6"/>
            <p:cNvSpPr/>
            <p:nvPr/>
          </p:nvSpPr>
          <p:spPr>
            <a:xfrm>
              <a:off x="-171355" y="3539333"/>
              <a:ext cx="2644" cy="10257"/>
            </a:xfrm>
            <a:custGeom>
              <a:avLst/>
              <a:gdLst/>
              <a:ahLst/>
              <a:cxnLst/>
              <a:rect l="l" t="t" r="r" b="b"/>
              <a:pathLst>
                <a:path w="58" h="225" extrusionOk="0">
                  <a:moveTo>
                    <a:pt x="23" y="1"/>
                  </a:moveTo>
                  <a:cubicBezTo>
                    <a:pt x="9" y="6"/>
                    <a:pt x="1" y="53"/>
                    <a:pt x="5" y="115"/>
                  </a:cubicBezTo>
                  <a:cubicBezTo>
                    <a:pt x="14" y="174"/>
                    <a:pt x="26" y="225"/>
                    <a:pt x="39" y="225"/>
                  </a:cubicBezTo>
                  <a:cubicBezTo>
                    <a:pt x="40" y="225"/>
                    <a:pt x="40" y="224"/>
                    <a:pt x="41" y="224"/>
                  </a:cubicBezTo>
                  <a:cubicBezTo>
                    <a:pt x="53" y="224"/>
                    <a:pt x="57" y="176"/>
                    <a:pt x="53" y="111"/>
                  </a:cubicBezTo>
                  <a:cubicBezTo>
                    <a:pt x="49" y="49"/>
                    <a:pt x="35"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6"/>
            <p:cNvSpPr/>
            <p:nvPr/>
          </p:nvSpPr>
          <p:spPr>
            <a:xfrm>
              <a:off x="-169759" y="3559892"/>
              <a:ext cx="2416" cy="10211"/>
            </a:xfrm>
            <a:custGeom>
              <a:avLst/>
              <a:gdLst/>
              <a:ahLst/>
              <a:cxnLst/>
              <a:rect l="l" t="t" r="r" b="b"/>
              <a:pathLst>
                <a:path w="53" h="224" extrusionOk="0">
                  <a:moveTo>
                    <a:pt x="20" y="1"/>
                  </a:moveTo>
                  <a:cubicBezTo>
                    <a:pt x="19" y="1"/>
                    <a:pt x="19" y="1"/>
                    <a:pt x="18" y="1"/>
                  </a:cubicBezTo>
                  <a:cubicBezTo>
                    <a:pt x="6" y="1"/>
                    <a:pt x="0" y="48"/>
                    <a:pt x="6" y="114"/>
                  </a:cubicBezTo>
                  <a:cubicBezTo>
                    <a:pt x="10" y="175"/>
                    <a:pt x="22" y="223"/>
                    <a:pt x="36" y="223"/>
                  </a:cubicBezTo>
                  <a:cubicBezTo>
                    <a:pt x="49" y="223"/>
                    <a:pt x="53" y="171"/>
                    <a:pt x="49" y="110"/>
                  </a:cubicBezTo>
                  <a:cubicBezTo>
                    <a:pt x="45" y="51"/>
                    <a:pt x="33" y="1"/>
                    <a:pt x="2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6"/>
            <p:cNvSpPr/>
            <p:nvPr/>
          </p:nvSpPr>
          <p:spPr>
            <a:xfrm>
              <a:off x="-168574" y="3580223"/>
              <a:ext cx="2462" cy="10211"/>
            </a:xfrm>
            <a:custGeom>
              <a:avLst/>
              <a:gdLst/>
              <a:ahLst/>
              <a:cxnLst/>
              <a:rect l="l" t="t" r="r" b="b"/>
              <a:pathLst>
                <a:path w="54" h="224" extrusionOk="0">
                  <a:moveTo>
                    <a:pt x="23" y="1"/>
                  </a:moveTo>
                  <a:cubicBezTo>
                    <a:pt x="10" y="1"/>
                    <a:pt x="1" y="48"/>
                    <a:pt x="6" y="114"/>
                  </a:cubicBezTo>
                  <a:cubicBezTo>
                    <a:pt x="6" y="175"/>
                    <a:pt x="18" y="223"/>
                    <a:pt x="32" y="223"/>
                  </a:cubicBezTo>
                  <a:cubicBezTo>
                    <a:pt x="45" y="223"/>
                    <a:pt x="53" y="171"/>
                    <a:pt x="49" y="110"/>
                  </a:cubicBezTo>
                  <a:cubicBezTo>
                    <a:pt x="49" y="48"/>
                    <a:pt x="36"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6"/>
            <p:cNvSpPr/>
            <p:nvPr/>
          </p:nvSpPr>
          <p:spPr>
            <a:xfrm>
              <a:off x="-167571" y="3600554"/>
              <a:ext cx="2462" cy="10165"/>
            </a:xfrm>
            <a:custGeom>
              <a:avLst/>
              <a:gdLst/>
              <a:ahLst/>
              <a:cxnLst/>
              <a:rect l="l" t="t" r="r" b="b"/>
              <a:pathLst>
                <a:path w="54" h="223" extrusionOk="0">
                  <a:moveTo>
                    <a:pt x="23" y="0"/>
                  </a:moveTo>
                  <a:cubicBezTo>
                    <a:pt x="10" y="0"/>
                    <a:pt x="1" y="53"/>
                    <a:pt x="5" y="114"/>
                  </a:cubicBezTo>
                  <a:cubicBezTo>
                    <a:pt x="5" y="175"/>
                    <a:pt x="18" y="223"/>
                    <a:pt x="31" y="223"/>
                  </a:cubicBezTo>
                  <a:cubicBezTo>
                    <a:pt x="45" y="223"/>
                    <a:pt x="53" y="170"/>
                    <a:pt x="49" y="110"/>
                  </a:cubicBezTo>
                  <a:cubicBezTo>
                    <a:pt x="49" y="48"/>
                    <a:pt x="36"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6"/>
            <p:cNvSpPr/>
            <p:nvPr/>
          </p:nvSpPr>
          <p:spPr>
            <a:xfrm>
              <a:off x="-166751" y="3620885"/>
              <a:ext cx="2416" cy="10165"/>
            </a:xfrm>
            <a:custGeom>
              <a:avLst/>
              <a:gdLst/>
              <a:ahLst/>
              <a:cxnLst/>
              <a:rect l="l" t="t" r="r" b="b"/>
              <a:pathLst>
                <a:path w="53" h="223" extrusionOk="0">
                  <a:moveTo>
                    <a:pt x="22" y="0"/>
                  </a:moveTo>
                  <a:cubicBezTo>
                    <a:pt x="9" y="0"/>
                    <a:pt x="0" y="53"/>
                    <a:pt x="0" y="113"/>
                  </a:cubicBezTo>
                  <a:cubicBezTo>
                    <a:pt x="4" y="172"/>
                    <a:pt x="17" y="223"/>
                    <a:pt x="29" y="223"/>
                  </a:cubicBezTo>
                  <a:cubicBezTo>
                    <a:pt x="30" y="223"/>
                    <a:pt x="30" y="223"/>
                    <a:pt x="31" y="223"/>
                  </a:cubicBezTo>
                  <a:cubicBezTo>
                    <a:pt x="45" y="223"/>
                    <a:pt x="53" y="174"/>
                    <a:pt x="49" y="113"/>
                  </a:cubicBezTo>
                  <a:cubicBezTo>
                    <a:pt x="49" y="47"/>
                    <a:pt x="35" y="0"/>
                    <a:pt x="2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6"/>
            <p:cNvSpPr/>
            <p:nvPr/>
          </p:nvSpPr>
          <p:spPr>
            <a:xfrm>
              <a:off x="-166158" y="3641398"/>
              <a:ext cx="2234" cy="10165"/>
            </a:xfrm>
            <a:custGeom>
              <a:avLst/>
              <a:gdLst/>
              <a:ahLst/>
              <a:cxnLst/>
              <a:rect l="l" t="t" r="r" b="b"/>
              <a:pathLst>
                <a:path w="49" h="223" extrusionOk="0">
                  <a:moveTo>
                    <a:pt x="22" y="0"/>
                  </a:moveTo>
                  <a:cubicBezTo>
                    <a:pt x="9" y="0"/>
                    <a:pt x="0" y="48"/>
                    <a:pt x="0" y="109"/>
                  </a:cubicBezTo>
                  <a:cubicBezTo>
                    <a:pt x="5" y="174"/>
                    <a:pt x="14" y="222"/>
                    <a:pt x="26" y="222"/>
                  </a:cubicBezTo>
                  <a:cubicBezTo>
                    <a:pt x="40" y="222"/>
                    <a:pt x="48" y="170"/>
                    <a:pt x="48" y="109"/>
                  </a:cubicBezTo>
                  <a:cubicBezTo>
                    <a:pt x="48" y="48"/>
                    <a:pt x="36" y="0"/>
                    <a:pt x="2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6"/>
            <p:cNvSpPr/>
            <p:nvPr/>
          </p:nvSpPr>
          <p:spPr>
            <a:xfrm>
              <a:off x="-165748" y="3661683"/>
              <a:ext cx="2234" cy="10393"/>
            </a:xfrm>
            <a:custGeom>
              <a:avLst/>
              <a:gdLst/>
              <a:ahLst/>
              <a:cxnLst/>
              <a:rect l="l" t="t" r="r" b="b"/>
              <a:pathLst>
                <a:path w="49" h="228" extrusionOk="0">
                  <a:moveTo>
                    <a:pt x="23" y="1"/>
                  </a:moveTo>
                  <a:cubicBezTo>
                    <a:pt x="9" y="1"/>
                    <a:pt x="0" y="53"/>
                    <a:pt x="0" y="114"/>
                  </a:cubicBezTo>
                  <a:cubicBezTo>
                    <a:pt x="0" y="175"/>
                    <a:pt x="13" y="227"/>
                    <a:pt x="27" y="227"/>
                  </a:cubicBezTo>
                  <a:cubicBezTo>
                    <a:pt x="39" y="227"/>
                    <a:pt x="49" y="175"/>
                    <a:pt x="49" y="114"/>
                  </a:cubicBezTo>
                  <a:cubicBezTo>
                    <a:pt x="49" y="53"/>
                    <a:pt x="35"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6"/>
            <p:cNvSpPr/>
            <p:nvPr/>
          </p:nvSpPr>
          <p:spPr>
            <a:xfrm>
              <a:off x="-165566" y="3682196"/>
              <a:ext cx="2234" cy="10211"/>
            </a:xfrm>
            <a:custGeom>
              <a:avLst/>
              <a:gdLst/>
              <a:ahLst/>
              <a:cxnLst/>
              <a:rect l="l" t="t" r="r" b="b"/>
              <a:pathLst>
                <a:path w="49" h="224" extrusionOk="0">
                  <a:moveTo>
                    <a:pt x="23" y="1"/>
                  </a:moveTo>
                  <a:cubicBezTo>
                    <a:pt x="9" y="1"/>
                    <a:pt x="1" y="53"/>
                    <a:pt x="1" y="114"/>
                  </a:cubicBezTo>
                  <a:cubicBezTo>
                    <a:pt x="1" y="176"/>
                    <a:pt x="9" y="223"/>
                    <a:pt x="23" y="223"/>
                  </a:cubicBezTo>
                  <a:cubicBezTo>
                    <a:pt x="35" y="223"/>
                    <a:pt x="49" y="176"/>
                    <a:pt x="49" y="114"/>
                  </a:cubicBezTo>
                  <a:cubicBezTo>
                    <a:pt x="49" y="49"/>
                    <a:pt x="35"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6"/>
            <p:cNvSpPr/>
            <p:nvPr/>
          </p:nvSpPr>
          <p:spPr>
            <a:xfrm>
              <a:off x="-165383" y="3702709"/>
              <a:ext cx="2279" cy="10257"/>
            </a:xfrm>
            <a:custGeom>
              <a:avLst/>
              <a:gdLst/>
              <a:ahLst/>
              <a:cxnLst/>
              <a:rect l="l" t="t" r="r" b="b"/>
              <a:pathLst>
                <a:path w="50" h="225" extrusionOk="0">
                  <a:moveTo>
                    <a:pt x="23" y="1"/>
                  </a:moveTo>
                  <a:cubicBezTo>
                    <a:pt x="9" y="1"/>
                    <a:pt x="1" y="49"/>
                    <a:pt x="1" y="110"/>
                  </a:cubicBezTo>
                  <a:cubicBezTo>
                    <a:pt x="1" y="172"/>
                    <a:pt x="9" y="224"/>
                    <a:pt x="23" y="224"/>
                  </a:cubicBezTo>
                  <a:cubicBezTo>
                    <a:pt x="35" y="224"/>
                    <a:pt x="49" y="172"/>
                    <a:pt x="45" y="110"/>
                  </a:cubicBezTo>
                  <a:cubicBezTo>
                    <a:pt x="45" y="49"/>
                    <a:pt x="35"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6"/>
            <p:cNvSpPr/>
            <p:nvPr/>
          </p:nvSpPr>
          <p:spPr>
            <a:xfrm>
              <a:off x="-165155" y="3723040"/>
              <a:ext cx="2234" cy="10439"/>
            </a:xfrm>
            <a:custGeom>
              <a:avLst/>
              <a:gdLst/>
              <a:ahLst/>
              <a:cxnLst/>
              <a:rect l="l" t="t" r="r" b="b"/>
              <a:pathLst>
                <a:path w="49" h="229" extrusionOk="0">
                  <a:moveTo>
                    <a:pt x="22" y="1"/>
                  </a:moveTo>
                  <a:cubicBezTo>
                    <a:pt x="10" y="1"/>
                    <a:pt x="0" y="53"/>
                    <a:pt x="0" y="114"/>
                  </a:cubicBezTo>
                  <a:cubicBezTo>
                    <a:pt x="0" y="176"/>
                    <a:pt x="14" y="228"/>
                    <a:pt x="22" y="228"/>
                  </a:cubicBezTo>
                  <a:cubicBezTo>
                    <a:pt x="36" y="224"/>
                    <a:pt x="48" y="176"/>
                    <a:pt x="48" y="114"/>
                  </a:cubicBezTo>
                  <a:cubicBezTo>
                    <a:pt x="44" y="53"/>
                    <a:pt x="36"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6"/>
            <p:cNvSpPr/>
            <p:nvPr/>
          </p:nvSpPr>
          <p:spPr>
            <a:xfrm>
              <a:off x="-164973" y="3743554"/>
              <a:ext cx="2234" cy="10211"/>
            </a:xfrm>
            <a:custGeom>
              <a:avLst/>
              <a:gdLst/>
              <a:ahLst/>
              <a:cxnLst/>
              <a:rect l="l" t="t" r="r" b="b"/>
              <a:pathLst>
                <a:path w="49" h="224" extrusionOk="0">
                  <a:moveTo>
                    <a:pt x="22" y="0"/>
                  </a:moveTo>
                  <a:cubicBezTo>
                    <a:pt x="10" y="0"/>
                    <a:pt x="0" y="49"/>
                    <a:pt x="0" y="115"/>
                  </a:cubicBezTo>
                  <a:cubicBezTo>
                    <a:pt x="0" y="176"/>
                    <a:pt x="14" y="224"/>
                    <a:pt x="26" y="224"/>
                  </a:cubicBezTo>
                  <a:cubicBezTo>
                    <a:pt x="40" y="224"/>
                    <a:pt x="49" y="176"/>
                    <a:pt x="49" y="110"/>
                  </a:cubicBezTo>
                  <a:cubicBezTo>
                    <a:pt x="49" y="49"/>
                    <a:pt x="36" y="0"/>
                    <a:pt x="2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6"/>
            <p:cNvSpPr/>
            <p:nvPr/>
          </p:nvSpPr>
          <p:spPr>
            <a:xfrm>
              <a:off x="-164745" y="3763884"/>
              <a:ext cx="2416" cy="10393"/>
            </a:xfrm>
            <a:custGeom>
              <a:avLst/>
              <a:gdLst/>
              <a:ahLst/>
              <a:cxnLst/>
              <a:rect l="l" t="t" r="r" b="b"/>
              <a:pathLst>
                <a:path w="53" h="228" extrusionOk="0">
                  <a:moveTo>
                    <a:pt x="27" y="0"/>
                  </a:moveTo>
                  <a:cubicBezTo>
                    <a:pt x="13" y="0"/>
                    <a:pt x="1" y="53"/>
                    <a:pt x="5" y="115"/>
                  </a:cubicBezTo>
                  <a:cubicBezTo>
                    <a:pt x="5" y="175"/>
                    <a:pt x="17" y="228"/>
                    <a:pt x="27" y="228"/>
                  </a:cubicBezTo>
                  <a:cubicBezTo>
                    <a:pt x="39" y="228"/>
                    <a:pt x="53" y="175"/>
                    <a:pt x="48" y="115"/>
                  </a:cubicBezTo>
                  <a:cubicBezTo>
                    <a:pt x="48" y="53"/>
                    <a:pt x="39" y="0"/>
                    <a:pt x="2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6"/>
            <p:cNvSpPr/>
            <p:nvPr/>
          </p:nvSpPr>
          <p:spPr>
            <a:xfrm>
              <a:off x="-164380" y="3784398"/>
              <a:ext cx="2279" cy="10211"/>
            </a:xfrm>
            <a:custGeom>
              <a:avLst/>
              <a:gdLst/>
              <a:ahLst/>
              <a:cxnLst/>
              <a:rect l="l" t="t" r="r" b="b"/>
              <a:pathLst>
                <a:path w="50" h="224" extrusionOk="0">
                  <a:moveTo>
                    <a:pt x="23" y="0"/>
                  </a:moveTo>
                  <a:cubicBezTo>
                    <a:pt x="9" y="0"/>
                    <a:pt x="1" y="53"/>
                    <a:pt x="1" y="115"/>
                  </a:cubicBezTo>
                  <a:cubicBezTo>
                    <a:pt x="5" y="175"/>
                    <a:pt x="13" y="224"/>
                    <a:pt x="27" y="224"/>
                  </a:cubicBezTo>
                  <a:cubicBezTo>
                    <a:pt x="40" y="224"/>
                    <a:pt x="49" y="175"/>
                    <a:pt x="49" y="115"/>
                  </a:cubicBezTo>
                  <a:cubicBezTo>
                    <a:pt x="49" y="48"/>
                    <a:pt x="36"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6"/>
            <p:cNvSpPr/>
            <p:nvPr/>
          </p:nvSpPr>
          <p:spPr>
            <a:xfrm>
              <a:off x="-163970" y="3804956"/>
              <a:ext cx="2234" cy="10165"/>
            </a:xfrm>
            <a:custGeom>
              <a:avLst/>
              <a:gdLst/>
              <a:ahLst/>
              <a:cxnLst/>
              <a:rect l="l" t="t" r="r" b="b"/>
              <a:pathLst>
                <a:path w="49" h="223" extrusionOk="0">
                  <a:moveTo>
                    <a:pt x="22" y="0"/>
                  </a:moveTo>
                  <a:cubicBezTo>
                    <a:pt x="10" y="0"/>
                    <a:pt x="0" y="47"/>
                    <a:pt x="0" y="109"/>
                  </a:cubicBezTo>
                  <a:cubicBezTo>
                    <a:pt x="4" y="174"/>
                    <a:pt x="14" y="223"/>
                    <a:pt x="27" y="223"/>
                  </a:cubicBezTo>
                  <a:cubicBezTo>
                    <a:pt x="40" y="223"/>
                    <a:pt x="49" y="170"/>
                    <a:pt x="49" y="109"/>
                  </a:cubicBezTo>
                  <a:cubicBezTo>
                    <a:pt x="49" y="47"/>
                    <a:pt x="36" y="0"/>
                    <a:pt x="2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6"/>
            <p:cNvSpPr/>
            <p:nvPr/>
          </p:nvSpPr>
          <p:spPr>
            <a:xfrm>
              <a:off x="-163560" y="3825242"/>
              <a:ext cx="2462" cy="10393"/>
            </a:xfrm>
            <a:custGeom>
              <a:avLst/>
              <a:gdLst/>
              <a:ahLst/>
              <a:cxnLst/>
              <a:rect l="l" t="t" r="r" b="b"/>
              <a:pathLst>
                <a:path w="54" h="228" extrusionOk="0">
                  <a:moveTo>
                    <a:pt x="22" y="1"/>
                  </a:moveTo>
                  <a:cubicBezTo>
                    <a:pt x="9" y="1"/>
                    <a:pt x="1" y="53"/>
                    <a:pt x="5" y="114"/>
                  </a:cubicBezTo>
                  <a:cubicBezTo>
                    <a:pt x="5" y="175"/>
                    <a:pt x="18" y="227"/>
                    <a:pt x="31" y="227"/>
                  </a:cubicBezTo>
                  <a:cubicBezTo>
                    <a:pt x="44" y="223"/>
                    <a:pt x="53" y="175"/>
                    <a:pt x="48" y="114"/>
                  </a:cubicBezTo>
                  <a:cubicBezTo>
                    <a:pt x="48" y="53"/>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a:off x="-162967" y="3845755"/>
              <a:ext cx="2234" cy="10211"/>
            </a:xfrm>
            <a:custGeom>
              <a:avLst/>
              <a:gdLst/>
              <a:ahLst/>
              <a:cxnLst/>
              <a:rect l="l" t="t" r="r" b="b"/>
              <a:pathLst>
                <a:path w="49" h="224" extrusionOk="0">
                  <a:moveTo>
                    <a:pt x="22" y="1"/>
                  </a:moveTo>
                  <a:cubicBezTo>
                    <a:pt x="9" y="1"/>
                    <a:pt x="0" y="49"/>
                    <a:pt x="0" y="114"/>
                  </a:cubicBezTo>
                  <a:cubicBezTo>
                    <a:pt x="0" y="175"/>
                    <a:pt x="14" y="223"/>
                    <a:pt x="27" y="223"/>
                  </a:cubicBezTo>
                  <a:cubicBezTo>
                    <a:pt x="40" y="223"/>
                    <a:pt x="49" y="175"/>
                    <a:pt x="49" y="110"/>
                  </a:cubicBezTo>
                  <a:cubicBezTo>
                    <a:pt x="44" y="49"/>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6"/>
            <p:cNvSpPr/>
            <p:nvPr/>
          </p:nvSpPr>
          <p:spPr>
            <a:xfrm>
              <a:off x="-162603" y="3866086"/>
              <a:ext cx="2462" cy="10393"/>
            </a:xfrm>
            <a:custGeom>
              <a:avLst/>
              <a:gdLst/>
              <a:ahLst/>
              <a:cxnLst/>
              <a:rect l="l" t="t" r="r" b="b"/>
              <a:pathLst>
                <a:path w="54" h="228" extrusionOk="0">
                  <a:moveTo>
                    <a:pt x="23" y="1"/>
                  </a:moveTo>
                  <a:cubicBezTo>
                    <a:pt x="10" y="1"/>
                    <a:pt x="1" y="53"/>
                    <a:pt x="6" y="114"/>
                  </a:cubicBezTo>
                  <a:cubicBezTo>
                    <a:pt x="6" y="175"/>
                    <a:pt x="19" y="227"/>
                    <a:pt x="32" y="227"/>
                  </a:cubicBezTo>
                  <a:cubicBezTo>
                    <a:pt x="45" y="227"/>
                    <a:pt x="53" y="175"/>
                    <a:pt x="49" y="114"/>
                  </a:cubicBezTo>
                  <a:cubicBezTo>
                    <a:pt x="49" y="53"/>
                    <a:pt x="36"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6"/>
            <p:cNvSpPr/>
            <p:nvPr/>
          </p:nvSpPr>
          <p:spPr>
            <a:xfrm>
              <a:off x="-161964" y="3886599"/>
              <a:ext cx="2234" cy="10165"/>
            </a:xfrm>
            <a:custGeom>
              <a:avLst/>
              <a:gdLst/>
              <a:ahLst/>
              <a:cxnLst/>
              <a:rect l="l" t="t" r="r" b="b"/>
              <a:pathLst>
                <a:path w="49" h="223" extrusionOk="0">
                  <a:moveTo>
                    <a:pt x="22" y="1"/>
                  </a:moveTo>
                  <a:cubicBezTo>
                    <a:pt x="9" y="1"/>
                    <a:pt x="0" y="53"/>
                    <a:pt x="0" y="114"/>
                  </a:cubicBezTo>
                  <a:cubicBezTo>
                    <a:pt x="5" y="176"/>
                    <a:pt x="13" y="223"/>
                    <a:pt x="27" y="223"/>
                  </a:cubicBezTo>
                  <a:cubicBezTo>
                    <a:pt x="39" y="223"/>
                    <a:pt x="49" y="176"/>
                    <a:pt x="49" y="114"/>
                  </a:cubicBezTo>
                  <a:cubicBezTo>
                    <a:pt x="49" y="49"/>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161417" y="3907112"/>
              <a:ext cx="2279" cy="10211"/>
            </a:xfrm>
            <a:custGeom>
              <a:avLst/>
              <a:gdLst/>
              <a:ahLst/>
              <a:cxnLst/>
              <a:rect l="l" t="t" r="r" b="b"/>
              <a:pathLst>
                <a:path w="50" h="224" extrusionOk="0">
                  <a:moveTo>
                    <a:pt x="24" y="0"/>
                  </a:moveTo>
                  <a:cubicBezTo>
                    <a:pt x="24" y="0"/>
                    <a:pt x="23" y="0"/>
                    <a:pt x="23" y="1"/>
                  </a:cubicBezTo>
                  <a:cubicBezTo>
                    <a:pt x="10" y="1"/>
                    <a:pt x="1" y="49"/>
                    <a:pt x="1" y="110"/>
                  </a:cubicBezTo>
                  <a:cubicBezTo>
                    <a:pt x="6" y="176"/>
                    <a:pt x="15" y="224"/>
                    <a:pt x="27" y="224"/>
                  </a:cubicBezTo>
                  <a:cubicBezTo>
                    <a:pt x="41" y="224"/>
                    <a:pt x="49" y="172"/>
                    <a:pt x="49" y="110"/>
                  </a:cubicBezTo>
                  <a:cubicBezTo>
                    <a:pt x="45" y="51"/>
                    <a:pt x="37" y="0"/>
                    <a:pt x="2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160779" y="3927443"/>
              <a:ext cx="2234" cy="10211"/>
            </a:xfrm>
            <a:custGeom>
              <a:avLst/>
              <a:gdLst/>
              <a:ahLst/>
              <a:cxnLst/>
              <a:rect l="l" t="t" r="r" b="b"/>
              <a:pathLst>
                <a:path w="49" h="224" extrusionOk="0">
                  <a:moveTo>
                    <a:pt x="23" y="0"/>
                  </a:moveTo>
                  <a:cubicBezTo>
                    <a:pt x="9" y="0"/>
                    <a:pt x="1" y="53"/>
                    <a:pt x="1" y="114"/>
                  </a:cubicBezTo>
                  <a:cubicBezTo>
                    <a:pt x="5" y="173"/>
                    <a:pt x="13" y="224"/>
                    <a:pt x="25" y="224"/>
                  </a:cubicBezTo>
                  <a:cubicBezTo>
                    <a:pt x="26" y="224"/>
                    <a:pt x="26" y="224"/>
                    <a:pt x="27" y="224"/>
                  </a:cubicBezTo>
                  <a:cubicBezTo>
                    <a:pt x="39" y="224"/>
                    <a:pt x="49" y="175"/>
                    <a:pt x="49" y="114"/>
                  </a:cubicBezTo>
                  <a:cubicBezTo>
                    <a:pt x="45" y="49"/>
                    <a:pt x="35"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160187" y="3947956"/>
              <a:ext cx="2234" cy="10211"/>
            </a:xfrm>
            <a:custGeom>
              <a:avLst/>
              <a:gdLst/>
              <a:ahLst/>
              <a:cxnLst/>
              <a:rect l="l" t="t" r="r" b="b"/>
              <a:pathLst>
                <a:path w="49" h="224" extrusionOk="0">
                  <a:moveTo>
                    <a:pt x="22" y="0"/>
                  </a:moveTo>
                  <a:cubicBezTo>
                    <a:pt x="10" y="0"/>
                    <a:pt x="0" y="49"/>
                    <a:pt x="0" y="115"/>
                  </a:cubicBezTo>
                  <a:cubicBezTo>
                    <a:pt x="5" y="175"/>
                    <a:pt x="18" y="224"/>
                    <a:pt x="26" y="224"/>
                  </a:cubicBezTo>
                  <a:cubicBezTo>
                    <a:pt x="40" y="224"/>
                    <a:pt x="48" y="171"/>
                    <a:pt x="48" y="109"/>
                  </a:cubicBezTo>
                  <a:cubicBezTo>
                    <a:pt x="48" y="49"/>
                    <a:pt x="36" y="0"/>
                    <a:pt x="2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159594" y="3968287"/>
              <a:ext cx="2462" cy="10393"/>
            </a:xfrm>
            <a:custGeom>
              <a:avLst/>
              <a:gdLst/>
              <a:ahLst/>
              <a:cxnLst/>
              <a:rect l="l" t="t" r="r" b="b"/>
              <a:pathLst>
                <a:path w="54" h="228" extrusionOk="0">
                  <a:moveTo>
                    <a:pt x="23" y="0"/>
                  </a:moveTo>
                  <a:cubicBezTo>
                    <a:pt x="9" y="0"/>
                    <a:pt x="1" y="52"/>
                    <a:pt x="5" y="114"/>
                  </a:cubicBezTo>
                  <a:cubicBezTo>
                    <a:pt x="5" y="175"/>
                    <a:pt x="19" y="228"/>
                    <a:pt x="31" y="228"/>
                  </a:cubicBezTo>
                  <a:cubicBezTo>
                    <a:pt x="45" y="223"/>
                    <a:pt x="53" y="175"/>
                    <a:pt x="49" y="114"/>
                  </a:cubicBezTo>
                  <a:cubicBezTo>
                    <a:pt x="49" y="52"/>
                    <a:pt x="35"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6"/>
            <p:cNvSpPr/>
            <p:nvPr/>
          </p:nvSpPr>
          <p:spPr>
            <a:xfrm>
              <a:off x="-158773" y="3988755"/>
              <a:ext cx="2188" cy="10257"/>
            </a:xfrm>
            <a:custGeom>
              <a:avLst/>
              <a:gdLst/>
              <a:ahLst/>
              <a:cxnLst/>
              <a:rect l="l" t="t" r="r" b="b"/>
              <a:pathLst>
                <a:path w="48" h="225" extrusionOk="0">
                  <a:moveTo>
                    <a:pt x="17" y="1"/>
                  </a:moveTo>
                  <a:cubicBezTo>
                    <a:pt x="9" y="1"/>
                    <a:pt x="1" y="53"/>
                    <a:pt x="1" y="115"/>
                  </a:cubicBezTo>
                  <a:cubicBezTo>
                    <a:pt x="1" y="176"/>
                    <a:pt x="13" y="224"/>
                    <a:pt x="27" y="224"/>
                  </a:cubicBezTo>
                  <a:cubicBezTo>
                    <a:pt x="39" y="224"/>
                    <a:pt x="48" y="172"/>
                    <a:pt x="48" y="111"/>
                  </a:cubicBezTo>
                  <a:cubicBezTo>
                    <a:pt x="44" y="49"/>
                    <a:pt x="31" y="1"/>
                    <a:pt x="17"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6"/>
            <p:cNvSpPr/>
            <p:nvPr/>
          </p:nvSpPr>
          <p:spPr>
            <a:xfrm>
              <a:off x="-158181" y="4009086"/>
              <a:ext cx="2416" cy="10439"/>
            </a:xfrm>
            <a:custGeom>
              <a:avLst/>
              <a:gdLst/>
              <a:ahLst/>
              <a:cxnLst/>
              <a:rect l="l" t="t" r="r" b="b"/>
              <a:pathLst>
                <a:path w="53" h="229" extrusionOk="0">
                  <a:moveTo>
                    <a:pt x="22" y="1"/>
                  </a:moveTo>
                  <a:cubicBezTo>
                    <a:pt x="9" y="6"/>
                    <a:pt x="0" y="53"/>
                    <a:pt x="4" y="115"/>
                  </a:cubicBezTo>
                  <a:cubicBezTo>
                    <a:pt x="4" y="176"/>
                    <a:pt x="18" y="228"/>
                    <a:pt x="31" y="228"/>
                  </a:cubicBezTo>
                  <a:cubicBezTo>
                    <a:pt x="44" y="228"/>
                    <a:pt x="53" y="176"/>
                    <a:pt x="48" y="115"/>
                  </a:cubicBezTo>
                  <a:cubicBezTo>
                    <a:pt x="48" y="53"/>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6"/>
            <p:cNvSpPr/>
            <p:nvPr/>
          </p:nvSpPr>
          <p:spPr>
            <a:xfrm>
              <a:off x="-157360" y="4029645"/>
              <a:ext cx="2234" cy="10211"/>
            </a:xfrm>
            <a:custGeom>
              <a:avLst/>
              <a:gdLst/>
              <a:ahLst/>
              <a:cxnLst/>
              <a:rect l="l" t="t" r="r" b="b"/>
              <a:pathLst>
                <a:path w="49" h="224" extrusionOk="0">
                  <a:moveTo>
                    <a:pt x="22" y="1"/>
                  </a:moveTo>
                  <a:cubicBezTo>
                    <a:pt x="8" y="1"/>
                    <a:pt x="0" y="53"/>
                    <a:pt x="0" y="114"/>
                  </a:cubicBezTo>
                  <a:cubicBezTo>
                    <a:pt x="4" y="175"/>
                    <a:pt x="13" y="223"/>
                    <a:pt x="26" y="223"/>
                  </a:cubicBezTo>
                  <a:cubicBezTo>
                    <a:pt x="39" y="223"/>
                    <a:pt x="48" y="175"/>
                    <a:pt x="48" y="110"/>
                  </a:cubicBezTo>
                  <a:cubicBezTo>
                    <a:pt x="43" y="48"/>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6"/>
            <p:cNvSpPr/>
            <p:nvPr/>
          </p:nvSpPr>
          <p:spPr>
            <a:xfrm>
              <a:off x="-156813" y="4050158"/>
              <a:ext cx="2462" cy="10211"/>
            </a:xfrm>
            <a:custGeom>
              <a:avLst/>
              <a:gdLst/>
              <a:ahLst/>
              <a:cxnLst/>
              <a:rect l="l" t="t" r="r" b="b"/>
              <a:pathLst>
                <a:path w="54" h="224" extrusionOk="0">
                  <a:moveTo>
                    <a:pt x="24" y="0"/>
                  </a:moveTo>
                  <a:cubicBezTo>
                    <a:pt x="24" y="0"/>
                    <a:pt x="23" y="1"/>
                    <a:pt x="23" y="1"/>
                  </a:cubicBezTo>
                  <a:cubicBezTo>
                    <a:pt x="10" y="1"/>
                    <a:pt x="1" y="49"/>
                    <a:pt x="5" y="110"/>
                  </a:cubicBezTo>
                  <a:cubicBezTo>
                    <a:pt x="5" y="175"/>
                    <a:pt x="18" y="223"/>
                    <a:pt x="31" y="223"/>
                  </a:cubicBezTo>
                  <a:cubicBezTo>
                    <a:pt x="45" y="223"/>
                    <a:pt x="53" y="171"/>
                    <a:pt x="53" y="110"/>
                  </a:cubicBezTo>
                  <a:cubicBezTo>
                    <a:pt x="49" y="51"/>
                    <a:pt x="37" y="0"/>
                    <a:pt x="2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6"/>
            <p:cNvSpPr/>
            <p:nvPr/>
          </p:nvSpPr>
          <p:spPr>
            <a:xfrm>
              <a:off x="-155993" y="4070489"/>
              <a:ext cx="2416" cy="10165"/>
            </a:xfrm>
            <a:custGeom>
              <a:avLst/>
              <a:gdLst/>
              <a:ahLst/>
              <a:cxnLst/>
              <a:rect l="l" t="t" r="r" b="b"/>
              <a:pathLst>
                <a:path w="53" h="223" extrusionOk="0">
                  <a:moveTo>
                    <a:pt x="22" y="0"/>
                  </a:moveTo>
                  <a:cubicBezTo>
                    <a:pt x="9" y="0"/>
                    <a:pt x="0" y="53"/>
                    <a:pt x="5" y="114"/>
                  </a:cubicBezTo>
                  <a:cubicBezTo>
                    <a:pt x="5" y="175"/>
                    <a:pt x="18" y="223"/>
                    <a:pt x="31" y="223"/>
                  </a:cubicBezTo>
                  <a:cubicBezTo>
                    <a:pt x="44" y="223"/>
                    <a:pt x="53" y="175"/>
                    <a:pt x="49" y="114"/>
                  </a:cubicBezTo>
                  <a:cubicBezTo>
                    <a:pt x="49" y="49"/>
                    <a:pt x="35" y="0"/>
                    <a:pt x="2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6"/>
            <p:cNvSpPr/>
            <p:nvPr/>
          </p:nvSpPr>
          <p:spPr>
            <a:xfrm>
              <a:off x="-155172" y="4091002"/>
              <a:ext cx="2416" cy="10165"/>
            </a:xfrm>
            <a:custGeom>
              <a:avLst/>
              <a:gdLst/>
              <a:ahLst/>
              <a:cxnLst/>
              <a:rect l="l" t="t" r="r" b="b"/>
              <a:pathLst>
                <a:path w="53" h="223" extrusionOk="0">
                  <a:moveTo>
                    <a:pt x="21" y="0"/>
                  </a:moveTo>
                  <a:cubicBezTo>
                    <a:pt x="9" y="0"/>
                    <a:pt x="0" y="49"/>
                    <a:pt x="0" y="109"/>
                  </a:cubicBezTo>
                  <a:cubicBezTo>
                    <a:pt x="4" y="176"/>
                    <a:pt x="17" y="223"/>
                    <a:pt x="31" y="223"/>
                  </a:cubicBezTo>
                  <a:cubicBezTo>
                    <a:pt x="43" y="223"/>
                    <a:pt x="53" y="170"/>
                    <a:pt x="47" y="109"/>
                  </a:cubicBezTo>
                  <a:cubicBezTo>
                    <a:pt x="47" y="49"/>
                    <a:pt x="35" y="0"/>
                    <a:pt x="21"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6"/>
            <p:cNvSpPr/>
            <p:nvPr/>
          </p:nvSpPr>
          <p:spPr>
            <a:xfrm>
              <a:off x="-154397" y="4111333"/>
              <a:ext cx="2416" cy="10165"/>
            </a:xfrm>
            <a:custGeom>
              <a:avLst/>
              <a:gdLst/>
              <a:ahLst/>
              <a:cxnLst/>
              <a:rect l="l" t="t" r="r" b="b"/>
              <a:pathLst>
                <a:path w="53" h="223" extrusionOk="0">
                  <a:moveTo>
                    <a:pt x="22" y="0"/>
                  </a:moveTo>
                  <a:cubicBezTo>
                    <a:pt x="9" y="0"/>
                    <a:pt x="0" y="53"/>
                    <a:pt x="0" y="113"/>
                  </a:cubicBezTo>
                  <a:cubicBezTo>
                    <a:pt x="4" y="172"/>
                    <a:pt x="17" y="223"/>
                    <a:pt x="29" y="223"/>
                  </a:cubicBezTo>
                  <a:cubicBezTo>
                    <a:pt x="29" y="223"/>
                    <a:pt x="30" y="223"/>
                    <a:pt x="30" y="222"/>
                  </a:cubicBezTo>
                  <a:cubicBezTo>
                    <a:pt x="44" y="222"/>
                    <a:pt x="52" y="175"/>
                    <a:pt x="48" y="113"/>
                  </a:cubicBezTo>
                  <a:cubicBezTo>
                    <a:pt x="48" y="48"/>
                    <a:pt x="36" y="0"/>
                    <a:pt x="2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6"/>
            <p:cNvSpPr/>
            <p:nvPr/>
          </p:nvSpPr>
          <p:spPr>
            <a:xfrm>
              <a:off x="-153622" y="4131846"/>
              <a:ext cx="2462" cy="10211"/>
            </a:xfrm>
            <a:custGeom>
              <a:avLst/>
              <a:gdLst/>
              <a:ahLst/>
              <a:cxnLst/>
              <a:rect l="l" t="t" r="r" b="b"/>
              <a:pathLst>
                <a:path w="54" h="224" extrusionOk="0">
                  <a:moveTo>
                    <a:pt x="23" y="0"/>
                  </a:moveTo>
                  <a:cubicBezTo>
                    <a:pt x="9" y="0"/>
                    <a:pt x="1" y="48"/>
                    <a:pt x="1" y="113"/>
                  </a:cubicBezTo>
                  <a:cubicBezTo>
                    <a:pt x="5" y="175"/>
                    <a:pt x="19" y="223"/>
                    <a:pt x="31" y="223"/>
                  </a:cubicBezTo>
                  <a:cubicBezTo>
                    <a:pt x="45" y="223"/>
                    <a:pt x="53" y="171"/>
                    <a:pt x="49" y="109"/>
                  </a:cubicBezTo>
                  <a:cubicBezTo>
                    <a:pt x="45" y="48"/>
                    <a:pt x="35"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6"/>
            <p:cNvSpPr/>
            <p:nvPr/>
          </p:nvSpPr>
          <p:spPr>
            <a:xfrm>
              <a:off x="-152802" y="4152131"/>
              <a:ext cx="2462" cy="10439"/>
            </a:xfrm>
            <a:custGeom>
              <a:avLst/>
              <a:gdLst/>
              <a:ahLst/>
              <a:cxnLst/>
              <a:rect l="l" t="t" r="r" b="b"/>
              <a:pathLst>
                <a:path w="54" h="229" extrusionOk="0">
                  <a:moveTo>
                    <a:pt x="22" y="1"/>
                  </a:moveTo>
                  <a:cubicBezTo>
                    <a:pt x="9" y="1"/>
                    <a:pt x="1" y="53"/>
                    <a:pt x="1" y="114"/>
                  </a:cubicBezTo>
                  <a:cubicBezTo>
                    <a:pt x="5" y="176"/>
                    <a:pt x="17" y="228"/>
                    <a:pt x="31" y="228"/>
                  </a:cubicBezTo>
                  <a:cubicBezTo>
                    <a:pt x="44" y="224"/>
                    <a:pt x="53" y="176"/>
                    <a:pt x="48" y="114"/>
                  </a:cubicBezTo>
                  <a:cubicBezTo>
                    <a:pt x="48" y="53"/>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152027" y="4172645"/>
              <a:ext cx="2416" cy="10257"/>
            </a:xfrm>
            <a:custGeom>
              <a:avLst/>
              <a:gdLst/>
              <a:ahLst/>
              <a:cxnLst/>
              <a:rect l="l" t="t" r="r" b="b"/>
              <a:pathLst>
                <a:path w="53" h="225" extrusionOk="0">
                  <a:moveTo>
                    <a:pt x="23" y="1"/>
                  </a:moveTo>
                  <a:cubicBezTo>
                    <a:pt x="10" y="1"/>
                    <a:pt x="0" y="49"/>
                    <a:pt x="0" y="115"/>
                  </a:cubicBezTo>
                  <a:cubicBezTo>
                    <a:pt x="5" y="176"/>
                    <a:pt x="18" y="224"/>
                    <a:pt x="31" y="224"/>
                  </a:cubicBezTo>
                  <a:cubicBezTo>
                    <a:pt x="45" y="224"/>
                    <a:pt x="53" y="172"/>
                    <a:pt x="49" y="110"/>
                  </a:cubicBezTo>
                  <a:cubicBezTo>
                    <a:pt x="49" y="49"/>
                    <a:pt x="36"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6"/>
            <p:cNvSpPr/>
            <p:nvPr/>
          </p:nvSpPr>
          <p:spPr>
            <a:xfrm>
              <a:off x="-151206" y="4192976"/>
              <a:ext cx="2416" cy="10439"/>
            </a:xfrm>
            <a:custGeom>
              <a:avLst/>
              <a:gdLst/>
              <a:ahLst/>
              <a:cxnLst/>
              <a:rect l="l" t="t" r="r" b="b"/>
              <a:pathLst>
                <a:path w="53" h="229" extrusionOk="0">
                  <a:moveTo>
                    <a:pt x="22" y="1"/>
                  </a:moveTo>
                  <a:cubicBezTo>
                    <a:pt x="9" y="1"/>
                    <a:pt x="0" y="53"/>
                    <a:pt x="0" y="115"/>
                  </a:cubicBezTo>
                  <a:cubicBezTo>
                    <a:pt x="5" y="176"/>
                    <a:pt x="18" y="228"/>
                    <a:pt x="31" y="228"/>
                  </a:cubicBezTo>
                  <a:cubicBezTo>
                    <a:pt x="44" y="224"/>
                    <a:pt x="53" y="176"/>
                    <a:pt x="49" y="115"/>
                  </a:cubicBezTo>
                  <a:cubicBezTo>
                    <a:pt x="49" y="53"/>
                    <a:pt x="35"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6"/>
            <p:cNvSpPr/>
            <p:nvPr/>
          </p:nvSpPr>
          <p:spPr>
            <a:xfrm>
              <a:off x="-150386" y="4213489"/>
              <a:ext cx="2416" cy="10211"/>
            </a:xfrm>
            <a:custGeom>
              <a:avLst/>
              <a:gdLst/>
              <a:ahLst/>
              <a:cxnLst/>
              <a:rect l="l" t="t" r="r" b="b"/>
              <a:pathLst>
                <a:path w="53" h="224" extrusionOk="0">
                  <a:moveTo>
                    <a:pt x="21" y="0"/>
                  </a:moveTo>
                  <a:cubicBezTo>
                    <a:pt x="9" y="0"/>
                    <a:pt x="0" y="53"/>
                    <a:pt x="4" y="115"/>
                  </a:cubicBezTo>
                  <a:cubicBezTo>
                    <a:pt x="4" y="176"/>
                    <a:pt x="17" y="224"/>
                    <a:pt x="31" y="224"/>
                  </a:cubicBezTo>
                  <a:cubicBezTo>
                    <a:pt x="43" y="224"/>
                    <a:pt x="53" y="171"/>
                    <a:pt x="47" y="111"/>
                  </a:cubicBezTo>
                  <a:cubicBezTo>
                    <a:pt x="47" y="49"/>
                    <a:pt x="35" y="0"/>
                    <a:pt x="21"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6"/>
            <p:cNvSpPr/>
            <p:nvPr/>
          </p:nvSpPr>
          <p:spPr>
            <a:xfrm>
              <a:off x="-149656" y="4233820"/>
              <a:ext cx="2462" cy="10393"/>
            </a:xfrm>
            <a:custGeom>
              <a:avLst/>
              <a:gdLst/>
              <a:ahLst/>
              <a:cxnLst/>
              <a:rect l="l" t="t" r="r" b="b"/>
              <a:pathLst>
                <a:path w="54" h="228" extrusionOk="0">
                  <a:moveTo>
                    <a:pt x="23" y="0"/>
                  </a:moveTo>
                  <a:cubicBezTo>
                    <a:pt x="10" y="5"/>
                    <a:pt x="1" y="53"/>
                    <a:pt x="5" y="115"/>
                  </a:cubicBezTo>
                  <a:cubicBezTo>
                    <a:pt x="5" y="175"/>
                    <a:pt x="19" y="228"/>
                    <a:pt x="31" y="228"/>
                  </a:cubicBezTo>
                  <a:cubicBezTo>
                    <a:pt x="45" y="228"/>
                    <a:pt x="53" y="175"/>
                    <a:pt x="49" y="115"/>
                  </a:cubicBezTo>
                  <a:cubicBezTo>
                    <a:pt x="49" y="53"/>
                    <a:pt x="37"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6"/>
            <p:cNvSpPr/>
            <p:nvPr/>
          </p:nvSpPr>
          <p:spPr>
            <a:xfrm>
              <a:off x="-148836" y="4254378"/>
              <a:ext cx="2462" cy="10165"/>
            </a:xfrm>
            <a:custGeom>
              <a:avLst/>
              <a:gdLst/>
              <a:ahLst/>
              <a:cxnLst/>
              <a:rect l="l" t="t" r="r" b="b"/>
              <a:pathLst>
                <a:path w="54" h="223" extrusionOk="0">
                  <a:moveTo>
                    <a:pt x="23" y="0"/>
                  </a:moveTo>
                  <a:cubicBezTo>
                    <a:pt x="9" y="0"/>
                    <a:pt x="1" y="53"/>
                    <a:pt x="5" y="114"/>
                  </a:cubicBezTo>
                  <a:cubicBezTo>
                    <a:pt x="5" y="174"/>
                    <a:pt x="19" y="223"/>
                    <a:pt x="31" y="223"/>
                  </a:cubicBezTo>
                  <a:cubicBezTo>
                    <a:pt x="45" y="223"/>
                    <a:pt x="53" y="174"/>
                    <a:pt x="49" y="109"/>
                  </a:cubicBezTo>
                  <a:cubicBezTo>
                    <a:pt x="49" y="47"/>
                    <a:pt x="35"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6"/>
            <p:cNvSpPr/>
            <p:nvPr/>
          </p:nvSpPr>
          <p:spPr>
            <a:xfrm>
              <a:off x="-148015" y="4274846"/>
              <a:ext cx="2462" cy="10211"/>
            </a:xfrm>
            <a:custGeom>
              <a:avLst/>
              <a:gdLst/>
              <a:ahLst/>
              <a:cxnLst/>
              <a:rect l="l" t="t" r="r" b="b"/>
              <a:pathLst>
                <a:path w="54" h="224" extrusionOk="0">
                  <a:moveTo>
                    <a:pt x="23" y="1"/>
                  </a:moveTo>
                  <a:cubicBezTo>
                    <a:pt x="23" y="1"/>
                    <a:pt x="22" y="1"/>
                    <a:pt x="22" y="1"/>
                  </a:cubicBezTo>
                  <a:cubicBezTo>
                    <a:pt x="9" y="1"/>
                    <a:pt x="1" y="49"/>
                    <a:pt x="5" y="110"/>
                  </a:cubicBezTo>
                  <a:cubicBezTo>
                    <a:pt x="5" y="175"/>
                    <a:pt x="17" y="224"/>
                    <a:pt x="31" y="224"/>
                  </a:cubicBezTo>
                  <a:cubicBezTo>
                    <a:pt x="44" y="224"/>
                    <a:pt x="53" y="171"/>
                    <a:pt x="48" y="110"/>
                  </a:cubicBezTo>
                  <a:cubicBezTo>
                    <a:pt x="48" y="52"/>
                    <a:pt x="36"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6"/>
            <p:cNvSpPr/>
            <p:nvPr/>
          </p:nvSpPr>
          <p:spPr>
            <a:xfrm>
              <a:off x="-147240" y="4295177"/>
              <a:ext cx="2416" cy="10211"/>
            </a:xfrm>
            <a:custGeom>
              <a:avLst/>
              <a:gdLst/>
              <a:ahLst/>
              <a:cxnLst/>
              <a:rect l="l" t="t" r="r" b="b"/>
              <a:pathLst>
                <a:path w="53" h="224" extrusionOk="0">
                  <a:moveTo>
                    <a:pt x="22" y="1"/>
                  </a:moveTo>
                  <a:cubicBezTo>
                    <a:pt x="10" y="1"/>
                    <a:pt x="0" y="53"/>
                    <a:pt x="5" y="114"/>
                  </a:cubicBezTo>
                  <a:cubicBezTo>
                    <a:pt x="5" y="175"/>
                    <a:pt x="18" y="223"/>
                    <a:pt x="31" y="223"/>
                  </a:cubicBezTo>
                  <a:cubicBezTo>
                    <a:pt x="44" y="223"/>
                    <a:pt x="53" y="175"/>
                    <a:pt x="49" y="110"/>
                  </a:cubicBezTo>
                  <a:cubicBezTo>
                    <a:pt x="49" y="49"/>
                    <a:pt x="36" y="1"/>
                    <a:pt x="2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6"/>
            <p:cNvSpPr/>
            <p:nvPr/>
          </p:nvSpPr>
          <p:spPr>
            <a:xfrm>
              <a:off x="-146420" y="4315690"/>
              <a:ext cx="2416" cy="10211"/>
            </a:xfrm>
            <a:custGeom>
              <a:avLst/>
              <a:gdLst/>
              <a:ahLst/>
              <a:cxnLst/>
              <a:rect l="l" t="t" r="r" b="b"/>
              <a:pathLst>
                <a:path w="53" h="224" extrusionOk="0">
                  <a:moveTo>
                    <a:pt x="24" y="1"/>
                  </a:moveTo>
                  <a:cubicBezTo>
                    <a:pt x="23" y="1"/>
                    <a:pt x="23" y="1"/>
                    <a:pt x="22" y="1"/>
                  </a:cubicBezTo>
                  <a:cubicBezTo>
                    <a:pt x="9" y="1"/>
                    <a:pt x="0" y="49"/>
                    <a:pt x="4" y="110"/>
                  </a:cubicBezTo>
                  <a:cubicBezTo>
                    <a:pt x="4" y="176"/>
                    <a:pt x="18" y="223"/>
                    <a:pt x="31" y="223"/>
                  </a:cubicBezTo>
                  <a:cubicBezTo>
                    <a:pt x="44" y="223"/>
                    <a:pt x="53" y="171"/>
                    <a:pt x="48" y="110"/>
                  </a:cubicBezTo>
                  <a:cubicBezTo>
                    <a:pt x="48" y="51"/>
                    <a:pt x="36" y="1"/>
                    <a:pt x="2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6"/>
            <p:cNvSpPr/>
            <p:nvPr/>
          </p:nvSpPr>
          <p:spPr>
            <a:xfrm>
              <a:off x="-145599" y="4336021"/>
              <a:ext cx="2416" cy="10211"/>
            </a:xfrm>
            <a:custGeom>
              <a:avLst/>
              <a:gdLst/>
              <a:ahLst/>
              <a:cxnLst/>
              <a:rect l="l" t="t" r="r" b="b"/>
              <a:pathLst>
                <a:path w="53" h="224" extrusionOk="0">
                  <a:moveTo>
                    <a:pt x="21" y="1"/>
                  </a:moveTo>
                  <a:cubicBezTo>
                    <a:pt x="8" y="1"/>
                    <a:pt x="0" y="53"/>
                    <a:pt x="4" y="114"/>
                  </a:cubicBezTo>
                  <a:cubicBezTo>
                    <a:pt x="4" y="173"/>
                    <a:pt x="16" y="223"/>
                    <a:pt x="29" y="223"/>
                  </a:cubicBezTo>
                  <a:cubicBezTo>
                    <a:pt x="29" y="223"/>
                    <a:pt x="30" y="223"/>
                    <a:pt x="30" y="223"/>
                  </a:cubicBezTo>
                  <a:cubicBezTo>
                    <a:pt x="43" y="223"/>
                    <a:pt x="52" y="176"/>
                    <a:pt x="47" y="114"/>
                  </a:cubicBezTo>
                  <a:cubicBezTo>
                    <a:pt x="47" y="49"/>
                    <a:pt x="35" y="1"/>
                    <a:pt x="21"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6"/>
            <p:cNvSpPr/>
            <p:nvPr/>
          </p:nvSpPr>
          <p:spPr>
            <a:xfrm>
              <a:off x="-144870" y="4356534"/>
              <a:ext cx="2462" cy="10257"/>
            </a:xfrm>
            <a:custGeom>
              <a:avLst/>
              <a:gdLst/>
              <a:ahLst/>
              <a:cxnLst/>
              <a:rect l="l" t="t" r="r" b="b"/>
              <a:pathLst>
                <a:path w="54" h="225" extrusionOk="0">
                  <a:moveTo>
                    <a:pt x="23" y="1"/>
                  </a:moveTo>
                  <a:cubicBezTo>
                    <a:pt x="10" y="1"/>
                    <a:pt x="1" y="49"/>
                    <a:pt x="5" y="114"/>
                  </a:cubicBezTo>
                  <a:cubicBezTo>
                    <a:pt x="5" y="176"/>
                    <a:pt x="19" y="224"/>
                    <a:pt x="31" y="224"/>
                  </a:cubicBezTo>
                  <a:cubicBezTo>
                    <a:pt x="45" y="224"/>
                    <a:pt x="53" y="172"/>
                    <a:pt x="49" y="110"/>
                  </a:cubicBezTo>
                  <a:cubicBezTo>
                    <a:pt x="49" y="49"/>
                    <a:pt x="36" y="1"/>
                    <a:pt x="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6"/>
            <p:cNvSpPr/>
            <p:nvPr/>
          </p:nvSpPr>
          <p:spPr>
            <a:xfrm>
              <a:off x="-144049" y="4376865"/>
              <a:ext cx="2462" cy="10393"/>
            </a:xfrm>
            <a:custGeom>
              <a:avLst/>
              <a:gdLst/>
              <a:ahLst/>
              <a:cxnLst/>
              <a:rect l="l" t="t" r="r" b="b"/>
              <a:pathLst>
                <a:path w="54" h="228" extrusionOk="0">
                  <a:moveTo>
                    <a:pt x="23" y="0"/>
                  </a:moveTo>
                  <a:cubicBezTo>
                    <a:pt x="9" y="0"/>
                    <a:pt x="1" y="53"/>
                    <a:pt x="1" y="114"/>
                  </a:cubicBezTo>
                  <a:cubicBezTo>
                    <a:pt x="5" y="176"/>
                    <a:pt x="18" y="228"/>
                    <a:pt x="31" y="228"/>
                  </a:cubicBezTo>
                  <a:cubicBezTo>
                    <a:pt x="45" y="224"/>
                    <a:pt x="53" y="176"/>
                    <a:pt x="49" y="114"/>
                  </a:cubicBezTo>
                  <a:cubicBezTo>
                    <a:pt x="45" y="53"/>
                    <a:pt x="35"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6"/>
            <p:cNvSpPr/>
            <p:nvPr/>
          </p:nvSpPr>
          <p:spPr>
            <a:xfrm>
              <a:off x="-143229" y="4397378"/>
              <a:ext cx="2188" cy="10211"/>
            </a:xfrm>
            <a:custGeom>
              <a:avLst/>
              <a:gdLst/>
              <a:ahLst/>
              <a:cxnLst/>
              <a:rect l="l" t="t" r="r" b="b"/>
              <a:pathLst>
                <a:path w="48" h="224" extrusionOk="0">
                  <a:moveTo>
                    <a:pt x="17" y="0"/>
                  </a:moveTo>
                  <a:cubicBezTo>
                    <a:pt x="9" y="0"/>
                    <a:pt x="0" y="49"/>
                    <a:pt x="0" y="115"/>
                  </a:cubicBezTo>
                  <a:cubicBezTo>
                    <a:pt x="5" y="175"/>
                    <a:pt x="13" y="224"/>
                    <a:pt x="27" y="224"/>
                  </a:cubicBezTo>
                  <a:cubicBezTo>
                    <a:pt x="39" y="224"/>
                    <a:pt x="48" y="171"/>
                    <a:pt x="48" y="109"/>
                  </a:cubicBezTo>
                  <a:cubicBezTo>
                    <a:pt x="43" y="49"/>
                    <a:pt x="31" y="0"/>
                    <a:pt x="1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6"/>
            <p:cNvSpPr/>
            <p:nvPr/>
          </p:nvSpPr>
          <p:spPr>
            <a:xfrm>
              <a:off x="-142636" y="4417892"/>
              <a:ext cx="2416" cy="10211"/>
            </a:xfrm>
            <a:custGeom>
              <a:avLst/>
              <a:gdLst/>
              <a:ahLst/>
              <a:cxnLst/>
              <a:rect l="l" t="t" r="r" b="b"/>
              <a:pathLst>
                <a:path w="53" h="224" extrusionOk="0">
                  <a:moveTo>
                    <a:pt x="24" y="0"/>
                  </a:moveTo>
                  <a:cubicBezTo>
                    <a:pt x="23" y="0"/>
                    <a:pt x="23" y="0"/>
                    <a:pt x="22" y="0"/>
                  </a:cubicBezTo>
                  <a:cubicBezTo>
                    <a:pt x="8" y="0"/>
                    <a:pt x="0" y="49"/>
                    <a:pt x="4" y="110"/>
                  </a:cubicBezTo>
                  <a:cubicBezTo>
                    <a:pt x="4" y="175"/>
                    <a:pt x="18" y="224"/>
                    <a:pt x="30" y="224"/>
                  </a:cubicBezTo>
                  <a:cubicBezTo>
                    <a:pt x="44" y="224"/>
                    <a:pt x="53" y="171"/>
                    <a:pt x="48" y="110"/>
                  </a:cubicBezTo>
                  <a:cubicBezTo>
                    <a:pt x="48" y="51"/>
                    <a:pt x="36" y="0"/>
                    <a:pt x="2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6"/>
            <p:cNvSpPr/>
            <p:nvPr/>
          </p:nvSpPr>
          <p:spPr>
            <a:xfrm>
              <a:off x="-141861" y="4438223"/>
              <a:ext cx="2279" cy="10393"/>
            </a:xfrm>
            <a:custGeom>
              <a:avLst/>
              <a:gdLst/>
              <a:ahLst/>
              <a:cxnLst/>
              <a:rect l="l" t="t" r="r" b="b"/>
              <a:pathLst>
                <a:path w="50" h="228" extrusionOk="0">
                  <a:moveTo>
                    <a:pt x="23" y="0"/>
                  </a:moveTo>
                  <a:cubicBezTo>
                    <a:pt x="9" y="5"/>
                    <a:pt x="1" y="52"/>
                    <a:pt x="1" y="114"/>
                  </a:cubicBezTo>
                  <a:cubicBezTo>
                    <a:pt x="5" y="179"/>
                    <a:pt x="13" y="228"/>
                    <a:pt x="27" y="228"/>
                  </a:cubicBezTo>
                  <a:cubicBezTo>
                    <a:pt x="40" y="228"/>
                    <a:pt x="49" y="175"/>
                    <a:pt x="49" y="114"/>
                  </a:cubicBezTo>
                  <a:cubicBezTo>
                    <a:pt x="44" y="52"/>
                    <a:pt x="36"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6"/>
            <p:cNvSpPr/>
            <p:nvPr/>
          </p:nvSpPr>
          <p:spPr>
            <a:xfrm>
              <a:off x="-141269" y="4458781"/>
              <a:ext cx="2234" cy="4558"/>
            </a:xfrm>
            <a:custGeom>
              <a:avLst/>
              <a:gdLst/>
              <a:ahLst/>
              <a:cxnLst/>
              <a:rect l="l" t="t" r="r" b="b"/>
              <a:pathLst>
                <a:path w="49" h="100" extrusionOk="0">
                  <a:moveTo>
                    <a:pt x="23" y="0"/>
                  </a:moveTo>
                  <a:cubicBezTo>
                    <a:pt x="10" y="0"/>
                    <a:pt x="0" y="21"/>
                    <a:pt x="0" y="52"/>
                  </a:cubicBezTo>
                  <a:cubicBezTo>
                    <a:pt x="0" y="79"/>
                    <a:pt x="14" y="100"/>
                    <a:pt x="27" y="100"/>
                  </a:cubicBezTo>
                  <a:cubicBezTo>
                    <a:pt x="40" y="100"/>
                    <a:pt x="49" y="79"/>
                    <a:pt x="49" y="47"/>
                  </a:cubicBezTo>
                  <a:cubicBezTo>
                    <a:pt x="49" y="21"/>
                    <a:pt x="36" y="0"/>
                    <a:pt x="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6"/>
            <p:cNvSpPr/>
            <p:nvPr/>
          </p:nvSpPr>
          <p:spPr>
            <a:xfrm>
              <a:off x="-115741" y="2713425"/>
              <a:ext cx="34098" cy="228107"/>
            </a:xfrm>
            <a:custGeom>
              <a:avLst/>
              <a:gdLst/>
              <a:ahLst/>
              <a:cxnLst/>
              <a:rect l="l" t="t" r="r" b="b"/>
              <a:pathLst>
                <a:path w="748" h="5004" extrusionOk="0">
                  <a:moveTo>
                    <a:pt x="5" y="0"/>
                  </a:moveTo>
                  <a:cubicBezTo>
                    <a:pt x="1" y="0"/>
                    <a:pt x="1" y="18"/>
                    <a:pt x="1" y="53"/>
                  </a:cubicBezTo>
                  <a:cubicBezTo>
                    <a:pt x="5" y="101"/>
                    <a:pt x="5" y="153"/>
                    <a:pt x="5" y="206"/>
                  </a:cubicBezTo>
                  <a:cubicBezTo>
                    <a:pt x="13" y="367"/>
                    <a:pt x="22" y="560"/>
                    <a:pt x="31" y="779"/>
                  </a:cubicBezTo>
                  <a:cubicBezTo>
                    <a:pt x="57" y="1290"/>
                    <a:pt x="88" y="1936"/>
                    <a:pt x="122" y="2654"/>
                  </a:cubicBezTo>
                  <a:cubicBezTo>
                    <a:pt x="166" y="3383"/>
                    <a:pt x="197" y="4044"/>
                    <a:pt x="237" y="4528"/>
                  </a:cubicBezTo>
                  <a:cubicBezTo>
                    <a:pt x="253" y="4647"/>
                    <a:pt x="284" y="4756"/>
                    <a:pt x="341" y="4839"/>
                  </a:cubicBezTo>
                  <a:cubicBezTo>
                    <a:pt x="398" y="4917"/>
                    <a:pt x="477" y="4965"/>
                    <a:pt x="538" y="4987"/>
                  </a:cubicBezTo>
                  <a:cubicBezTo>
                    <a:pt x="575" y="4999"/>
                    <a:pt x="608" y="5004"/>
                    <a:pt x="636" y="5004"/>
                  </a:cubicBezTo>
                  <a:cubicBezTo>
                    <a:pt x="705" y="5004"/>
                    <a:pt x="743" y="4978"/>
                    <a:pt x="747" y="4978"/>
                  </a:cubicBezTo>
                  <a:cubicBezTo>
                    <a:pt x="747" y="4978"/>
                    <a:pt x="747" y="4978"/>
                    <a:pt x="747" y="4978"/>
                  </a:cubicBezTo>
                  <a:lnTo>
                    <a:pt x="747" y="4978"/>
                  </a:lnTo>
                  <a:cubicBezTo>
                    <a:pt x="747" y="4977"/>
                    <a:pt x="747" y="4977"/>
                    <a:pt x="746" y="4977"/>
                  </a:cubicBezTo>
                  <a:cubicBezTo>
                    <a:pt x="739" y="4977"/>
                    <a:pt x="708" y="4991"/>
                    <a:pt x="657" y="4991"/>
                  </a:cubicBezTo>
                  <a:cubicBezTo>
                    <a:pt x="627" y="4991"/>
                    <a:pt x="590" y="4986"/>
                    <a:pt x="546" y="4970"/>
                  </a:cubicBezTo>
                  <a:cubicBezTo>
                    <a:pt x="485" y="4948"/>
                    <a:pt x="415" y="4899"/>
                    <a:pt x="362" y="4821"/>
                  </a:cubicBezTo>
                  <a:cubicBezTo>
                    <a:pt x="315" y="4746"/>
                    <a:pt x="284" y="4641"/>
                    <a:pt x="271" y="4524"/>
                  </a:cubicBezTo>
                  <a:cubicBezTo>
                    <a:pt x="245" y="4012"/>
                    <a:pt x="210" y="3366"/>
                    <a:pt x="170" y="2649"/>
                  </a:cubicBezTo>
                  <a:cubicBezTo>
                    <a:pt x="132" y="1932"/>
                    <a:pt x="92" y="1285"/>
                    <a:pt x="61" y="774"/>
                  </a:cubicBezTo>
                  <a:cubicBezTo>
                    <a:pt x="48" y="556"/>
                    <a:pt x="35" y="367"/>
                    <a:pt x="22" y="206"/>
                  </a:cubicBezTo>
                  <a:cubicBezTo>
                    <a:pt x="17" y="153"/>
                    <a:pt x="13" y="101"/>
                    <a:pt x="13" y="53"/>
                  </a:cubicBezTo>
                  <a:cubicBezTo>
                    <a:pt x="9" y="18"/>
                    <a:pt x="5" y="0"/>
                    <a:pt x="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6"/>
            <p:cNvSpPr/>
            <p:nvPr/>
          </p:nvSpPr>
          <p:spPr>
            <a:xfrm>
              <a:off x="-478734" y="2928814"/>
              <a:ext cx="58622" cy="168619"/>
            </a:xfrm>
            <a:custGeom>
              <a:avLst/>
              <a:gdLst/>
              <a:ahLst/>
              <a:cxnLst/>
              <a:rect l="l" t="t" r="r" b="b"/>
              <a:pathLst>
                <a:path w="1286" h="3699" extrusionOk="0">
                  <a:moveTo>
                    <a:pt x="717" y="0"/>
                  </a:moveTo>
                  <a:cubicBezTo>
                    <a:pt x="521" y="39"/>
                    <a:pt x="346" y="74"/>
                    <a:pt x="193" y="100"/>
                  </a:cubicBezTo>
                  <a:cubicBezTo>
                    <a:pt x="140" y="114"/>
                    <a:pt x="97" y="122"/>
                    <a:pt x="49" y="131"/>
                  </a:cubicBezTo>
                  <a:cubicBezTo>
                    <a:pt x="19" y="140"/>
                    <a:pt x="1" y="144"/>
                    <a:pt x="1" y="148"/>
                  </a:cubicBezTo>
                  <a:cubicBezTo>
                    <a:pt x="1" y="148"/>
                    <a:pt x="19" y="148"/>
                    <a:pt x="53" y="144"/>
                  </a:cubicBezTo>
                  <a:cubicBezTo>
                    <a:pt x="97" y="136"/>
                    <a:pt x="145" y="126"/>
                    <a:pt x="197" y="122"/>
                  </a:cubicBezTo>
                  <a:cubicBezTo>
                    <a:pt x="346" y="96"/>
                    <a:pt x="516" y="67"/>
                    <a:pt x="711" y="37"/>
                  </a:cubicBezTo>
                  <a:lnTo>
                    <a:pt x="711" y="37"/>
                  </a:lnTo>
                  <a:cubicBezTo>
                    <a:pt x="867" y="435"/>
                    <a:pt x="1037" y="987"/>
                    <a:pt x="1137" y="1617"/>
                  </a:cubicBezTo>
                  <a:cubicBezTo>
                    <a:pt x="1189" y="1941"/>
                    <a:pt x="1220" y="2255"/>
                    <a:pt x="1229" y="2538"/>
                  </a:cubicBezTo>
                  <a:cubicBezTo>
                    <a:pt x="1246" y="2823"/>
                    <a:pt x="1233" y="3081"/>
                    <a:pt x="1150" y="3278"/>
                  </a:cubicBezTo>
                  <a:cubicBezTo>
                    <a:pt x="1067" y="3474"/>
                    <a:pt x="927" y="3593"/>
                    <a:pt x="818" y="3645"/>
                  </a:cubicBezTo>
                  <a:cubicBezTo>
                    <a:pt x="713" y="3692"/>
                    <a:pt x="643" y="3692"/>
                    <a:pt x="643" y="3697"/>
                  </a:cubicBezTo>
                  <a:cubicBezTo>
                    <a:pt x="643" y="3697"/>
                    <a:pt x="648" y="3698"/>
                    <a:pt x="658" y="3698"/>
                  </a:cubicBezTo>
                  <a:cubicBezTo>
                    <a:pt x="685" y="3698"/>
                    <a:pt x="744" y="3694"/>
                    <a:pt x="826" y="3662"/>
                  </a:cubicBezTo>
                  <a:cubicBezTo>
                    <a:pt x="941" y="3614"/>
                    <a:pt x="1088" y="3496"/>
                    <a:pt x="1181" y="3290"/>
                  </a:cubicBezTo>
                  <a:cubicBezTo>
                    <a:pt x="1272" y="3089"/>
                    <a:pt x="1286" y="2823"/>
                    <a:pt x="1272" y="2534"/>
                  </a:cubicBezTo>
                  <a:cubicBezTo>
                    <a:pt x="1264" y="2250"/>
                    <a:pt x="1237" y="1935"/>
                    <a:pt x="1185" y="1608"/>
                  </a:cubicBezTo>
                  <a:cubicBezTo>
                    <a:pt x="1080" y="970"/>
                    <a:pt x="901" y="406"/>
                    <a:pt x="739" y="13"/>
                  </a:cubicBezTo>
                  <a:lnTo>
                    <a:pt x="731"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6"/>
            <p:cNvSpPr/>
            <p:nvPr/>
          </p:nvSpPr>
          <p:spPr>
            <a:xfrm>
              <a:off x="-477731" y="2960404"/>
              <a:ext cx="39887" cy="9208"/>
            </a:xfrm>
            <a:custGeom>
              <a:avLst/>
              <a:gdLst/>
              <a:ahLst/>
              <a:cxnLst/>
              <a:rect l="l" t="t" r="r" b="b"/>
              <a:pathLst>
                <a:path w="875" h="202" extrusionOk="0">
                  <a:moveTo>
                    <a:pt x="863" y="0"/>
                  </a:moveTo>
                  <a:cubicBezTo>
                    <a:pt x="826" y="0"/>
                    <a:pt x="647" y="29"/>
                    <a:pt x="433" y="76"/>
                  </a:cubicBezTo>
                  <a:cubicBezTo>
                    <a:pt x="193" y="133"/>
                    <a:pt x="1" y="185"/>
                    <a:pt x="5" y="199"/>
                  </a:cubicBezTo>
                  <a:cubicBezTo>
                    <a:pt x="6" y="201"/>
                    <a:pt x="10" y="201"/>
                    <a:pt x="18" y="201"/>
                  </a:cubicBezTo>
                  <a:cubicBezTo>
                    <a:pt x="65" y="201"/>
                    <a:pt x="239" y="169"/>
                    <a:pt x="442" y="124"/>
                  </a:cubicBezTo>
                  <a:cubicBezTo>
                    <a:pt x="683" y="72"/>
                    <a:pt x="875" y="15"/>
                    <a:pt x="870" y="2"/>
                  </a:cubicBezTo>
                  <a:cubicBezTo>
                    <a:pt x="870" y="1"/>
                    <a:pt x="868" y="0"/>
                    <a:pt x="86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6"/>
            <p:cNvSpPr/>
            <p:nvPr/>
          </p:nvSpPr>
          <p:spPr>
            <a:xfrm>
              <a:off x="-823767" y="1859801"/>
              <a:ext cx="1492954" cy="1042757"/>
            </a:xfrm>
            <a:custGeom>
              <a:avLst/>
              <a:gdLst/>
              <a:ahLst/>
              <a:cxnLst/>
              <a:rect l="l" t="t" r="r" b="b"/>
              <a:pathLst>
                <a:path w="32751" h="22875" extrusionOk="0">
                  <a:moveTo>
                    <a:pt x="8496" y="11791"/>
                  </a:moveTo>
                  <a:cubicBezTo>
                    <a:pt x="8990" y="14807"/>
                    <a:pt x="9659" y="18281"/>
                    <a:pt x="9724" y="18621"/>
                  </a:cubicBezTo>
                  <a:cubicBezTo>
                    <a:pt x="8011" y="17463"/>
                    <a:pt x="5327" y="15589"/>
                    <a:pt x="5420" y="15283"/>
                  </a:cubicBezTo>
                  <a:cubicBezTo>
                    <a:pt x="5490" y="15043"/>
                    <a:pt x="7072" y="13316"/>
                    <a:pt x="8496" y="11791"/>
                  </a:cubicBezTo>
                  <a:close/>
                  <a:moveTo>
                    <a:pt x="30237" y="0"/>
                  </a:moveTo>
                  <a:cubicBezTo>
                    <a:pt x="24675" y="5018"/>
                    <a:pt x="17801" y="5482"/>
                    <a:pt x="15446" y="5482"/>
                  </a:cubicBezTo>
                  <a:cubicBezTo>
                    <a:pt x="14911" y="5482"/>
                    <a:pt x="14610" y="5459"/>
                    <a:pt x="14610" y="5459"/>
                  </a:cubicBezTo>
                  <a:lnTo>
                    <a:pt x="14610" y="5472"/>
                  </a:lnTo>
                  <a:cubicBezTo>
                    <a:pt x="14216" y="5411"/>
                    <a:pt x="12145" y="5079"/>
                    <a:pt x="11459" y="5065"/>
                  </a:cubicBezTo>
                  <a:cubicBezTo>
                    <a:pt x="11342" y="5063"/>
                    <a:pt x="11192" y="5057"/>
                    <a:pt x="11019" y="5057"/>
                  </a:cubicBezTo>
                  <a:cubicBezTo>
                    <a:pt x="10400" y="5057"/>
                    <a:pt x="9494" y="5137"/>
                    <a:pt x="8806" y="5787"/>
                  </a:cubicBezTo>
                  <a:cubicBezTo>
                    <a:pt x="8784" y="5805"/>
                    <a:pt x="8762" y="5826"/>
                    <a:pt x="8741" y="5848"/>
                  </a:cubicBezTo>
                  <a:cubicBezTo>
                    <a:pt x="7950" y="6622"/>
                    <a:pt x="0" y="14452"/>
                    <a:pt x="844" y="16393"/>
                  </a:cubicBezTo>
                  <a:cubicBezTo>
                    <a:pt x="1731" y="18438"/>
                    <a:pt x="9287" y="22874"/>
                    <a:pt x="9287" y="22874"/>
                  </a:cubicBezTo>
                  <a:lnTo>
                    <a:pt x="11114" y="19553"/>
                  </a:lnTo>
                  <a:cubicBezTo>
                    <a:pt x="11114" y="19553"/>
                    <a:pt x="10545" y="19177"/>
                    <a:pt x="9764" y="18653"/>
                  </a:cubicBezTo>
                  <a:lnTo>
                    <a:pt x="15934" y="18490"/>
                  </a:lnTo>
                  <a:lnTo>
                    <a:pt x="16205" y="13875"/>
                  </a:lnTo>
                  <a:cubicBezTo>
                    <a:pt x="16205" y="13875"/>
                    <a:pt x="17258" y="12701"/>
                    <a:pt x="17258" y="11852"/>
                  </a:cubicBezTo>
                  <a:cubicBezTo>
                    <a:pt x="17258" y="11267"/>
                    <a:pt x="16935" y="10297"/>
                    <a:pt x="16515" y="9292"/>
                  </a:cubicBezTo>
                  <a:cubicBezTo>
                    <a:pt x="26239" y="8479"/>
                    <a:pt x="32750" y="2059"/>
                    <a:pt x="32750" y="2059"/>
                  </a:cubicBezTo>
                  <a:lnTo>
                    <a:pt x="30237"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6"/>
            <p:cNvSpPr/>
            <p:nvPr/>
          </p:nvSpPr>
          <p:spPr>
            <a:xfrm>
              <a:off x="147238" y="2058825"/>
              <a:ext cx="69335" cy="177964"/>
            </a:xfrm>
            <a:custGeom>
              <a:avLst/>
              <a:gdLst/>
              <a:ahLst/>
              <a:cxnLst/>
              <a:rect l="l" t="t" r="r" b="b"/>
              <a:pathLst>
                <a:path w="1521" h="3904" extrusionOk="0">
                  <a:moveTo>
                    <a:pt x="1364" y="1"/>
                  </a:moveTo>
                  <a:cubicBezTo>
                    <a:pt x="1358" y="5"/>
                    <a:pt x="1402" y="53"/>
                    <a:pt x="1451" y="149"/>
                  </a:cubicBezTo>
                  <a:cubicBezTo>
                    <a:pt x="1468" y="197"/>
                    <a:pt x="1485" y="263"/>
                    <a:pt x="1473" y="337"/>
                  </a:cubicBezTo>
                  <a:cubicBezTo>
                    <a:pt x="1459" y="411"/>
                    <a:pt x="1424" y="495"/>
                    <a:pt x="1376" y="578"/>
                  </a:cubicBezTo>
                  <a:cubicBezTo>
                    <a:pt x="1280" y="752"/>
                    <a:pt x="1149" y="945"/>
                    <a:pt x="965" y="1128"/>
                  </a:cubicBezTo>
                  <a:cubicBezTo>
                    <a:pt x="787" y="1320"/>
                    <a:pt x="563" y="1517"/>
                    <a:pt x="402" y="1779"/>
                  </a:cubicBezTo>
                  <a:cubicBezTo>
                    <a:pt x="65" y="2304"/>
                    <a:pt x="0" y="2885"/>
                    <a:pt x="43" y="3282"/>
                  </a:cubicBezTo>
                  <a:cubicBezTo>
                    <a:pt x="61" y="3479"/>
                    <a:pt x="105" y="3641"/>
                    <a:pt x="140" y="3746"/>
                  </a:cubicBezTo>
                  <a:cubicBezTo>
                    <a:pt x="177" y="3847"/>
                    <a:pt x="203" y="3904"/>
                    <a:pt x="205" y="3904"/>
                  </a:cubicBezTo>
                  <a:cubicBezTo>
                    <a:pt x="205" y="3904"/>
                    <a:pt x="205" y="3904"/>
                    <a:pt x="205" y="3903"/>
                  </a:cubicBezTo>
                  <a:cubicBezTo>
                    <a:pt x="222" y="3898"/>
                    <a:pt x="118" y="3672"/>
                    <a:pt x="91" y="3278"/>
                  </a:cubicBezTo>
                  <a:cubicBezTo>
                    <a:pt x="61" y="2889"/>
                    <a:pt x="135" y="2321"/>
                    <a:pt x="458" y="1818"/>
                  </a:cubicBezTo>
                  <a:cubicBezTo>
                    <a:pt x="616" y="1560"/>
                    <a:pt x="830" y="1368"/>
                    <a:pt x="1009" y="1176"/>
                  </a:cubicBezTo>
                  <a:cubicBezTo>
                    <a:pt x="1197" y="983"/>
                    <a:pt x="1328" y="778"/>
                    <a:pt x="1420" y="604"/>
                  </a:cubicBezTo>
                  <a:cubicBezTo>
                    <a:pt x="1468" y="516"/>
                    <a:pt x="1503" y="424"/>
                    <a:pt x="1511" y="346"/>
                  </a:cubicBezTo>
                  <a:cubicBezTo>
                    <a:pt x="1521" y="263"/>
                    <a:pt x="1499" y="188"/>
                    <a:pt x="1473" y="140"/>
                  </a:cubicBezTo>
                  <a:cubicBezTo>
                    <a:pt x="1420" y="35"/>
                    <a:pt x="1364" y="1"/>
                    <a:pt x="13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6"/>
            <p:cNvSpPr/>
            <p:nvPr/>
          </p:nvSpPr>
          <p:spPr>
            <a:xfrm>
              <a:off x="402560" y="1972943"/>
              <a:ext cx="56070" cy="146100"/>
            </a:xfrm>
            <a:custGeom>
              <a:avLst/>
              <a:gdLst/>
              <a:ahLst/>
              <a:cxnLst/>
              <a:rect l="l" t="t" r="r" b="b"/>
              <a:pathLst>
                <a:path w="1230" h="3205" extrusionOk="0">
                  <a:moveTo>
                    <a:pt x="12" y="0"/>
                  </a:moveTo>
                  <a:cubicBezTo>
                    <a:pt x="11" y="0"/>
                    <a:pt x="11" y="1"/>
                    <a:pt x="10" y="1"/>
                  </a:cubicBezTo>
                  <a:cubicBezTo>
                    <a:pt x="1" y="14"/>
                    <a:pt x="202" y="97"/>
                    <a:pt x="451" y="320"/>
                  </a:cubicBezTo>
                  <a:cubicBezTo>
                    <a:pt x="578" y="429"/>
                    <a:pt x="705" y="582"/>
                    <a:pt x="814" y="774"/>
                  </a:cubicBezTo>
                  <a:cubicBezTo>
                    <a:pt x="923" y="967"/>
                    <a:pt x="1007" y="1199"/>
                    <a:pt x="1054" y="1447"/>
                  </a:cubicBezTo>
                  <a:cubicBezTo>
                    <a:pt x="1155" y="1946"/>
                    <a:pt x="1054" y="2417"/>
                    <a:pt x="928" y="2724"/>
                  </a:cubicBezTo>
                  <a:cubicBezTo>
                    <a:pt x="801" y="3034"/>
                    <a:pt x="666" y="3200"/>
                    <a:pt x="678" y="3204"/>
                  </a:cubicBezTo>
                  <a:cubicBezTo>
                    <a:pt x="678" y="3204"/>
                    <a:pt x="679" y="3204"/>
                    <a:pt x="679" y="3204"/>
                  </a:cubicBezTo>
                  <a:cubicBezTo>
                    <a:pt x="682" y="3204"/>
                    <a:pt x="721" y="3166"/>
                    <a:pt x="775" y="3095"/>
                  </a:cubicBezTo>
                  <a:cubicBezTo>
                    <a:pt x="832" y="3016"/>
                    <a:pt x="906" y="2898"/>
                    <a:pt x="975" y="2746"/>
                  </a:cubicBezTo>
                  <a:cubicBezTo>
                    <a:pt x="1116" y="2435"/>
                    <a:pt x="1229" y="1950"/>
                    <a:pt x="1124" y="1435"/>
                  </a:cubicBezTo>
                  <a:cubicBezTo>
                    <a:pt x="1072" y="1177"/>
                    <a:pt x="985" y="941"/>
                    <a:pt x="870" y="744"/>
                  </a:cubicBezTo>
                  <a:cubicBezTo>
                    <a:pt x="757" y="547"/>
                    <a:pt x="618" y="390"/>
                    <a:pt x="487" y="281"/>
                  </a:cubicBezTo>
                  <a:cubicBezTo>
                    <a:pt x="351" y="171"/>
                    <a:pt x="233" y="102"/>
                    <a:pt x="150" y="58"/>
                  </a:cubicBezTo>
                  <a:cubicBezTo>
                    <a:pt x="70" y="22"/>
                    <a:pt x="23" y="0"/>
                    <a:pt x="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6"/>
            <p:cNvSpPr/>
            <p:nvPr/>
          </p:nvSpPr>
          <p:spPr>
            <a:xfrm>
              <a:off x="-397639" y="2540430"/>
              <a:ext cx="305237" cy="36377"/>
            </a:xfrm>
            <a:custGeom>
              <a:avLst/>
              <a:gdLst/>
              <a:ahLst/>
              <a:cxnLst/>
              <a:rect l="l" t="t" r="r" b="b"/>
              <a:pathLst>
                <a:path w="6696" h="798" extrusionOk="0">
                  <a:moveTo>
                    <a:pt x="1819" y="0"/>
                  </a:moveTo>
                  <a:cubicBezTo>
                    <a:pt x="1441" y="0"/>
                    <a:pt x="1098" y="71"/>
                    <a:pt x="826" y="177"/>
                  </a:cubicBezTo>
                  <a:cubicBezTo>
                    <a:pt x="521" y="291"/>
                    <a:pt x="306" y="453"/>
                    <a:pt x="175" y="580"/>
                  </a:cubicBezTo>
                  <a:cubicBezTo>
                    <a:pt x="49" y="711"/>
                    <a:pt x="1" y="798"/>
                    <a:pt x="1" y="798"/>
                  </a:cubicBezTo>
                  <a:cubicBezTo>
                    <a:pt x="1" y="798"/>
                    <a:pt x="1" y="798"/>
                    <a:pt x="1" y="798"/>
                  </a:cubicBezTo>
                  <a:cubicBezTo>
                    <a:pt x="8" y="798"/>
                    <a:pt x="65" y="716"/>
                    <a:pt x="197" y="602"/>
                  </a:cubicBezTo>
                  <a:cubicBezTo>
                    <a:pt x="328" y="483"/>
                    <a:pt x="542" y="326"/>
                    <a:pt x="844" y="221"/>
                  </a:cubicBezTo>
                  <a:cubicBezTo>
                    <a:pt x="1102" y="126"/>
                    <a:pt x="1424" y="63"/>
                    <a:pt x="1780" y="63"/>
                  </a:cubicBezTo>
                  <a:cubicBezTo>
                    <a:pt x="1833" y="63"/>
                    <a:pt x="1887" y="65"/>
                    <a:pt x="1941" y="68"/>
                  </a:cubicBezTo>
                  <a:cubicBezTo>
                    <a:pt x="2365" y="81"/>
                    <a:pt x="2819" y="182"/>
                    <a:pt x="3295" y="300"/>
                  </a:cubicBezTo>
                  <a:cubicBezTo>
                    <a:pt x="3772" y="413"/>
                    <a:pt x="4231" y="531"/>
                    <a:pt x="4654" y="570"/>
                  </a:cubicBezTo>
                  <a:cubicBezTo>
                    <a:pt x="4788" y="583"/>
                    <a:pt x="4918" y="589"/>
                    <a:pt x="5042" y="589"/>
                  </a:cubicBezTo>
                  <a:cubicBezTo>
                    <a:pt x="5318" y="589"/>
                    <a:pt x="5569" y="559"/>
                    <a:pt x="5786" y="505"/>
                  </a:cubicBezTo>
                  <a:cubicBezTo>
                    <a:pt x="6106" y="426"/>
                    <a:pt x="6337" y="295"/>
                    <a:pt x="6486" y="190"/>
                  </a:cubicBezTo>
                  <a:cubicBezTo>
                    <a:pt x="6635" y="86"/>
                    <a:pt x="6695" y="3"/>
                    <a:pt x="6695" y="3"/>
                  </a:cubicBezTo>
                  <a:cubicBezTo>
                    <a:pt x="6695" y="2"/>
                    <a:pt x="6695" y="2"/>
                    <a:pt x="6694" y="2"/>
                  </a:cubicBezTo>
                  <a:cubicBezTo>
                    <a:pt x="6669" y="2"/>
                    <a:pt x="6387" y="318"/>
                    <a:pt x="5778" y="457"/>
                  </a:cubicBezTo>
                  <a:cubicBezTo>
                    <a:pt x="5576" y="503"/>
                    <a:pt x="5343" y="528"/>
                    <a:pt x="5089" y="528"/>
                  </a:cubicBezTo>
                  <a:cubicBezTo>
                    <a:pt x="4953" y="528"/>
                    <a:pt x="4811" y="520"/>
                    <a:pt x="4664" y="505"/>
                  </a:cubicBezTo>
                  <a:cubicBezTo>
                    <a:pt x="4244" y="465"/>
                    <a:pt x="3789" y="348"/>
                    <a:pt x="3313" y="229"/>
                  </a:cubicBezTo>
                  <a:cubicBezTo>
                    <a:pt x="2837" y="112"/>
                    <a:pt x="2373" y="15"/>
                    <a:pt x="1945" y="3"/>
                  </a:cubicBezTo>
                  <a:cubicBezTo>
                    <a:pt x="1903" y="1"/>
                    <a:pt x="1861" y="0"/>
                    <a:pt x="18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6"/>
            <p:cNvSpPr/>
            <p:nvPr/>
          </p:nvSpPr>
          <p:spPr>
            <a:xfrm>
              <a:off x="-676755" y="2382934"/>
              <a:ext cx="140903" cy="125951"/>
            </a:xfrm>
            <a:custGeom>
              <a:avLst/>
              <a:gdLst/>
              <a:ahLst/>
              <a:cxnLst/>
              <a:rect l="l" t="t" r="r" b="b"/>
              <a:pathLst>
                <a:path w="3091" h="2763" extrusionOk="0">
                  <a:moveTo>
                    <a:pt x="285" y="1"/>
                  </a:moveTo>
                  <a:cubicBezTo>
                    <a:pt x="285" y="1"/>
                    <a:pt x="220" y="35"/>
                    <a:pt x="145" y="144"/>
                  </a:cubicBezTo>
                  <a:cubicBezTo>
                    <a:pt x="71" y="255"/>
                    <a:pt x="1" y="442"/>
                    <a:pt x="1" y="678"/>
                  </a:cubicBezTo>
                  <a:cubicBezTo>
                    <a:pt x="5" y="914"/>
                    <a:pt x="62" y="1207"/>
                    <a:pt x="259" y="1461"/>
                  </a:cubicBezTo>
                  <a:cubicBezTo>
                    <a:pt x="456" y="1709"/>
                    <a:pt x="783" y="1889"/>
                    <a:pt x="1146" y="1919"/>
                  </a:cubicBezTo>
                  <a:cubicBezTo>
                    <a:pt x="1179" y="1921"/>
                    <a:pt x="1212" y="1923"/>
                    <a:pt x="1245" y="1923"/>
                  </a:cubicBezTo>
                  <a:cubicBezTo>
                    <a:pt x="1572" y="1923"/>
                    <a:pt x="1868" y="1813"/>
                    <a:pt x="2142" y="1802"/>
                  </a:cubicBezTo>
                  <a:cubicBezTo>
                    <a:pt x="2170" y="1800"/>
                    <a:pt x="2198" y="1798"/>
                    <a:pt x="2226" y="1798"/>
                  </a:cubicBezTo>
                  <a:cubicBezTo>
                    <a:pt x="2490" y="1798"/>
                    <a:pt x="2730" y="1894"/>
                    <a:pt x="2837" y="2076"/>
                  </a:cubicBezTo>
                  <a:cubicBezTo>
                    <a:pt x="2968" y="2264"/>
                    <a:pt x="3034" y="2443"/>
                    <a:pt x="3052" y="2570"/>
                  </a:cubicBezTo>
                  <a:cubicBezTo>
                    <a:pt x="3068" y="2697"/>
                    <a:pt x="3025" y="2758"/>
                    <a:pt x="3030" y="2762"/>
                  </a:cubicBezTo>
                  <a:cubicBezTo>
                    <a:pt x="3030" y="2762"/>
                    <a:pt x="3030" y="2763"/>
                    <a:pt x="3030" y="2763"/>
                  </a:cubicBezTo>
                  <a:cubicBezTo>
                    <a:pt x="3033" y="2763"/>
                    <a:pt x="3090" y="2697"/>
                    <a:pt x="3078" y="2566"/>
                  </a:cubicBezTo>
                  <a:cubicBezTo>
                    <a:pt x="3068" y="2435"/>
                    <a:pt x="3008" y="2247"/>
                    <a:pt x="2876" y="2050"/>
                  </a:cubicBezTo>
                  <a:cubicBezTo>
                    <a:pt x="2810" y="1954"/>
                    <a:pt x="2715" y="1849"/>
                    <a:pt x="2580" y="1802"/>
                  </a:cubicBezTo>
                  <a:cubicBezTo>
                    <a:pt x="2469" y="1753"/>
                    <a:pt x="2343" y="1733"/>
                    <a:pt x="2213" y="1733"/>
                  </a:cubicBezTo>
                  <a:cubicBezTo>
                    <a:pt x="2188" y="1733"/>
                    <a:pt x="2163" y="1734"/>
                    <a:pt x="2138" y="1736"/>
                  </a:cubicBezTo>
                  <a:cubicBezTo>
                    <a:pt x="1852" y="1743"/>
                    <a:pt x="1555" y="1852"/>
                    <a:pt x="1244" y="1852"/>
                  </a:cubicBezTo>
                  <a:cubicBezTo>
                    <a:pt x="1213" y="1852"/>
                    <a:pt x="1181" y="1851"/>
                    <a:pt x="1150" y="1849"/>
                  </a:cubicBezTo>
                  <a:cubicBezTo>
                    <a:pt x="805" y="1818"/>
                    <a:pt x="495" y="1653"/>
                    <a:pt x="307" y="1417"/>
                  </a:cubicBezTo>
                  <a:cubicBezTo>
                    <a:pt x="119" y="1185"/>
                    <a:pt x="62" y="905"/>
                    <a:pt x="53" y="678"/>
                  </a:cubicBezTo>
                  <a:cubicBezTo>
                    <a:pt x="45" y="451"/>
                    <a:pt x="101" y="267"/>
                    <a:pt x="167" y="158"/>
                  </a:cubicBezTo>
                  <a:cubicBezTo>
                    <a:pt x="232" y="49"/>
                    <a:pt x="289" y="5"/>
                    <a:pt x="2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6"/>
            <p:cNvSpPr/>
            <p:nvPr/>
          </p:nvSpPr>
          <p:spPr>
            <a:xfrm>
              <a:off x="-517162" y="2667156"/>
              <a:ext cx="68742" cy="148972"/>
            </a:xfrm>
            <a:custGeom>
              <a:avLst/>
              <a:gdLst/>
              <a:ahLst/>
              <a:cxnLst/>
              <a:rect l="l" t="t" r="r" b="b"/>
              <a:pathLst>
                <a:path w="1508" h="3268" extrusionOk="0">
                  <a:moveTo>
                    <a:pt x="1144" y="0"/>
                  </a:moveTo>
                  <a:cubicBezTo>
                    <a:pt x="1051" y="0"/>
                    <a:pt x="942" y="9"/>
                    <a:pt x="822" y="37"/>
                  </a:cubicBezTo>
                  <a:cubicBezTo>
                    <a:pt x="616" y="89"/>
                    <a:pt x="372" y="212"/>
                    <a:pt x="201" y="444"/>
                  </a:cubicBezTo>
                  <a:cubicBezTo>
                    <a:pt x="114" y="561"/>
                    <a:pt x="53" y="706"/>
                    <a:pt x="39" y="863"/>
                  </a:cubicBezTo>
                  <a:cubicBezTo>
                    <a:pt x="23" y="1021"/>
                    <a:pt x="49" y="1182"/>
                    <a:pt x="96" y="1339"/>
                  </a:cubicBezTo>
                  <a:cubicBezTo>
                    <a:pt x="197" y="1654"/>
                    <a:pt x="368" y="1912"/>
                    <a:pt x="459" y="2169"/>
                  </a:cubicBezTo>
                  <a:cubicBezTo>
                    <a:pt x="555" y="2427"/>
                    <a:pt x="573" y="2685"/>
                    <a:pt x="489" y="2873"/>
                  </a:cubicBezTo>
                  <a:cubicBezTo>
                    <a:pt x="416" y="3066"/>
                    <a:pt x="280" y="3179"/>
                    <a:pt x="175" y="3223"/>
                  </a:cubicBezTo>
                  <a:cubicBezTo>
                    <a:pt x="66" y="3266"/>
                    <a:pt x="1" y="3258"/>
                    <a:pt x="1" y="3262"/>
                  </a:cubicBezTo>
                  <a:cubicBezTo>
                    <a:pt x="1" y="3262"/>
                    <a:pt x="18" y="3268"/>
                    <a:pt x="53" y="3268"/>
                  </a:cubicBezTo>
                  <a:cubicBezTo>
                    <a:pt x="84" y="3268"/>
                    <a:pt x="128" y="3263"/>
                    <a:pt x="184" y="3244"/>
                  </a:cubicBezTo>
                  <a:cubicBezTo>
                    <a:pt x="297" y="3209"/>
                    <a:pt x="451" y="3092"/>
                    <a:pt x="533" y="2891"/>
                  </a:cubicBezTo>
                  <a:cubicBezTo>
                    <a:pt x="630" y="2689"/>
                    <a:pt x="616" y="2414"/>
                    <a:pt x="516" y="2148"/>
                  </a:cubicBezTo>
                  <a:cubicBezTo>
                    <a:pt x="428" y="1881"/>
                    <a:pt x="263" y="1618"/>
                    <a:pt x="166" y="1317"/>
                  </a:cubicBezTo>
                  <a:cubicBezTo>
                    <a:pt x="118" y="1168"/>
                    <a:pt x="92" y="1015"/>
                    <a:pt x="105" y="872"/>
                  </a:cubicBezTo>
                  <a:cubicBezTo>
                    <a:pt x="118" y="727"/>
                    <a:pt x="175" y="592"/>
                    <a:pt x="253" y="482"/>
                  </a:cubicBezTo>
                  <a:cubicBezTo>
                    <a:pt x="411" y="260"/>
                    <a:pt x="638" y="142"/>
                    <a:pt x="835" y="85"/>
                  </a:cubicBezTo>
                  <a:cubicBezTo>
                    <a:pt x="1002" y="44"/>
                    <a:pt x="1145" y="33"/>
                    <a:pt x="1256" y="33"/>
                  </a:cubicBezTo>
                  <a:cubicBezTo>
                    <a:pt x="1385" y="33"/>
                    <a:pt x="1471" y="48"/>
                    <a:pt x="1498" y="48"/>
                  </a:cubicBezTo>
                  <a:cubicBezTo>
                    <a:pt x="1505" y="48"/>
                    <a:pt x="1508" y="47"/>
                    <a:pt x="1508" y="45"/>
                  </a:cubicBezTo>
                  <a:cubicBezTo>
                    <a:pt x="1508" y="41"/>
                    <a:pt x="1443" y="24"/>
                    <a:pt x="1324" y="10"/>
                  </a:cubicBezTo>
                  <a:cubicBezTo>
                    <a:pt x="1274" y="5"/>
                    <a:pt x="1214" y="0"/>
                    <a:pt x="11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6"/>
            <p:cNvSpPr/>
            <p:nvPr/>
          </p:nvSpPr>
          <p:spPr>
            <a:xfrm>
              <a:off x="-454438" y="2101083"/>
              <a:ext cx="152026" cy="315038"/>
            </a:xfrm>
            <a:custGeom>
              <a:avLst/>
              <a:gdLst/>
              <a:ahLst/>
              <a:cxnLst/>
              <a:rect l="l" t="t" r="r" b="b"/>
              <a:pathLst>
                <a:path w="3335" h="6911" extrusionOk="0">
                  <a:moveTo>
                    <a:pt x="1815" y="0"/>
                  </a:moveTo>
                  <a:cubicBezTo>
                    <a:pt x="1765" y="0"/>
                    <a:pt x="1723" y="4"/>
                    <a:pt x="1692" y="8"/>
                  </a:cubicBezTo>
                  <a:cubicBezTo>
                    <a:pt x="1631" y="18"/>
                    <a:pt x="1600" y="22"/>
                    <a:pt x="1600" y="26"/>
                  </a:cubicBezTo>
                  <a:cubicBezTo>
                    <a:pt x="1600" y="30"/>
                    <a:pt x="1609" y="30"/>
                    <a:pt x="1625" y="30"/>
                  </a:cubicBezTo>
                  <a:cubicBezTo>
                    <a:pt x="1640" y="30"/>
                    <a:pt x="1663" y="30"/>
                    <a:pt x="1691" y="30"/>
                  </a:cubicBezTo>
                  <a:cubicBezTo>
                    <a:pt x="1750" y="30"/>
                    <a:pt x="1836" y="33"/>
                    <a:pt x="1945" y="52"/>
                  </a:cubicBezTo>
                  <a:cubicBezTo>
                    <a:pt x="2164" y="92"/>
                    <a:pt x="2479" y="218"/>
                    <a:pt x="2754" y="506"/>
                  </a:cubicBezTo>
                  <a:cubicBezTo>
                    <a:pt x="3030" y="786"/>
                    <a:pt x="3217" y="1250"/>
                    <a:pt x="3217" y="1779"/>
                  </a:cubicBezTo>
                  <a:cubicBezTo>
                    <a:pt x="3222" y="2303"/>
                    <a:pt x="3046" y="2876"/>
                    <a:pt x="2776" y="3417"/>
                  </a:cubicBezTo>
                  <a:cubicBezTo>
                    <a:pt x="2641" y="3693"/>
                    <a:pt x="2470" y="3933"/>
                    <a:pt x="2291" y="4165"/>
                  </a:cubicBezTo>
                  <a:cubicBezTo>
                    <a:pt x="2112" y="4397"/>
                    <a:pt x="1937" y="4615"/>
                    <a:pt x="1767" y="4820"/>
                  </a:cubicBezTo>
                  <a:cubicBezTo>
                    <a:pt x="1426" y="5231"/>
                    <a:pt x="1106" y="5589"/>
                    <a:pt x="840" y="5895"/>
                  </a:cubicBezTo>
                  <a:cubicBezTo>
                    <a:pt x="573" y="6202"/>
                    <a:pt x="364" y="6454"/>
                    <a:pt x="220" y="6629"/>
                  </a:cubicBezTo>
                  <a:cubicBezTo>
                    <a:pt x="75" y="6805"/>
                    <a:pt x="1" y="6904"/>
                    <a:pt x="10" y="6910"/>
                  </a:cubicBezTo>
                  <a:cubicBezTo>
                    <a:pt x="10" y="6910"/>
                    <a:pt x="11" y="6910"/>
                    <a:pt x="11" y="6910"/>
                  </a:cubicBezTo>
                  <a:cubicBezTo>
                    <a:pt x="22" y="6910"/>
                    <a:pt x="108" y="6819"/>
                    <a:pt x="254" y="6660"/>
                  </a:cubicBezTo>
                  <a:cubicBezTo>
                    <a:pt x="420" y="6476"/>
                    <a:pt x="639" y="6240"/>
                    <a:pt x="902" y="5952"/>
                  </a:cubicBezTo>
                  <a:cubicBezTo>
                    <a:pt x="1176" y="5655"/>
                    <a:pt x="1505" y="5296"/>
                    <a:pt x="1850" y="4891"/>
                  </a:cubicBezTo>
                  <a:cubicBezTo>
                    <a:pt x="2024" y="4685"/>
                    <a:pt x="2203" y="4466"/>
                    <a:pt x="2383" y="4235"/>
                  </a:cubicBezTo>
                  <a:cubicBezTo>
                    <a:pt x="2562" y="4007"/>
                    <a:pt x="2741" y="3749"/>
                    <a:pt x="2881" y="3469"/>
                  </a:cubicBezTo>
                  <a:cubicBezTo>
                    <a:pt x="3157" y="2915"/>
                    <a:pt x="3335" y="2325"/>
                    <a:pt x="3326" y="1774"/>
                  </a:cubicBezTo>
                  <a:cubicBezTo>
                    <a:pt x="3318" y="1228"/>
                    <a:pt x="3113" y="738"/>
                    <a:pt x="2810" y="446"/>
                  </a:cubicBezTo>
                  <a:cubicBezTo>
                    <a:pt x="2518" y="153"/>
                    <a:pt x="2181" y="34"/>
                    <a:pt x="1955" y="8"/>
                  </a:cubicBezTo>
                  <a:cubicBezTo>
                    <a:pt x="1903" y="3"/>
                    <a:pt x="1856" y="0"/>
                    <a:pt x="181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6"/>
            <p:cNvSpPr/>
            <p:nvPr/>
          </p:nvSpPr>
          <p:spPr>
            <a:xfrm>
              <a:off x="-640880" y="2556339"/>
              <a:ext cx="73118" cy="22337"/>
            </a:xfrm>
            <a:custGeom>
              <a:avLst/>
              <a:gdLst/>
              <a:ahLst/>
              <a:cxnLst/>
              <a:rect l="l" t="t" r="r" b="b"/>
              <a:pathLst>
                <a:path w="1604" h="490" extrusionOk="0">
                  <a:moveTo>
                    <a:pt x="1572" y="1"/>
                  </a:moveTo>
                  <a:cubicBezTo>
                    <a:pt x="1484" y="1"/>
                    <a:pt x="1163" y="78"/>
                    <a:pt x="787" y="191"/>
                  </a:cubicBezTo>
                  <a:cubicBezTo>
                    <a:pt x="345" y="322"/>
                    <a:pt x="0" y="453"/>
                    <a:pt x="10" y="483"/>
                  </a:cubicBezTo>
                  <a:cubicBezTo>
                    <a:pt x="11" y="488"/>
                    <a:pt x="19" y="490"/>
                    <a:pt x="34" y="490"/>
                  </a:cubicBezTo>
                  <a:cubicBezTo>
                    <a:pt x="123" y="490"/>
                    <a:pt x="443" y="412"/>
                    <a:pt x="817" y="300"/>
                  </a:cubicBezTo>
                  <a:cubicBezTo>
                    <a:pt x="1255" y="169"/>
                    <a:pt x="1604" y="38"/>
                    <a:pt x="1595" y="7"/>
                  </a:cubicBezTo>
                  <a:cubicBezTo>
                    <a:pt x="1594" y="3"/>
                    <a:pt x="1586" y="1"/>
                    <a:pt x="157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6"/>
            <p:cNvSpPr/>
            <p:nvPr/>
          </p:nvSpPr>
          <p:spPr>
            <a:xfrm>
              <a:off x="-616994" y="2555109"/>
              <a:ext cx="45084" cy="46633"/>
            </a:xfrm>
            <a:custGeom>
              <a:avLst/>
              <a:gdLst/>
              <a:ahLst/>
              <a:cxnLst/>
              <a:rect l="l" t="t" r="r" b="b"/>
              <a:pathLst>
                <a:path w="989" h="1023" extrusionOk="0">
                  <a:moveTo>
                    <a:pt x="961" y="0"/>
                  </a:moveTo>
                  <a:cubicBezTo>
                    <a:pt x="906" y="0"/>
                    <a:pt x="629" y="130"/>
                    <a:pt x="377" y="401"/>
                  </a:cubicBezTo>
                  <a:cubicBezTo>
                    <a:pt x="105" y="694"/>
                    <a:pt x="1" y="1014"/>
                    <a:pt x="31" y="1022"/>
                  </a:cubicBezTo>
                  <a:cubicBezTo>
                    <a:pt x="32" y="1022"/>
                    <a:pt x="32" y="1023"/>
                    <a:pt x="33" y="1023"/>
                  </a:cubicBezTo>
                  <a:cubicBezTo>
                    <a:pt x="69" y="1023"/>
                    <a:pt x="212" y="750"/>
                    <a:pt x="464" y="480"/>
                  </a:cubicBezTo>
                  <a:cubicBezTo>
                    <a:pt x="722" y="201"/>
                    <a:pt x="989" y="34"/>
                    <a:pt x="971" y="4"/>
                  </a:cubicBezTo>
                  <a:cubicBezTo>
                    <a:pt x="970" y="1"/>
                    <a:pt x="966" y="0"/>
                    <a:pt x="96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6"/>
            <p:cNvSpPr/>
            <p:nvPr/>
          </p:nvSpPr>
          <p:spPr>
            <a:xfrm>
              <a:off x="-112961" y="2157836"/>
              <a:ext cx="55842" cy="155035"/>
            </a:xfrm>
            <a:custGeom>
              <a:avLst/>
              <a:gdLst/>
              <a:ahLst/>
              <a:cxnLst/>
              <a:rect l="l" t="t" r="r" b="b"/>
              <a:pathLst>
                <a:path w="1225" h="3401" extrusionOk="0">
                  <a:moveTo>
                    <a:pt x="14" y="1"/>
                  </a:moveTo>
                  <a:cubicBezTo>
                    <a:pt x="13" y="1"/>
                    <a:pt x="13" y="1"/>
                    <a:pt x="13" y="1"/>
                  </a:cubicBezTo>
                  <a:cubicBezTo>
                    <a:pt x="0" y="5"/>
                    <a:pt x="27" y="205"/>
                    <a:pt x="101" y="525"/>
                  </a:cubicBezTo>
                  <a:cubicBezTo>
                    <a:pt x="176" y="844"/>
                    <a:pt x="293" y="1280"/>
                    <a:pt x="459" y="1752"/>
                  </a:cubicBezTo>
                  <a:cubicBezTo>
                    <a:pt x="625" y="2224"/>
                    <a:pt x="805" y="2644"/>
                    <a:pt x="949" y="2938"/>
                  </a:cubicBezTo>
                  <a:cubicBezTo>
                    <a:pt x="1090" y="3227"/>
                    <a:pt x="1193" y="3400"/>
                    <a:pt x="1210" y="3400"/>
                  </a:cubicBezTo>
                  <a:cubicBezTo>
                    <a:pt x="1210" y="3400"/>
                    <a:pt x="1210" y="3400"/>
                    <a:pt x="1211" y="3400"/>
                  </a:cubicBezTo>
                  <a:cubicBezTo>
                    <a:pt x="1224" y="3392"/>
                    <a:pt x="1150" y="3208"/>
                    <a:pt x="1023" y="2902"/>
                  </a:cubicBezTo>
                  <a:cubicBezTo>
                    <a:pt x="900" y="2601"/>
                    <a:pt x="735" y="2186"/>
                    <a:pt x="573" y="1714"/>
                  </a:cubicBezTo>
                  <a:cubicBezTo>
                    <a:pt x="406" y="1246"/>
                    <a:pt x="275" y="818"/>
                    <a:pt x="180" y="503"/>
                  </a:cubicBezTo>
                  <a:cubicBezTo>
                    <a:pt x="89" y="197"/>
                    <a:pt x="32" y="1"/>
                    <a:pt x="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6"/>
            <p:cNvSpPr/>
            <p:nvPr/>
          </p:nvSpPr>
          <p:spPr>
            <a:xfrm>
              <a:off x="-310982" y="2410787"/>
              <a:ext cx="145644" cy="67420"/>
            </a:xfrm>
            <a:custGeom>
              <a:avLst/>
              <a:gdLst/>
              <a:ahLst/>
              <a:cxnLst/>
              <a:rect l="l" t="t" r="r" b="b"/>
              <a:pathLst>
                <a:path w="3195" h="1479" extrusionOk="0">
                  <a:moveTo>
                    <a:pt x="3180" y="1"/>
                  </a:moveTo>
                  <a:cubicBezTo>
                    <a:pt x="3157" y="1"/>
                    <a:pt x="3048" y="176"/>
                    <a:pt x="2828" y="404"/>
                  </a:cubicBezTo>
                  <a:cubicBezTo>
                    <a:pt x="2600" y="640"/>
                    <a:pt x="2243" y="923"/>
                    <a:pt x="1779" y="1125"/>
                  </a:cubicBezTo>
                  <a:cubicBezTo>
                    <a:pt x="1321" y="1322"/>
                    <a:pt x="865" y="1391"/>
                    <a:pt x="538" y="1395"/>
                  </a:cubicBezTo>
                  <a:cubicBezTo>
                    <a:pt x="282" y="1395"/>
                    <a:pt x="101" y="1372"/>
                    <a:pt x="32" y="1372"/>
                  </a:cubicBezTo>
                  <a:cubicBezTo>
                    <a:pt x="12" y="1372"/>
                    <a:pt x="1" y="1373"/>
                    <a:pt x="0" y="1378"/>
                  </a:cubicBezTo>
                  <a:cubicBezTo>
                    <a:pt x="0" y="1387"/>
                    <a:pt x="197" y="1457"/>
                    <a:pt x="538" y="1474"/>
                  </a:cubicBezTo>
                  <a:cubicBezTo>
                    <a:pt x="583" y="1477"/>
                    <a:pt x="630" y="1478"/>
                    <a:pt x="679" y="1478"/>
                  </a:cubicBezTo>
                  <a:cubicBezTo>
                    <a:pt x="1001" y="1478"/>
                    <a:pt x="1414" y="1412"/>
                    <a:pt x="1827" y="1234"/>
                  </a:cubicBezTo>
                  <a:cubicBezTo>
                    <a:pt x="2303" y="1024"/>
                    <a:pt x="2670" y="719"/>
                    <a:pt x="2889" y="461"/>
                  </a:cubicBezTo>
                  <a:cubicBezTo>
                    <a:pt x="3108" y="198"/>
                    <a:pt x="3195" y="5"/>
                    <a:pt x="3182" y="1"/>
                  </a:cubicBezTo>
                  <a:cubicBezTo>
                    <a:pt x="3182" y="1"/>
                    <a:pt x="3181" y="1"/>
                    <a:pt x="318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6"/>
            <p:cNvSpPr/>
            <p:nvPr/>
          </p:nvSpPr>
          <p:spPr>
            <a:xfrm>
              <a:off x="-326526" y="2889930"/>
              <a:ext cx="89483" cy="35830"/>
            </a:xfrm>
            <a:custGeom>
              <a:avLst/>
              <a:gdLst/>
              <a:ahLst/>
              <a:cxnLst/>
              <a:rect l="l" t="t" r="r" b="b"/>
              <a:pathLst>
                <a:path w="1963" h="786" extrusionOk="0">
                  <a:moveTo>
                    <a:pt x="206" y="1"/>
                  </a:moveTo>
                  <a:cubicBezTo>
                    <a:pt x="206" y="1"/>
                    <a:pt x="31" y="114"/>
                    <a:pt x="44" y="276"/>
                  </a:cubicBezTo>
                  <a:cubicBezTo>
                    <a:pt x="52" y="374"/>
                    <a:pt x="219" y="394"/>
                    <a:pt x="349" y="394"/>
                  </a:cubicBezTo>
                  <a:cubicBezTo>
                    <a:pt x="434" y="394"/>
                    <a:pt x="503" y="386"/>
                    <a:pt x="503" y="386"/>
                  </a:cubicBezTo>
                  <a:lnTo>
                    <a:pt x="503" y="386"/>
                  </a:lnTo>
                  <a:cubicBezTo>
                    <a:pt x="503" y="386"/>
                    <a:pt x="0" y="569"/>
                    <a:pt x="206" y="739"/>
                  </a:cubicBezTo>
                  <a:cubicBezTo>
                    <a:pt x="247" y="772"/>
                    <a:pt x="340" y="785"/>
                    <a:pt x="465" y="785"/>
                  </a:cubicBezTo>
                  <a:cubicBezTo>
                    <a:pt x="966" y="785"/>
                    <a:pt x="1963" y="569"/>
                    <a:pt x="1963" y="569"/>
                  </a:cubicBezTo>
                  <a:lnTo>
                    <a:pt x="206" y="1"/>
                  </a:ln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6"/>
            <p:cNvSpPr/>
            <p:nvPr/>
          </p:nvSpPr>
          <p:spPr>
            <a:xfrm>
              <a:off x="-376761" y="2778976"/>
              <a:ext cx="149109" cy="138897"/>
            </a:xfrm>
            <a:custGeom>
              <a:avLst/>
              <a:gdLst/>
              <a:ahLst/>
              <a:cxnLst/>
              <a:rect l="l" t="t" r="r" b="b"/>
              <a:pathLst>
                <a:path w="3271" h="3047" extrusionOk="0">
                  <a:moveTo>
                    <a:pt x="971" y="0"/>
                  </a:moveTo>
                  <a:lnTo>
                    <a:pt x="1" y="1761"/>
                  </a:lnTo>
                  <a:cubicBezTo>
                    <a:pt x="1" y="1761"/>
                    <a:pt x="2346" y="3047"/>
                    <a:pt x="2941" y="3047"/>
                  </a:cubicBezTo>
                  <a:cubicBezTo>
                    <a:pt x="3002" y="3047"/>
                    <a:pt x="3045" y="3033"/>
                    <a:pt x="3065" y="3003"/>
                  </a:cubicBezTo>
                  <a:cubicBezTo>
                    <a:pt x="3270" y="2684"/>
                    <a:pt x="3204" y="1132"/>
                    <a:pt x="3178" y="1053"/>
                  </a:cubicBezTo>
                  <a:cubicBezTo>
                    <a:pt x="3147" y="980"/>
                    <a:pt x="971" y="0"/>
                    <a:pt x="971" y="0"/>
                  </a:cubicBez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6"/>
            <p:cNvSpPr/>
            <p:nvPr/>
          </p:nvSpPr>
          <p:spPr>
            <a:xfrm>
              <a:off x="-377308" y="2857656"/>
              <a:ext cx="118384" cy="41893"/>
            </a:xfrm>
            <a:custGeom>
              <a:avLst/>
              <a:gdLst/>
              <a:ahLst/>
              <a:cxnLst/>
              <a:rect l="l" t="t" r="r" b="b"/>
              <a:pathLst>
                <a:path w="2597" h="919" extrusionOk="0">
                  <a:moveTo>
                    <a:pt x="2" y="0"/>
                  </a:moveTo>
                  <a:cubicBezTo>
                    <a:pt x="1" y="0"/>
                    <a:pt x="1" y="0"/>
                    <a:pt x="0" y="1"/>
                  </a:cubicBezTo>
                  <a:cubicBezTo>
                    <a:pt x="0" y="1"/>
                    <a:pt x="31" y="27"/>
                    <a:pt x="87" y="67"/>
                  </a:cubicBezTo>
                  <a:cubicBezTo>
                    <a:pt x="170" y="123"/>
                    <a:pt x="249" y="176"/>
                    <a:pt x="337" y="237"/>
                  </a:cubicBezTo>
                  <a:cubicBezTo>
                    <a:pt x="537" y="386"/>
                    <a:pt x="852" y="555"/>
                    <a:pt x="1223" y="665"/>
                  </a:cubicBezTo>
                  <a:cubicBezTo>
                    <a:pt x="1590" y="779"/>
                    <a:pt x="1941" y="835"/>
                    <a:pt x="2189" y="870"/>
                  </a:cubicBezTo>
                  <a:cubicBezTo>
                    <a:pt x="2290" y="884"/>
                    <a:pt x="2386" y="896"/>
                    <a:pt x="2482" y="910"/>
                  </a:cubicBezTo>
                  <a:cubicBezTo>
                    <a:pt x="2552" y="918"/>
                    <a:pt x="2592" y="918"/>
                    <a:pt x="2592" y="918"/>
                  </a:cubicBezTo>
                  <a:cubicBezTo>
                    <a:pt x="2596" y="914"/>
                    <a:pt x="2556" y="906"/>
                    <a:pt x="2487" y="892"/>
                  </a:cubicBezTo>
                  <a:cubicBezTo>
                    <a:pt x="2391" y="874"/>
                    <a:pt x="2294" y="858"/>
                    <a:pt x="2194" y="840"/>
                  </a:cubicBezTo>
                  <a:cubicBezTo>
                    <a:pt x="1945" y="791"/>
                    <a:pt x="1604" y="731"/>
                    <a:pt x="1237" y="622"/>
                  </a:cubicBezTo>
                  <a:cubicBezTo>
                    <a:pt x="870" y="512"/>
                    <a:pt x="559" y="350"/>
                    <a:pt x="354" y="206"/>
                  </a:cubicBezTo>
                  <a:cubicBezTo>
                    <a:pt x="267" y="154"/>
                    <a:pt x="180" y="101"/>
                    <a:pt x="101" y="53"/>
                  </a:cubicBezTo>
                  <a:cubicBezTo>
                    <a:pt x="45" y="18"/>
                    <a:pt x="11" y="0"/>
                    <a:pt x="2" y="0"/>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6"/>
            <p:cNvSpPr/>
            <p:nvPr/>
          </p:nvSpPr>
          <p:spPr>
            <a:xfrm>
              <a:off x="-305785" y="2901007"/>
              <a:ext cx="46406" cy="7522"/>
            </a:xfrm>
            <a:custGeom>
              <a:avLst/>
              <a:gdLst/>
              <a:ahLst/>
              <a:cxnLst/>
              <a:rect l="l" t="t" r="r" b="b"/>
              <a:pathLst>
                <a:path w="1018" h="165" extrusionOk="0">
                  <a:moveTo>
                    <a:pt x="1006" y="0"/>
                  </a:moveTo>
                  <a:cubicBezTo>
                    <a:pt x="963" y="0"/>
                    <a:pt x="758" y="46"/>
                    <a:pt x="507" y="86"/>
                  </a:cubicBezTo>
                  <a:cubicBezTo>
                    <a:pt x="227" y="125"/>
                    <a:pt x="0" y="143"/>
                    <a:pt x="0" y="155"/>
                  </a:cubicBezTo>
                  <a:cubicBezTo>
                    <a:pt x="0" y="161"/>
                    <a:pt x="37" y="164"/>
                    <a:pt x="99" y="164"/>
                  </a:cubicBezTo>
                  <a:cubicBezTo>
                    <a:pt x="192" y="164"/>
                    <a:pt x="344" y="155"/>
                    <a:pt x="515" y="129"/>
                  </a:cubicBezTo>
                  <a:cubicBezTo>
                    <a:pt x="795" y="90"/>
                    <a:pt x="1018" y="16"/>
                    <a:pt x="1014" y="2"/>
                  </a:cubicBezTo>
                  <a:cubicBezTo>
                    <a:pt x="1013" y="1"/>
                    <a:pt x="1010" y="0"/>
                    <a:pt x="1006" y="0"/>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6"/>
            <p:cNvSpPr/>
            <p:nvPr/>
          </p:nvSpPr>
          <p:spPr>
            <a:xfrm>
              <a:off x="-525322" y="2223980"/>
              <a:ext cx="443086" cy="75534"/>
            </a:xfrm>
            <a:custGeom>
              <a:avLst/>
              <a:gdLst/>
              <a:ahLst/>
              <a:cxnLst/>
              <a:rect l="l" t="t" r="r" b="b"/>
              <a:pathLst>
                <a:path w="9720" h="1657" extrusionOk="0">
                  <a:moveTo>
                    <a:pt x="309" y="0"/>
                  </a:moveTo>
                  <a:cubicBezTo>
                    <a:pt x="105" y="0"/>
                    <a:pt x="5" y="92"/>
                    <a:pt x="0" y="92"/>
                  </a:cubicBezTo>
                  <a:lnTo>
                    <a:pt x="0" y="92"/>
                  </a:lnTo>
                  <a:cubicBezTo>
                    <a:pt x="0" y="92"/>
                    <a:pt x="0" y="92"/>
                    <a:pt x="0" y="92"/>
                  </a:cubicBezTo>
                  <a:lnTo>
                    <a:pt x="0" y="92"/>
                  </a:lnTo>
                  <a:cubicBezTo>
                    <a:pt x="0" y="92"/>
                    <a:pt x="0" y="92"/>
                    <a:pt x="0" y="92"/>
                  </a:cubicBezTo>
                  <a:cubicBezTo>
                    <a:pt x="0" y="92"/>
                    <a:pt x="0" y="92"/>
                    <a:pt x="0" y="92"/>
                  </a:cubicBezTo>
                  <a:lnTo>
                    <a:pt x="0" y="92"/>
                  </a:lnTo>
                  <a:cubicBezTo>
                    <a:pt x="0" y="92"/>
                    <a:pt x="1" y="93"/>
                    <a:pt x="1" y="93"/>
                  </a:cubicBezTo>
                  <a:cubicBezTo>
                    <a:pt x="13" y="93"/>
                    <a:pt x="109" y="23"/>
                    <a:pt x="284" y="23"/>
                  </a:cubicBezTo>
                  <a:cubicBezTo>
                    <a:pt x="322" y="23"/>
                    <a:pt x="365" y="27"/>
                    <a:pt x="411" y="35"/>
                  </a:cubicBezTo>
                  <a:cubicBezTo>
                    <a:pt x="547" y="61"/>
                    <a:pt x="700" y="136"/>
                    <a:pt x="857" y="254"/>
                  </a:cubicBezTo>
                  <a:cubicBezTo>
                    <a:pt x="1009" y="367"/>
                    <a:pt x="1176" y="525"/>
                    <a:pt x="1368" y="678"/>
                  </a:cubicBezTo>
                  <a:cubicBezTo>
                    <a:pt x="1556" y="839"/>
                    <a:pt x="1739" y="1041"/>
                    <a:pt x="1971" y="1224"/>
                  </a:cubicBezTo>
                  <a:cubicBezTo>
                    <a:pt x="2203" y="1403"/>
                    <a:pt x="2495" y="1547"/>
                    <a:pt x="2824" y="1608"/>
                  </a:cubicBezTo>
                  <a:cubicBezTo>
                    <a:pt x="2989" y="1641"/>
                    <a:pt x="3159" y="1657"/>
                    <a:pt x="3333" y="1657"/>
                  </a:cubicBezTo>
                  <a:cubicBezTo>
                    <a:pt x="3850" y="1657"/>
                    <a:pt x="4398" y="1521"/>
                    <a:pt x="4921" y="1311"/>
                  </a:cubicBezTo>
                  <a:cubicBezTo>
                    <a:pt x="5624" y="1031"/>
                    <a:pt x="6267" y="695"/>
                    <a:pt x="6896" y="521"/>
                  </a:cubicBezTo>
                  <a:cubicBezTo>
                    <a:pt x="7193" y="437"/>
                    <a:pt x="7484" y="385"/>
                    <a:pt x="7761" y="385"/>
                  </a:cubicBezTo>
                  <a:cubicBezTo>
                    <a:pt x="7774" y="385"/>
                    <a:pt x="7787" y="385"/>
                    <a:pt x="7800" y="385"/>
                  </a:cubicBezTo>
                  <a:cubicBezTo>
                    <a:pt x="8089" y="389"/>
                    <a:pt x="8356" y="438"/>
                    <a:pt x="8587" y="516"/>
                  </a:cubicBezTo>
                  <a:cubicBezTo>
                    <a:pt x="9055" y="674"/>
                    <a:pt x="9369" y="944"/>
                    <a:pt x="9523" y="1176"/>
                  </a:cubicBezTo>
                  <a:cubicBezTo>
                    <a:pt x="9674" y="1400"/>
                    <a:pt x="9705" y="1552"/>
                    <a:pt x="9719" y="1552"/>
                  </a:cubicBezTo>
                  <a:cubicBezTo>
                    <a:pt x="9719" y="1552"/>
                    <a:pt x="9720" y="1552"/>
                    <a:pt x="9720" y="1552"/>
                  </a:cubicBezTo>
                  <a:cubicBezTo>
                    <a:pt x="9720" y="1552"/>
                    <a:pt x="9710" y="1517"/>
                    <a:pt x="9684" y="1447"/>
                  </a:cubicBezTo>
                  <a:cubicBezTo>
                    <a:pt x="9676" y="1412"/>
                    <a:pt x="9658" y="1368"/>
                    <a:pt x="9636" y="1320"/>
                  </a:cubicBezTo>
                  <a:cubicBezTo>
                    <a:pt x="9610" y="1272"/>
                    <a:pt x="9583" y="1215"/>
                    <a:pt x="9545" y="1158"/>
                  </a:cubicBezTo>
                  <a:cubicBezTo>
                    <a:pt x="9396" y="922"/>
                    <a:pt x="9081" y="634"/>
                    <a:pt x="8605" y="468"/>
                  </a:cubicBezTo>
                  <a:cubicBezTo>
                    <a:pt x="8369" y="385"/>
                    <a:pt x="8098" y="333"/>
                    <a:pt x="7806" y="328"/>
                  </a:cubicBezTo>
                  <a:cubicBezTo>
                    <a:pt x="7785" y="327"/>
                    <a:pt x="7764" y="327"/>
                    <a:pt x="7743" y="327"/>
                  </a:cubicBezTo>
                  <a:cubicBezTo>
                    <a:pt x="7464" y="327"/>
                    <a:pt x="7171" y="378"/>
                    <a:pt x="6878" y="459"/>
                  </a:cubicBezTo>
                  <a:cubicBezTo>
                    <a:pt x="6237" y="630"/>
                    <a:pt x="5594" y="971"/>
                    <a:pt x="4895" y="1245"/>
                  </a:cubicBezTo>
                  <a:cubicBezTo>
                    <a:pt x="4373" y="1456"/>
                    <a:pt x="3834" y="1590"/>
                    <a:pt x="3328" y="1590"/>
                  </a:cubicBezTo>
                  <a:cubicBezTo>
                    <a:pt x="3160" y="1590"/>
                    <a:pt x="2995" y="1575"/>
                    <a:pt x="2836" y="1543"/>
                  </a:cubicBezTo>
                  <a:cubicBezTo>
                    <a:pt x="2517" y="1487"/>
                    <a:pt x="2233" y="1350"/>
                    <a:pt x="2006" y="1176"/>
                  </a:cubicBezTo>
                  <a:cubicBezTo>
                    <a:pt x="1779" y="1001"/>
                    <a:pt x="1595" y="800"/>
                    <a:pt x="1403" y="638"/>
                  </a:cubicBezTo>
                  <a:cubicBezTo>
                    <a:pt x="1202" y="490"/>
                    <a:pt x="1041" y="337"/>
                    <a:pt x="878" y="223"/>
                  </a:cubicBezTo>
                  <a:cubicBezTo>
                    <a:pt x="717" y="105"/>
                    <a:pt x="559" y="31"/>
                    <a:pt x="420" y="9"/>
                  </a:cubicBezTo>
                  <a:cubicBezTo>
                    <a:pt x="380" y="3"/>
                    <a:pt x="343" y="0"/>
                    <a:pt x="3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 name="Google Shape;403;p26"/>
          <p:cNvGrpSpPr/>
          <p:nvPr/>
        </p:nvGrpSpPr>
        <p:grpSpPr>
          <a:xfrm>
            <a:off x="4389208" y="3195116"/>
            <a:ext cx="1579322" cy="671293"/>
            <a:chOff x="4161633" y="3060816"/>
            <a:chExt cx="1579322" cy="671293"/>
          </a:xfrm>
        </p:grpSpPr>
        <p:sp>
          <p:nvSpPr>
            <p:cNvPr id="404" name="Google Shape;404;p26"/>
            <p:cNvSpPr/>
            <p:nvPr/>
          </p:nvSpPr>
          <p:spPr>
            <a:xfrm>
              <a:off x="4161633" y="3060816"/>
              <a:ext cx="1579322" cy="671293"/>
            </a:xfrm>
            <a:custGeom>
              <a:avLst/>
              <a:gdLst/>
              <a:ahLst/>
              <a:cxnLst/>
              <a:rect l="l" t="t" r="r" b="b"/>
              <a:pathLst>
                <a:path w="35998" h="15301" extrusionOk="0">
                  <a:moveTo>
                    <a:pt x="888" y="1"/>
                  </a:moveTo>
                  <a:cubicBezTo>
                    <a:pt x="398" y="1"/>
                    <a:pt x="1" y="398"/>
                    <a:pt x="1" y="887"/>
                  </a:cubicBezTo>
                  <a:lnTo>
                    <a:pt x="1" y="14413"/>
                  </a:lnTo>
                  <a:cubicBezTo>
                    <a:pt x="1" y="14903"/>
                    <a:pt x="398" y="15300"/>
                    <a:pt x="888" y="15300"/>
                  </a:cubicBezTo>
                  <a:lnTo>
                    <a:pt x="35110" y="15300"/>
                  </a:lnTo>
                  <a:cubicBezTo>
                    <a:pt x="35600" y="15300"/>
                    <a:pt x="35998" y="14903"/>
                    <a:pt x="35998" y="14413"/>
                  </a:cubicBezTo>
                  <a:lnTo>
                    <a:pt x="35998" y="887"/>
                  </a:lnTo>
                  <a:cubicBezTo>
                    <a:pt x="35998" y="398"/>
                    <a:pt x="35600" y="1"/>
                    <a:pt x="35110"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6"/>
            <p:cNvSpPr/>
            <p:nvPr/>
          </p:nvSpPr>
          <p:spPr>
            <a:xfrm>
              <a:off x="4276884" y="3249069"/>
              <a:ext cx="173735" cy="205016"/>
            </a:xfrm>
            <a:custGeom>
              <a:avLst/>
              <a:gdLst/>
              <a:ahLst/>
              <a:cxnLst/>
              <a:rect l="l" t="t" r="r" b="b"/>
              <a:pathLst>
                <a:path w="3960" h="4673" extrusionOk="0">
                  <a:moveTo>
                    <a:pt x="3938" y="1"/>
                  </a:moveTo>
                  <a:cubicBezTo>
                    <a:pt x="3025" y="5"/>
                    <a:pt x="2093" y="368"/>
                    <a:pt x="1381" y="997"/>
                  </a:cubicBezTo>
                  <a:cubicBezTo>
                    <a:pt x="538" y="1741"/>
                    <a:pt x="0" y="2859"/>
                    <a:pt x="145" y="4214"/>
                  </a:cubicBezTo>
                  <a:cubicBezTo>
                    <a:pt x="163" y="4357"/>
                    <a:pt x="184" y="4511"/>
                    <a:pt x="219" y="4664"/>
                  </a:cubicBezTo>
                  <a:lnTo>
                    <a:pt x="219" y="4672"/>
                  </a:lnTo>
                  <a:lnTo>
                    <a:pt x="3959" y="3833"/>
                  </a:lnTo>
                  <a:lnTo>
                    <a:pt x="3959" y="3104"/>
                  </a:lnTo>
                  <a:lnTo>
                    <a:pt x="3938"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6"/>
            <p:cNvSpPr/>
            <p:nvPr/>
          </p:nvSpPr>
          <p:spPr>
            <a:xfrm>
              <a:off x="4295266" y="3434077"/>
              <a:ext cx="328517" cy="168383"/>
            </a:xfrm>
            <a:custGeom>
              <a:avLst/>
              <a:gdLst/>
              <a:ahLst/>
              <a:cxnLst/>
              <a:rect l="l" t="t" r="r" b="b"/>
              <a:pathLst>
                <a:path w="7488" h="3838" extrusionOk="0">
                  <a:moveTo>
                    <a:pt x="3742" y="1"/>
                  </a:moveTo>
                  <a:lnTo>
                    <a:pt x="1" y="844"/>
                  </a:lnTo>
                  <a:cubicBezTo>
                    <a:pt x="385" y="2558"/>
                    <a:pt x="1915" y="3838"/>
                    <a:pt x="3742" y="3838"/>
                  </a:cubicBezTo>
                  <a:cubicBezTo>
                    <a:pt x="5577" y="3838"/>
                    <a:pt x="7112" y="2544"/>
                    <a:pt x="7487" y="818"/>
                  </a:cubicBezTo>
                  <a:lnTo>
                    <a:pt x="3746"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6"/>
            <p:cNvSpPr/>
            <p:nvPr/>
          </p:nvSpPr>
          <p:spPr>
            <a:xfrm>
              <a:off x="4746970" y="3289739"/>
              <a:ext cx="833709" cy="37774"/>
            </a:xfrm>
            <a:custGeom>
              <a:avLst/>
              <a:gdLst/>
              <a:ahLst/>
              <a:cxnLst/>
              <a:rect l="l" t="t" r="r" b="b"/>
              <a:pathLst>
                <a:path w="19003" h="861" extrusionOk="0">
                  <a:moveTo>
                    <a:pt x="1" y="1"/>
                  </a:moveTo>
                  <a:lnTo>
                    <a:pt x="1" y="861"/>
                  </a:lnTo>
                  <a:lnTo>
                    <a:pt x="19003" y="861"/>
                  </a:lnTo>
                  <a:lnTo>
                    <a:pt x="19003"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6"/>
            <p:cNvSpPr/>
            <p:nvPr/>
          </p:nvSpPr>
          <p:spPr>
            <a:xfrm>
              <a:off x="4746970" y="3389240"/>
              <a:ext cx="833709" cy="37818"/>
            </a:xfrm>
            <a:custGeom>
              <a:avLst/>
              <a:gdLst/>
              <a:ahLst/>
              <a:cxnLst/>
              <a:rect l="l" t="t" r="r" b="b"/>
              <a:pathLst>
                <a:path w="19003" h="862" extrusionOk="0">
                  <a:moveTo>
                    <a:pt x="1" y="0"/>
                  </a:moveTo>
                  <a:lnTo>
                    <a:pt x="1" y="861"/>
                  </a:lnTo>
                  <a:lnTo>
                    <a:pt x="19003" y="861"/>
                  </a:lnTo>
                  <a:lnTo>
                    <a:pt x="19003"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6"/>
            <p:cNvSpPr/>
            <p:nvPr/>
          </p:nvSpPr>
          <p:spPr>
            <a:xfrm>
              <a:off x="4746970" y="3499489"/>
              <a:ext cx="450658" cy="37818"/>
            </a:xfrm>
            <a:custGeom>
              <a:avLst/>
              <a:gdLst/>
              <a:ahLst/>
              <a:cxnLst/>
              <a:rect l="l" t="t" r="r" b="b"/>
              <a:pathLst>
                <a:path w="10272" h="862" extrusionOk="0">
                  <a:moveTo>
                    <a:pt x="1" y="0"/>
                  </a:moveTo>
                  <a:lnTo>
                    <a:pt x="1" y="861"/>
                  </a:lnTo>
                  <a:lnTo>
                    <a:pt x="10271" y="861"/>
                  </a:lnTo>
                  <a:lnTo>
                    <a:pt x="10271"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6"/>
            <p:cNvSpPr/>
            <p:nvPr/>
          </p:nvSpPr>
          <p:spPr>
            <a:xfrm flipH="1">
              <a:off x="4468091" y="3249069"/>
              <a:ext cx="173735" cy="205016"/>
            </a:xfrm>
            <a:custGeom>
              <a:avLst/>
              <a:gdLst/>
              <a:ahLst/>
              <a:cxnLst/>
              <a:rect l="l" t="t" r="r" b="b"/>
              <a:pathLst>
                <a:path w="3960" h="4673" extrusionOk="0">
                  <a:moveTo>
                    <a:pt x="3938" y="1"/>
                  </a:moveTo>
                  <a:cubicBezTo>
                    <a:pt x="3025" y="5"/>
                    <a:pt x="2093" y="368"/>
                    <a:pt x="1381" y="997"/>
                  </a:cubicBezTo>
                  <a:cubicBezTo>
                    <a:pt x="538" y="1741"/>
                    <a:pt x="0" y="2859"/>
                    <a:pt x="145" y="4214"/>
                  </a:cubicBezTo>
                  <a:cubicBezTo>
                    <a:pt x="163" y="4357"/>
                    <a:pt x="184" y="4511"/>
                    <a:pt x="219" y="4664"/>
                  </a:cubicBezTo>
                  <a:lnTo>
                    <a:pt x="219" y="4672"/>
                  </a:lnTo>
                  <a:lnTo>
                    <a:pt x="3959" y="3833"/>
                  </a:lnTo>
                  <a:lnTo>
                    <a:pt x="3959" y="3104"/>
                  </a:lnTo>
                  <a:lnTo>
                    <a:pt x="3938"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1" name="Google Shape;411;p26"/>
          <p:cNvSpPr/>
          <p:nvPr/>
        </p:nvSpPr>
        <p:spPr>
          <a:xfrm rot="-5400000">
            <a:off x="7251250" y="2108625"/>
            <a:ext cx="69000" cy="15900"/>
          </a:xfrm>
          <a:prstGeom prst="rtTriangle">
            <a:avLst/>
          </a:pr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6"/>
          <p:cNvSpPr/>
          <p:nvPr/>
        </p:nvSpPr>
        <p:spPr>
          <a:xfrm>
            <a:off x="5794118" y="2303902"/>
            <a:ext cx="21498" cy="21322"/>
          </a:xfrm>
          <a:custGeom>
            <a:avLst/>
            <a:gdLst/>
            <a:ahLst/>
            <a:cxnLst/>
            <a:rect l="l" t="t" r="r" b="b"/>
            <a:pathLst>
              <a:path w="490" h="486" extrusionOk="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6"/>
          <p:cNvSpPr/>
          <p:nvPr/>
        </p:nvSpPr>
        <p:spPr>
          <a:xfrm>
            <a:off x="7622393" y="1996627"/>
            <a:ext cx="21498" cy="21322"/>
          </a:xfrm>
          <a:custGeom>
            <a:avLst/>
            <a:gdLst/>
            <a:ahLst/>
            <a:cxnLst/>
            <a:rect l="l" t="t" r="r" b="b"/>
            <a:pathLst>
              <a:path w="490" h="486" extrusionOk="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6"/>
          <p:cNvSpPr/>
          <p:nvPr/>
        </p:nvSpPr>
        <p:spPr>
          <a:xfrm>
            <a:off x="4322798" y="3275550"/>
            <a:ext cx="1579326" cy="644066"/>
          </a:xfrm>
          <a:custGeom>
            <a:avLst/>
            <a:gdLst/>
            <a:ahLst/>
            <a:cxnLst/>
            <a:rect l="l" t="t" r="r" b="b"/>
            <a:pathLst>
              <a:path w="28297" h="7936" extrusionOk="0">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6"/>
          <p:cNvSpPr/>
          <p:nvPr/>
        </p:nvSpPr>
        <p:spPr>
          <a:xfrm>
            <a:off x="3703893" y="2892765"/>
            <a:ext cx="1241460" cy="348172"/>
          </a:xfrm>
          <a:custGeom>
            <a:avLst/>
            <a:gdLst/>
            <a:ahLst/>
            <a:cxnLst/>
            <a:rect l="l" t="t" r="r" b="b"/>
            <a:pathLst>
              <a:path w="28297" h="7936" extrusionOk="0">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6"/>
          <p:cNvSpPr/>
          <p:nvPr/>
        </p:nvSpPr>
        <p:spPr>
          <a:xfrm>
            <a:off x="5951893" y="1353648"/>
            <a:ext cx="1241460" cy="348172"/>
          </a:xfrm>
          <a:custGeom>
            <a:avLst/>
            <a:gdLst/>
            <a:ahLst/>
            <a:cxnLst/>
            <a:rect l="l" t="t" r="r" b="b"/>
            <a:pathLst>
              <a:path w="28297" h="7936" extrusionOk="0">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65;p26">
            <a:extLst>
              <a:ext uri="{FF2B5EF4-FFF2-40B4-BE49-F238E27FC236}">
                <a16:creationId xmlns:a16="http://schemas.microsoft.com/office/drawing/2014/main" id="{B65FE5CE-5736-C64E-C369-A35EE4D3FE63}"/>
              </a:ext>
            </a:extLst>
          </p:cNvPr>
          <p:cNvSpPr txBox="1">
            <a:spLocks/>
          </p:cNvSpPr>
          <p:nvPr/>
        </p:nvSpPr>
        <p:spPr>
          <a:xfrm>
            <a:off x="519307" y="3205654"/>
            <a:ext cx="3326700" cy="32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FCBF4A"/>
              </a:buClr>
              <a:buSzPts val="1400"/>
              <a:buFont typeface="Anaheim"/>
              <a:buNone/>
              <a:defRPr sz="1200" b="0" i="0" u="none" strike="noStrike" cap="none">
                <a:solidFill>
                  <a:srgbClr val="434343"/>
                </a:solidFill>
                <a:latin typeface="Anaheim"/>
                <a:ea typeface="Anaheim"/>
                <a:cs typeface="Anaheim"/>
                <a:sym typeface="Anaheim"/>
              </a:defRPr>
            </a:lvl1pPr>
            <a:lvl2pPr marL="914400" marR="0" lvl="1" indent="-304800" algn="ctr" rtl="0">
              <a:lnSpc>
                <a:spcPct val="100000"/>
              </a:lnSpc>
              <a:spcBef>
                <a:spcPts val="0"/>
              </a:spcBef>
              <a:spcAft>
                <a:spcPts val="0"/>
              </a:spcAft>
              <a:buClr>
                <a:srgbClr val="FCBF4A"/>
              </a:buClr>
              <a:buSzPts val="1400"/>
              <a:buFont typeface="Josefin Slab"/>
              <a:buNone/>
              <a:defRPr sz="1400" b="0" i="0" u="none" strike="noStrike" cap="none">
                <a:solidFill>
                  <a:srgbClr val="FCBF4A"/>
                </a:solidFill>
                <a:latin typeface="Josefin Slab"/>
                <a:ea typeface="Josefin Slab"/>
                <a:cs typeface="Josefin Slab"/>
                <a:sym typeface="Josefin Slab"/>
              </a:defRPr>
            </a:lvl2pPr>
            <a:lvl3pPr marL="1371600" marR="0" lvl="2" indent="-304800" algn="ctr" rtl="0">
              <a:lnSpc>
                <a:spcPct val="100000"/>
              </a:lnSpc>
              <a:spcBef>
                <a:spcPts val="0"/>
              </a:spcBef>
              <a:spcAft>
                <a:spcPts val="0"/>
              </a:spcAft>
              <a:buClr>
                <a:srgbClr val="FCBF4A"/>
              </a:buClr>
              <a:buSzPts val="1400"/>
              <a:buFont typeface="Josefin Slab"/>
              <a:buNone/>
              <a:defRPr sz="1400" b="0" i="0" u="none" strike="noStrike" cap="none">
                <a:solidFill>
                  <a:srgbClr val="FCBF4A"/>
                </a:solidFill>
                <a:latin typeface="Josefin Slab"/>
                <a:ea typeface="Josefin Slab"/>
                <a:cs typeface="Josefin Slab"/>
                <a:sym typeface="Josefin Slab"/>
              </a:defRPr>
            </a:lvl3pPr>
            <a:lvl4pPr marL="1828800" marR="0" lvl="3" indent="-304800" algn="ctr" rtl="0">
              <a:lnSpc>
                <a:spcPct val="100000"/>
              </a:lnSpc>
              <a:spcBef>
                <a:spcPts val="0"/>
              </a:spcBef>
              <a:spcAft>
                <a:spcPts val="0"/>
              </a:spcAft>
              <a:buClr>
                <a:srgbClr val="FCBF4A"/>
              </a:buClr>
              <a:buSzPts val="1400"/>
              <a:buFont typeface="Josefin Slab"/>
              <a:buNone/>
              <a:defRPr sz="1400" b="0" i="0" u="none" strike="noStrike" cap="none">
                <a:solidFill>
                  <a:srgbClr val="FCBF4A"/>
                </a:solidFill>
                <a:latin typeface="Josefin Slab"/>
                <a:ea typeface="Josefin Slab"/>
                <a:cs typeface="Josefin Slab"/>
                <a:sym typeface="Josefin Slab"/>
              </a:defRPr>
            </a:lvl4pPr>
            <a:lvl5pPr marL="2286000" marR="0" lvl="4" indent="-304800" algn="ctr" rtl="0">
              <a:lnSpc>
                <a:spcPct val="100000"/>
              </a:lnSpc>
              <a:spcBef>
                <a:spcPts val="0"/>
              </a:spcBef>
              <a:spcAft>
                <a:spcPts val="0"/>
              </a:spcAft>
              <a:buClr>
                <a:srgbClr val="FCBF4A"/>
              </a:buClr>
              <a:buSzPts val="1400"/>
              <a:buFont typeface="Josefin Slab"/>
              <a:buNone/>
              <a:defRPr sz="1400" b="0" i="0" u="none" strike="noStrike" cap="none">
                <a:solidFill>
                  <a:srgbClr val="FCBF4A"/>
                </a:solidFill>
                <a:latin typeface="Josefin Slab"/>
                <a:ea typeface="Josefin Slab"/>
                <a:cs typeface="Josefin Slab"/>
                <a:sym typeface="Josefin Slab"/>
              </a:defRPr>
            </a:lvl5pPr>
            <a:lvl6pPr marL="2743200" marR="0" lvl="5" indent="-304800" algn="ctr" rtl="0">
              <a:lnSpc>
                <a:spcPct val="100000"/>
              </a:lnSpc>
              <a:spcBef>
                <a:spcPts val="0"/>
              </a:spcBef>
              <a:spcAft>
                <a:spcPts val="0"/>
              </a:spcAft>
              <a:buClr>
                <a:srgbClr val="FCBF4A"/>
              </a:buClr>
              <a:buSzPts val="1400"/>
              <a:buFont typeface="Josefin Slab"/>
              <a:buNone/>
              <a:defRPr sz="1400" b="0" i="0" u="none" strike="noStrike" cap="none">
                <a:solidFill>
                  <a:srgbClr val="FCBF4A"/>
                </a:solidFill>
                <a:latin typeface="Josefin Slab"/>
                <a:ea typeface="Josefin Slab"/>
                <a:cs typeface="Josefin Slab"/>
                <a:sym typeface="Josefin Slab"/>
              </a:defRPr>
            </a:lvl6pPr>
            <a:lvl7pPr marL="3200400" marR="0" lvl="6" indent="-304800" algn="ctr" rtl="0">
              <a:lnSpc>
                <a:spcPct val="100000"/>
              </a:lnSpc>
              <a:spcBef>
                <a:spcPts val="0"/>
              </a:spcBef>
              <a:spcAft>
                <a:spcPts val="0"/>
              </a:spcAft>
              <a:buClr>
                <a:srgbClr val="FCBF4A"/>
              </a:buClr>
              <a:buSzPts val="1400"/>
              <a:buFont typeface="Josefin Slab"/>
              <a:buNone/>
              <a:defRPr sz="1400" b="0" i="0" u="none" strike="noStrike" cap="none">
                <a:solidFill>
                  <a:srgbClr val="FCBF4A"/>
                </a:solidFill>
                <a:latin typeface="Josefin Slab"/>
                <a:ea typeface="Josefin Slab"/>
                <a:cs typeface="Josefin Slab"/>
                <a:sym typeface="Josefin Slab"/>
              </a:defRPr>
            </a:lvl7pPr>
            <a:lvl8pPr marL="3657600" marR="0" lvl="7" indent="-304800" algn="ctr" rtl="0">
              <a:lnSpc>
                <a:spcPct val="100000"/>
              </a:lnSpc>
              <a:spcBef>
                <a:spcPts val="0"/>
              </a:spcBef>
              <a:spcAft>
                <a:spcPts val="0"/>
              </a:spcAft>
              <a:buClr>
                <a:srgbClr val="FCBF4A"/>
              </a:buClr>
              <a:buSzPts val="1400"/>
              <a:buFont typeface="Josefin Slab"/>
              <a:buNone/>
              <a:defRPr sz="1400" b="0" i="0" u="none" strike="noStrike" cap="none">
                <a:solidFill>
                  <a:srgbClr val="FCBF4A"/>
                </a:solidFill>
                <a:latin typeface="Josefin Slab"/>
                <a:ea typeface="Josefin Slab"/>
                <a:cs typeface="Josefin Slab"/>
                <a:sym typeface="Josefin Slab"/>
              </a:defRPr>
            </a:lvl8pPr>
            <a:lvl9pPr marL="4114800" marR="0" lvl="8" indent="-304800" algn="ctr" rtl="0">
              <a:lnSpc>
                <a:spcPct val="100000"/>
              </a:lnSpc>
              <a:spcBef>
                <a:spcPts val="0"/>
              </a:spcBef>
              <a:spcAft>
                <a:spcPts val="0"/>
              </a:spcAft>
              <a:buClr>
                <a:srgbClr val="FCBF4A"/>
              </a:buClr>
              <a:buSzPts val="1400"/>
              <a:buFont typeface="Josefin Slab"/>
              <a:buNone/>
              <a:defRPr sz="1400" b="0" i="0" u="none" strike="noStrike" cap="none">
                <a:solidFill>
                  <a:srgbClr val="FCBF4A"/>
                </a:solidFill>
                <a:latin typeface="Josefin Slab"/>
                <a:ea typeface="Josefin Slab"/>
                <a:cs typeface="Josefin Slab"/>
                <a:sym typeface="Josefin Slab"/>
              </a:defRPr>
            </a:lvl9pPr>
          </a:lstStyle>
          <a:p>
            <a:pPr marL="0" indent="0"/>
            <a:r>
              <a:rPr lang="vi-VN" sz="1600" dirty="0">
                <a:latin typeface="SendUI"/>
              </a:rPr>
              <a:t>GVHD: Đinh Thủy Tiên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61"/>
        <p:cNvGrpSpPr/>
        <p:nvPr/>
      </p:nvGrpSpPr>
      <p:grpSpPr>
        <a:xfrm>
          <a:off x="0" y="0"/>
          <a:ext cx="0" cy="0"/>
          <a:chOff x="0" y="0"/>
          <a:chExt cx="0" cy="0"/>
        </a:xfrm>
      </p:grpSpPr>
      <p:grpSp>
        <p:nvGrpSpPr>
          <p:cNvPr id="2462" name="Google Shape;2462;p42"/>
          <p:cNvGrpSpPr/>
          <p:nvPr/>
        </p:nvGrpSpPr>
        <p:grpSpPr>
          <a:xfrm>
            <a:off x="3787701" y="3222858"/>
            <a:ext cx="4844588" cy="630607"/>
            <a:chOff x="6974992" y="1394136"/>
            <a:chExt cx="596881" cy="630607"/>
          </a:xfrm>
        </p:grpSpPr>
        <p:sp>
          <p:nvSpPr>
            <p:cNvPr id="2463" name="Google Shape;2463;p42"/>
            <p:cNvSpPr/>
            <p:nvPr/>
          </p:nvSpPr>
          <p:spPr>
            <a:xfrm>
              <a:off x="6982074" y="1434944"/>
              <a:ext cx="589800" cy="5898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464" name="Google Shape;2464;p42"/>
            <p:cNvSpPr/>
            <p:nvPr/>
          </p:nvSpPr>
          <p:spPr>
            <a:xfrm>
              <a:off x="6974992" y="1394136"/>
              <a:ext cx="589800" cy="5898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grpSp>
      <p:grpSp>
        <p:nvGrpSpPr>
          <p:cNvPr id="2465" name="Google Shape;2465;p42"/>
          <p:cNvGrpSpPr/>
          <p:nvPr/>
        </p:nvGrpSpPr>
        <p:grpSpPr>
          <a:xfrm>
            <a:off x="3787693" y="4360460"/>
            <a:ext cx="4844588" cy="630607"/>
            <a:chOff x="6974992" y="1394136"/>
            <a:chExt cx="596881" cy="630607"/>
          </a:xfrm>
        </p:grpSpPr>
        <p:sp>
          <p:nvSpPr>
            <p:cNvPr id="2466" name="Google Shape;2466;p42"/>
            <p:cNvSpPr/>
            <p:nvPr/>
          </p:nvSpPr>
          <p:spPr>
            <a:xfrm>
              <a:off x="6982074" y="1434944"/>
              <a:ext cx="589800" cy="5898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467" name="Google Shape;2467;p42"/>
            <p:cNvSpPr/>
            <p:nvPr/>
          </p:nvSpPr>
          <p:spPr>
            <a:xfrm>
              <a:off x="6974992" y="1394136"/>
              <a:ext cx="589800" cy="5898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grpSp>
      <p:grpSp>
        <p:nvGrpSpPr>
          <p:cNvPr id="2468" name="Google Shape;2468;p42"/>
          <p:cNvGrpSpPr/>
          <p:nvPr/>
        </p:nvGrpSpPr>
        <p:grpSpPr>
          <a:xfrm>
            <a:off x="3787693" y="1978735"/>
            <a:ext cx="4844596" cy="630608"/>
            <a:chOff x="6974992" y="1394136"/>
            <a:chExt cx="596882" cy="630608"/>
          </a:xfrm>
        </p:grpSpPr>
        <p:sp>
          <p:nvSpPr>
            <p:cNvPr id="2469" name="Google Shape;2469;p42"/>
            <p:cNvSpPr/>
            <p:nvPr/>
          </p:nvSpPr>
          <p:spPr>
            <a:xfrm>
              <a:off x="6982074" y="1434944"/>
              <a:ext cx="589800" cy="5898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470" name="Google Shape;2470;p42"/>
            <p:cNvSpPr/>
            <p:nvPr/>
          </p:nvSpPr>
          <p:spPr>
            <a:xfrm>
              <a:off x="6974992" y="1394136"/>
              <a:ext cx="589800" cy="5898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grpSp>
      <p:sp>
        <p:nvSpPr>
          <p:cNvPr id="2471" name="Google Shape;2471;p42"/>
          <p:cNvSpPr/>
          <p:nvPr/>
        </p:nvSpPr>
        <p:spPr>
          <a:xfrm>
            <a:off x="98" y="4048798"/>
            <a:ext cx="28596" cy="32"/>
          </a:xfrm>
          <a:custGeom>
            <a:avLst/>
            <a:gdLst/>
            <a:ahLst/>
            <a:cxnLst/>
            <a:rect l="l" t="t" r="r" b="b"/>
            <a:pathLst>
              <a:path w="893" h="1" fill="none" extrusionOk="0">
                <a:moveTo>
                  <a:pt x="0" y="1"/>
                </a:moveTo>
                <a:lnTo>
                  <a:pt x="892" y="1"/>
                </a:lnTo>
              </a:path>
            </a:pathLst>
          </a:custGeom>
          <a:noFill/>
          <a:ln w="3800" cap="flat" cmpd="sng">
            <a:solidFill>
              <a:srgbClr val="1F1F1F"/>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434343"/>
              </a:solidFill>
            </a:endParaRPr>
          </a:p>
        </p:txBody>
      </p:sp>
      <p:sp>
        <p:nvSpPr>
          <p:cNvPr id="2475" name="Google Shape;2475;p42"/>
          <p:cNvSpPr txBox="1">
            <a:spLocks noGrp="1"/>
          </p:cNvSpPr>
          <p:nvPr>
            <p:ph type="title"/>
          </p:nvPr>
        </p:nvSpPr>
        <p:spPr>
          <a:xfrm>
            <a:off x="4367356" y="1878454"/>
            <a:ext cx="3526200" cy="69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latin typeface="Microsoft YaHei UI" panose="020B0503020204020204" pitchFamily="34" charset="-122"/>
                <a:ea typeface="Microsoft YaHei UI" panose="020B0503020204020204" pitchFamily="34" charset="-122"/>
              </a:rPr>
              <a:t>A46219_Lê Hải Sơn</a:t>
            </a:r>
            <a:endParaRPr lang="vi-VN" sz="2000" dirty="0">
              <a:ea typeface="Microsoft YaHei UI" panose="020B0503020204020204" pitchFamily="34" charset="-122"/>
            </a:endParaRPr>
          </a:p>
        </p:txBody>
      </p:sp>
      <p:sp>
        <p:nvSpPr>
          <p:cNvPr id="2476" name="Google Shape;2476;p42"/>
          <p:cNvSpPr txBox="1">
            <a:spLocks noGrp="1"/>
          </p:cNvSpPr>
          <p:nvPr>
            <p:ph type="title" idx="4"/>
          </p:nvPr>
        </p:nvSpPr>
        <p:spPr>
          <a:xfrm>
            <a:off x="4367356" y="3090128"/>
            <a:ext cx="3870196" cy="69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latin typeface="Microsoft YaHei UI" panose="020B0503020204020204" pitchFamily="34" charset="-122"/>
                <a:ea typeface="Microsoft YaHei UI" panose="020B0503020204020204" pitchFamily="34" charset="-122"/>
              </a:rPr>
              <a:t>A42026_Phạm Văn Hà</a:t>
            </a:r>
            <a:endParaRPr sz="2000" dirty="0">
              <a:latin typeface="Microsoft YaHei UI" panose="020B0503020204020204" pitchFamily="34" charset="-122"/>
              <a:ea typeface="Microsoft YaHei UI" panose="020B0503020204020204" pitchFamily="34" charset="-122"/>
            </a:endParaRPr>
          </a:p>
        </p:txBody>
      </p:sp>
      <p:sp>
        <p:nvSpPr>
          <p:cNvPr id="2477" name="Google Shape;2477;p42"/>
          <p:cNvSpPr txBox="1">
            <a:spLocks noGrp="1"/>
          </p:cNvSpPr>
          <p:nvPr>
            <p:ph type="title" idx="5"/>
          </p:nvPr>
        </p:nvSpPr>
        <p:spPr>
          <a:xfrm>
            <a:off x="4367355" y="4342623"/>
            <a:ext cx="4105863" cy="64110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latin typeface="Microsoft YaHei UI" panose="020B0503020204020204" pitchFamily="34" charset="-122"/>
                <a:ea typeface="Microsoft YaHei UI" panose="020B0503020204020204" pitchFamily="34" charset="-122"/>
              </a:rPr>
              <a:t>A46456_Đỗ Hoàng Hiệp</a:t>
            </a:r>
            <a:endParaRPr sz="2000" dirty="0">
              <a:latin typeface="Microsoft YaHei UI" panose="020B0503020204020204" pitchFamily="34" charset="-122"/>
              <a:ea typeface="Microsoft YaHei UI" panose="020B0503020204020204" pitchFamily="34" charset="-122"/>
            </a:endParaRPr>
          </a:p>
        </p:txBody>
      </p:sp>
      <p:grpSp>
        <p:nvGrpSpPr>
          <p:cNvPr id="9" name="Google Shape;2620;p46">
            <a:extLst>
              <a:ext uri="{FF2B5EF4-FFF2-40B4-BE49-F238E27FC236}">
                <a16:creationId xmlns:a16="http://schemas.microsoft.com/office/drawing/2014/main" id="{E3B97197-D3DE-0F5D-C7F8-88FD24D3BADE}"/>
              </a:ext>
            </a:extLst>
          </p:cNvPr>
          <p:cNvGrpSpPr/>
          <p:nvPr/>
        </p:nvGrpSpPr>
        <p:grpSpPr>
          <a:xfrm>
            <a:off x="275669" y="1090223"/>
            <a:ext cx="2360510" cy="3801392"/>
            <a:chOff x="5819039" y="912475"/>
            <a:chExt cx="2360510" cy="3801392"/>
          </a:xfrm>
        </p:grpSpPr>
        <p:sp>
          <p:nvSpPr>
            <p:cNvPr id="10" name="Google Shape;2621;p46">
              <a:extLst>
                <a:ext uri="{FF2B5EF4-FFF2-40B4-BE49-F238E27FC236}">
                  <a16:creationId xmlns:a16="http://schemas.microsoft.com/office/drawing/2014/main" id="{EFF288DF-529D-E211-32D6-1967E01804AE}"/>
                </a:ext>
              </a:extLst>
            </p:cNvPr>
            <p:cNvSpPr/>
            <p:nvPr/>
          </p:nvSpPr>
          <p:spPr>
            <a:xfrm>
              <a:off x="7402881" y="2309654"/>
              <a:ext cx="45988" cy="10862"/>
            </a:xfrm>
            <a:custGeom>
              <a:avLst/>
              <a:gdLst/>
              <a:ahLst/>
              <a:cxnLst/>
              <a:rect l="l" t="t" r="r" b="b"/>
              <a:pathLst>
                <a:path w="1122" h="265" extrusionOk="0">
                  <a:moveTo>
                    <a:pt x="1052" y="1"/>
                  </a:moveTo>
                  <a:cubicBezTo>
                    <a:pt x="958" y="1"/>
                    <a:pt x="765" y="27"/>
                    <a:pt x="546" y="72"/>
                  </a:cubicBezTo>
                  <a:cubicBezTo>
                    <a:pt x="244" y="140"/>
                    <a:pt x="1" y="219"/>
                    <a:pt x="4" y="252"/>
                  </a:cubicBezTo>
                  <a:cubicBezTo>
                    <a:pt x="6" y="260"/>
                    <a:pt x="28" y="264"/>
                    <a:pt x="64" y="264"/>
                  </a:cubicBezTo>
                  <a:cubicBezTo>
                    <a:pt x="158" y="264"/>
                    <a:pt x="352" y="238"/>
                    <a:pt x="572" y="193"/>
                  </a:cubicBezTo>
                  <a:cubicBezTo>
                    <a:pt x="878" y="125"/>
                    <a:pt x="1121" y="46"/>
                    <a:pt x="1114" y="13"/>
                  </a:cubicBezTo>
                  <a:cubicBezTo>
                    <a:pt x="1112" y="5"/>
                    <a:pt x="1090" y="1"/>
                    <a:pt x="105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622;p46">
              <a:extLst>
                <a:ext uri="{FF2B5EF4-FFF2-40B4-BE49-F238E27FC236}">
                  <a16:creationId xmlns:a16="http://schemas.microsoft.com/office/drawing/2014/main" id="{ED668F91-4FBF-AF77-0770-116B72DCD7AD}"/>
                </a:ext>
              </a:extLst>
            </p:cNvPr>
            <p:cNvSpPr/>
            <p:nvPr/>
          </p:nvSpPr>
          <p:spPr>
            <a:xfrm>
              <a:off x="7492765" y="2281537"/>
              <a:ext cx="44717" cy="16354"/>
            </a:xfrm>
            <a:custGeom>
              <a:avLst/>
              <a:gdLst/>
              <a:ahLst/>
              <a:cxnLst/>
              <a:rect l="l" t="t" r="r" b="b"/>
              <a:pathLst>
                <a:path w="1091" h="399" extrusionOk="0">
                  <a:moveTo>
                    <a:pt x="1051" y="0"/>
                  </a:moveTo>
                  <a:cubicBezTo>
                    <a:pt x="976" y="0"/>
                    <a:pt x="766" y="56"/>
                    <a:pt x="523" y="143"/>
                  </a:cubicBezTo>
                  <a:cubicBezTo>
                    <a:pt x="232" y="247"/>
                    <a:pt x="0" y="359"/>
                    <a:pt x="11" y="389"/>
                  </a:cubicBezTo>
                  <a:cubicBezTo>
                    <a:pt x="13" y="395"/>
                    <a:pt x="24" y="398"/>
                    <a:pt x="42" y="398"/>
                  </a:cubicBezTo>
                  <a:cubicBezTo>
                    <a:pt x="117" y="398"/>
                    <a:pt x="325" y="343"/>
                    <a:pt x="564" y="258"/>
                  </a:cubicBezTo>
                  <a:cubicBezTo>
                    <a:pt x="859" y="150"/>
                    <a:pt x="1090" y="41"/>
                    <a:pt x="1080" y="8"/>
                  </a:cubicBezTo>
                  <a:cubicBezTo>
                    <a:pt x="1077" y="3"/>
                    <a:pt x="1067" y="0"/>
                    <a:pt x="10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623;p46">
              <a:extLst>
                <a:ext uri="{FF2B5EF4-FFF2-40B4-BE49-F238E27FC236}">
                  <a16:creationId xmlns:a16="http://schemas.microsoft.com/office/drawing/2014/main" id="{E0588109-EB6B-11B0-B30A-4A1A27D871B1}"/>
                </a:ext>
              </a:extLst>
            </p:cNvPr>
            <p:cNvSpPr/>
            <p:nvPr/>
          </p:nvSpPr>
          <p:spPr>
            <a:xfrm>
              <a:off x="7578959" y="2241699"/>
              <a:ext cx="42586" cy="21887"/>
            </a:xfrm>
            <a:custGeom>
              <a:avLst/>
              <a:gdLst/>
              <a:ahLst/>
              <a:cxnLst/>
              <a:rect l="l" t="t" r="r" b="b"/>
              <a:pathLst>
                <a:path w="1039" h="534" extrusionOk="0">
                  <a:moveTo>
                    <a:pt x="1006" y="1"/>
                  </a:moveTo>
                  <a:cubicBezTo>
                    <a:pt x="950" y="1"/>
                    <a:pt x="735" y="88"/>
                    <a:pt x="489" y="215"/>
                  </a:cubicBezTo>
                  <a:cubicBezTo>
                    <a:pt x="213" y="360"/>
                    <a:pt x="0" y="498"/>
                    <a:pt x="15" y="528"/>
                  </a:cubicBezTo>
                  <a:cubicBezTo>
                    <a:pt x="17" y="532"/>
                    <a:pt x="22" y="534"/>
                    <a:pt x="30" y="534"/>
                  </a:cubicBezTo>
                  <a:cubicBezTo>
                    <a:pt x="89" y="534"/>
                    <a:pt x="300" y="447"/>
                    <a:pt x="545" y="322"/>
                  </a:cubicBezTo>
                  <a:cubicBezTo>
                    <a:pt x="825" y="177"/>
                    <a:pt x="1038" y="35"/>
                    <a:pt x="1020" y="5"/>
                  </a:cubicBezTo>
                  <a:cubicBezTo>
                    <a:pt x="1018" y="2"/>
                    <a:pt x="1013" y="1"/>
                    <a:pt x="100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624;p46">
              <a:extLst>
                <a:ext uri="{FF2B5EF4-FFF2-40B4-BE49-F238E27FC236}">
                  <a16:creationId xmlns:a16="http://schemas.microsoft.com/office/drawing/2014/main" id="{9D4A5D13-3A85-AA4E-4C68-02314A9BF5AE}"/>
                </a:ext>
              </a:extLst>
            </p:cNvPr>
            <p:cNvSpPr/>
            <p:nvPr/>
          </p:nvSpPr>
          <p:spPr>
            <a:xfrm>
              <a:off x="7659621" y="2190302"/>
              <a:ext cx="39225" cy="27462"/>
            </a:xfrm>
            <a:custGeom>
              <a:avLst/>
              <a:gdLst/>
              <a:ahLst/>
              <a:cxnLst/>
              <a:rect l="l" t="t" r="r" b="b"/>
              <a:pathLst>
                <a:path w="957" h="670" extrusionOk="0">
                  <a:moveTo>
                    <a:pt x="927" y="0"/>
                  </a:moveTo>
                  <a:cubicBezTo>
                    <a:pt x="877" y="0"/>
                    <a:pt x="673" y="121"/>
                    <a:pt x="441" y="284"/>
                  </a:cubicBezTo>
                  <a:cubicBezTo>
                    <a:pt x="191" y="467"/>
                    <a:pt x="0" y="639"/>
                    <a:pt x="19" y="665"/>
                  </a:cubicBezTo>
                  <a:cubicBezTo>
                    <a:pt x="21" y="668"/>
                    <a:pt x="24" y="670"/>
                    <a:pt x="30" y="670"/>
                  </a:cubicBezTo>
                  <a:cubicBezTo>
                    <a:pt x="81" y="670"/>
                    <a:pt x="283" y="550"/>
                    <a:pt x="512" y="381"/>
                  </a:cubicBezTo>
                  <a:cubicBezTo>
                    <a:pt x="766" y="198"/>
                    <a:pt x="957" y="26"/>
                    <a:pt x="938" y="4"/>
                  </a:cubicBezTo>
                  <a:cubicBezTo>
                    <a:pt x="936" y="2"/>
                    <a:pt x="932" y="0"/>
                    <a:pt x="9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625;p46">
              <a:extLst>
                <a:ext uri="{FF2B5EF4-FFF2-40B4-BE49-F238E27FC236}">
                  <a16:creationId xmlns:a16="http://schemas.microsoft.com/office/drawing/2014/main" id="{28466D5B-224E-9919-4263-F53A1B2CDA86}"/>
                </a:ext>
              </a:extLst>
            </p:cNvPr>
            <p:cNvSpPr/>
            <p:nvPr/>
          </p:nvSpPr>
          <p:spPr>
            <a:xfrm>
              <a:off x="7732495" y="2127347"/>
              <a:ext cx="34798" cy="33077"/>
            </a:xfrm>
            <a:custGeom>
              <a:avLst/>
              <a:gdLst/>
              <a:ahLst/>
              <a:cxnLst/>
              <a:rect l="l" t="t" r="r" b="b"/>
              <a:pathLst>
                <a:path w="849" h="807" extrusionOk="0">
                  <a:moveTo>
                    <a:pt x="816" y="0"/>
                  </a:moveTo>
                  <a:cubicBezTo>
                    <a:pt x="778" y="0"/>
                    <a:pt x="590" y="152"/>
                    <a:pt x="382" y="360"/>
                  </a:cubicBezTo>
                  <a:cubicBezTo>
                    <a:pt x="161" y="580"/>
                    <a:pt x="1" y="778"/>
                    <a:pt x="23" y="804"/>
                  </a:cubicBezTo>
                  <a:cubicBezTo>
                    <a:pt x="25" y="806"/>
                    <a:pt x="27" y="807"/>
                    <a:pt x="31" y="807"/>
                  </a:cubicBezTo>
                  <a:cubicBezTo>
                    <a:pt x="75" y="807"/>
                    <a:pt x="260" y="653"/>
                    <a:pt x="468" y="445"/>
                  </a:cubicBezTo>
                  <a:cubicBezTo>
                    <a:pt x="687" y="226"/>
                    <a:pt x="849" y="24"/>
                    <a:pt x="822" y="2"/>
                  </a:cubicBezTo>
                  <a:cubicBezTo>
                    <a:pt x="820" y="1"/>
                    <a:pt x="819" y="0"/>
                    <a:pt x="81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626;p46">
              <a:extLst>
                <a:ext uri="{FF2B5EF4-FFF2-40B4-BE49-F238E27FC236}">
                  <a16:creationId xmlns:a16="http://schemas.microsoft.com/office/drawing/2014/main" id="{0E2594D5-293B-0520-3920-7049064C4C21}"/>
                </a:ext>
              </a:extLst>
            </p:cNvPr>
            <p:cNvSpPr/>
            <p:nvPr/>
          </p:nvSpPr>
          <p:spPr>
            <a:xfrm>
              <a:off x="7795122" y="2053695"/>
              <a:ext cx="28773" cy="38282"/>
            </a:xfrm>
            <a:custGeom>
              <a:avLst/>
              <a:gdLst/>
              <a:ahLst/>
              <a:cxnLst/>
              <a:rect l="l" t="t" r="r" b="b"/>
              <a:pathLst>
                <a:path w="702" h="934" extrusionOk="0">
                  <a:moveTo>
                    <a:pt x="669" y="0"/>
                  </a:moveTo>
                  <a:cubicBezTo>
                    <a:pt x="634" y="0"/>
                    <a:pt x="472" y="186"/>
                    <a:pt x="299" y="432"/>
                  </a:cubicBezTo>
                  <a:cubicBezTo>
                    <a:pt x="123" y="689"/>
                    <a:pt x="0" y="913"/>
                    <a:pt x="26" y="932"/>
                  </a:cubicBezTo>
                  <a:cubicBezTo>
                    <a:pt x="27" y="933"/>
                    <a:pt x="29" y="934"/>
                    <a:pt x="31" y="934"/>
                  </a:cubicBezTo>
                  <a:cubicBezTo>
                    <a:pt x="70" y="934"/>
                    <a:pt x="230" y="746"/>
                    <a:pt x="400" y="502"/>
                  </a:cubicBezTo>
                  <a:cubicBezTo>
                    <a:pt x="579" y="244"/>
                    <a:pt x="702" y="20"/>
                    <a:pt x="672" y="1"/>
                  </a:cubicBezTo>
                  <a:cubicBezTo>
                    <a:pt x="671" y="1"/>
                    <a:pt x="670" y="0"/>
                    <a:pt x="6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627;p46">
              <a:extLst>
                <a:ext uri="{FF2B5EF4-FFF2-40B4-BE49-F238E27FC236}">
                  <a16:creationId xmlns:a16="http://schemas.microsoft.com/office/drawing/2014/main" id="{7D71B272-7FFF-114B-AD88-85E0B43573FC}"/>
                </a:ext>
              </a:extLst>
            </p:cNvPr>
            <p:cNvSpPr/>
            <p:nvPr/>
          </p:nvSpPr>
          <p:spPr>
            <a:xfrm>
              <a:off x="7844429" y="1970739"/>
              <a:ext cx="21150" cy="42668"/>
            </a:xfrm>
            <a:custGeom>
              <a:avLst/>
              <a:gdLst/>
              <a:ahLst/>
              <a:cxnLst/>
              <a:rect l="l" t="t" r="r" b="b"/>
              <a:pathLst>
                <a:path w="516" h="1041" extrusionOk="0">
                  <a:moveTo>
                    <a:pt x="483" y="1"/>
                  </a:moveTo>
                  <a:cubicBezTo>
                    <a:pt x="446" y="1"/>
                    <a:pt x="325" y="221"/>
                    <a:pt x="202" y="498"/>
                  </a:cubicBezTo>
                  <a:cubicBezTo>
                    <a:pt x="78" y="782"/>
                    <a:pt x="0" y="1025"/>
                    <a:pt x="30" y="1039"/>
                  </a:cubicBezTo>
                  <a:cubicBezTo>
                    <a:pt x="31" y="1040"/>
                    <a:pt x="32" y="1040"/>
                    <a:pt x="34" y="1040"/>
                  </a:cubicBezTo>
                  <a:cubicBezTo>
                    <a:pt x="69" y="1040"/>
                    <a:pt x="192" y="823"/>
                    <a:pt x="314" y="546"/>
                  </a:cubicBezTo>
                  <a:cubicBezTo>
                    <a:pt x="437" y="259"/>
                    <a:pt x="516" y="16"/>
                    <a:pt x="485" y="1"/>
                  </a:cubicBezTo>
                  <a:cubicBezTo>
                    <a:pt x="484" y="1"/>
                    <a:pt x="483" y="1"/>
                    <a:pt x="48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628;p46">
              <a:extLst>
                <a:ext uri="{FF2B5EF4-FFF2-40B4-BE49-F238E27FC236}">
                  <a16:creationId xmlns:a16="http://schemas.microsoft.com/office/drawing/2014/main" id="{7F583567-3173-6600-213B-21FD17C6E9DC}"/>
                </a:ext>
              </a:extLst>
            </p:cNvPr>
            <p:cNvSpPr/>
            <p:nvPr/>
          </p:nvSpPr>
          <p:spPr>
            <a:xfrm>
              <a:off x="7877300" y="1881348"/>
              <a:ext cx="12911" cy="45373"/>
            </a:xfrm>
            <a:custGeom>
              <a:avLst/>
              <a:gdLst/>
              <a:ahLst/>
              <a:cxnLst/>
              <a:rect l="l" t="t" r="r" b="b"/>
              <a:pathLst>
                <a:path w="315" h="1107" extrusionOk="0">
                  <a:moveTo>
                    <a:pt x="279" y="1"/>
                  </a:moveTo>
                  <a:cubicBezTo>
                    <a:pt x="249" y="1"/>
                    <a:pt x="168" y="241"/>
                    <a:pt x="98" y="539"/>
                  </a:cubicBezTo>
                  <a:cubicBezTo>
                    <a:pt x="31" y="845"/>
                    <a:pt x="0" y="1096"/>
                    <a:pt x="31" y="1106"/>
                  </a:cubicBezTo>
                  <a:cubicBezTo>
                    <a:pt x="31" y="1107"/>
                    <a:pt x="32" y="1107"/>
                    <a:pt x="32" y="1107"/>
                  </a:cubicBezTo>
                  <a:cubicBezTo>
                    <a:pt x="66" y="1107"/>
                    <a:pt x="147" y="871"/>
                    <a:pt x="214" y="569"/>
                  </a:cubicBezTo>
                  <a:cubicBezTo>
                    <a:pt x="285" y="258"/>
                    <a:pt x="314" y="8"/>
                    <a:pt x="281" y="1"/>
                  </a:cubicBezTo>
                  <a:cubicBezTo>
                    <a:pt x="280" y="1"/>
                    <a:pt x="280" y="1"/>
                    <a:pt x="27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629;p46">
              <a:extLst>
                <a:ext uri="{FF2B5EF4-FFF2-40B4-BE49-F238E27FC236}">
                  <a16:creationId xmlns:a16="http://schemas.microsoft.com/office/drawing/2014/main" id="{4A921E79-29BE-07D3-E8B4-F8994DD9D374}"/>
                </a:ext>
              </a:extLst>
            </p:cNvPr>
            <p:cNvSpPr/>
            <p:nvPr/>
          </p:nvSpPr>
          <p:spPr>
            <a:xfrm>
              <a:off x="7893531" y="1789047"/>
              <a:ext cx="6640" cy="46439"/>
            </a:xfrm>
            <a:custGeom>
              <a:avLst/>
              <a:gdLst/>
              <a:ahLst/>
              <a:cxnLst/>
              <a:rect l="l" t="t" r="r" b="b"/>
              <a:pathLst>
                <a:path w="162" h="1133" extrusionOk="0">
                  <a:moveTo>
                    <a:pt x="116" y="0"/>
                  </a:moveTo>
                  <a:cubicBezTo>
                    <a:pt x="87" y="0"/>
                    <a:pt x="42" y="250"/>
                    <a:pt x="23" y="561"/>
                  </a:cubicBezTo>
                  <a:cubicBezTo>
                    <a:pt x="1" y="871"/>
                    <a:pt x="12" y="1129"/>
                    <a:pt x="45" y="1133"/>
                  </a:cubicBezTo>
                  <a:cubicBezTo>
                    <a:pt x="46" y="1133"/>
                    <a:pt x="46" y="1133"/>
                    <a:pt x="46" y="1133"/>
                  </a:cubicBezTo>
                  <a:cubicBezTo>
                    <a:pt x="80" y="1133"/>
                    <a:pt x="124" y="880"/>
                    <a:pt x="142" y="569"/>
                  </a:cubicBezTo>
                  <a:cubicBezTo>
                    <a:pt x="161" y="255"/>
                    <a:pt x="150" y="0"/>
                    <a:pt x="11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630;p46">
              <a:extLst>
                <a:ext uri="{FF2B5EF4-FFF2-40B4-BE49-F238E27FC236}">
                  <a16:creationId xmlns:a16="http://schemas.microsoft.com/office/drawing/2014/main" id="{43C6EB51-DAEF-1F03-E49D-6A119383448A}"/>
                </a:ext>
              </a:extLst>
            </p:cNvPr>
            <p:cNvSpPr/>
            <p:nvPr/>
          </p:nvSpPr>
          <p:spPr>
            <a:xfrm>
              <a:off x="7892178" y="1696254"/>
              <a:ext cx="7214" cy="46480"/>
            </a:xfrm>
            <a:custGeom>
              <a:avLst/>
              <a:gdLst/>
              <a:ahLst/>
              <a:cxnLst/>
              <a:rect l="l" t="t" r="r" b="b"/>
              <a:pathLst>
                <a:path w="176" h="1134" extrusionOk="0">
                  <a:moveTo>
                    <a:pt x="38" y="1"/>
                  </a:moveTo>
                  <a:cubicBezTo>
                    <a:pt x="38" y="1"/>
                    <a:pt x="37" y="1"/>
                    <a:pt x="37" y="1"/>
                  </a:cubicBezTo>
                  <a:cubicBezTo>
                    <a:pt x="4" y="9"/>
                    <a:pt x="0" y="263"/>
                    <a:pt x="26" y="573"/>
                  </a:cubicBezTo>
                  <a:cubicBezTo>
                    <a:pt x="56" y="883"/>
                    <a:pt x="104" y="1133"/>
                    <a:pt x="138" y="1133"/>
                  </a:cubicBezTo>
                  <a:cubicBezTo>
                    <a:pt x="172" y="1130"/>
                    <a:pt x="175" y="875"/>
                    <a:pt x="146" y="561"/>
                  </a:cubicBezTo>
                  <a:cubicBezTo>
                    <a:pt x="120" y="250"/>
                    <a:pt x="72" y="1"/>
                    <a:pt x="3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631;p46">
              <a:extLst>
                <a:ext uri="{FF2B5EF4-FFF2-40B4-BE49-F238E27FC236}">
                  <a16:creationId xmlns:a16="http://schemas.microsoft.com/office/drawing/2014/main" id="{6946464A-CF57-DAB4-B312-5B0CDF92758A}"/>
                </a:ext>
              </a:extLst>
            </p:cNvPr>
            <p:cNvSpPr/>
            <p:nvPr/>
          </p:nvSpPr>
          <p:spPr>
            <a:xfrm>
              <a:off x="7873612" y="1605347"/>
              <a:ext cx="13813" cy="45209"/>
            </a:xfrm>
            <a:custGeom>
              <a:avLst/>
              <a:gdLst/>
              <a:ahLst/>
              <a:cxnLst/>
              <a:rect l="l" t="t" r="r" b="b"/>
              <a:pathLst>
                <a:path w="337" h="1103" extrusionOk="0">
                  <a:moveTo>
                    <a:pt x="33" y="0"/>
                  </a:moveTo>
                  <a:cubicBezTo>
                    <a:pt x="32" y="0"/>
                    <a:pt x="32" y="0"/>
                    <a:pt x="31" y="0"/>
                  </a:cubicBezTo>
                  <a:cubicBezTo>
                    <a:pt x="1" y="12"/>
                    <a:pt x="35" y="266"/>
                    <a:pt x="109" y="569"/>
                  </a:cubicBezTo>
                  <a:cubicBezTo>
                    <a:pt x="183" y="866"/>
                    <a:pt x="271" y="1102"/>
                    <a:pt x="306" y="1102"/>
                  </a:cubicBezTo>
                  <a:cubicBezTo>
                    <a:pt x="306" y="1102"/>
                    <a:pt x="307" y="1102"/>
                    <a:pt x="307" y="1102"/>
                  </a:cubicBezTo>
                  <a:cubicBezTo>
                    <a:pt x="337" y="1095"/>
                    <a:pt x="304" y="845"/>
                    <a:pt x="225" y="538"/>
                  </a:cubicBezTo>
                  <a:cubicBezTo>
                    <a:pt x="152" y="237"/>
                    <a:pt x="67" y="0"/>
                    <a:pt x="3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632;p46">
              <a:extLst>
                <a:ext uri="{FF2B5EF4-FFF2-40B4-BE49-F238E27FC236}">
                  <a16:creationId xmlns:a16="http://schemas.microsoft.com/office/drawing/2014/main" id="{1BF25921-44BC-E566-EE7A-270716A1D575}"/>
                </a:ext>
              </a:extLst>
            </p:cNvPr>
            <p:cNvSpPr/>
            <p:nvPr/>
          </p:nvSpPr>
          <p:spPr>
            <a:xfrm>
              <a:off x="7839962" y="1518948"/>
              <a:ext cx="21313" cy="42504"/>
            </a:xfrm>
            <a:custGeom>
              <a:avLst/>
              <a:gdLst/>
              <a:ahLst/>
              <a:cxnLst/>
              <a:rect l="l" t="t" r="r" b="b"/>
              <a:pathLst>
                <a:path w="520" h="1037" extrusionOk="0">
                  <a:moveTo>
                    <a:pt x="33" y="1"/>
                  </a:moveTo>
                  <a:cubicBezTo>
                    <a:pt x="32" y="1"/>
                    <a:pt x="31" y="1"/>
                    <a:pt x="30" y="2"/>
                  </a:cubicBezTo>
                  <a:cubicBezTo>
                    <a:pt x="1" y="17"/>
                    <a:pt x="79" y="260"/>
                    <a:pt x="206" y="543"/>
                  </a:cubicBezTo>
                  <a:cubicBezTo>
                    <a:pt x="326" y="820"/>
                    <a:pt x="450" y="1037"/>
                    <a:pt x="487" y="1037"/>
                  </a:cubicBezTo>
                  <a:cubicBezTo>
                    <a:pt x="488" y="1037"/>
                    <a:pt x="489" y="1036"/>
                    <a:pt x="490" y="1036"/>
                  </a:cubicBezTo>
                  <a:cubicBezTo>
                    <a:pt x="520" y="1025"/>
                    <a:pt x="441" y="782"/>
                    <a:pt x="314" y="495"/>
                  </a:cubicBezTo>
                  <a:cubicBezTo>
                    <a:pt x="191" y="216"/>
                    <a:pt x="68" y="1"/>
                    <a:pt x="3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633;p46">
              <a:extLst>
                <a:ext uri="{FF2B5EF4-FFF2-40B4-BE49-F238E27FC236}">
                  <a16:creationId xmlns:a16="http://schemas.microsoft.com/office/drawing/2014/main" id="{D5F2DFEB-4B17-0BDB-553F-6161D1922222}"/>
                </a:ext>
              </a:extLst>
            </p:cNvPr>
            <p:cNvSpPr/>
            <p:nvPr/>
          </p:nvSpPr>
          <p:spPr>
            <a:xfrm>
              <a:off x="7790819" y="1440295"/>
              <a:ext cx="28978" cy="38200"/>
            </a:xfrm>
            <a:custGeom>
              <a:avLst/>
              <a:gdLst/>
              <a:ahLst/>
              <a:cxnLst/>
              <a:rect l="l" t="t" r="r" b="b"/>
              <a:pathLst>
                <a:path w="707" h="932" extrusionOk="0">
                  <a:moveTo>
                    <a:pt x="31" y="0"/>
                  </a:moveTo>
                  <a:cubicBezTo>
                    <a:pt x="29" y="0"/>
                    <a:pt x="27" y="1"/>
                    <a:pt x="26" y="1"/>
                  </a:cubicBezTo>
                  <a:cubicBezTo>
                    <a:pt x="0" y="24"/>
                    <a:pt x="124" y="243"/>
                    <a:pt x="303" y="502"/>
                  </a:cubicBezTo>
                  <a:cubicBezTo>
                    <a:pt x="476" y="746"/>
                    <a:pt x="634" y="932"/>
                    <a:pt x="672" y="932"/>
                  </a:cubicBezTo>
                  <a:cubicBezTo>
                    <a:pt x="674" y="932"/>
                    <a:pt x="675" y="932"/>
                    <a:pt x="676" y="931"/>
                  </a:cubicBezTo>
                  <a:cubicBezTo>
                    <a:pt x="707" y="912"/>
                    <a:pt x="583" y="688"/>
                    <a:pt x="400" y="431"/>
                  </a:cubicBezTo>
                  <a:cubicBezTo>
                    <a:pt x="229" y="184"/>
                    <a:pt x="68" y="0"/>
                    <a:pt x="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634;p46">
              <a:extLst>
                <a:ext uri="{FF2B5EF4-FFF2-40B4-BE49-F238E27FC236}">
                  <a16:creationId xmlns:a16="http://schemas.microsoft.com/office/drawing/2014/main" id="{0D2F9A78-0113-435A-5BB2-AFB45185C696}"/>
                </a:ext>
              </a:extLst>
            </p:cNvPr>
            <p:cNvSpPr/>
            <p:nvPr/>
          </p:nvSpPr>
          <p:spPr>
            <a:xfrm>
              <a:off x="7726347" y="1373611"/>
              <a:ext cx="36192" cy="31765"/>
            </a:xfrm>
            <a:custGeom>
              <a:avLst/>
              <a:gdLst/>
              <a:ahLst/>
              <a:cxnLst/>
              <a:rect l="l" t="t" r="r" b="b"/>
              <a:pathLst>
                <a:path w="883" h="775" extrusionOk="0">
                  <a:moveTo>
                    <a:pt x="31" y="1"/>
                  </a:moveTo>
                  <a:cubicBezTo>
                    <a:pt x="27" y="1"/>
                    <a:pt x="25" y="2"/>
                    <a:pt x="23" y="3"/>
                  </a:cubicBezTo>
                  <a:cubicBezTo>
                    <a:pt x="1" y="29"/>
                    <a:pt x="180" y="208"/>
                    <a:pt x="411" y="422"/>
                  </a:cubicBezTo>
                  <a:cubicBezTo>
                    <a:pt x="626" y="618"/>
                    <a:pt x="810" y="774"/>
                    <a:pt x="850" y="774"/>
                  </a:cubicBezTo>
                  <a:cubicBezTo>
                    <a:pt x="853" y="774"/>
                    <a:pt x="855" y="774"/>
                    <a:pt x="856" y="772"/>
                  </a:cubicBezTo>
                  <a:cubicBezTo>
                    <a:pt x="882" y="750"/>
                    <a:pt x="725" y="548"/>
                    <a:pt x="490" y="332"/>
                  </a:cubicBezTo>
                  <a:cubicBezTo>
                    <a:pt x="275" y="134"/>
                    <a:pt x="76" y="1"/>
                    <a:pt x="3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635;p46">
              <a:extLst>
                <a:ext uri="{FF2B5EF4-FFF2-40B4-BE49-F238E27FC236}">
                  <a16:creationId xmlns:a16="http://schemas.microsoft.com/office/drawing/2014/main" id="{6A5099D7-D1F2-3E69-4E94-AD2CCC2CE45F}"/>
                </a:ext>
              </a:extLst>
            </p:cNvPr>
            <p:cNvSpPr/>
            <p:nvPr/>
          </p:nvSpPr>
          <p:spPr>
            <a:xfrm>
              <a:off x="7668802" y="1333526"/>
              <a:ext cx="21641" cy="13116"/>
            </a:xfrm>
            <a:custGeom>
              <a:avLst/>
              <a:gdLst/>
              <a:ahLst/>
              <a:cxnLst/>
              <a:rect l="l" t="t" r="r" b="b"/>
              <a:pathLst>
                <a:path w="528" h="320" extrusionOk="0">
                  <a:moveTo>
                    <a:pt x="42" y="1"/>
                  </a:moveTo>
                  <a:cubicBezTo>
                    <a:pt x="30" y="1"/>
                    <a:pt x="22" y="4"/>
                    <a:pt x="19" y="10"/>
                  </a:cubicBezTo>
                  <a:cubicBezTo>
                    <a:pt x="0" y="40"/>
                    <a:pt x="98" y="130"/>
                    <a:pt x="232" y="212"/>
                  </a:cubicBezTo>
                  <a:cubicBezTo>
                    <a:pt x="341" y="278"/>
                    <a:pt x="444" y="320"/>
                    <a:pt x="488" y="320"/>
                  </a:cubicBezTo>
                  <a:cubicBezTo>
                    <a:pt x="498" y="320"/>
                    <a:pt x="505" y="317"/>
                    <a:pt x="508" y="312"/>
                  </a:cubicBezTo>
                  <a:cubicBezTo>
                    <a:pt x="527" y="283"/>
                    <a:pt x="434" y="193"/>
                    <a:pt x="296" y="111"/>
                  </a:cubicBezTo>
                  <a:cubicBezTo>
                    <a:pt x="187" y="43"/>
                    <a:pt x="87" y="1"/>
                    <a:pt x="4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636;p46">
              <a:extLst>
                <a:ext uri="{FF2B5EF4-FFF2-40B4-BE49-F238E27FC236}">
                  <a16:creationId xmlns:a16="http://schemas.microsoft.com/office/drawing/2014/main" id="{7EDCB361-D13C-BABE-7FDE-5655B6169D2A}"/>
                </a:ext>
              </a:extLst>
            </p:cNvPr>
            <p:cNvSpPr/>
            <p:nvPr/>
          </p:nvSpPr>
          <p:spPr>
            <a:xfrm>
              <a:off x="7085687" y="912475"/>
              <a:ext cx="654980" cy="654980"/>
            </a:xfrm>
            <a:custGeom>
              <a:avLst/>
              <a:gdLst/>
              <a:ahLst/>
              <a:cxnLst/>
              <a:rect l="l" t="t" r="r" b="b"/>
              <a:pathLst>
                <a:path w="15980" h="15980" extrusionOk="0">
                  <a:moveTo>
                    <a:pt x="7990" y="0"/>
                  </a:moveTo>
                  <a:cubicBezTo>
                    <a:pt x="3578" y="0"/>
                    <a:pt x="1" y="3579"/>
                    <a:pt x="1" y="7989"/>
                  </a:cubicBezTo>
                  <a:cubicBezTo>
                    <a:pt x="1" y="12404"/>
                    <a:pt x="3578" y="15979"/>
                    <a:pt x="7990" y="15979"/>
                  </a:cubicBezTo>
                  <a:cubicBezTo>
                    <a:pt x="12405" y="15979"/>
                    <a:pt x="15980" y="12404"/>
                    <a:pt x="15980" y="7989"/>
                  </a:cubicBezTo>
                  <a:cubicBezTo>
                    <a:pt x="15980" y="3579"/>
                    <a:pt x="12405" y="0"/>
                    <a:pt x="7990"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37;p46">
              <a:extLst>
                <a:ext uri="{FF2B5EF4-FFF2-40B4-BE49-F238E27FC236}">
                  <a16:creationId xmlns:a16="http://schemas.microsoft.com/office/drawing/2014/main" id="{24603100-458D-31BF-9C0B-936BB7F65491}"/>
                </a:ext>
              </a:extLst>
            </p:cNvPr>
            <p:cNvSpPr/>
            <p:nvPr/>
          </p:nvSpPr>
          <p:spPr>
            <a:xfrm>
              <a:off x="7219467" y="1115480"/>
              <a:ext cx="387373" cy="282322"/>
            </a:xfrm>
            <a:custGeom>
              <a:avLst/>
              <a:gdLst/>
              <a:ahLst/>
              <a:cxnLst/>
              <a:rect l="l" t="t" r="r" b="b"/>
              <a:pathLst>
                <a:path w="9451" h="6888" extrusionOk="0">
                  <a:moveTo>
                    <a:pt x="8304" y="0"/>
                  </a:moveTo>
                  <a:lnTo>
                    <a:pt x="3621" y="4505"/>
                  </a:lnTo>
                  <a:lnTo>
                    <a:pt x="1237" y="2383"/>
                  </a:lnTo>
                  <a:lnTo>
                    <a:pt x="1" y="3619"/>
                  </a:lnTo>
                  <a:lnTo>
                    <a:pt x="3445" y="6887"/>
                  </a:lnTo>
                  <a:lnTo>
                    <a:pt x="9451" y="1236"/>
                  </a:lnTo>
                  <a:lnTo>
                    <a:pt x="8304"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638;p46">
              <a:extLst>
                <a:ext uri="{FF2B5EF4-FFF2-40B4-BE49-F238E27FC236}">
                  <a16:creationId xmlns:a16="http://schemas.microsoft.com/office/drawing/2014/main" id="{E3602751-94A9-DD0E-B428-21D32AAF313F}"/>
                </a:ext>
              </a:extLst>
            </p:cNvPr>
            <p:cNvSpPr/>
            <p:nvPr/>
          </p:nvSpPr>
          <p:spPr>
            <a:xfrm>
              <a:off x="7667285" y="1995126"/>
              <a:ext cx="504310" cy="591327"/>
            </a:xfrm>
            <a:custGeom>
              <a:avLst/>
              <a:gdLst/>
              <a:ahLst/>
              <a:cxnLst/>
              <a:rect l="l" t="t" r="r" b="b"/>
              <a:pathLst>
                <a:path w="12304" h="14427" extrusionOk="0">
                  <a:moveTo>
                    <a:pt x="3605" y="0"/>
                  </a:moveTo>
                  <a:lnTo>
                    <a:pt x="609" y="1954"/>
                  </a:lnTo>
                  <a:cubicBezTo>
                    <a:pt x="131" y="2749"/>
                    <a:pt x="180" y="3750"/>
                    <a:pt x="314" y="4669"/>
                  </a:cubicBezTo>
                  <a:cubicBezTo>
                    <a:pt x="449" y="5588"/>
                    <a:pt x="654" y="6529"/>
                    <a:pt x="449" y="7433"/>
                  </a:cubicBezTo>
                  <a:cubicBezTo>
                    <a:pt x="314" y="8031"/>
                    <a:pt x="0" y="8629"/>
                    <a:pt x="146" y="9222"/>
                  </a:cubicBezTo>
                  <a:cubicBezTo>
                    <a:pt x="251" y="9644"/>
                    <a:pt x="568" y="9977"/>
                    <a:pt x="725" y="10380"/>
                  </a:cubicBezTo>
                  <a:cubicBezTo>
                    <a:pt x="945" y="10955"/>
                    <a:pt x="822" y="11598"/>
                    <a:pt x="747" y="12210"/>
                  </a:cubicBezTo>
                  <a:cubicBezTo>
                    <a:pt x="673" y="12823"/>
                    <a:pt x="673" y="13510"/>
                    <a:pt x="1080" y="13973"/>
                  </a:cubicBezTo>
                  <a:cubicBezTo>
                    <a:pt x="1359" y="14292"/>
                    <a:pt x="1770" y="14427"/>
                    <a:pt x="2198" y="14427"/>
                  </a:cubicBezTo>
                  <a:cubicBezTo>
                    <a:pt x="2542" y="14427"/>
                    <a:pt x="2897" y="14340"/>
                    <a:pt x="3205" y="14194"/>
                  </a:cubicBezTo>
                  <a:cubicBezTo>
                    <a:pt x="3900" y="13865"/>
                    <a:pt x="4448" y="13304"/>
                    <a:pt x="5088" y="12887"/>
                  </a:cubicBezTo>
                  <a:cubicBezTo>
                    <a:pt x="5529" y="12598"/>
                    <a:pt x="6062" y="12380"/>
                    <a:pt x="6576" y="12380"/>
                  </a:cubicBezTo>
                  <a:cubicBezTo>
                    <a:pt x="6809" y="12380"/>
                    <a:pt x="7038" y="12424"/>
                    <a:pt x="7253" y="12528"/>
                  </a:cubicBezTo>
                  <a:cubicBezTo>
                    <a:pt x="7572" y="12677"/>
                    <a:pt x="7848" y="12949"/>
                    <a:pt x="8199" y="12980"/>
                  </a:cubicBezTo>
                  <a:cubicBezTo>
                    <a:pt x="8218" y="12981"/>
                    <a:pt x="8237" y="12982"/>
                    <a:pt x="8256" y="12982"/>
                  </a:cubicBezTo>
                  <a:cubicBezTo>
                    <a:pt x="8718" y="12982"/>
                    <a:pt x="9095" y="12560"/>
                    <a:pt x="9551" y="12434"/>
                  </a:cubicBezTo>
                  <a:cubicBezTo>
                    <a:pt x="9675" y="12400"/>
                    <a:pt x="9801" y="12389"/>
                    <a:pt x="9929" y="12389"/>
                  </a:cubicBezTo>
                  <a:cubicBezTo>
                    <a:pt x="10154" y="12389"/>
                    <a:pt x="10384" y="12423"/>
                    <a:pt x="10610" y="12423"/>
                  </a:cubicBezTo>
                  <a:cubicBezTo>
                    <a:pt x="10678" y="12423"/>
                    <a:pt x="10746" y="12419"/>
                    <a:pt x="10813" y="12412"/>
                  </a:cubicBezTo>
                  <a:cubicBezTo>
                    <a:pt x="11673" y="12318"/>
                    <a:pt x="12304" y="11396"/>
                    <a:pt x="12184" y="10541"/>
                  </a:cubicBezTo>
                  <a:cubicBezTo>
                    <a:pt x="12065" y="9689"/>
                    <a:pt x="11299" y="9001"/>
                    <a:pt x="10451" y="8860"/>
                  </a:cubicBezTo>
                  <a:cubicBezTo>
                    <a:pt x="10085" y="8800"/>
                    <a:pt x="9651" y="8793"/>
                    <a:pt x="9450" y="8482"/>
                  </a:cubicBezTo>
                  <a:cubicBezTo>
                    <a:pt x="9158" y="8031"/>
                    <a:pt x="9674" y="7444"/>
                    <a:pt x="9584" y="6910"/>
                  </a:cubicBezTo>
                  <a:cubicBezTo>
                    <a:pt x="9517" y="6526"/>
                    <a:pt x="9155" y="6271"/>
                    <a:pt x="8796" y="6114"/>
                  </a:cubicBezTo>
                  <a:cubicBezTo>
                    <a:pt x="8441" y="5962"/>
                    <a:pt x="8046" y="5853"/>
                    <a:pt x="7769" y="5581"/>
                  </a:cubicBezTo>
                  <a:cubicBezTo>
                    <a:pt x="7272" y="5095"/>
                    <a:pt x="7329" y="4303"/>
                    <a:pt x="7175" y="3627"/>
                  </a:cubicBezTo>
                  <a:cubicBezTo>
                    <a:pt x="6925" y="2510"/>
                    <a:pt x="5879" y="225"/>
                    <a:pt x="36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639;p46">
              <a:extLst>
                <a:ext uri="{FF2B5EF4-FFF2-40B4-BE49-F238E27FC236}">
                  <a16:creationId xmlns:a16="http://schemas.microsoft.com/office/drawing/2014/main" id="{4042C390-0401-4394-BA66-2FE4869D521C}"/>
                </a:ext>
              </a:extLst>
            </p:cNvPr>
            <p:cNvSpPr/>
            <p:nvPr/>
          </p:nvSpPr>
          <p:spPr>
            <a:xfrm>
              <a:off x="7542358" y="4611849"/>
              <a:ext cx="233506" cy="102018"/>
            </a:xfrm>
            <a:custGeom>
              <a:avLst/>
              <a:gdLst/>
              <a:ahLst/>
              <a:cxnLst/>
              <a:rect l="l" t="t" r="r" b="b"/>
              <a:pathLst>
                <a:path w="5697" h="2489" extrusionOk="0">
                  <a:moveTo>
                    <a:pt x="2649" y="0"/>
                  </a:moveTo>
                  <a:lnTo>
                    <a:pt x="2604" y="1629"/>
                  </a:lnTo>
                  <a:cubicBezTo>
                    <a:pt x="2604" y="1629"/>
                    <a:pt x="1" y="2160"/>
                    <a:pt x="624" y="2365"/>
                  </a:cubicBezTo>
                  <a:cubicBezTo>
                    <a:pt x="925" y="2461"/>
                    <a:pt x="2058" y="2488"/>
                    <a:pt x="3173" y="2488"/>
                  </a:cubicBezTo>
                  <a:cubicBezTo>
                    <a:pt x="4133" y="2488"/>
                    <a:pt x="5080" y="2468"/>
                    <a:pt x="5469" y="2455"/>
                  </a:cubicBezTo>
                  <a:lnTo>
                    <a:pt x="5659" y="2447"/>
                  </a:lnTo>
                  <a:lnTo>
                    <a:pt x="5696" y="64"/>
                  </a:lnTo>
                  <a:lnTo>
                    <a:pt x="2649"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640;p46">
              <a:extLst>
                <a:ext uri="{FF2B5EF4-FFF2-40B4-BE49-F238E27FC236}">
                  <a16:creationId xmlns:a16="http://schemas.microsoft.com/office/drawing/2014/main" id="{6000715E-A673-F5D6-175E-E129A5F96F18}"/>
                </a:ext>
              </a:extLst>
            </p:cNvPr>
            <p:cNvSpPr/>
            <p:nvPr/>
          </p:nvSpPr>
          <p:spPr>
            <a:xfrm>
              <a:off x="7728970" y="4675172"/>
              <a:ext cx="45988" cy="35167"/>
            </a:xfrm>
            <a:custGeom>
              <a:avLst/>
              <a:gdLst/>
              <a:ahLst/>
              <a:cxnLst/>
              <a:rect l="l" t="t" r="r" b="b"/>
              <a:pathLst>
                <a:path w="1122" h="858" extrusionOk="0">
                  <a:moveTo>
                    <a:pt x="1021" y="1"/>
                  </a:moveTo>
                  <a:cubicBezTo>
                    <a:pt x="798" y="1"/>
                    <a:pt x="583" y="78"/>
                    <a:pt x="404" y="211"/>
                  </a:cubicBezTo>
                  <a:cubicBezTo>
                    <a:pt x="195" y="368"/>
                    <a:pt x="49" y="599"/>
                    <a:pt x="1" y="853"/>
                  </a:cubicBezTo>
                  <a:lnTo>
                    <a:pt x="1102" y="858"/>
                  </a:lnTo>
                  <a:lnTo>
                    <a:pt x="1121" y="6"/>
                  </a:lnTo>
                  <a:cubicBezTo>
                    <a:pt x="1088" y="2"/>
                    <a:pt x="1054" y="1"/>
                    <a:pt x="1021" y="1"/>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641;p46">
              <a:extLst>
                <a:ext uri="{FF2B5EF4-FFF2-40B4-BE49-F238E27FC236}">
                  <a16:creationId xmlns:a16="http://schemas.microsoft.com/office/drawing/2014/main" id="{4C19289B-D1D0-F275-3A3C-901C7FCC90B2}"/>
                </a:ext>
              </a:extLst>
            </p:cNvPr>
            <p:cNvSpPr/>
            <p:nvPr/>
          </p:nvSpPr>
          <p:spPr>
            <a:xfrm>
              <a:off x="7610428" y="4293623"/>
              <a:ext cx="197166" cy="21142"/>
            </a:xfrm>
            <a:custGeom>
              <a:avLst/>
              <a:gdLst/>
              <a:ahLst/>
              <a:cxnLst/>
              <a:rect l="l" t="t" r="r" b="b"/>
              <a:pathLst>
                <a:path w="5241" h="562" extrusionOk="0">
                  <a:moveTo>
                    <a:pt x="912" y="0"/>
                  </a:moveTo>
                  <a:cubicBezTo>
                    <a:pt x="912" y="0"/>
                    <a:pt x="0" y="243"/>
                    <a:pt x="109" y="396"/>
                  </a:cubicBezTo>
                  <a:cubicBezTo>
                    <a:pt x="184" y="497"/>
                    <a:pt x="1787" y="562"/>
                    <a:pt x="3296" y="562"/>
                  </a:cubicBezTo>
                  <a:cubicBezTo>
                    <a:pt x="4028" y="562"/>
                    <a:pt x="4738" y="546"/>
                    <a:pt x="5241" y="512"/>
                  </a:cubicBezTo>
                  <a:lnTo>
                    <a:pt x="5237" y="441"/>
                  </a:lnTo>
                  <a:lnTo>
                    <a:pt x="1174" y="396"/>
                  </a:lnTo>
                  <a:cubicBezTo>
                    <a:pt x="1174" y="396"/>
                    <a:pt x="1091" y="11"/>
                    <a:pt x="912" y="0"/>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642;p46">
              <a:extLst>
                <a:ext uri="{FF2B5EF4-FFF2-40B4-BE49-F238E27FC236}">
                  <a16:creationId xmlns:a16="http://schemas.microsoft.com/office/drawing/2014/main" id="{F765D7E9-6117-06FD-4ACD-56C11F93906E}"/>
                </a:ext>
              </a:extLst>
            </p:cNvPr>
            <p:cNvSpPr/>
            <p:nvPr/>
          </p:nvSpPr>
          <p:spPr>
            <a:xfrm>
              <a:off x="7614491" y="4306488"/>
              <a:ext cx="194796" cy="4815"/>
            </a:xfrm>
            <a:custGeom>
              <a:avLst/>
              <a:gdLst/>
              <a:ahLst/>
              <a:cxnLst/>
              <a:rect l="l" t="t" r="r" b="b"/>
              <a:pathLst>
                <a:path w="5178" h="128" extrusionOk="0">
                  <a:moveTo>
                    <a:pt x="25" y="0"/>
                  </a:moveTo>
                  <a:cubicBezTo>
                    <a:pt x="9" y="0"/>
                    <a:pt x="1" y="2"/>
                    <a:pt x="1" y="2"/>
                  </a:cubicBezTo>
                  <a:cubicBezTo>
                    <a:pt x="1" y="2"/>
                    <a:pt x="20" y="5"/>
                    <a:pt x="54" y="9"/>
                  </a:cubicBezTo>
                  <a:cubicBezTo>
                    <a:pt x="98" y="13"/>
                    <a:pt x="147" y="17"/>
                    <a:pt x="202" y="21"/>
                  </a:cubicBezTo>
                  <a:cubicBezTo>
                    <a:pt x="356" y="28"/>
                    <a:pt x="539" y="39"/>
                    <a:pt x="759" y="54"/>
                  </a:cubicBezTo>
                  <a:cubicBezTo>
                    <a:pt x="1226" y="81"/>
                    <a:pt x="1872" y="107"/>
                    <a:pt x="2590" y="117"/>
                  </a:cubicBezTo>
                  <a:cubicBezTo>
                    <a:pt x="2946" y="125"/>
                    <a:pt x="3286" y="128"/>
                    <a:pt x="3596" y="128"/>
                  </a:cubicBezTo>
                  <a:cubicBezTo>
                    <a:pt x="3905" y="128"/>
                    <a:pt x="4184" y="125"/>
                    <a:pt x="4419" y="121"/>
                  </a:cubicBezTo>
                  <a:cubicBezTo>
                    <a:pt x="4636" y="117"/>
                    <a:pt x="4823" y="114"/>
                    <a:pt x="4972" y="110"/>
                  </a:cubicBezTo>
                  <a:cubicBezTo>
                    <a:pt x="5029" y="107"/>
                    <a:pt x="5081" y="107"/>
                    <a:pt x="5126" y="103"/>
                  </a:cubicBezTo>
                  <a:cubicBezTo>
                    <a:pt x="5159" y="103"/>
                    <a:pt x="5178" y="99"/>
                    <a:pt x="5178" y="99"/>
                  </a:cubicBezTo>
                  <a:cubicBezTo>
                    <a:pt x="5178" y="99"/>
                    <a:pt x="5159" y="95"/>
                    <a:pt x="5126" y="95"/>
                  </a:cubicBezTo>
                  <a:lnTo>
                    <a:pt x="4419" y="95"/>
                  </a:lnTo>
                  <a:cubicBezTo>
                    <a:pt x="4302" y="96"/>
                    <a:pt x="4173" y="96"/>
                    <a:pt x="4035" y="96"/>
                  </a:cubicBezTo>
                  <a:cubicBezTo>
                    <a:pt x="3622" y="96"/>
                    <a:pt x="3125" y="92"/>
                    <a:pt x="2590" y="84"/>
                  </a:cubicBezTo>
                  <a:cubicBezTo>
                    <a:pt x="1872" y="69"/>
                    <a:pt x="1226" y="47"/>
                    <a:pt x="759" y="28"/>
                  </a:cubicBezTo>
                  <a:cubicBezTo>
                    <a:pt x="539" y="21"/>
                    <a:pt x="356" y="13"/>
                    <a:pt x="206" y="5"/>
                  </a:cubicBezTo>
                  <a:cubicBezTo>
                    <a:pt x="150" y="2"/>
                    <a:pt x="98" y="2"/>
                    <a:pt x="54" y="2"/>
                  </a:cubicBezTo>
                  <a:cubicBezTo>
                    <a:pt x="42" y="1"/>
                    <a:pt x="33" y="0"/>
                    <a:pt x="2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643;p46">
              <a:extLst>
                <a:ext uri="{FF2B5EF4-FFF2-40B4-BE49-F238E27FC236}">
                  <a16:creationId xmlns:a16="http://schemas.microsoft.com/office/drawing/2014/main" id="{8C09B3B4-5CB1-59BE-16B9-DA04383E9486}"/>
                </a:ext>
              </a:extLst>
            </p:cNvPr>
            <p:cNvSpPr/>
            <p:nvPr/>
          </p:nvSpPr>
          <p:spPr>
            <a:xfrm>
              <a:off x="7643721" y="4292155"/>
              <a:ext cx="11700" cy="18246"/>
            </a:xfrm>
            <a:custGeom>
              <a:avLst/>
              <a:gdLst/>
              <a:ahLst/>
              <a:cxnLst/>
              <a:rect l="l" t="t" r="r" b="b"/>
              <a:pathLst>
                <a:path w="311" h="485" extrusionOk="0">
                  <a:moveTo>
                    <a:pt x="7" y="1"/>
                  </a:moveTo>
                  <a:cubicBezTo>
                    <a:pt x="6" y="1"/>
                    <a:pt x="5" y="1"/>
                    <a:pt x="5" y="2"/>
                  </a:cubicBezTo>
                  <a:cubicBezTo>
                    <a:pt x="1" y="9"/>
                    <a:pt x="113" y="81"/>
                    <a:pt x="191" y="219"/>
                  </a:cubicBezTo>
                  <a:cubicBezTo>
                    <a:pt x="273" y="353"/>
                    <a:pt x="277" y="484"/>
                    <a:pt x="289" y="484"/>
                  </a:cubicBezTo>
                  <a:cubicBezTo>
                    <a:pt x="289" y="484"/>
                    <a:pt x="289" y="484"/>
                    <a:pt x="289" y="484"/>
                  </a:cubicBezTo>
                  <a:cubicBezTo>
                    <a:pt x="300" y="484"/>
                    <a:pt x="310" y="340"/>
                    <a:pt x="221" y="200"/>
                  </a:cubicBezTo>
                  <a:cubicBezTo>
                    <a:pt x="145" y="62"/>
                    <a:pt x="28" y="1"/>
                    <a:pt x="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644;p46">
              <a:extLst>
                <a:ext uri="{FF2B5EF4-FFF2-40B4-BE49-F238E27FC236}">
                  <a16:creationId xmlns:a16="http://schemas.microsoft.com/office/drawing/2014/main" id="{AFB17D6D-C52B-1C86-FFF2-04C9275FBB85}"/>
                </a:ext>
              </a:extLst>
            </p:cNvPr>
            <p:cNvSpPr/>
            <p:nvPr/>
          </p:nvSpPr>
          <p:spPr>
            <a:xfrm>
              <a:off x="7638021" y="4680869"/>
              <a:ext cx="7255" cy="10493"/>
            </a:xfrm>
            <a:custGeom>
              <a:avLst/>
              <a:gdLst/>
              <a:ahLst/>
              <a:cxnLst/>
              <a:rect l="l" t="t" r="r" b="b"/>
              <a:pathLst>
                <a:path w="177" h="256" extrusionOk="0">
                  <a:moveTo>
                    <a:pt x="14" y="1"/>
                  </a:moveTo>
                  <a:cubicBezTo>
                    <a:pt x="13" y="1"/>
                    <a:pt x="12" y="1"/>
                    <a:pt x="12" y="1"/>
                  </a:cubicBezTo>
                  <a:cubicBezTo>
                    <a:pt x="1" y="5"/>
                    <a:pt x="30" y="69"/>
                    <a:pt x="72" y="139"/>
                  </a:cubicBezTo>
                  <a:cubicBezTo>
                    <a:pt x="114" y="206"/>
                    <a:pt x="153" y="256"/>
                    <a:pt x="166" y="256"/>
                  </a:cubicBezTo>
                  <a:cubicBezTo>
                    <a:pt x="167" y="256"/>
                    <a:pt x="168" y="256"/>
                    <a:pt x="168" y="255"/>
                  </a:cubicBezTo>
                  <a:cubicBezTo>
                    <a:pt x="177" y="251"/>
                    <a:pt x="151" y="188"/>
                    <a:pt x="106" y="117"/>
                  </a:cubicBezTo>
                  <a:cubicBezTo>
                    <a:pt x="64" y="51"/>
                    <a:pt x="25" y="1"/>
                    <a:pt x="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645;p46">
              <a:extLst>
                <a:ext uri="{FF2B5EF4-FFF2-40B4-BE49-F238E27FC236}">
                  <a16:creationId xmlns:a16="http://schemas.microsoft.com/office/drawing/2014/main" id="{DF2E1574-FFF2-9F9C-F478-7C61DAFC0FE7}"/>
                </a:ext>
              </a:extLst>
            </p:cNvPr>
            <p:cNvSpPr/>
            <p:nvPr/>
          </p:nvSpPr>
          <p:spPr>
            <a:xfrm>
              <a:off x="7647202" y="4679025"/>
              <a:ext cx="8198" cy="7296"/>
            </a:xfrm>
            <a:custGeom>
              <a:avLst/>
              <a:gdLst/>
              <a:ahLst/>
              <a:cxnLst/>
              <a:rect l="l" t="t" r="r" b="b"/>
              <a:pathLst>
                <a:path w="200" h="178" extrusionOk="0">
                  <a:moveTo>
                    <a:pt x="8" y="0"/>
                  </a:moveTo>
                  <a:cubicBezTo>
                    <a:pt x="6" y="0"/>
                    <a:pt x="5" y="1"/>
                    <a:pt x="5" y="2"/>
                  </a:cubicBezTo>
                  <a:cubicBezTo>
                    <a:pt x="1" y="9"/>
                    <a:pt x="34" y="54"/>
                    <a:pt x="87" y="102"/>
                  </a:cubicBezTo>
                  <a:cubicBezTo>
                    <a:pt x="134" y="146"/>
                    <a:pt x="178" y="178"/>
                    <a:pt x="189" y="178"/>
                  </a:cubicBezTo>
                  <a:cubicBezTo>
                    <a:pt x="190" y="178"/>
                    <a:pt x="191" y="177"/>
                    <a:pt x="191" y="176"/>
                  </a:cubicBezTo>
                  <a:cubicBezTo>
                    <a:pt x="199" y="169"/>
                    <a:pt x="165" y="124"/>
                    <a:pt x="113" y="76"/>
                  </a:cubicBezTo>
                  <a:cubicBezTo>
                    <a:pt x="66" y="32"/>
                    <a:pt x="21" y="0"/>
                    <a:pt x="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646;p46">
              <a:extLst>
                <a:ext uri="{FF2B5EF4-FFF2-40B4-BE49-F238E27FC236}">
                  <a16:creationId xmlns:a16="http://schemas.microsoft.com/office/drawing/2014/main" id="{5D82E99D-9448-CE90-45D5-CE470DDCB510}"/>
                </a:ext>
              </a:extLst>
            </p:cNvPr>
            <p:cNvSpPr/>
            <p:nvPr/>
          </p:nvSpPr>
          <p:spPr>
            <a:xfrm>
              <a:off x="7648596" y="4673697"/>
              <a:ext cx="13198" cy="1558"/>
            </a:xfrm>
            <a:custGeom>
              <a:avLst/>
              <a:gdLst/>
              <a:ahLst/>
              <a:cxnLst/>
              <a:rect l="l" t="t" r="r" b="b"/>
              <a:pathLst>
                <a:path w="322" h="38" extrusionOk="0">
                  <a:moveTo>
                    <a:pt x="161" y="1"/>
                  </a:moveTo>
                  <a:cubicBezTo>
                    <a:pt x="75" y="1"/>
                    <a:pt x="0" y="8"/>
                    <a:pt x="0" y="19"/>
                  </a:cubicBezTo>
                  <a:cubicBezTo>
                    <a:pt x="0" y="27"/>
                    <a:pt x="72" y="37"/>
                    <a:pt x="161" y="37"/>
                  </a:cubicBezTo>
                  <a:cubicBezTo>
                    <a:pt x="251" y="37"/>
                    <a:pt x="322" y="30"/>
                    <a:pt x="322" y="19"/>
                  </a:cubicBezTo>
                  <a:cubicBezTo>
                    <a:pt x="322" y="11"/>
                    <a:pt x="251" y="1"/>
                    <a:pt x="1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647;p46">
              <a:extLst>
                <a:ext uri="{FF2B5EF4-FFF2-40B4-BE49-F238E27FC236}">
                  <a16:creationId xmlns:a16="http://schemas.microsoft.com/office/drawing/2014/main" id="{074E8B05-078D-D224-85B9-D0C4F567E7A1}"/>
                </a:ext>
              </a:extLst>
            </p:cNvPr>
            <p:cNvSpPr/>
            <p:nvPr/>
          </p:nvSpPr>
          <p:spPr>
            <a:xfrm>
              <a:off x="7649210" y="4666114"/>
              <a:ext cx="15042" cy="2172"/>
            </a:xfrm>
            <a:custGeom>
              <a:avLst/>
              <a:gdLst/>
              <a:ahLst/>
              <a:cxnLst/>
              <a:rect l="l" t="t" r="r" b="b"/>
              <a:pathLst>
                <a:path w="367" h="53" extrusionOk="0">
                  <a:moveTo>
                    <a:pt x="351" y="0"/>
                  </a:moveTo>
                  <a:cubicBezTo>
                    <a:pt x="326" y="0"/>
                    <a:pt x="261" y="11"/>
                    <a:pt x="183" y="14"/>
                  </a:cubicBezTo>
                  <a:cubicBezTo>
                    <a:pt x="83" y="21"/>
                    <a:pt x="4" y="14"/>
                    <a:pt x="0" y="25"/>
                  </a:cubicBezTo>
                  <a:cubicBezTo>
                    <a:pt x="0" y="32"/>
                    <a:pt x="64" y="52"/>
                    <a:pt x="148" y="52"/>
                  </a:cubicBezTo>
                  <a:cubicBezTo>
                    <a:pt x="160" y="52"/>
                    <a:pt x="171" y="52"/>
                    <a:pt x="183" y="51"/>
                  </a:cubicBezTo>
                  <a:cubicBezTo>
                    <a:pt x="288" y="48"/>
                    <a:pt x="366" y="14"/>
                    <a:pt x="363" y="3"/>
                  </a:cubicBezTo>
                  <a:cubicBezTo>
                    <a:pt x="362" y="1"/>
                    <a:pt x="358" y="0"/>
                    <a:pt x="3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648;p46">
              <a:extLst>
                <a:ext uri="{FF2B5EF4-FFF2-40B4-BE49-F238E27FC236}">
                  <a16:creationId xmlns:a16="http://schemas.microsoft.com/office/drawing/2014/main" id="{2177FAED-C25B-E97C-6063-2829801B23D6}"/>
                </a:ext>
              </a:extLst>
            </p:cNvPr>
            <p:cNvSpPr/>
            <p:nvPr/>
          </p:nvSpPr>
          <p:spPr>
            <a:xfrm>
              <a:off x="7617200" y="4668860"/>
              <a:ext cx="23650" cy="13731"/>
            </a:xfrm>
            <a:custGeom>
              <a:avLst/>
              <a:gdLst/>
              <a:ahLst/>
              <a:cxnLst/>
              <a:rect l="l" t="t" r="r" b="b"/>
              <a:pathLst>
                <a:path w="577" h="335" extrusionOk="0">
                  <a:moveTo>
                    <a:pt x="181" y="36"/>
                  </a:moveTo>
                  <a:cubicBezTo>
                    <a:pt x="221" y="36"/>
                    <a:pt x="261" y="42"/>
                    <a:pt x="295" y="51"/>
                  </a:cubicBezTo>
                  <a:cubicBezTo>
                    <a:pt x="367" y="77"/>
                    <a:pt x="423" y="119"/>
                    <a:pt x="460" y="163"/>
                  </a:cubicBezTo>
                  <a:cubicBezTo>
                    <a:pt x="493" y="205"/>
                    <a:pt x="513" y="243"/>
                    <a:pt x="524" y="273"/>
                  </a:cubicBezTo>
                  <a:lnTo>
                    <a:pt x="524" y="273"/>
                  </a:lnTo>
                  <a:cubicBezTo>
                    <a:pt x="491" y="269"/>
                    <a:pt x="443" y="263"/>
                    <a:pt x="385" y="250"/>
                  </a:cubicBezTo>
                  <a:cubicBezTo>
                    <a:pt x="326" y="238"/>
                    <a:pt x="259" y="219"/>
                    <a:pt x="183" y="193"/>
                  </a:cubicBezTo>
                  <a:cubicBezTo>
                    <a:pt x="150" y="178"/>
                    <a:pt x="109" y="167"/>
                    <a:pt x="76" y="145"/>
                  </a:cubicBezTo>
                  <a:cubicBezTo>
                    <a:pt x="42" y="122"/>
                    <a:pt x="31" y="85"/>
                    <a:pt x="61" y="62"/>
                  </a:cubicBezTo>
                  <a:cubicBezTo>
                    <a:pt x="95" y="43"/>
                    <a:pt x="138" y="36"/>
                    <a:pt x="181" y="36"/>
                  </a:cubicBezTo>
                  <a:close/>
                  <a:moveTo>
                    <a:pt x="189" y="1"/>
                  </a:moveTo>
                  <a:cubicBezTo>
                    <a:pt x="140" y="1"/>
                    <a:pt x="89" y="11"/>
                    <a:pt x="38" y="36"/>
                  </a:cubicBezTo>
                  <a:cubicBezTo>
                    <a:pt x="16" y="51"/>
                    <a:pt x="1" y="85"/>
                    <a:pt x="9" y="111"/>
                  </a:cubicBezTo>
                  <a:cubicBezTo>
                    <a:pt x="16" y="141"/>
                    <a:pt x="35" y="160"/>
                    <a:pt x="57" y="174"/>
                  </a:cubicBezTo>
                  <a:cubicBezTo>
                    <a:pt x="94" y="200"/>
                    <a:pt x="135" y="212"/>
                    <a:pt x="173" y="227"/>
                  </a:cubicBezTo>
                  <a:cubicBezTo>
                    <a:pt x="251" y="253"/>
                    <a:pt x="322" y="267"/>
                    <a:pt x="382" y="276"/>
                  </a:cubicBezTo>
                  <a:cubicBezTo>
                    <a:pt x="440" y="285"/>
                    <a:pt x="488" y="288"/>
                    <a:pt x="522" y="288"/>
                  </a:cubicBezTo>
                  <a:cubicBezTo>
                    <a:pt x="525" y="288"/>
                    <a:pt x="527" y="288"/>
                    <a:pt x="530" y="287"/>
                  </a:cubicBezTo>
                  <a:lnTo>
                    <a:pt x="530" y="287"/>
                  </a:lnTo>
                  <a:cubicBezTo>
                    <a:pt x="540" y="317"/>
                    <a:pt x="543" y="335"/>
                    <a:pt x="546" y="335"/>
                  </a:cubicBezTo>
                  <a:cubicBezTo>
                    <a:pt x="550" y="335"/>
                    <a:pt x="550" y="319"/>
                    <a:pt x="544" y="287"/>
                  </a:cubicBezTo>
                  <a:lnTo>
                    <a:pt x="544" y="287"/>
                  </a:lnTo>
                  <a:cubicBezTo>
                    <a:pt x="565" y="286"/>
                    <a:pt x="576" y="284"/>
                    <a:pt x="576" y="283"/>
                  </a:cubicBezTo>
                  <a:cubicBezTo>
                    <a:pt x="576" y="280"/>
                    <a:pt x="564" y="278"/>
                    <a:pt x="541" y="275"/>
                  </a:cubicBezTo>
                  <a:lnTo>
                    <a:pt x="541" y="275"/>
                  </a:lnTo>
                  <a:cubicBezTo>
                    <a:pt x="534" y="245"/>
                    <a:pt x="518" y="198"/>
                    <a:pt x="483" y="148"/>
                  </a:cubicBezTo>
                  <a:cubicBezTo>
                    <a:pt x="434" y="78"/>
                    <a:pt x="321" y="1"/>
                    <a:pt x="18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649;p46">
              <a:extLst>
                <a:ext uri="{FF2B5EF4-FFF2-40B4-BE49-F238E27FC236}">
                  <a16:creationId xmlns:a16="http://schemas.microsoft.com/office/drawing/2014/main" id="{93D7D775-125F-4F9F-AD19-3FE15C6BF3EF}"/>
                </a:ext>
              </a:extLst>
            </p:cNvPr>
            <p:cNvSpPr/>
            <p:nvPr/>
          </p:nvSpPr>
          <p:spPr>
            <a:xfrm>
              <a:off x="7637447" y="4665295"/>
              <a:ext cx="12255" cy="15493"/>
            </a:xfrm>
            <a:custGeom>
              <a:avLst/>
              <a:gdLst/>
              <a:ahLst/>
              <a:cxnLst/>
              <a:rect l="l" t="t" r="r" b="b"/>
              <a:pathLst>
                <a:path w="299" h="378" extrusionOk="0">
                  <a:moveTo>
                    <a:pt x="226" y="0"/>
                  </a:moveTo>
                  <a:cubicBezTo>
                    <a:pt x="146" y="0"/>
                    <a:pt x="103" y="57"/>
                    <a:pt x="67" y="97"/>
                  </a:cubicBezTo>
                  <a:cubicBezTo>
                    <a:pt x="34" y="146"/>
                    <a:pt x="18" y="198"/>
                    <a:pt x="11" y="239"/>
                  </a:cubicBezTo>
                  <a:cubicBezTo>
                    <a:pt x="0" y="325"/>
                    <a:pt x="28" y="377"/>
                    <a:pt x="33" y="377"/>
                  </a:cubicBezTo>
                  <a:cubicBezTo>
                    <a:pt x="33" y="377"/>
                    <a:pt x="34" y="377"/>
                    <a:pt x="34" y="377"/>
                  </a:cubicBezTo>
                  <a:cubicBezTo>
                    <a:pt x="37" y="377"/>
                    <a:pt x="22" y="325"/>
                    <a:pt x="37" y="247"/>
                  </a:cubicBezTo>
                  <a:cubicBezTo>
                    <a:pt x="44" y="206"/>
                    <a:pt x="63" y="161"/>
                    <a:pt x="97" y="120"/>
                  </a:cubicBezTo>
                  <a:cubicBezTo>
                    <a:pt x="126" y="80"/>
                    <a:pt x="175" y="37"/>
                    <a:pt x="222" y="37"/>
                  </a:cubicBezTo>
                  <a:cubicBezTo>
                    <a:pt x="224" y="37"/>
                    <a:pt x="225" y="37"/>
                    <a:pt x="227" y="37"/>
                  </a:cubicBezTo>
                  <a:cubicBezTo>
                    <a:pt x="277" y="49"/>
                    <a:pt x="258" y="123"/>
                    <a:pt x="227" y="164"/>
                  </a:cubicBezTo>
                  <a:cubicBezTo>
                    <a:pt x="201" y="209"/>
                    <a:pt x="172" y="247"/>
                    <a:pt x="146" y="280"/>
                  </a:cubicBezTo>
                  <a:cubicBezTo>
                    <a:pt x="89" y="340"/>
                    <a:pt x="44" y="370"/>
                    <a:pt x="48" y="373"/>
                  </a:cubicBezTo>
                  <a:cubicBezTo>
                    <a:pt x="48" y="374"/>
                    <a:pt x="49" y="374"/>
                    <a:pt x="50" y="374"/>
                  </a:cubicBezTo>
                  <a:cubicBezTo>
                    <a:pt x="59" y="374"/>
                    <a:pt x="105" y="351"/>
                    <a:pt x="165" y="299"/>
                  </a:cubicBezTo>
                  <a:cubicBezTo>
                    <a:pt x="194" y="269"/>
                    <a:pt x="227" y="228"/>
                    <a:pt x="258" y="180"/>
                  </a:cubicBezTo>
                  <a:cubicBezTo>
                    <a:pt x="272" y="157"/>
                    <a:pt x="287" y="127"/>
                    <a:pt x="291" y="94"/>
                  </a:cubicBezTo>
                  <a:cubicBezTo>
                    <a:pt x="299" y="60"/>
                    <a:pt x="280" y="8"/>
                    <a:pt x="235" y="0"/>
                  </a:cubicBezTo>
                  <a:cubicBezTo>
                    <a:pt x="232" y="0"/>
                    <a:pt x="229" y="0"/>
                    <a:pt x="2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650;p46">
              <a:extLst>
                <a:ext uri="{FF2B5EF4-FFF2-40B4-BE49-F238E27FC236}">
                  <a16:creationId xmlns:a16="http://schemas.microsoft.com/office/drawing/2014/main" id="{05DDF1DF-4CB8-C328-FEBC-89BD12E2F2B3}"/>
                </a:ext>
              </a:extLst>
            </p:cNvPr>
            <p:cNvSpPr/>
            <p:nvPr/>
          </p:nvSpPr>
          <p:spPr>
            <a:xfrm>
              <a:off x="7729134" y="4673943"/>
              <a:ext cx="45168" cy="35618"/>
            </a:xfrm>
            <a:custGeom>
              <a:avLst/>
              <a:gdLst/>
              <a:ahLst/>
              <a:cxnLst/>
              <a:rect l="l" t="t" r="r" b="b"/>
              <a:pathLst>
                <a:path w="1102" h="869" extrusionOk="0">
                  <a:moveTo>
                    <a:pt x="913" y="1"/>
                  </a:moveTo>
                  <a:cubicBezTo>
                    <a:pt x="901" y="1"/>
                    <a:pt x="888" y="1"/>
                    <a:pt x="874" y="2"/>
                  </a:cubicBezTo>
                  <a:cubicBezTo>
                    <a:pt x="732" y="9"/>
                    <a:pt x="531" y="58"/>
                    <a:pt x="359" y="193"/>
                  </a:cubicBezTo>
                  <a:cubicBezTo>
                    <a:pt x="183" y="327"/>
                    <a:pt x="83" y="507"/>
                    <a:pt x="38" y="641"/>
                  </a:cubicBezTo>
                  <a:cubicBezTo>
                    <a:pt x="19" y="708"/>
                    <a:pt x="7" y="767"/>
                    <a:pt x="4" y="805"/>
                  </a:cubicBezTo>
                  <a:cubicBezTo>
                    <a:pt x="0" y="846"/>
                    <a:pt x="0" y="865"/>
                    <a:pt x="0" y="869"/>
                  </a:cubicBezTo>
                  <a:cubicBezTo>
                    <a:pt x="7" y="869"/>
                    <a:pt x="15" y="779"/>
                    <a:pt x="64" y="652"/>
                  </a:cubicBezTo>
                  <a:cubicBezTo>
                    <a:pt x="112" y="521"/>
                    <a:pt x="213" y="350"/>
                    <a:pt x="381" y="222"/>
                  </a:cubicBezTo>
                  <a:cubicBezTo>
                    <a:pt x="550" y="95"/>
                    <a:pt x="740" y="43"/>
                    <a:pt x="874" y="28"/>
                  </a:cubicBezTo>
                  <a:cubicBezTo>
                    <a:pt x="915" y="25"/>
                    <a:pt x="951" y="24"/>
                    <a:pt x="982" y="24"/>
                  </a:cubicBezTo>
                  <a:cubicBezTo>
                    <a:pt x="1033" y="24"/>
                    <a:pt x="1069" y="26"/>
                    <a:pt x="1088" y="26"/>
                  </a:cubicBezTo>
                  <a:cubicBezTo>
                    <a:pt x="1096" y="26"/>
                    <a:pt x="1101" y="26"/>
                    <a:pt x="1102" y="24"/>
                  </a:cubicBezTo>
                  <a:cubicBezTo>
                    <a:pt x="1102" y="24"/>
                    <a:pt x="1079" y="17"/>
                    <a:pt x="1043" y="9"/>
                  </a:cubicBezTo>
                  <a:cubicBezTo>
                    <a:pt x="1009" y="6"/>
                    <a:pt x="966" y="1"/>
                    <a:pt x="91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651;p46">
              <a:extLst>
                <a:ext uri="{FF2B5EF4-FFF2-40B4-BE49-F238E27FC236}">
                  <a16:creationId xmlns:a16="http://schemas.microsoft.com/office/drawing/2014/main" id="{521025F7-F197-5D57-39B1-52C054AB06B5}"/>
                </a:ext>
              </a:extLst>
            </p:cNvPr>
            <p:cNvSpPr/>
            <p:nvPr/>
          </p:nvSpPr>
          <p:spPr>
            <a:xfrm>
              <a:off x="7761267" y="4622710"/>
              <a:ext cx="1721" cy="51316"/>
            </a:xfrm>
            <a:custGeom>
              <a:avLst/>
              <a:gdLst/>
              <a:ahLst/>
              <a:cxnLst/>
              <a:rect l="l" t="t" r="r" b="b"/>
              <a:pathLst>
                <a:path w="42" h="1252" extrusionOk="0">
                  <a:moveTo>
                    <a:pt x="26" y="0"/>
                  </a:moveTo>
                  <a:cubicBezTo>
                    <a:pt x="16" y="0"/>
                    <a:pt x="4" y="281"/>
                    <a:pt x="4" y="628"/>
                  </a:cubicBezTo>
                  <a:cubicBezTo>
                    <a:pt x="0" y="972"/>
                    <a:pt x="8" y="1252"/>
                    <a:pt x="16" y="1252"/>
                  </a:cubicBezTo>
                  <a:cubicBezTo>
                    <a:pt x="16" y="1252"/>
                    <a:pt x="16" y="1252"/>
                    <a:pt x="16" y="1252"/>
                  </a:cubicBezTo>
                  <a:cubicBezTo>
                    <a:pt x="27" y="1252"/>
                    <a:pt x="38" y="970"/>
                    <a:pt x="38" y="628"/>
                  </a:cubicBezTo>
                  <a:cubicBezTo>
                    <a:pt x="42" y="281"/>
                    <a:pt x="35" y="0"/>
                    <a:pt x="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652;p46">
              <a:extLst>
                <a:ext uri="{FF2B5EF4-FFF2-40B4-BE49-F238E27FC236}">
                  <a16:creationId xmlns:a16="http://schemas.microsoft.com/office/drawing/2014/main" id="{6B35FEBA-07E6-3260-F4E7-0BC227C690D1}"/>
                </a:ext>
              </a:extLst>
            </p:cNvPr>
            <p:cNvSpPr/>
            <p:nvPr/>
          </p:nvSpPr>
          <p:spPr>
            <a:xfrm>
              <a:off x="7718206" y="4299077"/>
              <a:ext cx="33632" cy="1881"/>
            </a:xfrm>
            <a:custGeom>
              <a:avLst/>
              <a:gdLst/>
              <a:ahLst/>
              <a:cxnLst/>
              <a:rect l="l" t="t" r="r" b="b"/>
              <a:pathLst>
                <a:path w="894" h="50" extrusionOk="0">
                  <a:moveTo>
                    <a:pt x="28" y="1"/>
                  </a:moveTo>
                  <a:cubicBezTo>
                    <a:pt x="10" y="1"/>
                    <a:pt x="0" y="2"/>
                    <a:pt x="0" y="4"/>
                  </a:cubicBezTo>
                  <a:cubicBezTo>
                    <a:pt x="0" y="16"/>
                    <a:pt x="198" y="46"/>
                    <a:pt x="445" y="49"/>
                  </a:cubicBezTo>
                  <a:cubicBezTo>
                    <a:pt x="462" y="49"/>
                    <a:pt x="479" y="50"/>
                    <a:pt x="495" y="50"/>
                  </a:cubicBezTo>
                  <a:cubicBezTo>
                    <a:pt x="721" y="50"/>
                    <a:pt x="893" y="23"/>
                    <a:pt x="893" y="16"/>
                  </a:cubicBezTo>
                  <a:cubicBezTo>
                    <a:pt x="893" y="12"/>
                    <a:pt x="868" y="11"/>
                    <a:pt x="825" y="11"/>
                  </a:cubicBezTo>
                  <a:cubicBezTo>
                    <a:pt x="763" y="11"/>
                    <a:pt x="665" y="13"/>
                    <a:pt x="550" y="13"/>
                  </a:cubicBezTo>
                  <a:cubicBezTo>
                    <a:pt x="517" y="13"/>
                    <a:pt x="483" y="13"/>
                    <a:pt x="448" y="12"/>
                  </a:cubicBezTo>
                  <a:cubicBezTo>
                    <a:pt x="257" y="12"/>
                    <a:pt x="92" y="1"/>
                    <a:pt x="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653;p46">
              <a:extLst>
                <a:ext uri="{FF2B5EF4-FFF2-40B4-BE49-F238E27FC236}">
                  <a16:creationId xmlns:a16="http://schemas.microsoft.com/office/drawing/2014/main" id="{59D75647-944F-7D09-7E81-7B17A4CFD40D}"/>
                </a:ext>
              </a:extLst>
            </p:cNvPr>
            <p:cNvSpPr/>
            <p:nvPr/>
          </p:nvSpPr>
          <p:spPr>
            <a:xfrm>
              <a:off x="7770609" y="4299905"/>
              <a:ext cx="3988" cy="6546"/>
            </a:xfrm>
            <a:custGeom>
              <a:avLst/>
              <a:gdLst/>
              <a:ahLst/>
              <a:cxnLst/>
              <a:rect l="l" t="t" r="r" b="b"/>
              <a:pathLst>
                <a:path w="106" h="174" extrusionOk="0">
                  <a:moveTo>
                    <a:pt x="95" y="0"/>
                  </a:moveTo>
                  <a:cubicBezTo>
                    <a:pt x="82" y="0"/>
                    <a:pt x="47" y="29"/>
                    <a:pt x="27" y="76"/>
                  </a:cubicBezTo>
                  <a:cubicBezTo>
                    <a:pt x="0" y="125"/>
                    <a:pt x="5" y="173"/>
                    <a:pt x="16" y="173"/>
                  </a:cubicBezTo>
                  <a:cubicBezTo>
                    <a:pt x="16" y="173"/>
                    <a:pt x="17" y="173"/>
                    <a:pt x="17" y="173"/>
                  </a:cubicBezTo>
                  <a:cubicBezTo>
                    <a:pt x="28" y="173"/>
                    <a:pt x="39" y="134"/>
                    <a:pt x="60" y="91"/>
                  </a:cubicBezTo>
                  <a:cubicBezTo>
                    <a:pt x="79" y="46"/>
                    <a:pt x="105" y="9"/>
                    <a:pt x="98" y="1"/>
                  </a:cubicBezTo>
                  <a:cubicBezTo>
                    <a:pt x="97" y="0"/>
                    <a:pt x="96" y="0"/>
                    <a:pt x="9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654;p46">
              <a:extLst>
                <a:ext uri="{FF2B5EF4-FFF2-40B4-BE49-F238E27FC236}">
                  <a16:creationId xmlns:a16="http://schemas.microsoft.com/office/drawing/2014/main" id="{D8B6DE89-0999-8521-4EBC-1664F14C0A80}"/>
                </a:ext>
              </a:extLst>
            </p:cNvPr>
            <p:cNvSpPr/>
            <p:nvPr/>
          </p:nvSpPr>
          <p:spPr>
            <a:xfrm>
              <a:off x="7742455" y="4686812"/>
              <a:ext cx="5369" cy="4755"/>
            </a:xfrm>
            <a:custGeom>
              <a:avLst/>
              <a:gdLst/>
              <a:ahLst/>
              <a:cxnLst/>
              <a:rect l="l" t="t" r="r" b="b"/>
              <a:pathLst>
                <a:path w="131" h="116" extrusionOk="0">
                  <a:moveTo>
                    <a:pt x="119" y="0"/>
                  </a:moveTo>
                  <a:cubicBezTo>
                    <a:pt x="106" y="0"/>
                    <a:pt x="78" y="18"/>
                    <a:pt x="52" y="43"/>
                  </a:cubicBezTo>
                  <a:cubicBezTo>
                    <a:pt x="18" y="76"/>
                    <a:pt x="0" y="106"/>
                    <a:pt x="8" y="114"/>
                  </a:cubicBezTo>
                  <a:cubicBezTo>
                    <a:pt x="8" y="115"/>
                    <a:pt x="9" y="115"/>
                    <a:pt x="11" y="115"/>
                  </a:cubicBezTo>
                  <a:cubicBezTo>
                    <a:pt x="21" y="115"/>
                    <a:pt x="50" y="98"/>
                    <a:pt x="78" y="69"/>
                  </a:cubicBezTo>
                  <a:cubicBezTo>
                    <a:pt x="108" y="39"/>
                    <a:pt x="130" y="9"/>
                    <a:pt x="123" y="2"/>
                  </a:cubicBezTo>
                  <a:cubicBezTo>
                    <a:pt x="122" y="1"/>
                    <a:pt x="121" y="0"/>
                    <a:pt x="11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655;p46">
              <a:extLst>
                <a:ext uri="{FF2B5EF4-FFF2-40B4-BE49-F238E27FC236}">
                  <a16:creationId xmlns:a16="http://schemas.microsoft.com/office/drawing/2014/main" id="{AA411D8C-8E1C-1BF1-B51B-BF33B3491976}"/>
                </a:ext>
              </a:extLst>
            </p:cNvPr>
            <p:cNvSpPr/>
            <p:nvPr/>
          </p:nvSpPr>
          <p:spPr>
            <a:xfrm>
              <a:off x="7753275" y="4681033"/>
              <a:ext cx="7706" cy="3156"/>
            </a:xfrm>
            <a:custGeom>
              <a:avLst/>
              <a:gdLst/>
              <a:ahLst/>
              <a:cxnLst/>
              <a:rect l="l" t="t" r="r" b="b"/>
              <a:pathLst>
                <a:path w="188" h="77" extrusionOk="0">
                  <a:moveTo>
                    <a:pt x="132" y="0"/>
                  </a:moveTo>
                  <a:cubicBezTo>
                    <a:pt x="117" y="0"/>
                    <a:pt x="101" y="2"/>
                    <a:pt x="83" y="8"/>
                  </a:cubicBezTo>
                  <a:cubicBezTo>
                    <a:pt x="28" y="27"/>
                    <a:pt x="1" y="68"/>
                    <a:pt x="9" y="75"/>
                  </a:cubicBezTo>
                  <a:cubicBezTo>
                    <a:pt x="10" y="76"/>
                    <a:pt x="11" y="77"/>
                    <a:pt x="13" y="77"/>
                  </a:cubicBezTo>
                  <a:cubicBezTo>
                    <a:pt x="24" y="77"/>
                    <a:pt x="56" y="55"/>
                    <a:pt x="95" y="42"/>
                  </a:cubicBezTo>
                  <a:cubicBezTo>
                    <a:pt x="140" y="27"/>
                    <a:pt x="180" y="31"/>
                    <a:pt x="185" y="20"/>
                  </a:cubicBezTo>
                  <a:cubicBezTo>
                    <a:pt x="187" y="12"/>
                    <a:pt x="165" y="0"/>
                    <a:pt x="13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656;p46">
              <a:extLst>
                <a:ext uri="{FF2B5EF4-FFF2-40B4-BE49-F238E27FC236}">
                  <a16:creationId xmlns:a16="http://schemas.microsoft.com/office/drawing/2014/main" id="{98BCAE60-84CC-A754-06C5-B987A040A877}"/>
                </a:ext>
              </a:extLst>
            </p:cNvPr>
            <p:cNvSpPr/>
            <p:nvPr/>
          </p:nvSpPr>
          <p:spPr>
            <a:xfrm>
              <a:off x="7766350" y="4679189"/>
              <a:ext cx="3976" cy="2090"/>
            </a:xfrm>
            <a:custGeom>
              <a:avLst/>
              <a:gdLst/>
              <a:ahLst/>
              <a:cxnLst/>
              <a:rect l="l" t="t" r="r" b="b"/>
              <a:pathLst>
                <a:path w="97" h="51" extrusionOk="0">
                  <a:moveTo>
                    <a:pt x="77" y="0"/>
                  </a:moveTo>
                  <a:cubicBezTo>
                    <a:pt x="67" y="0"/>
                    <a:pt x="54" y="3"/>
                    <a:pt x="41" y="8"/>
                  </a:cubicBezTo>
                  <a:cubicBezTo>
                    <a:pt x="18" y="15"/>
                    <a:pt x="0" y="31"/>
                    <a:pt x="4" y="42"/>
                  </a:cubicBezTo>
                  <a:cubicBezTo>
                    <a:pt x="6" y="48"/>
                    <a:pt x="12" y="50"/>
                    <a:pt x="21" y="50"/>
                  </a:cubicBezTo>
                  <a:cubicBezTo>
                    <a:pt x="31" y="50"/>
                    <a:pt x="43" y="48"/>
                    <a:pt x="56" y="42"/>
                  </a:cubicBezTo>
                  <a:cubicBezTo>
                    <a:pt x="82" y="34"/>
                    <a:pt x="97" y="20"/>
                    <a:pt x="93" y="8"/>
                  </a:cubicBezTo>
                  <a:cubicBezTo>
                    <a:pt x="93" y="3"/>
                    <a:pt x="87" y="0"/>
                    <a:pt x="7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657;p46">
              <a:extLst>
                <a:ext uri="{FF2B5EF4-FFF2-40B4-BE49-F238E27FC236}">
                  <a16:creationId xmlns:a16="http://schemas.microsoft.com/office/drawing/2014/main" id="{3AE436A2-2B65-C309-C6CF-ED669936709A}"/>
                </a:ext>
              </a:extLst>
            </p:cNvPr>
            <p:cNvSpPr/>
            <p:nvPr/>
          </p:nvSpPr>
          <p:spPr>
            <a:xfrm>
              <a:off x="7897056" y="4611849"/>
              <a:ext cx="233506" cy="102018"/>
            </a:xfrm>
            <a:custGeom>
              <a:avLst/>
              <a:gdLst/>
              <a:ahLst/>
              <a:cxnLst/>
              <a:rect l="l" t="t" r="r" b="b"/>
              <a:pathLst>
                <a:path w="5697" h="2489" extrusionOk="0">
                  <a:moveTo>
                    <a:pt x="2649" y="0"/>
                  </a:moveTo>
                  <a:lnTo>
                    <a:pt x="2604" y="1629"/>
                  </a:lnTo>
                  <a:cubicBezTo>
                    <a:pt x="2604" y="1629"/>
                    <a:pt x="1" y="2160"/>
                    <a:pt x="625" y="2365"/>
                  </a:cubicBezTo>
                  <a:cubicBezTo>
                    <a:pt x="926" y="2461"/>
                    <a:pt x="2058" y="2488"/>
                    <a:pt x="3174" y="2488"/>
                  </a:cubicBezTo>
                  <a:cubicBezTo>
                    <a:pt x="4134" y="2488"/>
                    <a:pt x="5082" y="2468"/>
                    <a:pt x="5472" y="2455"/>
                  </a:cubicBezTo>
                  <a:lnTo>
                    <a:pt x="5659" y="2447"/>
                  </a:lnTo>
                  <a:lnTo>
                    <a:pt x="5697" y="64"/>
                  </a:lnTo>
                  <a:lnTo>
                    <a:pt x="2649"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658;p46">
              <a:extLst>
                <a:ext uri="{FF2B5EF4-FFF2-40B4-BE49-F238E27FC236}">
                  <a16:creationId xmlns:a16="http://schemas.microsoft.com/office/drawing/2014/main" id="{184C40CE-5525-9472-8CEE-43DC2A2EB526}"/>
                </a:ext>
              </a:extLst>
            </p:cNvPr>
            <p:cNvSpPr/>
            <p:nvPr/>
          </p:nvSpPr>
          <p:spPr>
            <a:xfrm>
              <a:off x="8083667" y="4675172"/>
              <a:ext cx="45988" cy="35167"/>
            </a:xfrm>
            <a:custGeom>
              <a:avLst/>
              <a:gdLst/>
              <a:ahLst/>
              <a:cxnLst/>
              <a:rect l="l" t="t" r="r" b="b"/>
              <a:pathLst>
                <a:path w="1122" h="858" extrusionOk="0">
                  <a:moveTo>
                    <a:pt x="1022" y="1"/>
                  </a:moveTo>
                  <a:cubicBezTo>
                    <a:pt x="800" y="1"/>
                    <a:pt x="586" y="78"/>
                    <a:pt x="404" y="211"/>
                  </a:cubicBezTo>
                  <a:cubicBezTo>
                    <a:pt x="199" y="368"/>
                    <a:pt x="49" y="599"/>
                    <a:pt x="1" y="853"/>
                  </a:cubicBezTo>
                  <a:lnTo>
                    <a:pt x="1106" y="858"/>
                  </a:lnTo>
                  <a:lnTo>
                    <a:pt x="1121" y="6"/>
                  </a:lnTo>
                  <a:cubicBezTo>
                    <a:pt x="1088" y="2"/>
                    <a:pt x="1055" y="1"/>
                    <a:pt x="1022" y="1"/>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659;p46">
              <a:extLst>
                <a:ext uri="{FF2B5EF4-FFF2-40B4-BE49-F238E27FC236}">
                  <a16:creationId xmlns:a16="http://schemas.microsoft.com/office/drawing/2014/main" id="{0D983D23-BC62-38FE-84A5-FDED34958B10}"/>
                </a:ext>
              </a:extLst>
            </p:cNvPr>
            <p:cNvSpPr/>
            <p:nvPr/>
          </p:nvSpPr>
          <p:spPr>
            <a:xfrm>
              <a:off x="7936020" y="4293623"/>
              <a:ext cx="197129" cy="21142"/>
            </a:xfrm>
            <a:custGeom>
              <a:avLst/>
              <a:gdLst/>
              <a:ahLst/>
              <a:cxnLst/>
              <a:rect l="l" t="t" r="r" b="b"/>
              <a:pathLst>
                <a:path w="5240" h="562" extrusionOk="0">
                  <a:moveTo>
                    <a:pt x="911" y="0"/>
                  </a:moveTo>
                  <a:cubicBezTo>
                    <a:pt x="911" y="0"/>
                    <a:pt x="0" y="243"/>
                    <a:pt x="108" y="396"/>
                  </a:cubicBezTo>
                  <a:cubicBezTo>
                    <a:pt x="183" y="497"/>
                    <a:pt x="1786" y="562"/>
                    <a:pt x="3295" y="562"/>
                  </a:cubicBezTo>
                  <a:cubicBezTo>
                    <a:pt x="4027" y="562"/>
                    <a:pt x="4737" y="546"/>
                    <a:pt x="5240" y="512"/>
                  </a:cubicBezTo>
                  <a:lnTo>
                    <a:pt x="5236" y="441"/>
                  </a:lnTo>
                  <a:lnTo>
                    <a:pt x="1176" y="396"/>
                  </a:lnTo>
                  <a:cubicBezTo>
                    <a:pt x="1176" y="396"/>
                    <a:pt x="1090" y="11"/>
                    <a:pt x="911" y="0"/>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660;p46">
              <a:extLst>
                <a:ext uri="{FF2B5EF4-FFF2-40B4-BE49-F238E27FC236}">
                  <a16:creationId xmlns:a16="http://schemas.microsoft.com/office/drawing/2014/main" id="{E302AA42-1B3B-BA05-84D9-1928AB0BC6F0}"/>
                </a:ext>
              </a:extLst>
            </p:cNvPr>
            <p:cNvSpPr/>
            <p:nvPr/>
          </p:nvSpPr>
          <p:spPr>
            <a:xfrm>
              <a:off x="7940045" y="4306488"/>
              <a:ext cx="194796" cy="4815"/>
            </a:xfrm>
            <a:custGeom>
              <a:avLst/>
              <a:gdLst/>
              <a:ahLst/>
              <a:cxnLst/>
              <a:rect l="l" t="t" r="r" b="b"/>
              <a:pathLst>
                <a:path w="5178" h="128" extrusionOk="0">
                  <a:moveTo>
                    <a:pt x="25" y="0"/>
                  </a:moveTo>
                  <a:cubicBezTo>
                    <a:pt x="9" y="0"/>
                    <a:pt x="1" y="2"/>
                    <a:pt x="1" y="2"/>
                  </a:cubicBezTo>
                  <a:cubicBezTo>
                    <a:pt x="1" y="2"/>
                    <a:pt x="20" y="5"/>
                    <a:pt x="54" y="9"/>
                  </a:cubicBezTo>
                  <a:cubicBezTo>
                    <a:pt x="99" y="13"/>
                    <a:pt x="151" y="17"/>
                    <a:pt x="207" y="21"/>
                  </a:cubicBezTo>
                  <a:cubicBezTo>
                    <a:pt x="356" y="28"/>
                    <a:pt x="539" y="39"/>
                    <a:pt x="759" y="54"/>
                  </a:cubicBezTo>
                  <a:cubicBezTo>
                    <a:pt x="1226" y="81"/>
                    <a:pt x="1873" y="107"/>
                    <a:pt x="2590" y="117"/>
                  </a:cubicBezTo>
                  <a:cubicBezTo>
                    <a:pt x="2947" y="125"/>
                    <a:pt x="3287" y="128"/>
                    <a:pt x="3597" y="128"/>
                  </a:cubicBezTo>
                  <a:cubicBezTo>
                    <a:pt x="3908" y="128"/>
                    <a:pt x="4187" y="125"/>
                    <a:pt x="4420" y="121"/>
                  </a:cubicBezTo>
                  <a:cubicBezTo>
                    <a:pt x="4640" y="117"/>
                    <a:pt x="4824" y="114"/>
                    <a:pt x="4976" y="110"/>
                  </a:cubicBezTo>
                  <a:cubicBezTo>
                    <a:pt x="5033" y="107"/>
                    <a:pt x="5081" y="107"/>
                    <a:pt x="5126" y="103"/>
                  </a:cubicBezTo>
                  <a:cubicBezTo>
                    <a:pt x="5160" y="103"/>
                    <a:pt x="5178" y="99"/>
                    <a:pt x="5178" y="99"/>
                  </a:cubicBezTo>
                  <a:cubicBezTo>
                    <a:pt x="5178" y="99"/>
                    <a:pt x="5160" y="95"/>
                    <a:pt x="5126" y="95"/>
                  </a:cubicBezTo>
                  <a:lnTo>
                    <a:pt x="4420" y="95"/>
                  </a:lnTo>
                  <a:cubicBezTo>
                    <a:pt x="4303" y="96"/>
                    <a:pt x="4175" y="96"/>
                    <a:pt x="4038" y="96"/>
                  </a:cubicBezTo>
                  <a:cubicBezTo>
                    <a:pt x="3624" y="96"/>
                    <a:pt x="3125" y="92"/>
                    <a:pt x="2590" y="84"/>
                  </a:cubicBezTo>
                  <a:cubicBezTo>
                    <a:pt x="1876" y="69"/>
                    <a:pt x="1230" y="47"/>
                    <a:pt x="759" y="28"/>
                  </a:cubicBezTo>
                  <a:cubicBezTo>
                    <a:pt x="543" y="21"/>
                    <a:pt x="356" y="13"/>
                    <a:pt x="207" y="5"/>
                  </a:cubicBezTo>
                  <a:cubicBezTo>
                    <a:pt x="151" y="2"/>
                    <a:pt x="102" y="2"/>
                    <a:pt x="54" y="2"/>
                  </a:cubicBezTo>
                  <a:cubicBezTo>
                    <a:pt x="42" y="1"/>
                    <a:pt x="33" y="0"/>
                    <a:pt x="2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661;p46">
              <a:extLst>
                <a:ext uri="{FF2B5EF4-FFF2-40B4-BE49-F238E27FC236}">
                  <a16:creationId xmlns:a16="http://schemas.microsoft.com/office/drawing/2014/main" id="{D5549877-5A6B-4F53-C00E-EB9D0B269C6F}"/>
                </a:ext>
              </a:extLst>
            </p:cNvPr>
            <p:cNvSpPr/>
            <p:nvPr/>
          </p:nvSpPr>
          <p:spPr>
            <a:xfrm>
              <a:off x="7969313" y="4292155"/>
              <a:ext cx="11662" cy="18246"/>
            </a:xfrm>
            <a:custGeom>
              <a:avLst/>
              <a:gdLst/>
              <a:ahLst/>
              <a:cxnLst/>
              <a:rect l="l" t="t" r="r" b="b"/>
              <a:pathLst>
                <a:path w="310" h="485" extrusionOk="0">
                  <a:moveTo>
                    <a:pt x="9" y="1"/>
                  </a:moveTo>
                  <a:cubicBezTo>
                    <a:pt x="8" y="1"/>
                    <a:pt x="7" y="1"/>
                    <a:pt x="7" y="2"/>
                  </a:cubicBezTo>
                  <a:cubicBezTo>
                    <a:pt x="0" y="9"/>
                    <a:pt x="112" y="81"/>
                    <a:pt x="191" y="219"/>
                  </a:cubicBezTo>
                  <a:cubicBezTo>
                    <a:pt x="273" y="353"/>
                    <a:pt x="276" y="484"/>
                    <a:pt x="288" y="484"/>
                  </a:cubicBezTo>
                  <a:cubicBezTo>
                    <a:pt x="288" y="484"/>
                    <a:pt x="288" y="484"/>
                    <a:pt x="288" y="484"/>
                  </a:cubicBezTo>
                  <a:cubicBezTo>
                    <a:pt x="299" y="484"/>
                    <a:pt x="309" y="340"/>
                    <a:pt x="224" y="200"/>
                  </a:cubicBezTo>
                  <a:cubicBezTo>
                    <a:pt x="145" y="62"/>
                    <a:pt x="27" y="1"/>
                    <a:pt x="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662;p46">
              <a:extLst>
                <a:ext uri="{FF2B5EF4-FFF2-40B4-BE49-F238E27FC236}">
                  <a16:creationId xmlns:a16="http://schemas.microsoft.com/office/drawing/2014/main" id="{0E68E98D-DD0A-FF2D-0CA8-636DE627205B}"/>
                </a:ext>
              </a:extLst>
            </p:cNvPr>
            <p:cNvSpPr/>
            <p:nvPr/>
          </p:nvSpPr>
          <p:spPr>
            <a:xfrm>
              <a:off x="7992882" y="4680869"/>
              <a:ext cx="7091" cy="10493"/>
            </a:xfrm>
            <a:custGeom>
              <a:avLst/>
              <a:gdLst/>
              <a:ahLst/>
              <a:cxnLst/>
              <a:rect l="l" t="t" r="r" b="b"/>
              <a:pathLst>
                <a:path w="173" h="256" extrusionOk="0">
                  <a:moveTo>
                    <a:pt x="11" y="1"/>
                  </a:moveTo>
                  <a:cubicBezTo>
                    <a:pt x="10" y="1"/>
                    <a:pt x="9" y="1"/>
                    <a:pt x="9" y="1"/>
                  </a:cubicBezTo>
                  <a:cubicBezTo>
                    <a:pt x="1" y="5"/>
                    <a:pt x="27" y="69"/>
                    <a:pt x="71" y="139"/>
                  </a:cubicBezTo>
                  <a:cubicBezTo>
                    <a:pt x="110" y="206"/>
                    <a:pt x="152" y="256"/>
                    <a:pt x="164" y="256"/>
                  </a:cubicBezTo>
                  <a:cubicBezTo>
                    <a:pt x="164" y="256"/>
                    <a:pt x="165" y="256"/>
                    <a:pt x="165" y="255"/>
                  </a:cubicBezTo>
                  <a:cubicBezTo>
                    <a:pt x="173" y="251"/>
                    <a:pt x="147" y="188"/>
                    <a:pt x="102" y="117"/>
                  </a:cubicBezTo>
                  <a:cubicBezTo>
                    <a:pt x="63" y="51"/>
                    <a:pt x="22" y="1"/>
                    <a:pt x="1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663;p46">
              <a:extLst>
                <a:ext uri="{FF2B5EF4-FFF2-40B4-BE49-F238E27FC236}">
                  <a16:creationId xmlns:a16="http://schemas.microsoft.com/office/drawing/2014/main" id="{84718D43-7481-BE52-A836-ACA0A4FEACB4}"/>
                </a:ext>
              </a:extLst>
            </p:cNvPr>
            <p:cNvSpPr/>
            <p:nvPr/>
          </p:nvSpPr>
          <p:spPr>
            <a:xfrm>
              <a:off x="8001940" y="4679025"/>
              <a:ext cx="8279" cy="7296"/>
            </a:xfrm>
            <a:custGeom>
              <a:avLst/>
              <a:gdLst/>
              <a:ahLst/>
              <a:cxnLst/>
              <a:rect l="l" t="t" r="r" b="b"/>
              <a:pathLst>
                <a:path w="202" h="178" extrusionOk="0">
                  <a:moveTo>
                    <a:pt x="10" y="0"/>
                  </a:moveTo>
                  <a:cubicBezTo>
                    <a:pt x="9" y="0"/>
                    <a:pt x="8" y="1"/>
                    <a:pt x="7" y="2"/>
                  </a:cubicBezTo>
                  <a:cubicBezTo>
                    <a:pt x="0" y="9"/>
                    <a:pt x="34" y="54"/>
                    <a:pt x="86" y="102"/>
                  </a:cubicBezTo>
                  <a:cubicBezTo>
                    <a:pt x="133" y="146"/>
                    <a:pt x="177" y="178"/>
                    <a:pt x="191" y="178"/>
                  </a:cubicBezTo>
                  <a:cubicBezTo>
                    <a:pt x="193" y="178"/>
                    <a:pt x="194" y="177"/>
                    <a:pt x="195" y="176"/>
                  </a:cubicBezTo>
                  <a:cubicBezTo>
                    <a:pt x="202" y="169"/>
                    <a:pt x="164" y="124"/>
                    <a:pt x="112" y="76"/>
                  </a:cubicBezTo>
                  <a:cubicBezTo>
                    <a:pt x="65" y="32"/>
                    <a:pt x="21" y="0"/>
                    <a:pt x="1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664;p46">
              <a:extLst>
                <a:ext uri="{FF2B5EF4-FFF2-40B4-BE49-F238E27FC236}">
                  <a16:creationId xmlns:a16="http://schemas.microsoft.com/office/drawing/2014/main" id="{3AAB8F7A-A73A-46D6-572E-65F774E9D585}"/>
                </a:ext>
              </a:extLst>
            </p:cNvPr>
            <p:cNvSpPr/>
            <p:nvPr/>
          </p:nvSpPr>
          <p:spPr>
            <a:xfrm>
              <a:off x="8003457" y="4673697"/>
              <a:ext cx="13075" cy="1558"/>
            </a:xfrm>
            <a:custGeom>
              <a:avLst/>
              <a:gdLst/>
              <a:ahLst/>
              <a:cxnLst/>
              <a:rect l="l" t="t" r="r" b="b"/>
              <a:pathLst>
                <a:path w="319" h="38" extrusionOk="0">
                  <a:moveTo>
                    <a:pt x="158" y="1"/>
                  </a:moveTo>
                  <a:cubicBezTo>
                    <a:pt x="72" y="1"/>
                    <a:pt x="1" y="8"/>
                    <a:pt x="1" y="19"/>
                  </a:cubicBezTo>
                  <a:cubicBezTo>
                    <a:pt x="1" y="27"/>
                    <a:pt x="72" y="37"/>
                    <a:pt x="158" y="37"/>
                  </a:cubicBezTo>
                  <a:cubicBezTo>
                    <a:pt x="247" y="37"/>
                    <a:pt x="318" y="30"/>
                    <a:pt x="318" y="19"/>
                  </a:cubicBezTo>
                  <a:cubicBezTo>
                    <a:pt x="318" y="11"/>
                    <a:pt x="247" y="1"/>
                    <a:pt x="15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665;p46">
              <a:extLst>
                <a:ext uri="{FF2B5EF4-FFF2-40B4-BE49-F238E27FC236}">
                  <a16:creationId xmlns:a16="http://schemas.microsoft.com/office/drawing/2014/main" id="{88F596BB-A223-053B-0682-124CFF41E5E1}"/>
                </a:ext>
              </a:extLst>
            </p:cNvPr>
            <p:cNvSpPr/>
            <p:nvPr/>
          </p:nvSpPr>
          <p:spPr>
            <a:xfrm>
              <a:off x="8003908" y="4666114"/>
              <a:ext cx="15083" cy="2172"/>
            </a:xfrm>
            <a:custGeom>
              <a:avLst/>
              <a:gdLst/>
              <a:ahLst/>
              <a:cxnLst/>
              <a:rect l="l" t="t" r="r" b="b"/>
              <a:pathLst>
                <a:path w="368" h="53" extrusionOk="0">
                  <a:moveTo>
                    <a:pt x="353" y="0"/>
                  </a:moveTo>
                  <a:cubicBezTo>
                    <a:pt x="329" y="0"/>
                    <a:pt x="261" y="11"/>
                    <a:pt x="183" y="14"/>
                  </a:cubicBezTo>
                  <a:cubicBezTo>
                    <a:pt x="87" y="21"/>
                    <a:pt x="4" y="14"/>
                    <a:pt x="4" y="25"/>
                  </a:cubicBezTo>
                  <a:cubicBezTo>
                    <a:pt x="1" y="32"/>
                    <a:pt x="65" y="52"/>
                    <a:pt x="151" y="52"/>
                  </a:cubicBezTo>
                  <a:cubicBezTo>
                    <a:pt x="163" y="52"/>
                    <a:pt x="175" y="52"/>
                    <a:pt x="188" y="51"/>
                  </a:cubicBezTo>
                  <a:cubicBezTo>
                    <a:pt x="288" y="48"/>
                    <a:pt x="367" y="14"/>
                    <a:pt x="363" y="3"/>
                  </a:cubicBezTo>
                  <a:cubicBezTo>
                    <a:pt x="363" y="1"/>
                    <a:pt x="359" y="0"/>
                    <a:pt x="35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666;p46">
              <a:extLst>
                <a:ext uri="{FF2B5EF4-FFF2-40B4-BE49-F238E27FC236}">
                  <a16:creationId xmlns:a16="http://schemas.microsoft.com/office/drawing/2014/main" id="{9255C79B-9811-69A8-633E-8803FEEA2211}"/>
                </a:ext>
              </a:extLst>
            </p:cNvPr>
            <p:cNvSpPr/>
            <p:nvPr/>
          </p:nvSpPr>
          <p:spPr>
            <a:xfrm>
              <a:off x="7971897" y="4668860"/>
              <a:ext cx="23773" cy="13731"/>
            </a:xfrm>
            <a:custGeom>
              <a:avLst/>
              <a:gdLst/>
              <a:ahLst/>
              <a:cxnLst/>
              <a:rect l="l" t="t" r="r" b="b"/>
              <a:pathLst>
                <a:path w="580" h="335" extrusionOk="0">
                  <a:moveTo>
                    <a:pt x="183" y="36"/>
                  </a:moveTo>
                  <a:cubicBezTo>
                    <a:pt x="223" y="36"/>
                    <a:pt x="264" y="42"/>
                    <a:pt x="297" y="51"/>
                  </a:cubicBezTo>
                  <a:cubicBezTo>
                    <a:pt x="371" y="77"/>
                    <a:pt x="426" y="119"/>
                    <a:pt x="461" y="163"/>
                  </a:cubicBezTo>
                  <a:cubicBezTo>
                    <a:pt x="494" y="205"/>
                    <a:pt x="513" y="243"/>
                    <a:pt x="526" y="273"/>
                  </a:cubicBezTo>
                  <a:lnTo>
                    <a:pt x="526" y="273"/>
                  </a:lnTo>
                  <a:cubicBezTo>
                    <a:pt x="492" y="269"/>
                    <a:pt x="445" y="262"/>
                    <a:pt x="386" y="250"/>
                  </a:cubicBezTo>
                  <a:cubicBezTo>
                    <a:pt x="330" y="238"/>
                    <a:pt x="259" y="219"/>
                    <a:pt x="184" y="193"/>
                  </a:cubicBezTo>
                  <a:cubicBezTo>
                    <a:pt x="150" y="178"/>
                    <a:pt x="109" y="167"/>
                    <a:pt x="76" y="145"/>
                  </a:cubicBezTo>
                  <a:cubicBezTo>
                    <a:pt x="42" y="122"/>
                    <a:pt x="31" y="85"/>
                    <a:pt x="61" y="62"/>
                  </a:cubicBezTo>
                  <a:cubicBezTo>
                    <a:pt x="95" y="43"/>
                    <a:pt x="139" y="36"/>
                    <a:pt x="183" y="36"/>
                  </a:cubicBezTo>
                  <a:close/>
                  <a:moveTo>
                    <a:pt x="190" y="1"/>
                  </a:moveTo>
                  <a:cubicBezTo>
                    <a:pt x="141" y="1"/>
                    <a:pt x="90" y="11"/>
                    <a:pt x="38" y="36"/>
                  </a:cubicBezTo>
                  <a:cubicBezTo>
                    <a:pt x="16" y="51"/>
                    <a:pt x="1" y="85"/>
                    <a:pt x="9" y="111"/>
                  </a:cubicBezTo>
                  <a:cubicBezTo>
                    <a:pt x="16" y="141"/>
                    <a:pt x="38" y="160"/>
                    <a:pt x="57" y="174"/>
                  </a:cubicBezTo>
                  <a:cubicBezTo>
                    <a:pt x="98" y="200"/>
                    <a:pt x="135" y="212"/>
                    <a:pt x="173" y="227"/>
                  </a:cubicBezTo>
                  <a:cubicBezTo>
                    <a:pt x="252" y="253"/>
                    <a:pt x="323" y="267"/>
                    <a:pt x="382" y="276"/>
                  </a:cubicBezTo>
                  <a:cubicBezTo>
                    <a:pt x="441" y="285"/>
                    <a:pt x="489" y="288"/>
                    <a:pt x="524" y="288"/>
                  </a:cubicBezTo>
                  <a:cubicBezTo>
                    <a:pt x="526" y="288"/>
                    <a:pt x="529" y="288"/>
                    <a:pt x="531" y="287"/>
                  </a:cubicBezTo>
                  <a:lnTo>
                    <a:pt x="531" y="287"/>
                  </a:lnTo>
                  <a:cubicBezTo>
                    <a:pt x="542" y="317"/>
                    <a:pt x="545" y="335"/>
                    <a:pt x="547" y="335"/>
                  </a:cubicBezTo>
                  <a:cubicBezTo>
                    <a:pt x="550" y="335"/>
                    <a:pt x="550" y="319"/>
                    <a:pt x="545" y="287"/>
                  </a:cubicBezTo>
                  <a:lnTo>
                    <a:pt x="545" y="287"/>
                  </a:lnTo>
                  <a:cubicBezTo>
                    <a:pt x="567" y="286"/>
                    <a:pt x="580" y="284"/>
                    <a:pt x="580" y="283"/>
                  </a:cubicBezTo>
                  <a:cubicBezTo>
                    <a:pt x="580" y="280"/>
                    <a:pt x="566" y="278"/>
                    <a:pt x="542" y="275"/>
                  </a:cubicBezTo>
                  <a:lnTo>
                    <a:pt x="542" y="275"/>
                  </a:lnTo>
                  <a:cubicBezTo>
                    <a:pt x="534" y="245"/>
                    <a:pt x="519" y="198"/>
                    <a:pt x="483" y="148"/>
                  </a:cubicBezTo>
                  <a:cubicBezTo>
                    <a:pt x="434" y="78"/>
                    <a:pt x="321" y="1"/>
                    <a:pt x="19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667;p46">
              <a:extLst>
                <a:ext uri="{FF2B5EF4-FFF2-40B4-BE49-F238E27FC236}">
                  <a16:creationId xmlns:a16="http://schemas.microsoft.com/office/drawing/2014/main" id="{9C7EAEFA-AE01-7CEE-FABD-7ED9A8915A11}"/>
                </a:ext>
              </a:extLst>
            </p:cNvPr>
            <p:cNvSpPr/>
            <p:nvPr/>
          </p:nvSpPr>
          <p:spPr>
            <a:xfrm>
              <a:off x="7992309" y="4665295"/>
              <a:ext cx="12255" cy="15493"/>
            </a:xfrm>
            <a:custGeom>
              <a:avLst/>
              <a:gdLst/>
              <a:ahLst/>
              <a:cxnLst/>
              <a:rect l="l" t="t" r="r" b="b"/>
              <a:pathLst>
                <a:path w="299" h="378" extrusionOk="0">
                  <a:moveTo>
                    <a:pt x="222" y="0"/>
                  </a:moveTo>
                  <a:cubicBezTo>
                    <a:pt x="142" y="0"/>
                    <a:pt x="99" y="57"/>
                    <a:pt x="67" y="97"/>
                  </a:cubicBezTo>
                  <a:cubicBezTo>
                    <a:pt x="33" y="146"/>
                    <a:pt x="15" y="198"/>
                    <a:pt x="11" y="239"/>
                  </a:cubicBezTo>
                  <a:cubicBezTo>
                    <a:pt x="1" y="325"/>
                    <a:pt x="24" y="377"/>
                    <a:pt x="29" y="377"/>
                  </a:cubicBezTo>
                  <a:cubicBezTo>
                    <a:pt x="29" y="377"/>
                    <a:pt x="30" y="377"/>
                    <a:pt x="30" y="377"/>
                  </a:cubicBezTo>
                  <a:cubicBezTo>
                    <a:pt x="37" y="377"/>
                    <a:pt x="18" y="325"/>
                    <a:pt x="33" y="247"/>
                  </a:cubicBezTo>
                  <a:cubicBezTo>
                    <a:pt x="45" y="206"/>
                    <a:pt x="63" y="161"/>
                    <a:pt x="93" y="120"/>
                  </a:cubicBezTo>
                  <a:cubicBezTo>
                    <a:pt x="122" y="80"/>
                    <a:pt x="171" y="37"/>
                    <a:pt x="219" y="37"/>
                  </a:cubicBezTo>
                  <a:cubicBezTo>
                    <a:pt x="221" y="37"/>
                    <a:pt x="222" y="37"/>
                    <a:pt x="224" y="37"/>
                  </a:cubicBezTo>
                  <a:cubicBezTo>
                    <a:pt x="273" y="49"/>
                    <a:pt x="254" y="123"/>
                    <a:pt x="224" y="164"/>
                  </a:cubicBezTo>
                  <a:cubicBezTo>
                    <a:pt x="197" y="209"/>
                    <a:pt x="168" y="247"/>
                    <a:pt x="142" y="280"/>
                  </a:cubicBezTo>
                  <a:cubicBezTo>
                    <a:pt x="85" y="340"/>
                    <a:pt x="41" y="370"/>
                    <a:pt x="45" y="373"/>
                  </a:cubicBezTo>
                  <a:cubicBezTo>
                    <a:pt x="45" y="374"/>
                    <a:pt x="46" y="374"/>
                    <a:pt x="46" y="374"/>
                  </a:cubicBezTo>
                  <a:cubicBezTo>
                    <a:pt x="55" y="374"/>
                    <a:pt x="101" y="351"/>
                    <a:pt x="161" y="299"/>
                  </a:cubicBezTo>
                  <a:cubicBezTo>
                    <a:pt x="190" y="269"/>
                    <a:pt x="224" y="228"/>
                    <a:pt x="254" y="180"/>
                  </a:cubicBezTo>
                  <a:cubicBezTo>
                    <a:pt x="269" y="157"/>
                    <a:pt x="283" y="127"/>
                    <a:pt x="292" y="94"/>
                  </a:cubicBezTo>
                  <a:cubicBezTo>
                    <a:pt x="299" y="60"/>
                    <a:pt x="276" y="8"/>
                    <a:pt x="231" y="0"/>
                  </a:cubicBezTo>
                  <a:cubicBezTo>
                    <a:pt x="228" y="0"/>
                    <a:pt x="225" y="0"/>
                    <a:pt x="22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668;p46">
              <a:extLst>
                <a:ext uri="{FF2B5EF4-FFF2-40B4-BE49-F238E27FC236}">
                  <a16:creationId xmlns:a16="http://schemas.microsoft.com/office/drawing/2014/main" id="{F79ED550-7B47-8172-B8F1-0F50B1210286}"/>
                </a:ext>
              </a:extLst>
            </p:cNvPr>
            <p:cNvSpPr/>
            <p:nvPr/>
          </p:nvSpPr>
          <p:spPr>
            <a:xfrm>
              <a:off x="8083831" y="4673943"/>
              <a:ext cx="45168" cy="35618"/>
            </a:xfrm>
            <a:custGeom>
              <a:avLst/>
              <a:gdLst/>
              <a:ahLst/>
              <a:cxnLst/>
              <a:rect l="l" t="t" r="r" b="b"/>
              <a:pathLst>
                <a:path w="1102" h="869" extrusionOk="0">
                  <a:moveTo>
                    <a:pt x="913" y="1"/>
                  </a:moveTo>
                  <a:cubicBezTo>
                    <a:pt x="901" y="1"/>
                    <a:pt x="888" y="1"/>
                    <a:pt x="874" y="2"/>
                  </a:cubicBezTo>
                  <a:cubicBezTo>
                    <a:pt x="733" y="9"/>
                    <a:pt x="534" y="58"/>
                    <a:pt x="359" y="193"/>
                  </a:cubicBezTo>
                  <a:cubicBezTo>
                    <a:pt x="183" y="327"/>
                    <a:pt x="83" y="507"/>
                    <a:pt x="41" y="641"/>
                  </a:cubicBezTo>
                  <a:cubicBezTo>
                    <a:pt x="19" y="708"/>
                    <a:pt x="8" y="767"/>
                    <a:pt x="4" y="805"/>
                  </a:cubicBezTo>
                  <a:cubicBezTo>
                    <a:pt x="0" y="846"/>
                    <a:pt x="0" y="865"/>
                    <a:pt x="4" y="869"/>
                  </a:cubicBezTo>
                  <a:cubicBezTo>
                    <a:pt x="8" y="869"/>
                    <a:pt x="15" y="779"/>
                    <a:pt x="64" y="652"/>
                  </a:cubicBezTo>
                  <a:cubicBezTo>
                    <a:pt x="112" y="521"/>
                    <a:pt x="214" y="350"/>
                    <a:pt x="381" y="222"/>
                  </a:cubicBezTo>
                  <a:cubicBezTo>
                    <a:pt x="550" y="95"/>
                    <a:pt x="740" y="43"/>
                    <a:pt x="878" y="28"/>
                  </a:cubicBezTo>
                  <a:cubicBezTo>
                    <a:pt x="919" y="25"/>
                    <a:pt x="955" y="24"/>
                    <a:pt x="986" y="24"/>
                  </a:cubicBezTo>
                  <a:cubicBezTo>
                    <a:pt x="1037" y="24"/>
                    <a:pt x="1073" y="26"/>
                    <a:pt x="1090" y="26"/>
                  </a:cubicBezTo>
                  <a:cubicBezTo>
                    <a:pt x="1098" y="26"/>
                    <a:pt x="1102" y="26"/>
                    <a:pt x="1102" y="24"/>
                  </a:cubicBezTo>
                  <a:cubicBezTo>
                    <a:pt x="1102" y="24"/>
                    <a:pt x="1080" y="17"/>
                    <a:pt x="1043" y="9"/>
                  </a:cubicBezTo>
                  <a:cubicBezTo>
                    <a:pt x="1009" y="6"/>
                    <a:pt x="966" y="1"/>
                    <a:pt x="91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669;p46">
              <a:extLst>
                <a:ext uri="{FF2B5EF4-FFF2-40B4-BE49-F238E27FC236}">
                  <a16:creationId xmlns:a16="http://schemas.microsoft.com/office/drawing/2014/main" id="{A9B8F39B-8A93-1553-7D8F-C39E4159B487}"/>
                </a:ext>
              </a:extLst>
            </p:cNvPr>
            <p:cNvSpPr/>
            <p:nvPr/>
          </p:nvSpPr>
          <p:spPr>
            <a:xfrm>
              <a:off x="8115965" y="4622710"/>
              <a:ext cx="1721" cy="51316"/>
            </a:xfrm>
            <a:custGeom>
              <a:avLst/>
              <a:gdLst/>
              <a:ahLst/>
              <a:cxnLst/>
              <a:rect l="l" t="t" r="r" b="b"/>
              <a:pathLst>
                <a:path w="42" h="1252" extrusionOk="0">
                  <a:moveTo>
                    <a:pt x="27" y="0"/>
                  </a:moveTo>
                  <a:cubicBezTo>
                    <a:pt x="16" y="0"/>
                    <a:pt x="4" y="281"/>
                    <a:pt x="4" y="628"/>
                  </a:cubicBezTo>
                  <a:cubicBezTo>
                    <a:pt x="1" y="972"/>
                    <a:pt x="9" y="1252"/>
                    <a:pt x="19" y="1252"/>
                  </a:cubicBezTo>
                  <a:cubicBezTo>
                    <a:pt x="19" y="1252"/>
                    <a:pt x="19" y="1252"/>
                    <a:pt x="20" y="1252"/>
                  </a:cubicBezTo>
                  <a:cubicBezTo>
                    <a:pt x="27" y="1252"/>
                    <a:pt x="38" y="970"/>
                    <a:pt x="42" y="628"/>
                  </a:cubicBezTo>
                  <a:cubicBezTo>
                    <a:pt x="42" y="281"/>
                    <a:pt x="38" y="0"/>
                    <a:pt x="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670;p46">
              <a:extLst>
                <a:ext uri="{FF2B5EF4-FFF2-40B4-BE49-F238E27FC236}">
                  <a16:creationId xmlns:a16="http://schemas.microsoft.com/office/drawing/2014/main" id="{6063ACA7-74FD-57B6-6EF7-26D9094733DB}"/>
                </a:ext>
              </a:extLst>
            </p:cNvPr>
            <p:cNvSpPr/>
            <p:nvPr/>
          </p:nvSpPr>
          <p:spPr>
            <a:xfrm>
              <a:off x="8043761" y="4299077"/>
              <a:ext cx="33632" cy="1881"/>
            </a:xfrm>
            <a:custGeom>
              <a:avLst/>
              <a:gdLst/>
              <a:ahLst/>
              <a:cxnLst/>
              <a:rect l="l" t="t" r="r" b="b"/>
              <a:pathLst>
                <a:path w="894" h="50" extrusionOk="0">
                  <a:moveTo>
                    <a:pt x="30" y="1"/>
                  </a:moveTo>
                  <a:cubicBezTo>
                    <a:pt x="12" y="1"/>
                    <a:pt x="1" y="2"/>
                    <a:pt x="0" y="4"/>
                  </a:cubicBezTo>
                  <a:cubicBezTo>
                    <a:pt x="0" y="16"/>
                    <a:pt x="198" y="46"/>
                    <a:pt x="449" y="49"/>
                  </a:cubicBezTo>
                  <a:cubicBezTo>
                    <a:pt x="465" y="49"/>
                    <a:pt x="482" y="50"/>
                    <a:pt x="498" y="50"/>
                  </a:cubicBezTo>
                  <a:cubicBezTo>
                    <a:pt x="721" y="50"/>
                    <a:pt x="893" y="23"/>
                    <a:pt x="893" y="16"/>
                  </a:cubicBezTo>
                  <a:cubicBezTo>
                    <a:pt x="893" y="12"/>
                    <a:pt x="868" y="11"/>
                    <a:pt x="825" y="11"/>
                  </a:cubicBezTo>
                  <a:cubicBezTo>
                    <a:pt x="763" y="11"/>
                    <a:pt x="665" y="13"/>
                    <a:pt x="550" y="13"/>
                  </a:cubicBezTo>
                  <a:cubicBezTo>
                    <a:pt x="518" y="13"/>
                    <a:pt x="484" y="13"/>
                    <a:pt x="449" y="12"/>
                  </a:cubicBezTo>
                  <a:cubicBezTo>
                    <a:pt x="257" y="12"/>
                    <a:pt x="95" y="1"/>
                    <a:pt x="3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671;p46">
              <a:extLst>
                <a:ext uri="{FF2B5EF4-FFF2-40B4-BE49-F238E27FC236}">
                  <a16:creationId xmlns:a16="http://schemas.microsoft.com/office/drawing/2014/main" id="{E873BE7E-C46A-D498-4FDB-93C3E7C601BC}"/>
                </a:ext>
              </a:extLst>
            </p:cNvPr>
            <p:cNvSpPr/>
            <p:nvPr/>
          </p:nvSpPr>
          <p:spPr>
            <a:xfrm>
              <a:off x="8096201" y="4299905"/>
              <a:ext cx="3950" cy="6546"/>
            </a:xfrm>
            <a:custGeom>
              <a:avLst/>
              <a:gdLst/>
              <a:ahLst/>
              <a:cxnLst/>
              <a:rect l="l" t="t" r="r" b="b"/>
              <a:pathLst>
                <a:path w="105" h="174" extrusionOk="0">
                  <a:moveTo>
                    <a:pt x="94" y="0"/>
                  </a:moveTo>
                  <a:cubicBezTo>
                    <a:pt x="83" y="0"/>
                    <a:pt x="50" y="29"/>
                    <a:pt x="26" y="76"/>
                  </a:cubicBezTo>
                  <a:cubicBezTo>
                    <a:pt x="0" y="125"/>
                    <a:pt x="8" y="173"/>
                    <a:pt x="15" y="173"/>
                  </a:cubicBezTo>
                  <a:cubicBezTo>
                    <a:pt x="15" y="173"/>
                    <a:pt x="16" y="173"/>
                    <a:pt x="16" y="173"/>
                  </a:cubicBezTo>
                  <a:cubicBezTo>
                    <a:pt x="27" y="173"/>
                    <a:pt x="38" y="134"/>
                    <a:pt x="59" y="91"/>
                  </a:cubicBezTo>
                  <a:cubicBezTo>
                    <a:pt x="82" y="46"/>
                    <a:pt x="104" y="9"/>
                    <a:pt x="97" y="1"/>
                  </a:cubicBezTo>
                  <a:cubicBezTo>
                    <a:pt x="96" y="0"/>
                    <a:pt x="95" y="0"/>
                    <a:pt x="9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672;p46">
              <a:extLst>
                <a:ext uri="{FF2B5EF4-FFF2-40B4-BE49-F238E27FC236}">
                  <a16:creationId xmlns:a16="http://schemas.microsoft.com/office/drawing/2014/main" id="{2DF8A332-6A2A-4BB0-BCA1-82E1A336C9AB}"/>
                </a:ext>
              </a:extLst>
            </p:cNvPr>
            <p:cNvSpPr/>
            <p:nvPr/>
          </p:nvSpPr>
          <p:spPr>
            <a:xfrm>
              <a:off x="8097152" y="4686812"/>
              <a:ext cx="5410" cy="4755"/>
            </a:xfrm>
            <a:custGeom>
              <a:avLst/>
              <a:gdLst/>
              <a:ahLst/>
              <a:cxnLst/>
              <a:rect l="l" t="t" r="r" b="b"/>
              <a:pathLst>
                <a:path w="132" h="116" extrusionOk="0">
                  <a:moveTo>
                    <a:pt x="119" y="0"/>
                  </a:moveTo>
                  <a:cubicBezTo>
                    <a:pt x="107" y="0"/>
                    <a:pt x="78" y="18"/>
                    <a:pt x="53" y="43"/>
                  </a:cubicBezTo>
                  <a:cubicBezTo>
                    <a:pt x="19" y="76"/>
                    <a:pt x="1" y="106"/>
                    <a:pt x="8" y="114"/>
                  </a:cubicBezTo>
                  <a:cubicBezTo>
                    <a:pt x="9" y="115"/>
                    <a:pt x="10" y="115"/>
                    <a:pt x="12" y="115"/>
                  </a:cubicBezTo>
                  <a:cubicBezTo>
                    <a:pt x="24" y="115"/>
                    <a:pt x="50" y="98"/>
                    <a:pt x="79" y="69"/>
                  </a:cubicBezTo>
                  <a:cubicBezTo>
                    <a:pt x="109" y="39"/>
                    <a:pt x="131" y="9"/>
                    <a:pt x="123" y="2"/>
                  </a:cubicBezTo>
                  <a:cubicBezTo>
                    <a:pt x="122" y="1"/>
                    <a:pt x="121" y="0"/>
                    <a:pt x="11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673;p46">
              <a:extLst>
                <a:ext uri="{FF2B5EF4-FFF2-40B4-BE49-F238E27FC236}">
                  <a16:creationId xmlns:a16="http://schemas.microsoft.com/office/drawing/2014/main" id="{47A6BE04-188B-C320-9DF6-713C58D06B21}"/>
                </a:ext>
              </a:extLst>
            </p:cNvPr>
            <p:cNvSpPr/>
            <p:nvPr/>
          </p:nvSpPr>
          <p:spPr>
            <a:xfrm>
              <a:off x="8108013" y="4681033"/>
              <a:ext cx="7665" cy="3156"/>
            </a:xfrm>
            <a:custGeom>
              <a:avLst/>
              <a:gdLst/>
              <a:ahLst/>
              <a:cxnLst/>
              <a:rect l="l" t="t" r="r" b="b"/>
              <a:pathLst>
                <a:path w="187" h="77" extrusionOk="0">
                  <a:moveTo>
                    <a:pt x="131" y="0"/>
                  </a:moveTo>
                  <a:cubicBezTo>
                    <a:pt x="116" y="0"/>
                    <a:pt x="100" y="2"/>
                    <a:pt x="83" y="8"/>
                  </a:cubicBezTo>
                  <a:cubicBezTo>
                    <a:pt x="27" y="27"/>
                    <a:pt x="1" y="68"/>
                    <a:pt x="8" y="75"/>
                  </a:cubicBezTo>
                  <a:cubicBezTo>
                    <a:pt x="9" y="76"/>
                    <a:pt x="11" y="77"/>
                    <a:pt x="13" y="77"/>
                  </a:cubicBezTo>
                  <a:cubicBezTo>
                    <a:pt x="26" y="77"/>
                    <a:pt x="55" y="55"/>
                    <a:pt x="94" y="42"/>
                  </a:cubicBezTo>
                  <a:cubicBezTo>
                    <a:pt x="139" y="27"/>
                    <a:pt x="180" y="31"/>
                    <a:pt x="184" y="20"/>
                  </a:cubicBezTo>
                  <a:cubicBezTo>
                    <a:pt x="186" y="12"/>
                    <a:pt x="164" y="0"/>
                    <a:pt x="1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674;p46">
              <a:extLst>
                <a:ext uri="{FF2B5EF4-FFF2-40B4-BE49-F238E27FC236}">
                  <a16:creationId xmlns:a16="http://schemas.microsoft.com/office/drawing/2014/main" id="{070E0FB8-6572-1CB4-C63A-4F7E30CC023C}"/>
                </a:ext>
              </a:extLst>
            </p:cNvPr>
            <p:cNvSpPr/>
            <p:nvPr/>
          </p:nvSpPr>
          <p:spPr>
            <a:xfrm>
              <a:off x="8121047" y="4679189"/>
              <a:ext cx="4140" cy="2090"/>
            </a:xfrm>
            <a:custGeom>
              <a:avLst/>
              <a:gdLst/>
              <a:ahLst/>
              <a:cxnLst/>
              <a:rect l="l" t="t" r="r" b="b"/>
              <a:pathLst>
                <a:path w="101" h="51" extrusionOk="0">
                  <a:moveTo>
                    <a:pt x="78" y="0"/>
                  </a:moveTo>
                  <a:cubicBezTo>
                    <a:pt x="68" y="0"/>
                    <a:pt x="56" y="3"/>
                    <a:pt x="45" y="8"/>
                  </a:cubicBezTo>
                  <a:cubicBezTo>
                    <a:pt x="19" y="15"/>
                    <a:pt x="0" y="31"/>
                    <a:pt x="4" y="42"/>
                  </a:cubicBezTo>
                  <a:cubicBezTo>
                    <a:pt x="6" y="48"/>
                    <a:pt x="12" y="50"/>
                    <a:pt x="21" y="50"/>
                  </a:cubicBezTo>
                  <a:cubicBezTo>
                    <a:pt x="31" y="50"/>
                    <a:pt x="43" y="48"/>
                    <a:pt x="56" y="42"/>
                  </a:cubicBezTo>
                  <a:cubicBezTo>
                    <a:pt x="82" y="34"/>
                    <a:pt x="101" y="20"/>
                    <a:pt x="97" y="8"/>
                  </a:cubicBezTo>
                  <a:cubicBezTo>
                    <a:pt x="95" y="3"/>
                    <a:pt x="88" y="0"/>
                    <a:pt x="7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675;p46">
              <a:extLst>
                <a:ext uri="{FF2B5EF4-FFF2-40B4-BE49-F238E27FC236}">
                  <a16:creationId xmlns:a16="http://schemas.microsoft.com/office/drawing/2014/main" id="{6D241DD8-7C60-2F92-B56B-17E10CC59A8A}"/>
                </a:ext>
              </a:extLst>
            </p:cNvPr>
            <p:cNvSpPr/>
            <p:nvPr/>
          </p:nvSpPr>
          <p:spPr>
            <a:xfrm>
              <a:off x="7563917" y="2963384"/>
              <a:ext cx="615632" cy="1699260"/>
            </a:xfrm>
            <a:custGeom>
              <a:avLst/>
              <a:gdLst/>
              <a:ahLst/>
              <a:cxnLst/>
              <a:rect l="l" t="t" r="r" b="b"/>
              <a:pathLst>
                <a:path w="15020" h="41458" extrusionOk="0">
                  <a:moveTo>
                    <a:pt x="1461" y="1"/>
                  </a:moveTo>
                  <a:lnTo>
                    <a:pt x="1" y="21798"/>
                  </a:lnTo>
                  <a:lnTo>
                    <a:pt x="1" y="41457"/>
                  </a:lnTo>
                  <a:lnTo>
                    <a:pt x="5843" y="41457"/>
                  </a:lnTo>
                  <a:cubicBezTo>
                    <a:pt x="5843" y="41457"/>
                    <a:pt x="6089" y="24503"/>
                    <a:pt x="5936" y="23394"/>
                  </a:cubicBezTo>
                  <a:cubicBezTo>
                    <a:pt x="5936" y="23394"/>
                    <a:pt x="6879" y="6654"/>
                    <a:pt x="6994" y="6654"/>
                  </a:cubicBezTo>
                  <a:cubicBezTo>
                    <a:pt x="6995" y="6654"/>
                    <a:pt x="6996" y="6655"/>
                    <a:pt x="6996" y="6657"/>
                  </a:cubicBezTo>
                  <a:cubicBezTo>
                    <a:pt x="7221" y="7154"/>
                    <a:pt x="7217" y="21586"/>
                    <a:pt x="7542" y="23375"/>
                  </a:cubicBezTo>
                  <a:cubicBezTo>
                    <a:pt x="7870" y="25165"/>
                    <a:pt x="9380" y="41457"/>
                    <a:pt x="9380" y="41457"/>
                  </a:cubicBezTo>
                  <a:lnTo>
                    <a:pt x="15020" y="41457"/>
                  </a:lnTo>
                  <a:lnTo>
                    <a:pt x="13126" y="22777"/>
                  </a:lnTo>
                  <a:cubicBezTo>
                    <a:pt x="13089" y="20529"/>
                    <a:pt x="12510" y="759"/>
                    <a:pt x="12510" y="759"/>
                  </a:cubicBezTo>
                  <a:lnTo>
                    <a:pt x="146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676;p46">
              <a:extLst>
                <a:ext uri="{FF2B5EF4-FFF2-40B4-BE49-F238E27FC236}">
                  <a16:creationId xmlns:a16="http://schemas.microsoft.com/office/drawing/2014/main" id="{96D2B278-7D33-1983-C5F8-E221CDD78AE3}"/>
                </a:ext>
              </a:extLst>
            </p:cNvPr>
            <p:cNvSpPr/>
            <p:nvPr/>
          </p:nvSpPr>
          <p:spPr>
            <a:xfrm>
              <a:off x="7952183" y="4598364"/>
              <a:ext cx="222029" cy="38938"/>
            </a:xfrm>
            <a:custGeom>
              <a:avLst/>
              <a:gdLst/>
              <a:ahLst/>
              <a:cxnLst/>
              <a:rect l="l" t="t" r="r" b="b"/>
              <a:pathLst>
                <a:path w="5417" h="950" extrusionOk="0">
                  <a:moveTo>
                    <a:pt x="3602" y="0"/>
                  </a:moveTo>
                  <a:cubicBezTo>
                    <a:pt x="3464" y="0"/>
                    <a:pt x="3322" y="29"/>
                    <a:pt x="3190" y="79"/>
                  </a:cubicBezTo>
                  <a:cubicBezTo>
                    <a:pt x="3003" y="146"/>
                    <a:pt x="2835" y="255"/>
                    <a:pt x="2667" y="363"/>
                  </a:cubicBezTo>
                  <a:cubicBezTo>
                    <a:pt x="2335" y="584"/>
                    <a:pt x="2021" y="789"/>
                    <a:pt x="1685" y="827"/>
                  </a:cubicBezTo>
                  <a:cubicBezTo>
                    <a:pt x="1604" y="838"/>
                    <a:pt x="1525" y="844"/>
                    <a:pt x="1448" y="844"/>
                  </a:cubicBezTo>
                  <a:cubicBezTo>
                    <a:pt x="1209" y="844"/>
                    <a:pt x="990" y="795"/>
                    <a:pt x="804" y="744"/>
                  </a:cubicBezTo>
                  <a:cubicBezTo>
                    <a:pt x="337" y="607"/>
                    <a:pt x="48" y="474"/>
                    <a:pt x="8" y="474"/>
                  </a:cubicBezTo>
                  <a:cubicBezTo>
                    <a:pt x="6" y="474"/>
                    <a:pt x="4" y="474"/>
                    <a:pt x="4" y="475"/>
                  </a:cubicBezTo>
                  <a:cubicBezTo>
                    <a:pt x="0" y="482"/>
                    <a:pt x="71" y="524"/>
                    <a:pt x="202" y="591"/>
                  </a:cubicBezTo>
                  <a:cubicBezTo>
                    <a:pt x="333" y="651"/>
                    <a:pt x="527" y="744"/>
                    <a:pt x="778" y="827"/>
                  </a:cubicBezTo>
                  <a:cubicBezTo>
                    <a:pt x="979" y="889"/>
                    <a:pt x="1224" y="950"/>
                    <a:pt x="1498" y="950"/>
                  </a:cubicBezTo>
                  <a:cubicBezTo>
                    <a:pt x="1564" y="950"/>
                    <a:pt x="1631" y="946"/>
                    <a:pt x="1700" y="939"/>
                  </a:cubicBezTo>
                  <a:cubicBezTo>
                    <a:pt x="2066" y="901"/>
                    <a:pt x="2405" y="680"/>
                    <a:pt x="2734" y="464"/>
                  </a:cubicBezTo>
                  <a:cubicBezTo>
                    <a:pt x="3022" y="269"/>
                    <a:pt x="3324" y="112"/>
                    <a:pt x="3618" y="112"/>
                  </a:cubicBezTo>
                  <a:cubicBezTo>
                    <a:pt x="3656" y="112"/>
                    <a:pt x="3694" y="115"/>
                    <a:pt x="3731" y="120"/>
                  </a:cubicBezTo>
                  <a:cubicBezTo>
                    <a:pt x="4060" y="165"/>
                    <a:pt x="4333" y="334"/>
                    <a:pt x="4579" y="423"/>
                  </a:cubicBezTo>
                  <a:cubicBezTo>
                    <a:pt x="4771" y="499"/>
                    <a:pt x="4950" y="531"/>
                    <a:pt x="5089" y="531"/>
                  </a:cubicBezTo>
                  <a:cubicBezTo>
                    <a:pt x="5128" y="531"/>
                    <a:pt x="5164" y="529"/>
                    <a:pt x="5196" y="524"/>
                  </a:cubicBezTo>
                  <a:cubicBezTo>
                    <a:pt x="5349" y="501"/>
                    <a:pt x="5417" y="453"/>
                    <a:pt x="5417" y="449"/>
                  </a:cubicBezTo>
                  <a:cubicBezTo>
                    <a:pt x="5416" y="448"/>
                    <a:pt x="5414" y="447"/>
                    <a:pt x="5410" y="447"/>
                  </a:cubicBezTo>
                  <a:cubicBezTo>
                    <a:pt x="5388" y="447"/>
                    <a:pt x="5314" y="473"/>
                    <a:pt x="5192" y="479"/>
                  </a:cubicBezTo>
                  <a:cubicBezTo>
                    <a:pt x="5181" y="479"/>
                    <a:pt x="5169" y="480"/>
                    <a:pt x="5157" y="480"/>
                  </a:cubicBezTo>
                  <a:cubicBezTo>
                    <a:pt x="5017" y="480"/>
                    <a:pt x="4826" y="441"/>
                    <a:pt x="4610" y="344"/>
                  </a:cubicBezTo>
                  <a:cubicBezTo>
                    <a:pt x="4374" y="248"/>
                    <a:pt x="4109" y="68"/>
                    <a:pt x="3746" y="12"/>
                  </a:cubicBezTo>
                  <a:cubicBezTo>
                    <a:pt x="3699" y="4"/>
                    <a:pt x="3651" y="0"/>
                    <a:pt x="360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677;p46">
              <a:extLst>
                <a:ext uri="{FF2B5EF4-FFF2-40B4-BE49-F238E27FC236}">
                  <a16:creationId xmlns:a16="http://schemas.microsoft.com/office/drawing/2014/main" id="{25DB4C48-2867-FE13-3249-57B767EEAC5E}"/>
                </a:ext>
              </a:extLst>
            </p:cNvPr>
            <p:cNvSpPr/>
            <p:nvPr/>
          </p:nvSpPr>
          <p:spPr>
            <a:xfrm>
              <a:off x="7569164" y="4597340"/>
              <a:ext cx="236539" cy="36889"/>
            </a:xfrm>
            <a:custGeom>
              <a:avLst/>
              <a:gdLst/>
              <a:ahLst/>
              <a:cxnLst/>
              <a:rect l="l" t="t" r="r" b="b"/>
              <a:pathLst>
                <a:path w="5771" h="900" extrusionOk="0">
                  <a:moveTo>
                    <a:pt x="5115" y="0"/>
                  </a:moveTo>
                  <a:cubicBezTo>
                    <a:pt x="5062" y="0"/>
                    <a:pt x="5007" y="5"/>
                    <a:pt x="4949" y="14"/>
                  </a:cubicBezTo>
                  <a:cubicBezTo>
                    <a:pt x="4658" y="56"/>
                    <a:pt x="4355" y="235"/>
                    <a:pt x="4045" y="433"/>
                  </a:cubicBezTo>
                  <a:cubicBezTo>
                    <a:pt x="3781" y="597"/>
                    <a:pt x="3473" y="781"/>
                    <a:pt x="3129" y="781"/>
                  </a:cubicBezTo>
                  <a:cubicBezTo>
                    <a:pt x="3074" y="781"/>
                    <a:pt x="3019" y="776"/>
                    <a:pt x="2962" y="766"/>
                  </a:cubicBezTo>
                  <a:cubicBezTo>
                    <a:pt x="2555" y="698"/>
                    <a:pt x="2200" y="471"/>
                    <a:pt x="1826" y="392"/>
                  </a:cubicBezTo>
                  <a:cubicBezTo>
                    <a:pt x="1701" y="364"/>
                    <a:pt x="1580" y="352"/>
                    <a:pt x="1464" y="352"/>
                  </a:cubicBezTo>
                  <a:cubicBezTo>
                    <a:pt x="1226" y="352"/>
                    <a:pt x="1010" y="401"/>
                    <a:pt x="829" y="459"/>
                  </a:cubicBezTo>
                  <a:cubicBezTo>
                    <a:pt x="560" y="545"/>
                    <a:pt x="355" y="645"/>
                    <a:pt x="212" y="717"/>
                  </a:cubicBezTo>
                  <a:cubicBezTo>
                    <a:pt x="74" y="788"/>
                    <a:pt x="0" y="833"/>
                    <a:pt x="4" y="840"/>
                  </a:cubicBezTo>
                  <a:cubicBezTo>
                    <a:pt x="4" y="841"/>
                    <a:pt x="6" y="842"/>
                    <a:pt x="8" y="842"/>
                  </a:cubicBezTo>
                  <a:cubicBezTo>
                    <a:pt x="51" y="842"/>
                    <a:pt x="357" y="689"/>
                    <a:pt x="852" y="541"/>
                  </a:cubicBezTo>
                  <a:cubicBezTo>
                    <a:pt x="1019" y="494"/>
                    <a:pt x="1214" y="456"/>
                    <a:pt x="1423" y="456"/>
                  </a:cubicBezTo>
                  <a:cubicBezTo>
                    <a:pt x="1545" y="456"/>
                    <a:pt x="1671" y="469"/>
                    <a:pt x="1800" y="500"/>
                  </a:cubicBezTo>
                  <a:cubicBezTo>
                    <a:pt x="2151" y="578"/>
                    <a:pt x="2498" y="810"/>
                    <a:pt x="2943" y="885"/>
                  </a:cubicBezTo>
                  <a:cubicBezTo>
                    <a:pt x="3002" y="895"/>
                    <a:pt x="3061" y="899"/>
                    <a:pt x="3120" y="899"/>
                  </a:cubicBezTo>
                  <a:cubicBezTo>
                    <a:pt x="3283" y="899"/>
                    <a:pt x="3443" y="864"/>
                    <a:pt x="3586" y="807"/>
                  </a:cubicBezTo>
                  <a:cubicBezTo>
                    <a:pt x="3780" y="731"/>
                    <a:pt x="3948" y="627"/>
                    <a:pt x="4105" y="526"/>
                  </a:cubicBezTo>
                  <a:cubicBezTo>
                    <a:pt x="4415" y="321"/>
                    <a:pt x="4695" y="145"/>
                    <a:pt x="4964" y="97"/>
                  </a:cubicBezTo>
                  <a:cubicBezTo>
                    <a:pt x="5029" y="84"/>
                    <a:pt x="5092" y="78"/>
                    <a:pt x="5152" y="78"/>
                  </a:cubicBezTo>
                  <a:cubicBezTo>
                    <a:pt x="5334" y="78"/>
                    <a:pt x="5484" y="130"/>
                    <a:pt x="5580" y="186"/>
                  </a:cubicBezTo>
                  <a:cubicBezTo>
                    <a:pt x="5706" y="265"/>
                    <a:pt x="5752" y="340"/>
                    <a:pt x="5762" y="340"/>
                  </a:cubicBezTo>
                  <a:cubicBezTo>
                    <a:pt x="5762" y="340"/>
                    <a:pt x="5763" y="340"/>
                    <a:pt x="5763" y="340"/>
                  </a:cubicBezTo>
                  <a:cubicBezTo>
                    <a:pt x="5770" y="336"/>
                    <a:pt x="5737" y="247"/>
                    <a:pt x="5606" y="149"/>
                  </a:cubicBezTo>
                  <a:cubicBezTo>
                    <a:pt x="5501" y="71"/>
                    <a:pt x="5330" y="0"/>
                    <a:pt x="511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678;p46">
              <a:extLst>
                <a:ext uri="{FF2B5EF4-FFF2-40B4-BE49-F238E27FC236}">
                  <a16:creationId xmlns:a16="http://schemas.microsoft.com/office/drawing/2014/main" id="{D67B296F-F127-627D-DA28-7885B5C45EFC}"/>
                </a:ext>
              </a:extLst>
            </p:cNvPr>
            <p:cNvSpPr/>
            <p:nvPr/>
          </p:nvSpPr>
          <p:spPr>
            <a:xfrm>
              <a:off x="7968987" y="3123476"/>
              <a:ext cx="91484" cy="30946"/>
            </a:xfrm>
            <a:custGeom>
              <a:avLst/>
              <a:gdLst/>
              <a:ahLst/>
              <a:cxnLst/>
              <a:rect l="l" t="t" r="r" b="b"/>
              <a:pathLst>
                <a:path w="2232" h="755" extrusionOk="0">
                  <a:moveTo>
                    <a:pt x="16" y="0"/>
                  </a:moveTo>
                  <a:cubicBezTo>
                    <a:pt x="14" y="0"/>
                    <a:pt x="13" y="1"/>
                    <a:pt x="13" y="2"/>
                  </a:cubicBezTo>
                  <a:cubicBezTo>
                    <a:pt x="1" y="13"/>
                    <a:pt x="76" y="129"/>
                    <a:pt x="244" y="274"/>
                  </a:cubicBezTo>
                  <a:cubicBezTo>
                    <a:pt x="416" y="424"/>
                    <a:pt x="685" y="588"/>
                    <a:pt x="1017" y="677"/>
                  </a:cubicBezTo>
                  <a:cubicBezTo>
                    <a:pt x="1216" y="733"/>
                    <a:pt x="1410" y="754"/>
                    <a:pt x="1580" y="754"/>
                  </a:cubicBezTo>
                  <a:cubicBezTo>
                    <a:pt x="1694" y="754"/>
                    <a:pt x="1797" y="745"/>
                    <a:pt x="1883" y="730"/>
                  </a:cubicBezTo>
                  <a:cubicBezTo>
                    <a:pt x="2107" y="689"/>
                    <a:pt x="2231" y="629"/>
                    <a:pt x="2228" y="614"/>
                  </a:cubicBezTo>
                  <a:cubicBezTo>
                    <a:pt x="2227" y="610"/>
                    <a:pt x="2220" y="608"/>
                    <a:pt x="2208" y="608"/>
                  </a:cubicBezTo>
                  <a:cubicBezTo>
                    <a:pt x="2148" y="608"/>
                    <a:pt x="1954" y="649"/>
                    <a:pt x="1689" y="649"/>
                  </a:cubicBezTo>
                  <a:cubicBezTo>
                    <a:pt x="1503" y="649"/>
                    <a:pt x="1282" y="629"/>
                    <a:pt x="1047" y="562"/>
                  </a:cubicBezTo>
                  <a:cubicBezTo>
                    <a:pt x="429" y="400"/>
                    <a:pt x="60" y="0"/>
                    <a:pt x="1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679;p46">
              <a:extLst>
                <a:ext uri="{FF2B5EF4-FFF2-40B4-BE49-F238E27FC236}">
                  <a16:creationId xmlns:a16="http://schemas.microsoft.com/office/drawing/2014/main" id="{08792E36-5F67-2685-B25E-19C4396B5388}"/>
                </a:ext>
              </a:extLst>
            </p:cNvPr>
            <p:cNvSpPr/>
            <p:nvPr/>
          </p:nvSpPr>
          <p:spPr>
            <a:xfrm>
              <a:off x="7606666" y="3113721"/>
              <a:ext cx="56522" cy="50169"/>
            </a:xfrm>
            <a:custGeom>
              <a:avLst/>
              <a:gdLst/>
              <a:ahLst/>
              <a:cxnLst/>
              <a:rect l="l" t="t" r="r" b="b"/>
              <a:pathLst>
                <a:path w="1379" h="1224" extrusionOk="0">
                  <a:moveTo>
                    <a:pt x="1363" y="0"/>
                  </a:moveTo>
                  <a:cubicBezTo>
                    <a:pt x="1328" y="0"/>
                    <a:pt x="1235" y="438"/>
                    <a:pt x="844" y="781"/>
                  </a:cubicBezTo>
                  <a:cubicBezTo>
                    <a:pt x="452" y="1136"/>
                    <a:pt x="0" y="1174"/>
                    <a:pt x="7" y="1210"/>
                  </a:cubicBezTo>
                  <a:cubicBezTo>
                    <a:pt x="9" y="1216"/>
                    <a:pt x="41" y="1224"/>
                    <a:pt x="95" y="1224"/>
                  </a:cubicBezTo>
                  <a:cubicBezTo>
                    <a:pt x="145" y="1224"/>
                    <a:pt x="215" y="1218"/>
                    <a:pt x="299" y="1200"/>
                  </a:cubicBezTo>
                  <a:cubicBezTo>
                    <a:pt x="478" y="1158"/>
                    <a:pt x="714" y="1058"/>
                    <a:pt x="923" y="871"/>
                  </a:cubicBezTo>
                  <a:cubicBezTo>
                    <a:pt x="1132" y="684"/>
                    <a:pt x="1262" y="460"/>
                    <a:pt x="1319" y="288"/>
                  </a:cubicBezTo>
                  <a:cubicBezTo>
                    <a:pt x="1378" y="117"/>
                    <a:pt x="1378" y="5"/>
                    <a:pt x="1364" y="0"/>
                  </a:cubicBezTo>
                  <a:cubicBezTo>
                    <a:pt x="1363" y="0"/>
                    <a:pt x="1363" y="0"/>
                    <a:pt x="136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680;p46">
              <a:extLst>
                <a:ext uri="{FF2B5EF4-FFF2-40B4-BE49-F238E27FC236}">
                  <a16:creationId xmlns:a16="http://schemas.microsoft.com/office/drawing/2014/main" id="{A0CD5937-1DC0-0CD0-B7D2-38E06AD29DEA}"/>
                </a:ext>
              </a:extLst>
            </p:cNvPr>
            <p:cNvSpPr/>
            <p:nvPr/>
          </p:nvSpPr>
          <p:spPr>
            <a:xfrm>
              <a:off x="6998877" y="2050375"/>
              <a:ext cx="605385" cy="670310"/>
            </a:xfrm>
            <a:custGeom>
              <a:avLst/>
              <a:gdLst/>
              <a:ahLst/>
              <a:cxnLst/>
              <a:rect l="l" t="t" r="r" b="b"/>
              <a:pathLst>
                <a:path w="14770" h="16354" extrusionOk="0">
                  <a:moveTo>
                    <a:pt x="1870" y="0"/>
                  </a:moveTo>
                  <a:cubicBezTo>
                    <a:pt x="1867" y="0"/>
                    <a:pt x="1864" y="1"/>
                    <a:pt x="1861" y="1"/>
                  </a:cubicBezTo>
                  <a:cubicBezTo>
                    <a:pt x="1357" y="23"/>
                    <a:pt x="1809" y="2462"/>
                    <a:pt x="1857" y="2694"/>
                  </a:cubicBezTo>
                  <a:cubicBezTo>
                    <a:pt x="1875" y="2779"/>
                    <a:pt x="1809" y="2827"/>
                    <a:pt x="1740" y="2827"/>
                  </a:cubicBezTo>
                  <a:cubicBezTo>
                    <a:pt x="1679" y="2827"/>
                    <a:pt x="1616" y="2790"/>
                    <a:pt x="1603" y="2709"/>
                  </a:cubicBezTo>
                  <a:cubicBezTo>
                    <a:pt x="1577" y="2530"/>
                    <a:pt x="1403" y="411"/>
                    <a:pt x="895" y="411"/>
                  </a:cubicBezTo>
                  <a:cubicBezTo>
                    <a:pt x="893" y="411"/>
                    <a:pt x="892" y="411"/>
                    <a:pt x="890" y="411"/>
                  </a:cubicBezTo>
                  <a:cubicBezTo>
                    <a:pt x="494" y="426"/>
                    <a:pt x="1245" y="2425"/>
                    <a:pt x="1031" y="2884"/>
                  </a:cubicBezTo>
                  <a:cubicBezTo>
                    <a:pt x="1010" y="2931"/>
                    <a:pt x="989" y="2952"/>
                    <a:pt x="967" y="2952"/>
                  </a:cubicBezTo>
                  <a:cubicBezTo>
                    <a:pt x="781" y="2952"/>
                    <a:pt x="586" y="1341"/>
                    <a:pt x="252" y="1341"/>
                  </a:cubicBezTo>
                  <a:cubicBezTo>
                    <a:pt x="249" y="1341"/>
                    <a:pt x="246" y="1342"/>
                    <a:pt x="244" y="1342"/>
                  </a:cubicBezTo>
                  <a:cubicBezTo>
                    <a:pt x="105" y="1352"/>
                    <a:pt x="1" y="1378"/>
                    <a:pt x="288" y="2530"/>
                  </a:cubicBezTo>
                  <a:cubicBezTo>
                    <a:pt x="426" y="3090"/>
                    <a:pt x="792" y="4071"/>
                    <a:pt x="1140" y="4953"/>
                  </a:cubicBezTo>
                  <a:lnTo>
                    <a:pt x="1128" y="4957"/>
                  </a:lnTo>
                  <a:cubicBezTo>
                    <a:pt x="1128" y="4957"/>
                    <a:pt x="3073" y="16354"/>
                    <a:pt x="8089" y="16354"/>
                  </a:cubicBezTo>
                  <a:cubicBezTo>
                    <a:pt x="8229" y="16354"/>
                    <a:pt x="8372" y="16345"/>
                    <a:pt x="8517" y="16326"/>
                  </a:cubicBezTo>
                  <a:cubicBezTo>
                    <a:pt x="14176" y="15613"/>
                    <a:pt x="14769" y="15064"/>
                    <a:pt x="14769" y="15064"/>
                  </a:cubicBezTo>
                  <a:lnTo>
                    <a:pt x="13593" y="10750"/>
                  </a:lnTo>
                  <a:cubicBezTo>
                    <a:pt x="13593" y="10750"/>
                    <a:pt x="9452" y="11830"/>
                    <a:pt x="8103" y="11830"/>
                  </a:cubicBezTo>
                  <a:cubicBezTo>
                    <a:pt x="7894" y="11830"/>
                    <a:pt x="7751" y="11804"/>
                    <a:pt x="7703" y="11744"/>
                  </a:cubicBezTo>
                  <a:cubicBezTo>
                    <a:pt x="5696" y="9263"/>
                    <a:pt x="4681" y="5850"/>
                    <a:pt x="4363" y="4624"/>
                  </a:cubicBezTo>
                  <a:cubicBezTo>
                    <a:pt x="4412" y="4449"/>
                    <a:pt x="4467" y="4243"/>
                    <a:pt x="4550" y="4004"/>
                  </a:cubicBezTo>
                  <a:cubicBezTo>
                    <a:pt x="4617" y="3799"/>
                    <a:pt x="4726" y="3609"/>
                    <a:pt x="4860" y="3437"/>
                  </a:cubicBezTo>
                  <a:cubicBezTo>
                    <a:pt x="5021" y="3231"/>
                    <a:pt x="5248" y="2966"/>
                    <a:pt x="5417" y="2858"/>
                  </a:cubicBezTo>
                  <a:cubicBezTo>
                    <a:pt x="5626" y="2727"/>
                    <a:pt x="5566" y="2409"/>
                    <a:pt x="5341" y="2395"/>
                  </a:cubicBezTo>
                  <a:cubicBezTo>
                    <a:pt x="5336" y="2395"/>
                    <a:pt x="5330" y="2394"/>
                    <a:pt x="5324" y="2394"/>
                  </a:cubicBezTo>
                  <a:cubicBezTo>
                    <a:pt x="5088" y="2394"/>
                    <a:pt x="4520" y="2744"/>
                    <a:pt x="4098" y="3395"/>
                  </a:cubicBezTo>
                  <a:cubicBezTo>
                    <a:pt x="4009" y="3532"/>
                    <a:pt x="3933" y="3588"/>
                    <a:pt x="3867" y="3588"/>
                  </a:cubicBezTo>
                  <a:cubicBezTo>
                    <a:pt x="3611" y="3588"/>
                    <a:pt x="3518" y="2724"/>
                    <a:pt x="3471" y="2361"/>
                  </a:cubicBezTo>
                  <a:cubicBezTo>
                    <a:pt x="3414" y="1909"/>
                    <a:pt x="3176" y="513"/>
                    <a:pt x="3022" y="418"/>
                  </a:cubicBezTo>
                  <a:cubicBezTo>
                    <a:pt x="2977" y="391"/>
                    <a:pt x="2934" y="377"/>
                    <a:pt x="2893" y="377"/>
                  </a:cubicBezTo>
                  <a:cubicBezTo>
                    <a:pt x="2732" y="377"/>
                    <a:pt x="2621" y="588"/>
                    <a:pt x="2675" y="949"/>
                  </a:cubicBezTo>
                  <a:cubicBezTo>
                    <a:pt x="2742" y="1409"/>
                    <a:pt x="2847" y="2772"/>
                    <a:pt x="2607" y="2790"/>
                  </a:cubicBezTo>
                  <a:cubicBezTo>
                    <a:pt x="2606" y="2790"/>
                    <a:pt x="2605" y="2790"/>
                    <a:pt x="2604" y="2790"/>
                  </a:cubicBezTo>
                  <a:cubicBezTo>
                    <a:pt x="2367" y="2790"/>
                    <a:pt x="2114" y="494"/>
                    <a:pt x="2114" y="494"/>
                  </a:cubicBezTo>
                  <a:cubicBezTo>
                    <a:pt x="2114" y="494"/>
                    <a:pt x="2136" y="0"/>
                    <a:pt x="1870"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8" name="Google Shape;2681;p46">
              <a:extLst>
                <a:ext uri="{FF2B5EF4-FFF2-40B4-BE49-F238E27FC236}">
                  <a16:creationId xmlns:a16="http://schemas.microsoft.com/office/drawing/2014/main" id="{893B79DE-2ED9-C3C7-2055-152E374E3E5C}"/>
                </a:ext>
              </a:extLst>
            </p:cNvPr>
            <p:cNvGrpSpPr/>
            <p:nvPr/>
          </p:nvGrpSpPr>
          <p:grpSpPr>
            <a:xfrm>
              <a:off x="5819039" y="2060417"/>
              <a:ext cx="1596955" cy="1097563"/>
              <a:chOff x="5819039" y="2060417"/>
              <a:chExt cx="1596955" cy="1097563"/>
            </a:xfrm>
          </p:grpSpPr>
          <p:sp>
            <p:nvSpPr>
              <p:cNvPr id="2554" name="Google Shape;2682;p46">
                <a:extLst>
                  <a:ext uri="{FF2B5EF4-FFF2-40B4-BE49-F238E27FC236}">
                    <a16:creationId xmlns:a16="http://schemas.microsoft.com/office/drawing/2014/main" id="{1CCF57CF-1B93-A295-8EA7-7EDB15D5F300}"/>
                  </a:ext>
                </a:extLst>
              </p:cNvPr>
              <p:cNvSpPr/>
              <p:nvPr/>
            </p:nvSpPr>
            <p:spPr>
              <a:xfrm>
                <a:off x="7240616" y="2327401"/>
                <a:ext cx="23773" cy="5082"/>
              </a:xfrm>
              <a:custGeom>
                <a:avLst/>
                <a:gdLst/>
                <a:ahLst/>
                <a:cxnLst/>
                <a:rect l="l" t="t" r="r" b="b"/>
                <a:pathLst>
                  <a:path w="580" h="124" extrusionOk="0">
                    <a:moveTo>
                      <a:pt x="234" y="0"/>
                    </a:moveTo>
                    <a:cubicBezTo>
                      <a:pt x="104" y="0"/>
                      <a:pt x="3" y="21"/>
                      <a:pt x="0" y="51"/>
                    </a:cubicBezTo>
                    <a:cubicBezTo>
                      <a:pt x="0" y="84"/>
                      <a:pt x="127" y="114"/>
                      <a:pt x="288" y="122"/>
                    </a:cubicBezTo>
                    <a:cubicBezTo>
                      <a:pt x="311" y="123"/>
                      <a:pt x="333" y="123"/>
                      <a:pt x="354" y="123"/>
                    </a:cubicBezTo>
                    <a:cubicBezTo>
                      <a:pt x="482" y="123"/>
                      <a:pt x="576" y="105"/>
                      <a:pt x="579" y="77"/>
                    </a:cubicBezTo>
                    <a:cubicBezTo>
                      <a:pt x="579" y="43"/>
                      <a:pt x="452" y="10"/>
                      <a:pt x="292" y="2"/>
                    </a:cubicBezTo>
                    <a:cubicBezTo>
                      <a:pt x="272" y="1"/>
                      <a:pt x="252" y="0"/>
                      <a:pt x="2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683;p46">
                <a:extLst>
                  <a:ext uri="{FF2B5EF4-FFF2-40B4-BE49-F238E27FC236}">
                    <a16:creationId xmlns:a16="http://schemas.microsoft.com/office/drawing/2014/main" id="{F91F12C2-217D-35F2-A312-02456421EB41}"/>
                  </a:ext>
                </a:extLst>
              </p:cNvPr>
              <p:cNvSpPr/>
              <p:nvPr/>
            </p:nvSpPr>
            <p:spPr>
              <a:xfrm>
                <a:off x="7310744" y="2325310"/>
                <a:ext cx="46562" cy="6066"/>
              </a:xfrm>
              <a:custGeom>
                <a:avLst/>
                <a:gdLst/>
                <a:ahLst/>
                <a:cxnLst/>
                <a:rect l="l" t="t" r="r" b="b"/>
                <a:pathLst>
                  <a:path w="1136" h="148" extrusionOk="0">
                    <a:moveTo>
                      <a:pt x="901" y="0"/>
                    </a:moveTo>
                    <a:cubicBezTo>
                      <a:pt x="806" y="0"/>
                      <a:pt x="688" y="5"/>
                      <a:pt x="561" y="16"/>
                    </a:cubicBezTo>
                    <a:cubicBezTo>
                      <a:pt x="251" y="38"/>
                      <a:pt x="0" y="87"/>
                      <a:pt x="0" y="116"/>
                    </a:cubicBezTo>
                    <a:cubicBezTo>
                      <a:pt x="0" y="137"/>
                      <a:pt x="98" y="148"/>
                      <a:pt x="245" y="148"/>
                    </a:cubicBezTo>
                    <a:cubicBezTo>
                      <a:pt x="338" y="148"/>
                      <a:pt x="451" y="144"/>
                      <a:pt x="571" y="135"/>
                    </a:cubicBezTo>
                    <a:cubicBezTo>
                      <a:pt x="885" y="109"/>
                      <a:pt x="1135" y="64"/>
                      <a:pt x="1132" y="30"/>
                    </a:cubicBezTo>
                    <a:cubicBezTo>
                      <a:pt x="1130" y="11"/>
                      <a:pt x="1039" y="0"/>
                      <a:pt x="9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684;p46">
                <a:extLst>
                  <a:ext uri="{FF2B5EF4-FFF2-40B4-BE49-F238E27FC236}">
                    <a16:creationId xmlns:a16="http://schemas.microsoft.com/office/drawing/2014/main" id="{A99349EE-47A9-1B97-48A6-369689508860}"/>
                  </a:ext>
                </a:extLst>
              </p:cNvPr>
              <p:cNvSpPr/>
              <p:nvPr/>
            </p:nvSpPr>
            <p:spPr>
              <a:xfrm>
                <a:off x="5820392" y="2062917"/>
                <a:ext cx="1595602" cy="1094858"/>
              </a:xfrm>
              <a:custGeom>
                <a:avLst/>
                <a:gdLst/>
                <a:ahLst/>
                <a:cxnLst/>
                <a:rect l="l" t="t" r="r" b="b"/>
                <a:pathLst>
                  <a:path w="38929" h="26712" extrusionOk="0">
                    <a:moveTo>
                      <a:pt x="3321" y="0"/>
                    </a:moveTo>
                    <a:cubicBezTo>
                      <a:pt x="2417" y="0"/>
                      <a:pt x="1649" y="696"/>
                      <a:pt x="1585" y="1614"/>
                    </a:cubicBezTo>
                    <a:lnTo>
                      <a:pt x="71" y="22385"/>
                    </a:lnTo>
                    <a:cubicBezTo>
                      <a:pt x="1" y="23342"/>
                      <a:pt x="721" y="24174"/>
                      <a:pt x="1678" y="24245"/>
                    </a:cubicBezTo>
                    <a:lnTo>
                      <a:pt x="35484" y="26707"/>
                    </a:lnTo>
                    <a:cubicBezTo>
                      <a:pt x="35528" y="26710"/>
                      <a:pt x="35571" y="26712"/>
                      <a:pt x="35614" y="26712"/>
                    </a:cubicBezTo>
                    <a:cubicBezTo>
                      <a:pt x="36518" y="26712"/>
                      <a:pt x="37280" y="26013"/>
                      <a:pt x="37349" y="25100"/>
                    </a:cubicBezTo>
                    <a:lnTo>
                      <a:pt x="38861" y="4330"/>
                    </a:lnTo>
                    <a:cubicBezTo>
                      <a:pt x="38928" y="3374"/>
                      <a:pt x="38207" y="2537"/>
                      <a:pt x="37251" y="2470"/>
                    </a:cubicBezTo>
                    <a:lnTo>
                      <a:pt x="3445" y="5"/>
                    </a:lnTo>
                    <a:cubicBezTo>
                      <a:pt x="3403" y="2"/>
                      <a:pt x="3362" y="0"/>
                      <a:pt x="3321"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685;p46">
                <a:extLst>
                  <a:ext uri="{FF2B5EF4-FFF2-40B4-BE49-F238E27FC236}">
                    <a16:creationId xmlns:a16="http://schemas.microsoft.com/office/drawing/2014/main" id="{61A2A684-B4BE-0A8D-20B0-46F07BD324B9}"/>
                  </a:ext>
                </a:extLst>
              </p:cNvPr>
              <p:cNvSpPr/>
              <p:nvPr/>
            </p:nvSpPr>
            <p:spPr>
              <a:xfrm>
                <a:off x="5819039" y="2060417"/>
                <a:ext cx="1596627" cy="1097563"/>
              </a:xfrm>
              <a:custGeom>
                <a:avLst/>
                <a:gdLst/>
                <a:ahLst/>
                <a:cxnLst/>
                <a:rect l="l" t="t" r="r" b="b"/>
                <a:pathLst>
                  <a:path w="38954" h="26778" extrusionOk="0">
                    <a:moveTo>
                      <a:pt x="3354" y="1"/>
                    </a:moveTo>
                    <a:cubicBezTo>
                      <a:pt x="2860" y="1"/>
                      <a:pt x="2372" y="213"/>
                      <a:pt x="2035" y="573"/>
                    </a:cubicBezTo>
                    <a:cubicBezTo>
                      <a:pt x="1856" y="768"/>
                      <a:pt x="1718" y="1003"/>
                      <a:pt x="1636" y="1257"/>
                    </a:cubicBezTo>
                    <a:cubicBezTo>
                      <a:pt x="1550" y="1514"/>
                      <a:pt x="1554" y="1780"/>
                      <a:pt x="1532" y="2034"/>
                    </a:cubicBezTo>
                    <a:cubicBezTo>
                      <a:pt x="1457" y="3057"/>
                      <a:pt x="1382" y="4073"/>
                      <a:pt x="1307" y="5081"/>
                    </a:cubicBezTo>
                    <a:cubicBezTo>
                      <a:pt x="1161" y="7098"/>
                      <a:pt x="1016" y="9089"/>
                      <a:pt x="874" y="11043"/>
                    </a:cubicBezTo>
                    <a:cubicBezTo>
                      <a:pt x="590" y="14950"/>
                      <a:pt x="318" y="18719"/>
                      <a:pt x="56" y="22312"/>
                    </a:cubicBezTo>
                    <a:cubicBezTo>
                      <a:pt x="0" y="22763"/>
                      <a:pt x="108" y="23249"/>
                      <a:pt x="381" y="23620"/>
                    </a:cubicBezTo>
                    <a:cubicBezTo>
                      <a:pt x="650" y="23992"/>
                      <a:pt x="1061" y="24254"/>
                      <a:pt x="1509" y="24332"/>
                    </a:cubicBezTo>
                    <a:cubicBezTo>
                      <a:pt x="2394" y="24422"/>
                      <a:pt x="3250" y="24467"/>
                      <a:pt x="4102" y="24534"/>
                    </a:cubicBezTo>
                    <a:cubicBezTo>
                      <a:pt x="5805" y="24658"/>
                      <a:pt x="7455" y="24777"/>
                      <a:pt x="9050" y="24889"/>
                    </a:cubicBezTo>
                    <a:cubicBezTo>
                      <a:pt x="12244" y="25121"/>
                      <a:pt x="15221" y="25333"/>
                      <a:pt x="17936" y="25532"/>
                    </a:cubicBezTo>
                    <a:cubicBezTo>
                      <a:pt x="23367" y="25916"/>
                      <a:pt x="27759" y="26230"/>
                      <a:pt x="30800" y="26450"/>
                    </a:cubicBezTo>
                    <a:cubicBezTo>
                      <a:pt x="32317" y="26555"/>
                      <a:pt x="33496" y="26637"/>
                      <a:pt x="34296" y="26693"/>
                    </a:cubicBezTo>
                    <a:cubicBezTo>
                      <a:pt x="34696" y="26719"/>
                      <a:pt x="35002" y="26738"/>
                      <a:pt x="35208" y="26753"/>
                    </a:cubicBezTo>
                    <a:cubicBezTo>
                      <a:pt x="35413" y="26764"/>
                      <a:pt x="35517" y="26768"/>
                      <a:pt x="35517" y="26768"/>
                    </a:cubicBezTo>
                    <a:cubicBezTo>
                      <a:pt x="35517" y="26768"/>
                      <a:pt x="35413" y="26757"/>
                      <a:pt x="35208" y="26742"/>
                    </a:cubicBezTo>
                    <a:cubicBezTo>
                      <a:pt x="35002" y="26723"/>
                      <a:pt x="34699" y="26701"/>
                      <a:pt x="34300" y="26667"/>
                    </a:cubicBezTo>
                    <a:cubicBezTo>
                      <a:pt x="33496" y="26607"/>
                      <a:pt x="32320" y="26518"/>
                      <a:pt x="30804" y="26402"/>
                    </a:cubicBezTo>
                    <a:cubicBezTo>
                      <a:pt x="27763" y="26178"/>
                      <a:pt x="23370" y="25849"/>
                      <a:pt x="17940" y="25446"/>
                    </a:cubicBezTo>
                    <a:cubicBezTo>
                      <a:pt x="15225" y="25247"/>
                      <a:pt x="12251" y="25027"/>
                      <a:pt x="9058" y="24792"/>
                    </a:cubicBezTo>
                    <a:cubicBezTo>
                      <a:pt x="7463" y="24673"/>
                      <a:pt x="5812" y="24553"/>
                      <a:pt x="4109" y="24430"/>
                    </a:cubicBezTo>
                    <a:cubicBezTo>
                      <a:pt x="3261" y="24363"/>
                      <a:pt x="2387" y="24314"/>
                      <a:pt x="1528" y="24228"/>
                    </a:cubicBezTo>
                    <a:cubicBezTo>
                      <a:pt x="1109" y="24153"/>
                      <a:pt x="721" y="23906"/>
                      <a:pt x="471" y="23556"/>
                    </a:cubicBezTo>
                    <a:cubicBezTo>
                      <a:pt x="217" y="23204"/>
                      <a:pt x="113" y="22760"/>
                      <a:pt x="168" y="22320"/>
                    </a:cubicBezTo>
                    <a:cubicBezTo>
                      <a:pt x="430" y="18729"/>
                      <a:pt x="706" y="14957"/>
                      <a:pt x="994" y="11051"/>
                    </a:cubicBezTo>
                    <a:cubicBezTo>
                      <a:pt x="1135" y="9097"/>
                      <a:pt x="1281" y="7110"/>
                      <a:pt x="1427" y="5089"/>
                    </a:cubicBezTo>
                    <a:cubicBezTo>
                      <a:pt x="1502" y="4081"/>
                      <a:pt x="1576" y="3064"/>
                      <a:pt x="1651" y="2042"/>
                    </a:cubicBezTo>
                    <a:cubicBezTo>
                      <a:pt x="1673" y="1783"/>
                      <a:pt x="1673" y="1530"/>
                      <a:pt x="1752" y="1294"/>
                    </a:cubicBezTo>
                    <a:cubicBezTo>
                      <a:pt x="1826" y="1059"/>
                      <a:pt x="1957" y="839"/>
                      <a:pt x="2125" y="656"/>
                    </a:cubicBezTo>
                    <a:cubicBezTo>
                      <a:pt x="2439" y="318"/>
                      <a:pt x="2895" y="121"/>
                      <a:pt x="3360" y="121"/>
                    </a:cubicBezTo>
                    <a:cubicBezTo>
                      <a:pt x="3399" y="121"/>
                      <a:pt x="3438" y="122"/>
                      <a:pt x="3478" y="125"/>
                    </a:cubicBezTo>
                    <a:cubicBezTo>
                      <a:pt x="11762" y="730"/>
                      <a:pt x="19658" y="1302"/>
                      <a:pt x="26837" y="1825"/>
                    </a:cubicBezTo>
                    <a:cubicBezTo>
                      <a:pt x="30430" y="2083"/>
                      <a:pt x="33841" y="2329"/>
                      <a:pt x="37034" y="2561"/>
                    </a:cubicBezTo>
                    <a:cubicBezTo>
                      <a:pt x="37235" y="2576"/>
                      <a:pt x="37430" y="2587"/>
                      <a:pt x="37616" y="2639"/>
                    </a:cubicBezTo>
                    <a:cubicBezTo>
                      <a:pt x="37799" y="2691"/>
                      <a:pt x="37975" y="2773"/>
                      <a:pt x="38132" y="2885"/>
                    </a:cubicBezTo>
                    <a:cubicBezTo>
                      <a:pt x="38446" y="3106"/>
                      <a:pt x="38677" y="3431"/>
                      <a:pt x="38782" y="3793"/>
                    </a:cubicBezTo>
                    <a:cubicBezTo>
                      <a:pt x="38897" y="4152"/>
                      <a:pt x="38827" y="4536"/>
                      <a:pt x="38808" y="4914"/>
                    </a:cubicBezTo>
                    <a:cubicBezTo>
                      <a:pt x="38778" y="5295"/>
                      <a:pt x="38752" y="5669"/>
                      <a:pt x="38726" y="6038"/>
                    </a:cubicBezTo>
                    <a:cubicBezTo>
                      <a:pt x="38618" y="7521"/>
                      <a:pt x="38516" y="8944"/>
                      <a:pt x="38420" y="10299"/>
                    </a:cubicBezTo>
                    <a:cubicBezTo>
                      <a:pt x="38031" y="15731"/>
                      <a:pt x="37718" y="20127"/>
                      <a:pt x="37501" y="23167"/>
                    </a:cubicBezTo>
                    <a:cubicBezTo>
                      <a:pt x="37449" y="23925"/>
                      <a:pt x="37399" y="24598"/>
                      <a:pt x="37359" y="25184"/>
                    </a:cubicBezTo>
                    <a:cubicBezTo>
                      <a:pt x="37306" y="25771"/>
                      <a:pt x="36982" y="26200"/>
                      <a:pt x="36660" y="26428"/>
                    </a:cubicBezTo>
                    <a:cubicBezTo>
                      <a:pt x="36339" y="26663"/>
                      <a:pt x="36029" y="26735"/>
                      <a:pt x="35827" y="26757"/>
                    </a:cubicBezTo>
                    <a:cubicBezTo>
                      <a:pt x="35745" y="26766"/>
                      <a:pt x="35679" y="26768"/>
                      <a:pt x="35628" y="26768"/>
                    </a:cubicBezTo>
                    <a:cubicBezTo>
                      <a:pt x="35577" y="26768"/>
                      <a:pt x="35543" y="26766"/>
                      <a:pt x="35527" y="26766"/>
                    </a:cubicBezTo>
                    <a:cubicBezTo>
                      <a:pt x="35520" y="26766"/>
                      <a:pt x="35517" y="26766"/>
                      <a:pt x="35517" y="26768"/>
                    </a:cubicBezTo>
                    <a:cubicBezTo>
                      <a:pt x="35517" y="26768"/>
                      <a:pt x="35544" y="26771"/>
                      <a:pt x="35596" y="26775"/>
                    </a:cubicBezTo>
                    <a:cubicBezTo>
                      <a:pt x="35616" y="26777"/>
                      <a:pt x="35640" y="26778"/>
                      <a:pt x="35667" y="26778"/>
                    </a:cubicBezTo>
                    <a:cubicBezTo>
                      <a:pt x="35711" y="26778"/>
                      <a:pt x="35765" y="26775"/>
                      <a:pt x="35827" y="26768"/>
                    </a:cubicBezTo>
                    <a:cubicBezTo>
                      <a:pt x="36032" y="26749"/>
                      <a:pt x="36346" y="26685"/>
                      <a:pt x="36675" y="26447"/>
                    </a:cubicBezTo>
                    <a:cubicBezTo>
                      <a:pt x="37004" y="26219"/>
                      <a:pt x="37337" y="25785"/>
                      <a:pt x="37392" y="25188"/>
                    </a:cubicBezTo>
                    <a:cubicBezTo>
                      <a:pt x="37437" y="24601"/>
                      <a:pt x="37489" y="23929"/>
                      <a:pt x="37549" y="23171"/>
                    </a:cubicBezTo>
                    <a:cubicBezTo>
                      <a:pt x="37773" y="20131"/>
                      <a:pt x="38102" y="15735"/>
                      <a:pt x="38506" y="10308"/>
                    </a:cubicBezTo>
                    <a:cubicBezTo>
                      <a:pt x="38602" y="8948"/>
                      <a:pt x="38711" y="7529"/>
                      <a:pt x="38819" y="6045"/>
                    </a:cubicBezTo>
                    <a:cubicBezTo>
                      <a:pt x="38845" y="5676"/>
                      <a:pt x="38871" y="5298"/>
                      <a:pt x="38901" y="4921"/>
                    </a:cubicBezTo>
                    <a:cubicBezTo>
                      <a:pt x="38913" y="4731"/>
                      <a:pt x="38931" y="4544"/>
                      <a:pt x="38942" y="4350"/>
                    </a:cubicBezTo>
                    <a:cubicBezTo>
                      <a:pt x="38954" y="4155"/>
                      <a:pt x="38928" y="3957"/>
                      <a:pt x="38871" y="3767"/>
                    </a:cubicBezTo>
                    <a:cubicBezTo>
                      <a:pt x="38763" y="3383"/>
                      <a:pt x="38520" y="3038"/>
                      <a:pt x="38188" y="2807"/>
                    </a:cubicBezTo>
                    <a:cubicBezTo>
                      <a:pt x="38023" y="2688"/>
                      <a:pt x="37841" y="2598"/>
                      <a:pt x="37642" y="2542"/>
                    </a:cubicBezTo>
                    <a:cubicBezTo>
                      <a:pt x="37444" y="2486"/>
                      <a:pt x="37239" y="2478"/>
                      <a:pt x="37041" y="2464"/>
                    </a:cubicBezTo>
                    <a:cubicBezTo>
                      <a:pt x="33848" y="2228"/>
                      <a:pt x="30438" y="1978"/>
                      <a:pt x="26848" y="1713"/>
                    </a:cubicBezTo>
                    <a:cubicBezTo>
                      <a:pt x="19665" y="1190"/>
                      <a:pt x="11773" y="611"/>
                      <a:pt x="3485" y="6"/>
                    </a:cubicBezTo>
                    <a:cubicBezTo>
                      <a:pt x="3441" y="2"/>
                      <a:pt x="3398" y="1"/>
                      <a:pt x="335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686;p46">
                <a:extLst>
                  <a:ext uri="{FF2B5EF4-FFF2-40B4-BE49-F238E27FC236}">
                    <a16:creationId xmlns:a16="http://schemas.microsoft.com/office/drawing/2014/main" id="{CEE9ED2E-C656-6ECE-7313-5C00518ED857}"/>
                  </a:ext>
                </a:extLst>
              </p:cNvPr>
              <p:cNvSpPr/>
              <p:nvPr/>
            </p:nvSpPr>
            <p:spPr>
              <a:xfrm>
                <a:off x="5950524" y="2700990"/>
                <a:ext cx="29306" cy="87016"/>
              </a:xfrm>
              <a:custGeom>
                <a:avLst/>
                <a:gdLst/>
                <a:ahLst/>
                <a:cxnLst/>
                <a:rect l="l" t="t" r="r" b="b"/>
                <a:pathLst>
                  <a:path w="715" h="2123" extrusionOk="0">
                    <a:moveTo>
                      <a:pt x="12" y="1"/>
                    </a:moveTo>
                    <a:lnTo>
                      <a:pt x="1" y="192"/>
                    </a:lnTo>
                    <a:lnTo>
                      <a:pt x="486" y="228"/>
                    </a:lnTo>
                    <a:lnTo>
                      <a:pt x="348" y="2107"/>
                    </a:lnTo>
                    <a:lnTo>
                      <a:pt x="561" y="2122"/>
                    </a:lnTo>
                    <a:lnTo>
                      <a:pt x="714" y="53"/>
                    </a:lnTo>
                    <a:lnTo>
                      <a:pt x="12"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687;p46">
                <a:extLst>
                  <a:ext uri="{FF2B5EF4-FFF2-40B4-BE49-F238E27FC236}">
                    <a16:creationId xmlns:a16="http://schemas.microsoft.com/office/drawing/2014/main" id="{013C34FB-381F-5258-794F-4728AD49B390}"/>
                  </a:ext>
                </a:extLst>
              </p:cNvPr>
              <p:cNvSpPr/>
              <p:nvPr/>
            </p:nvSpPr>
            <p:spPr>
              <a:xfrm>
                <a:off x="6001347" y="2706359"/>
                <a:ext cx="61153" cy="88082"/>
              </a:xfrm>
              <a:custGeom>
                <a:avLst/>
                <a:gdLst/>
                <a:ahLst/>
                <a:cxnLst/>
                <a:rect l="l" t="t" r="r" b="b"/>
                <a:pathLst>
                  <a:path w="1492" h="2149" extrusionOk="0">
                    <a:moveTo>
                      <a:pt x="725" y="1"/>
                    </a:moveTo>
                    <a:cubicBezTo>
                      <a:pt x="451" y="1"/>
                      <a:pt x="222" y="86"/>
                      <a:pt x="68" y="247"/>
                    </a:cubicBezTo>
                    <a:lnTo>
                      <a:pt x="209" y="385"/>
                    </a:lnTo>
                    <a:cubicBezTo>
                      <a:pt x="338" y="257"/>
                      <a:pt x="505" y="195"/>
                      <a:pt x="705" y="195"/>
                    </a:cubicBezTo>
                    <a:cubicBezTo>
                      <a:pt x="732" y="195"/>
                      <a:pt x="760" y="196"/>
                      <a:pt x="789" y="199"/>
                    </a:cubicBezTo>
                    <a:cubicBezTo>
                      <a:pt x="1106" y="221"/>
                      <a:pt x="1263" y="381"/>
                      <a:pt x="1248" y="621"/>
                    </a:cubicBezTo>
                    <a:cubicBezTo>
                      <a:pt x="1237" y="762"/>
                      <a:pt x="1181" y="897"/>
                      <a:pt x="931" y="1109"/>
                    </a:cubicBezTo>
                    <a:lnTo>
                      <a:pt x="12" y="1890"/>
                    </a:lnTo>
                    <a:lnTo>
                      <a:pt x="1" y="2040"/>
                    </a:lnTo>
                    <a:lnTo>
                      <a:pt x="1450" y="2148"/>
                    </a:lnTo>
                    <a:lnTo>
                      <a:pt x="1464" y="1957"/>
                    </a:lnTo>
                    <a:lnTo>
                      <a:pt x="326" y="1876"/>
                    </a:lnTo>
                    <a:lnTo>
                      <a:pt x="1080" y="1233"/>
                    </a:lnTo>
                    <a:cubicBezTo>
                      <a:pt x="1379" y="983"/>
                      <a:pt x="1454" y="811"/>
                      <a:pt x="1469" y="613"/>
                    </a:cubicBezTo>
                    <a:cubicBezTo>
                      <a:pt x="1491" y="266"/>
                      <a:pt x="1240" y="34"/>
                      <a:pt x="823" y="4"/>
                    </a:cubicBezTo>
                    <a:cubicBezTo>
                      <a:pt x="790" y="2"/>
                      <a:pt x="757" y="1"/>
                      <a:pt x="725"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688;p46">
                <a:extLst>
                  <a:ext uri="{FF2B5EF4-FFF2-40B4-BE49-F238E27FC236}">
                    <a16:creationId xmlns:a16="http://schemas.microsoft.com/office/drawing/2014/main" id="{0B8115E4-1608-57BB-5E7C-D0091BF9F33E}"/>
                  </a:ext>
                </a:extLst>
              </p:cNvPr>
              <p:cNvSpPr/>
              <p:nvPr/>
            </p:nvSpPr>
            <p:spPr>
              <a:xfrm>
                <a:off x="6078197" y="2713983"/>
                <a:ext cx="74146" cy="85623"/>
              </a:xfrm>
              <a:custGeom>
                <a:avLst/>
                <a:gdLst/>
                <a:ahLst/>
                <a:cxnLst/>
                <a:rect l="l" t="t" r="r" b="b"/>
                <a:pathLst>
                  <a:path w="1809" h="2089" extrusionOk="0">
                    <a:moveTo>
                      <a:pt x="1207" y="1"/>
                    </a:moveTo>
                    <a:lnTo>
                      <a:pt x="12" y="1290"/>
                    </a:lnTo>
                    <a:lnTo>
                      <a:pt x="1" y="1443"/>
                    </a:lnTo>
                    <a:lnTo>
                      <a:pt x="1166" y="1528"/>
                    </a:lnTo>
                    <a:lnTo>
                      <a:pt x="1129" y="2074"/>
                    </a:lnTo>
                    <a:lnTo>
                      <a:pt x="1342" y="2089"/>
                    </a:lnTo>
                    <a:lnTo>
                      <a:pt x="1379" y="1544"/>
                    </a:lnTo>
                    <a:lnTo>
                      <a:pt x="1794" y="1573"/>
                    </a:lnTo>
                    <a:lnTo>
                      <a:pt x="1808" y="1387"/>
                    </a:lnTo>
                    <a:lnTo>
                      <a:pt x="1394" y="1357"/>
                    </a:lnTo>
                    <a:lnTo>
                      <a:pt x="1427" y="875"/>
                    </a:lnTo>
                    <a:lnTo>
                      <a:pt x="1222" y="864"/>
                    </a:lnTo>
                    <a:lnTo>
                      <a:pt x="1185" y="1342"/>
                    </a:lnTo>
                    <a:lnTo>
                      <a:pt x="289" y="1275"/>
                    </a:lnTo>
                    <a:lnTo>
                      <a:pt x="1442" y="16"/>
                    </a:lnTo>
                    <a:lnTo>
                      <a:pt x="1207"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689;p46">
                <a:extLst>
                  <a:ext uri="{FF2B5EF4-FFF2-40B4-BE49-F238E27FC236}">
                    <a16:creationId xmlns:a16="http://schemas.microsoft.com/office/drawing/2014/main" id="{8484A986-42F4-7CD2-F5B9-53188044C2B5}"/>
                  </a:ext>
                </a:extLst>
              </p:cNvPr>
              <p:cNvSpPr/>
              <p:nvPr/>
            </p:nvSpPr>
            <p:spPr>
              <a:xfrm>
                <a:off x="6208165" y="2723327"/>
                <a:ext cx="74146" cy="85787"/>
              </a:xfrm>
              <a:custGeom>
                <a:avLst/>
                <a:gdLst/>
                <a:ahLst/>
                <a:cxnLst/>
                <a:rect l="l" t="t" r="r" b="b"/>
                <a:pathLst>
                  <a:path w="1809" h="2093" extrusionOk="0">
                    <a:moveTo>
                      <a:pt x="1207" y="1"/>
                    </a:moveTo>
                    <a:lnTo>
                      <a:pt x="12" y="1293"/>
                    </a:lnTo>
                    <a:lnTo>
                      <a:pt x="1" y="1447"/>
                    </a:lnTo>
                    <a:lnTo>
                      <a:pt x="1166" y="1533"/>
                    </a:lnTo>
                    <a:lnTo>
                      <a:pt x="1129" y="2078"/>
                    </a:lnTo>
                    <a:lnTo>
                      <a:pt x="1342" y="2093"/>
                    </a:lnTo>
                    <a:lnTo>
                      <a:pt x="1379" y="1547"/>
                    </a:lnTo>
                    <a:lnTo>
                      <a:pt x="1793" y="1577"/>
                    </a:lnTo>
                    <a:lnTo>
                      <a:pt x="1809" y="1390"/>
                    </a:lnTo>
                    <a:lnTo>
                      <a:pt x="1394" y="1361"/>
                    </a:lnTo>
                    <a:lnTo>
                      <a:pt x="1428" y="879"/>
                    </a:lnTo>
                    <a:lnTo>
                      <a:pt x="1222" y="864"/>
                    </a:lnTo>
                    <a:lnTo>
                      <a:pt x="1185" y="1345"/>
                    </a:lnTo>
                    <a:lnTo>
                      <a:pt x="288" y="1278"/>
                    </a:lnTo>
                    <a:lnTo>
                      <a:pt x="1443" y="19"/>
                    </a:lnTo>
                    <a:lnTo>
                      <a:pt x="1207"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690;p46">
                <a:extLst>
                  <a:ext uri="{FF2B5EF4-FFF2-40B4-BE49-F238E27FC236}">
                    <a16:creationId xmlns:a16="http://schemas.microsoft.com/office/drawing/2014/main" id="{F50D8778-A05E-5DC6-D2BF-FD775DB674FC}"/>
                  </a:ext>
                </a:extLst>
              </p:cNvPr>
              <p:cNvSpPr/>
              <p:nvPr/>
            </p:nvSpPr>
            <p:spPr>
              <a:xfrm>
                <a:off x="6293745" y="2727180"/>
                <a:ext cx="63408" cy="87139"/>
              </a:xfrm>
              <a:custGeom>
                <a:avLst/>
                <a:gdLst/>
                <a:ahLst/>
                <a:cxnLst/>
                <a:rect l="l" t="t" r="r" b="b"/>
                <a:pathLst>
                  <a:path w="1547" h="2126" extrusionOk="0">
                    <a:moveTo>
                      <a:pt x="386" y="1"/>
                    </a:moveTo>
                    <a:lnTo>
                      <a:pt x="202" y="1032"/>
                    </a:lnTo>
                    <a:lnTo>
                      <a:pt x="643" y="1061"/>
                    </a:lnTo>
                    <a:cubicBezTo>
                      <a:pt x="1170" y="1103"/>
                      <a:pt x="1323" y="1278"/>
                      <a:pt x="1305" y="1543"/>
                    </a:cubicBezTo>
                    <a:cubicBezTo>
                      <a:pt x="1287" y="1779"/>
                      <a:pt x="1112" y="1931"/>
                      <a:pt x="807" y="1931"/>
                    </a:cubicBezTo>
                    <a:cubicBezTo>
                      <a:pt x="783" y="1931"/>
                      <a:pt x="758" y="1930"/>
                      <a:pt x="733" y="1928"/>
                    </a:cubicBezTo>
                    <a:cubicBezTo>
                      <a:pt x="467" y="1909"/>
                      <a:pt x="240" y="1789"/>
                      <a:pt x="117" y="1644"/>
                    </a:cubicBezTo>
                    <a:lnTo>
                      <a:pt x="0" y="1804"/>
                    </a:lnTo>
                    <a:cubicBezTo>
                      <a:pt x="146" y="1977"/>
                      <a:pt x="423" y="2099"/>
                      <a:pt x="722" y="2122"/>
                    </a:cubicBezTo>
                    <a:cubicBezTo>
                      <a:pt x="755" y="2124"/>
                      <a:pt x="787" y="2125"/>
                      <a:pt x="818" y="2125"/>
                    </a:cubicBezTo>
                    <a:cubicBezTo>
                      <a:pt x="1263" y="2125"/>
                      <a:pt x="1496" y="1878"/>
                      <a:pt x="1517" y="1551"/>
                    </a:cubicBezTo>
                    <a:cubicBezTo>
                      <a:pt x="1547" y="1184"/>
                      <a:pt x="1327" y="923"/>
                      <a:pt x="703" y="878"/>
                    </a:cubicBezTo>
                    <a:lnTo>
                      <a:pt x="438" y="856"/>
                    </a:lnTo>
                    <a:lnTo>
                      <a:pt x="557" y="202"/>
                    </a:lnTo>
                    <a:lnTo>
                      <a:pt x="1502" y="273"/>
                    </a:lnTo>
                    <a:lnTo>
                      <a:pt x="1517" y="82"/>
                    </a:lnTo>
                    <a:lnTo>
                      <a:pt x="386"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691;p46">
                <a:extLst>
                  <a:ext uri="{FF2B5EF4-FFF2-40B4-BE49-F238E27FC236}">
                    <a16:creationId xmlns:a16="http://schemas.microsoft.com/office/drawing/2014/main" id="{3FF895E8-BA54-43CE-A62C-0C5E8DC6C47A}"/>
                  </a:ext>
                </a:extLst>
              </p:cNvPr>
              <p:cNvSpPr/>
              <p:nvPr/>
            </p:nvSpPr>
            <p:spPr>
              <a:xfrm>
                <a:off x="6375349" y="2734230"/>
                <a:ext cx="65744" cy="86320"/>
              </a:xfrm>
              <a:custGeom>
                <a:avLst/>
                <a:gdLst/>
                <a:ahLst/>
                <a:cxnLst/>
                <a:rect l="l" t="t" r="r" b="b"/>
                <a:pathLst>
                  <a:path w="1604" h="2106" extrusionOk="0">
                    <a:moveTo>
                      <a:pt x="815" y="1025"/>
                    </a:moveTo>
                    <a:cubicBezTo>
                      <a:pt x="834" y="1025"/>
                      <a:pt x="854" y="1026"/>
                      <a:pt x="874" y="1027"/>
                    </a:cubicBezTo>
                    <a:cubicBezTo>
                      <a:pt x="1196" y="1050"/>
                      <a:pt x="1383" y="1236"/>
                      <a:pt x="1364" y="1510"/>
                    </a:cubicBezTo>
                    <a:cubicBezTo>
                      <a:pt x="1346" y="1771"/>
                      <a:pt x="1148" y="1925"/>
                      <a:pt x="874" y="1925"/>
                    </a:cubicBezTo>
                    <a:cubicBezTo>
                      <a:pt x="858" y="1925"/>
                      <a:pt x="842" y="1925"/>
                      <a:pt x="826" y="1924"/>
                    </a:cubicBezTo>
                    <a:cubicBezTo>
                      <a:pt x="467" y="1898"/>
                      <a:pt x="295" y="1666"/>
                      <a:pt x="310" y="1438"/>
                    </a:cubicBezTo>
                    <a:cubicBezTo>
                      <a:pt x="328" y="1197"/>
                      <a:pt x="532" y="1025"/>
                      <a:pt x="815" y="1025"/>
                    </a:cubicBezTo>
                    <a:close/>
                    <a:moveTo>
                      <a:pt x="991" y="1"/>
                    </a:moveTo>
                    <a:cubicBezTo>
                      <a:pt x="472" y="1"/>
                      <a:pt x="96" y="338"/>
                      <a:pt x="49" y="1008"/>
                    </a:cubicBezTo>
                    <a:cubicBezTo>
                      <a:pt x="0" y="1658"/>
                      <a:pt x="273" y="2062"/>
                      <a:pt x="822" y="2103"/>
                    </a:cubicBezTo>
                    <a:cubicBezTo>
                      <a:pt x="846" y="2105"/>
                      <a:pt x="869" y="2106"/>
                      <a:pt x="891" y="2106"/>
                    </a:cubicBezTo>
                    <a:cubicBezTo>
                      <a:pt x="1259" y="2106"/>
                      <a:pt x="1548" y="1883"/>
                      <a:pt x="1573" y="1520"/>
                    </a:cubicBezTo>
                    <a:cubicBezTo>
                      <a:pt x="1603" y="1139"/>
                      <a:pt x="1334" y="878"/>
                      <a:pt x="923" y="848"/>
                    </a:cubicBezTo>
                    <a:cubicBezTo>
                      <a:pt x="899" y="846"/>
                      <a:pt x="875" y="845"/>
                      <a:pt x="851" y="845"/>
                    </a:cubicBezTo>
                    <a:cubicBezTo>
                      <a:pt x="594" y="845"/>
                      <a:pt x="371" y="956"/>
                      <a:pt x="262" y="1158"/>
                    </a:cubicBezTo>
                    <a:cubicBezTo>
                      <a:pt x="262" y="1095"/>
                      <a:pt x="262" y="1034"/>
                      <a:pt x="266" y="986"/>
                    </a:cubicBezTo>
                    <a:cubicBezTo>
                      <a:pt x="305" y="455"/>
                      <a:pt x="586" y="189"/>
                      <a:pt x="994" y="189"/>
                    </a:cubicBezTo>
                    <a:cubicBezTo>
                      <a:pt x="1016" y="189"/>
                      <a:pt x="1039" y="189"/>
                      <a:pt x="1062" y="191"/>
                    </a:cubicBezTo>
                    <a:cubicBezTo>
                      <a:pt x="1214" y="202"/>
                      <a:pt x="1357" y="239"/>
                      <a:pt x="1457" y="317"/>
                    </a:cubicBezTo>
                    <a:lnTo>
                      <a:pt x="1555" y="153"/>
                    </a:lnTo>
                    <a:cubicBezTo>
                      <a:pt x="1431" y="64"/>
                      <a:pt x="1259" y="19"/>
                      <a:pt x="1072" y="4"/>
                    </a:cubicBezTo>
                    <a:cubicBezTo>
                      <a:pt x="1045" y="2"/>
                      <a:pt x="1018" y="1"/>
                      <a:pt x="99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692;p46">
                <a:extLst>
                  <a:ext uri="{FF2B5EF4-FFF2-40B4-BE49-F238E27FC236}">
                    <a16:creationId xmlns:a16="http://schemas.microsoft.com/office/drawing/2014/main" id="{54C78454-5CF5-5843-099F-909581920D5B}"/>
                  </a:ext>
                </a:extLst>
              </p:cNvPr>
              <p:cNvSpPr/>
              <p:nvPr/>
            </p:nvSpPr>
            <p:spPr>
              <a:xfrm>
                <a:off x="6493554" y="2741279"/>
                <a:ext cx="63408" cy="87590"/>
              </a:xfrm>
              <a:custGeom>
                <a:avLst/>
                <a:gdLst/>
                <a:ahLst/>
                <a:cxnLst/>
                <a:rect l="l" t="t" r="r" b="b"/>
                <a:pathLst>
                  <a:path w="1547" h="2137" extrusionOk="0">
                    <a:moveTo>
                      <a:pt x="217" y="0"/>
                    </a:moveTo>
                    <a:lnTo>
                      <a:pt x="202" y="187"/>
                    </a:lnTo>
                    <a:lnTo>
                      <a:pt x="1262" y="265"/>
                    </a:lnTo>
                    <a:lnTo>
                      <a:pt x="635" y="941"/>
                    </a:lnTo>
                    <a:lnTo>
                      <a:pt x="624" y="1098"/>
                    </a:lnTo>
                    <a:lnTo>
                      <a:pt x="773" y="1109"/>
                    </a:lnTo>
                    <a:cubicBezTo>
                      <a:pt x="1154" y="1139"/>
                      <a:pt x="1319" y="1315"/>
                      <a:pt x="1300" y="1562"/>
                    </a:cubicBezTo>
                    <a:cubicBezTo>
                      <a:pt x="1283" y="1799"/>
                      <a:pt x="1110" y="1941"/>
                      <a:pt x="817" y="1941"/>
                    </a:cubicBezTo>
                    <a:cubicBezTo>
                      <a:pt x="792" y="1941"/>
                      <a:pt x="766" y="1940"/>
                      <a:pt x="740" y="1938"/>
                    </a:cubicBezTo>
                    <a:cubicBezTo>
                      <a:pt x="471" y="1920"/>
                      <a:pt x="239" y="1800"/>
                      <a:pt x="116" y="1655"/>
                    </a:cubicBezTo>
                    <a:lnTo>
                      <a:pt x="0" y="1815"/>
                    </a:lnTo>
                    <a:cubicBezTo>
                      <a:pt x="145" y="1988"/>
                      <a:pt x="426" y="2114"/>
                      <a:pt x="724" y="2133"/>
                    </a:cubicBezTo>
                    <a:cubicBezTo>
                      <a:pt x="758" y="2135"/>
                      <a:pt x="791" y="2137"/>
                      <a:pt x="823" y="2137"/>
                    </a:cubicBezTo>
                    <a:cubicBezTo>
                      <a:pt x="1261" y="2137"/>
                      <a:pt x="1496" y="1900"/>
                      <a:pt x="1520" y="1576"/>
                    </a:cubicBezTo>
                    <a:cubicBezTo>
                      <a:pt x="1543" y="1248"/>
                      <a:pt x="1338" y="997"/>
                      <a:pt x="897" y="941"/>
                    </a:cubicBezTo>
                    <a:lnTo>
                      <a:pt x="1535" y="247"/>
                    </a:lnTo>
                    <a:lnTo>
                      <a:pt x="1546" y="97"/>
                    </a:lnTo>
                    <a:lnTo>
                      <a:pt x="217"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693;p46">
                <a:extLst>
                  <a:ext uri="{FF2B5EF4-FFF2-40B4-BE49-F238E27FC236}">
                    <a16:creationId xmlns:a16="http://schemas.microsoft.com/office/drawing/2014/main" id="{49F81682-9F14-668B-57BE-821261112FBD}"/>
                  </a:ext>
                </a:extLst>
              </p:cNvPr>
              <p:cNvSpPr/>
              <p:nvPr/>
            </p:nvSpPr>
            <p:spPr>
              <a:xfrm>
                <a:off x="6576347" y="2748903"/>
                <a:ext cx="65744" cy="86361"/>
              </a:xfrm>
              <a:custGeom>
                <a:avLst/>
                <a:gdLst/>
                <a:ahLst/>
                <a:cxnLst/>
                <a:rect l="l" t="t" r="r" b="b"/>
                <a:pathLst>
                  <a:path w="1604" h="2107" extrusionOk="0">
                    <a:moveTo>
                      <a:pt x="825" y="1022"/>
                    </a:moveTo>
                    <a:cubicBezTo>
                      <a:pt x="843" y="1022"/>
                      <a:pt x="860" y="1023"/>
                      <a:pt x="878" y="1024"/>
                    </a:cubicBezTo>
                    <a:cubicBezTo>
                      <a:pt x="1196" y="1047"/>
                      <a:pt x="1387" y="1237"/>
                      <a:pt x="1364" y="1510"/>
                    </a:cubicBezTo>
                    <a:cubicBezTo>
                      <a:pt x="1346" y="1766"/>
                      <a:pt x="1151" y="1923"/>
                      <a:pt x="881" y="1923"/>
                    </a:cubicBezTo>
                    <a:cubicBezTo>
                      <a:pt x="863" y="1923"/>
                      <a:pt x="845" y="1922"/>
                      <a:pt x="826" y="1921"/>
                    </a:cubicBezTo>
                    <a:cubicBezTo>
                      <a:pt x="471" y="1895"/>
                      <a:pt x="296" y="1667"/>
                      <a:pt x="314" y="1438"/>
                    </a:cubicBezTo>
                    <a:cubicBezTo>
                      <a:pt x="332" y="1196"/>
                      <a:pt x="536" y="1022"/>
                      <a:pt x="825" y="1022"/>
                    </a:cubicBezTo>
                    <a:close/>
                    <a:moveTo>
                      <a:pt x="985" y="1"/>
                    </a:moveTo>
                    <a:cubicBezTo>
                      <a:pt x="470" y="1"/>
                      <a:pt x="99" y="341"/>
                      <a:pt x="49" y="1005"/>
                    </a:cubicBezTo>
                    <a:cubicBezTo>
                      <a:pt x="1" y="1659"/>
                      <a:pt x="273" y="2062"/>
                      <a:pt x="823" y="2104"/>
                    </a:cubicBezTo>
                    <a:cubicBezTo>
                      <a:pt x="846" y="2105"/>
                      <a:pt x="869" y="2106"/>
                      <a:pt x="892" y="2106"/>
                    </a:cubicBezTo>
                    <a:cubicBezTo>
                      <a:pt x="1262" y="2106"/>
                      <a:pt x="1549" y="1883"/>
                      <a:pt x="1577" y="1517"/>
                    </a:cubicBezTo>
                    <a:cubicBezTo>
                      <a:pt x="1603" y="1140"/>
                      <a:pt x="1335" y="878"/>
                      <a:pt x="923" y="849"/>
                    </a:cubicBezTo>
                    <a:cubicBezTo>
                      <a:pt x="898" y="847"/>
                      <a:pt x="874" y="846"/>
                      <a:pt x="850" y="846"/>
                    </a:cubicBezTo>
                    <a:cubicBezTo>
                      <a:pt x="593" y="846"/>
                      <a:pt x="375" y="954"/>
                      <a:pt x="266" y="1155"/>
                    </a:cubicBezTo>
                    <a:cubicBezTo>
                      <a:pt x="262" y="1092"/>
                      <a:pt x="266" y="1035"/>
                      <a:pt x="270" y="987"/>
                    </a:cubicBezTo>
                    <a:cubicBezTo>
                      <a:pt x="308" y="458"/>
                      <a:pt x="584" y="189"/>
                      <a:pt x="988" y="189"/>
                    </a:cubicBezTo>
                    <a:cubicBezTo>
                      <a:pt x="1012" y="189"/>
                      <a:pt x="1036" y="190"/>
                      <a:pt x="1061" y="192"/>
                    </a:cubicBezTo>
                    <a:cubicBezTo>
                      <a:pt x="1218" y="202"/>
                      <a:pt x="1357" y="240"/>
                      <a:pt x="1457" y="318"/>
                    </a:cubicBezTo>
                    <a:lnTo>
                      <a:pt x="1554" y="154"/>
                    </a:lnTo>
                    <a:cubicBezTo>
                      <a:pt x="1431" y="64"/>
                      <a:pt x="1259" y="19"/>
                      <a:pt x="1073" y="4"/>
                    </a:cubicBezTo>
                    <a:cubicBezTo>
                      <a:pt x="1043" y="2"/>
                      <a:pt x="1014" y="1"/>
                      <a:pt x="985"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694;p46">
                <a:extLst>
                  <a:ext uri="{FF2B5EF4-FFF2-40B4-BE49-F238E27FC236}">
                    <a16:creationId xmlns:a16="http://schemas.microsoft.com/office/drawing/2014/main" id="{8A97791C-A5B1-F743-74FF-44A22E061FED}"/>
                  </a:ext>
                </a:extLst>
              </p:cNvPr>
              <p:cNvSpPr/>
              <p:nvPr/>
            </p:nvSpPr>
            <p:spPr>
              <a:xfrm>
                <a:off x="6659304" y="2752715"/>
                <a:ext cx="64063" cy="86894"/>
              </a:xfrm>
              <a:custGeom>
                <a:avLst/>
                <a:gdLst/>
                <a:ahLst/>
                <a:cxnLst/>
                <a:rect l="l" t="t" r="r" b="b"/>
                <a:pathLst>
                  <a:path w="1563" h="2120" extrusionOk="0">
                    <a:moveTo>
                      <a:pt x="42" y="1"/>
                    </a:moveTo>
                    <a:lnTo>
                      <a:pt x="1" y="580"/>
                    </a:lnTo>
                    <a:lnTo>
                      <a:pt x="211" y="595"/>
                    </a:lnTo>
                    <a:lnTo>
                      <a:pt x="237" y="207"/>
                    </a:lnTo>
                    <a:lnTo>
                      <a:pt x="1301" y="285"/>
                    </a:lnTo>
                    <a:lnTo>
                      <a:pt x="315" y="2100"/>
                    </a:lnTo>
                    <a:lnTo>
                      <a:pt x="543" y="2119"/>
                    </a:lnTo>
                    <a:lnTo>
                      <a:pt x="1552" y="263"/>
                    </a:lnTo>
                    <a:lnTo>
                      <a:pt x="1562" y="113"/>
                    </a:lnTo>
                    <a:lnTo>
                      <a:pt x="42"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695;p46">
                <a:extLst>
                  <a:ext uri="{FF2B5EF4-FFF2-40B4-BE49-F238E27FC236}">
                    <a16:creationId xmlns:a16="http://schemas.microsoft.com/office/drawing/2014/main" id="{3B2A9BBF-F349-541D-320D-3D65DD6AFD0F}"/>
                  </a:ext>
                </a:extLst>
              </p:cNvPr>
              <p:cNvSpPr/>
              <p:nvPr/>
            </p:nvSpPr>
            <p:spPr>
              <a:xfrm>
                <a:off x="6780583" y="2761609"/>
                <a:ext cx="64022" cy="86853"/>
              </a:xfrm>
              <a:custGeom>
                <a:avLst/>
                <a:gdLst/>
                <a:ahLst/>
                <a:cxnLst/>
                <a:rect l="l" t="t" r="r" b="b"/>
                <a:pathLst>
                  <a:path w="1562" h="2119" extrusionOk="0">
                    <a:moveTo>
                      <a:pt x="41" y="1"/>
                    </a:moveTo>
                    <a:lnTo>
                      <a:pt x="0" y="576"/>
                    </a:lnTo>
                    <a:lnTo>
                      <a:pt x="210" y="591"/>
                    </a:lnTo>
                    <a:lnTo>
                      <a:pt x="236" y="206"/>
                    </a:lnTo>
                    <a:lnTo>
                      <a:pt x="1300" y="281"/>
                    </a:lnTo>
                    <a:lnTo>
                      <a:pt x="314" y="2100"/>
                    </a:lnTo>
                    <a:lnTo>
                      <a:pt x="542" y="2119"/>
                    </a:lnTo>
                    <a:lnTo>
                      <a:pt x="1551" y="263"/>
                    </a:lnTo>
                    <a:lnTo>
                      <a:pt x="1562" y="113"/>
                    </a:lnTo>
                    <a:lnTo>
                      <a:pt x="41"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696;p46">
                <a:extLst>
                  <a:ext uri="{FF2B5EF4-FFF2-40B4-BE49-F238E27FC236}">
                    <a16:creationId xmlns:a16="http://schemas.microsoft.com/office/drawing/2014/main" id="{6C4C37D8-5E93-CA9F-C3C1-8BECC82F6FC0}"/>
                  </a:ext>
                </a:extLst>
              </p:cNvPr>
              <p:cNvSpPr/>
              <p:nvPr/>
            </p:nvSpPr>
            <p:spPr>
              <a:xfrm>
                <a:off x="6856818" y="2768945"/>
                <a:ext cx="67547" cy="86607"/>
              </a:xfrm>
              <a:custGeom>
                <a:avLst/>
                <a:gdLst/>
                <a:ahLst/>
                <a:cxnLst/>
                <a:rect l="l" t="t" r="r" b="b"/>
                <a:pathLst>
                  <a:path w="1648" h="2113" extrusionOk="0">
                    <a:moveTo>
                      <a:pt x="850" y="181"/>
                    </a:moveTo>
                    <a:cubicBezTo>
                      <a:pt x="872" y="181"/>
                      <a:pt x="895" y="182"/>
                      <a:pt x="919" y="184"/>
                    </a:cubicBezTo>
                    <a:cubicBezTo>
                      <a:pt x="1229" y="206"/>
                      <a:pt x="1424" y="363"/>
                      <a:pt x="1408" y="599"/>
                    </a:cubicBezTo>
                    <a:cubicBezTo>
                      <a:pt x="1391" y="806"/>
                      <a:pt x="1217" y="934"/>
                      <a:pt x="936" y="934"/>
                    </a:cubicBezTo>
                    <a:cubicBezTo>
                      <a:pt x="914" y="934"/>
                      <a:pt x="891" y="933"/>
                      <a:pt x="867" y="932"/>
                    </a:cubicBezTo>
                    <a:cubicBezTo>
                      <a:pt x="546" y="905"/>
                      <a:pt x="367" y="748"/>
                      <a:pt x="381" y="520"/>
                    </a:cubicBezTo>
                    <a:cubicBezTo>
                      <a:pt x="398" y="306"/>
                      <a:pt x="575" y="181"/>
                      <a:pt x="850" y="181"/>
                    </a:cubicBezTo>
                    <a:close/>
                    <a:moveTo>
                      <a:pt x="772" y="1096"/>
                    </a:moveTo>
                    <a:cubicBezTo>
                      <a:pt x="799" y="1096"/>
                      <a:pt x="827" y="1097"/>
                      <a:pt x="856" y="1099"/>
                    </a:cubicBezTo>
                    <a:cubicBezTo>
                      <a:pt x="1222" y="1125"/>
                      <a:pt x="1427" y="1301"/>
                      <a:pt x="1408" y="1555"/>
                    </a:cubicBezTo>
                    <a:cubicBezTo>
                      <a:pt x="1391" y="1792"/>
                      <a:pt x="1193" y="1931"/>
                      <a:pt x="876" y="1931"/>
                    </a:cubicBezTo>
                    <a:cubicBezTo>
                      <a:pt x="849" y="1931"/>
                      <a:pt x="821" y="1930"/>
                      <a:pt x="793" y="1928"/>
                    </a:cubicBezTo>
                    <a:cubicBezTo>
                      <a:pt x="426" y="1902"/>
                      <a:pt x="224" y="1727"/>
                      <a:pt x="243" y="1469"/>
                    </a:cubicBezTo>
                    <a:cubicBezTo>
                      <a:pt x="260" y="1235"/>
                      <a:pt x="452" y="1096"/>
                      <a:pt x="772" y="1096"/>
                    </a:cubicBezTo>
                    <a:close/>
                    <a:moveTo>
                      <a:pt x="838" y="1"/>
                    </a:moveTo>
                    <a:cubicBezTo>
                      <a:pt x="454" y="1"/>
                      <a:pt x="193" y="187"/>
                      <a:pt x="169" y="498"/>
                    </a:cubicBezTo>
                    <a:cubicBezTo>
                      <a:pt x="153" y="715"/>
                      <a:pt x="258" y="879"/>
                      <a:pt x="464" y="976"/>
                    </a:cubicBezTo>
                    <a:cubicBezTo>
                      <a:pt x="198" y="1044"/>
                      <a:pt x="45" y="1208"/>
                      <a:pt x="27" y="1458"/>
                    </a:cubicBezTo>
                    <a:cubicBezTo>
                      <a:pt x="0" y="1823"/>
                      <a:pt x="284" y="2074"/>
                      <a:pt x="781" y="2108"/>
                    </a:cubicBezTo>
                    <a:cubicBezTo>
                      <a:pt x="820" y="2111"/>
                      <a:pt x="857" y="2112"/>
                      <a:pt x="894" y="2112"/>
                    </a:cubicBezTo>
                    <a:cubicBezTo>
                      <a:pt x="1324" y="2112"/>
                      <a:pt x="1605" y="1911"/>
                      <a:pt x="1629" y="1573"/>
                    </a:cubicBezTo>
                    <a:cubicBezTo>
                      <a:pt x="1644" y="1327"/>
                      <a:pt x="1513" y="1140"/>
                      <a:pt x="1260" y="1036"/>
                    </a:cubicBezTo>
                    <a:cubicBezTo>
                      <a:pt x="1479" y="968"/>
                      <a:pt x="1606" y="819"/>
                      <a:pt x="1625" y="606"/>
                    </a:cubicBezTo>
                    <a:cubicBezTo>
                      <a:pt x="1648" y="266"/>
                      <a:pt x="1372" y="35"/>
                      <a:pt x="934" y="5"/>
                    </a:cubicBezTo>
                    <a:cubicBezTo>
                      <a:pt x="901" y="2"/>
                      <a:pt x="869" y="1"/>
                      <a:pt x="838"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697;p46">
                <a:extLst>
                  <a:ext uri="{FF2B5EF4-FFF2-40B4-BE49-F238E27FC236}">
                    <a16:creationId xmlns:a16="http://schemas.microsoft.com/office/drawing/2014/main" id="{9FBFFC31-E435-DDD4-799F-568C0400C9BD}"/>
                  </a:ext>
                </a:extLst>
              </p:cNvPr>
              <p:cNvSpPr/>
              <p:nvPr/>
            </p:nvSpPr>
            <p:spPr>
              <a:xfrm>
                <a:off x="6943627" y="2774847"/>
                <a:ext cx="65703" cy="86320"/>
              </a:xfrm>
              <a:custGeom>
                <a:avLst/>
                <a:gdLst/>
                <a:ahLst/>
                <a:cxnLst/>
                <a:rect l="l" t="t" r="r" b="b"/>
                <a:pathLst>
                  <a:path w="1603" h="2106" extrusionOk="0">
                    <a:moveTo>
                      <a:pt x="723" y="184"/>
                    </a:moveTo>
                    <a:cubicBezTo>
                      <a:pt x="741" y="184"/>
                      <a:pt x="759" y="185"/>
                      <a:pt x="778" y="186"/>
                    </a:cubicBezTo>
                    <a:cubicBezTo>
                      <a:pt x="1136" y="212"/>
                      <a:pt x="1307" y="440"/>
                      <a:pt x="1293" y="667"/>
                    </a:cubicBezTo>
                    <a:cubicBezTo>
                      <a:pt x="1275" y="911"/>
                      <a:pt x="1068" y="1084"/>
                      <a:pt x="778" y="1084"/>
                    </a:cubicBezTo>
                    <a:cubicBezTo>
                      <a:pt x="760" y="1084"/>
                      <a:pt x="743" y="1084"/>
                      <a:pt x="725" y="1082"/>
                    </a:cubicBezTo>
                    <a:cubicBezTo>
                      <a:pt x="407" y="1060"/>
                      <a:pt x="221" y="869"/>
                      <a:pt x="240" y="597"/>
                    </a:cubicBezTo>
                    <a:cubicBezTo>
                      <a:pt x="257" y="341"/>
                      <a:pt x="452" y="184"/>
                      <a:pt x="723" y="184"/>
                    </a:cubicBezTo>
                    <a:close/>
                    <a:moveTo>
                      <a:pt x="710" y="0"/>
                    </a:moveTo>
                    <a:cubicBezTo>
                      <a:pt x="340" y="0"/>
                      <a:pt x="54" y="224"/>
                      <a:pt x="30" y="589"/>
                    </a:cubicBezTo>
                    <a:cubicBezTo>
                      <a:pt x="0" y="967"/>
                      <a:pt x="269" y="1228"/>
                      <a:pt x="680" y="1258"/>
                    </a:cubicBezTo>
                    <a:cubicBezTo>
                      <a:pt x="705" y="1260"/>
                      <a:pt x="729" y="1261"/>
                      <a:pt x="753" y="1261"/>
                    </a:cubicBezTo>
                    <a:cubicBezTo>
                      <a:pt x="1010" y="1261"/>
                      <a:pt x="1228" y="1153"/>
                      <a:pt x="1338" y="952"/>
                    </a:cubicBezTo>
                    <a:cubicBezTo>
                      <a:pt x="1341" y="1012"/>
                      <a:pt x="1338" y="1071"/>
                      <a:pt x="1338" y="1119"/>
                    </a:cubicBezTo>
                    <a:cubicBezTo>
                      <a:pt x="1299" y="1649"/>
                      <a:pt x="1020" y="1918"/>
                      <a:pt x="614" y="1918"/>
                    </a:cubicBezTo>
                    <a:cubicBezTo>
                      <a:pt x="590" y="1918"/>
                      <a:pt x="566" y="1917"/>
                      <a:pt x="542" y="1915"/>
                    </a:cubicBezTo>
                    <a:cubicBezTo>
                      <a:pt x="389" y="1904"/>
                      <a:pt x="247" y="1867"/>
                      <a:pt x="146" y="1788"/>
                    </a:cubicBezTo>
                    <a:lnTo>
                      <a:pt x="49" y="1953"/>
                    </a:lnTo>
                    <a:cubicBezTo>
                      <a:pt x="172" y="2043"/>
                      <a:pt x="344" y="2087"/>
                      <a:pt x="531" y="2102"/>
                    </a:cubicBezTo>
                    <a:cubicBezTo>
                      <a:pt x="561" y="2104"/>
                      <a:pt x="591" y="2105"/>
                      <a:pt x="621" y="2105"/>
                    </a:cubicBezTo>
                    <a:cubicBezTo>
                      <a:pt x="1135" y="2105"/>
                      <a:pt x="1505" y="1765"/>
                      <a:pt x="1554" y="1101"/>
                    </a:cubicBezTo>
                    <a:cubicBezTo>
                      <a:pt x="1602" y="447"/>
                      <a:pt x="1330" y="43"/>
                      <a:pt x="781" y="3"/>
                    </a:cubicBezTo>
                    <a:cubicBezTo>
                      <a:pt x="757" y="1"/>
                      <a:pt x="733" y="0"/>
                      <a:pt x="710"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698;p46">
                <a:extLst>
                  <a:ext uri="{FF2B5EF4-FFF2-40B4-BE49-F238E27FC236}">
                    <a16:creationId xmlns:a16="http://schemas.microsoft.com/office/drawing/2014/main" id="{FD6711FF-3BD5-3EDD-89E4-A2C872FCE964}"/>
                  </a:ext>
                </a:extLst>
              </p:cNvPr>
              <p:cNvSpPr/>
              <p:nvPr/>
            </p:nvSpPr>
            <p:spPr>
              <a:xfrm>
                <a:off x="7066997" y="2782470"/>
                <a:ext cx="29429" cy="86812"/>
              </a:xfrm>
              <a:custGeom>
                <a:avLst/>
                <a:gdLst/>
                <a:ahLst/>
                <a:cxnLst/>
                <a:rect l="l" t="t" r="r" b="b"/>
                <a:pathLst>
                  <a:path w="718" h="2118" extrusionOk="0">
                    <a:moveTo>
                      <a:pt x="16" y="0"/>
                    </a:moveTo>
                    <a:lnTo>
                      <a:pt x="1" y="186"/>
                    </a:lnTo>
                    <a:lnTo>
                      <a:pt x="490" y="224"/>
                    </a:lnTo>
                    <a:lnTo>
                      <a:pt x="352" y="2103"/>
                    </a:lnTo>
                    <a:lnTo>
                      <a:pt x="564" y="2117"/>
                    </a:lnTo>
                    <a:lnTo>
                      <a:pt x="718" y="48"/>
                    </a:lnTo>
                    <a:lnTo>
                      <a:pt x="16"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699;p46">
                <a:extLst>
                  <a:ext uri="{FF2B5EF4-FFF2-40B4-BE49-F238E27FC236}">
                    <a16:creationId xmlns:a16="http://schemas.microsoft.com/office/drawing/2014/main" id="{9FBF444F-C774-181D-03B2-EFEEEA55304F}"/>
                  </a:ext>
                </a:extLst>
              </p:cNvPr>
              <p:cNvSpPr/>
              <p:nvPr/>
            </p:nvSpPr>
            <p:spPr>
              <a:xfrm>
                <a:off x="7117861" y="2787676"/>
                <a:ext cx="61235" cy="88041"/>
              </a:xfrm>
              <a:custGeom>
                <a:avLst/>
                <a:gdLst/>
                <a:ahLst/>
                <a:cxnLst/>
                <a:rect l="l" t="t" r="r" b="b"/>
                <a:pathLst>
                  <a:path w="1494" h="2148" extrusionOk="0">
                    <a:moveTo>
                      <a:pt x="727" y="0"/>
                    </a:moveTo>
                    <a:cubicBezTo>
                      <a:pt x="453" y="0"/>
                      <a:pt x="224" y="85"/>
                      <a:pt x="71" y="246"/>
                    </a:cubicBezTo>
                    <a:lnTo>
                      <a:pt x="213" y="388"/>
                    </a:lnTo>
                    <a:cubicBezTo>
                      <a:pt x="341" y="256"/>
                      <a:pt x="504" y="194"/>
                      <a:pt x="708" y="194"/>
                    </a:cubicBezTo>
                    <a:cubicBezTo>
                      <a:pt x="735" y="194"/>
                      <a:pt x="763" y="195"/>
                      <a:pt x="792" y="198"/>
                    </a:cubicBezTo>
                    <a:cubicBezTo>
                      <a:pt x="1109" y="220"/>
                      <a:pt x="1266" y="380"/>
                      <a:pt x="1247" y="620"/>
                    </a:cubicBezTo>
                    <a:cubicBezTo>
                      <a:pt x="1240" y="761"/>
                      <a:pt x="1183" y="896"/>
                      <a:pt x="933" y="1109"/>
                    </a:cubicBezTo>
                    <a:lnTo>
                      <a:pt x="11" y="1890"/>
                    </a:lnTo>
                    <a:lnTo>
                      <a:pt x="0" y="2043"/>
                    </a:lnTo>
                    <a:lnTo>
                      <a:pt x="1452" y="2147"/>
                    </a:lnTo>
                    <a:lnTo>
                      <a:pt x="1468" y="1957"/>
                    </a:lnTo>
                    <a:lnTo>
                      <a:pt x="328" y="1875"/>
                    </a:lnTo>
                    <a:lnTo>
                      <a:pt x="1083" y="1236"/>
                    </a:lnTo>
                    <a:cubicBezTo>
                      <a:pt x="1378" y="982"/>
                      <a:pt x="1457" y="811"/>
                      <a:pt x="1468" y="613"/>
                    </a:cubicBezTo>
                    <a:cubicBezTo>
                      <a:pt x="1494" y="265"/>
                      <a:pt x="1244" y="33"/>
                      <a:pt x="825" y="4"/>
                    </a:cubicBezTo>
                    <a:cubicBezTo>
                      <a:pt x="792" y="2"/>
                      <a:pt x="759" y="0"/>
                      <a:pt x="727"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700;p46">
                <a:extLst>
                  <a:ext uri="{FF2B5EF4-FFF2-40B4-BE49-F238E27FC236}">
                    <a16:creationId xmlns:a16="http://schemas.microsoft.com/office/drawing/2014/main" id="{3E7A8199-E80D-1D3D-ED5D-29810C9D1201}"/>
                  </a:ext>
                </a:extLst>
              </p:cNvPr>
              <p:cNvSpPr/>
              <p:nvPr/>
            </p:nvSpPr>
            <p:spPr>
              <a:xfrm>
                <a:off x="7192825" y="2792225"/>
                <a:ext cx="63572" cy="87631"/>
              </a:xfrm>
              <a:custGeom>
                <a:avLst/>
                <a:gdLst/>
                <a:ahLst/>
                <a:cxnLst/>
                <a:rect l="l" t="t" r="r" b="b"/>
                <a:pathLst>
                  <a:path w="1551" h="2138" extrusionOk="0">
                    <a:moveTo>
                      <a:pt x="221" y="0"/>
                    </a:moveTo>
                    <a:lnTo>
                      <a:pt x="206" y="188"/>
                    </a:lnTo>
                    <a:lnTo>
                      <a:pt x="1264" y="266"/>
                    </a:lnTo>
                    <a:lnTo>
                      <a:pt x="640" y="942"/>
                    </a:lnTo>
                    <a:lnTo>
                      <a:pt x="628" y="1099"/>
                    </a:lnTo>
                    <a:lnTo>
                      <a:pt x="774" y="1110"/>
                    </a:lnTo>
                    <a:cubicBezTo>
                      <a:pt x="1159" y="1136"/>
                      <a:pt x="1323" y="1312"/>
                      <a:pt x="1304" y="1562"/>
                    </a:cubicBezTo>
                    <a:cubicBezTo>
                      <a:pt x="1288" y="1800"/>
                      <a:pt x="1115" y="1942"/>
                      <a:pt x="817" y="1942"/>
                    </a:cubicBezTo>
                    <a:cubicBezTo>
                      <a:pt x="792" y="1942"/>
                      <a:pt x="767" y="1941"/>
                      <a:pt x="740" y="1939"/>
                    </a:cubicBezTo>
                    <a:cubicBezTo>
                      <a:pt x="471" y="1921"/>
                      <a:pt x="240" y="1801"/>
                      <a:pt x="116" y="1652"/>
                    </a:cubicBezTo>
                    <a:lnTo>
                      <a:pt x="1" y="1812"/>
                    </a:lnTo>
                    <a:cubicBezTo>
                      <a:pt x="151" y="1988"/>
                      <a:pt x="430" y="2112"/>
                      <a:pt x="730" y="2134"/>
                    </a:cubicBezTo>
                    <a:cubicBezTo>
                      <a:pt x="763" y="2136"/>
                      <a:pt x="794" y="2138"/>
                      <a:pt x="825" y="2138"/>
                    </a:cubicBezTo>
                    <a:cubicBezTo>
                      <a:pt x="1261" y="2138"/>
                      <a:pt x="1500" y="1901"/>
                      <a:pt x="1521" y="1577"/>
                    </a:cubicBezTo>
                    <a:cubicBezTo>
                      <a:pt x="1547" y="1245"/>
                      <a:pt x="1342" y="998"/>
                      <a:pt x="901" y="942"/>
                    </a:cubicBezTo>
                    <a:lnTo>
                      <a:pt x="1540" y="247"/>
                    </a:lnTo>
                    <a:lnTo>
                      <a:pt x="1551" y="98"/>
                    </a:lnTo>
                    <a:lnTo>
                      <a:pt x="221"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701;p46">
                <a:extLst>
                  <a:ext uri="{FF2B5EF4-FFF2-40B4-BE49-F238E27FC236}">
                    <a16:creationId xmlns:a16="http://schemas.microsoft.com/office/drawing/2014/main" id="{3ED6602D-A2FF-2342-BD23-D4AE465F9178}"/>
                  </a:ext>
                </a:extLst>
              </p:cNvPr>
              <p:cNvSpPr/>
              <p:nvPr/>
            </p:nvSpPr>
            <p:spPr>
              <a:xfrm>
                <a:off x="6594586" y="2896781"/>
                <a:ext cx="682032" cy="86402"/>
              </a:xfrm>
              <a:custGeom>
                <a:avLst/>
                <a:gdLst/>
                <a:ahLst/>
                <a:cxnLst/>
                <a:rect l="l" t="t" r="r" b="b"/>
                <a:pathLst>
                  <a:path w="16640" h="2108" extrusionOk="0">
                    <a:moveTo>
                      <a:pt x="68" y="1"/>
                    </a:moveTo>
                    <a:lnTo>
                      <a:pt x="0" y="901"/>
                    </a:lnTo>
                    <a:lnTo>
                      <a:pt x="16577" y="2107"/>
                    </a:lnTo>
                    <a:lnTo>
                      <a:pt x="16640" y="1207"/>
                    </a:lnTo>
                    <a:lnTo>
                      <a:pt x="68"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702;p46">
                <a:extLst>
                  <a:ext uri="{FF2B5EF4-FFF2-40B4-BE49-F238E27FC236}">
                    <a16:creationId xmlns:a16="http://schemas.microsoft.com/office/drawing/2014/main" id="{421045F6-4447-96C7-ADCC-61EA467768D7}"/>
                  </a:ext>
                </a:extLst>
              </p:cNvPr>
              <p:cNvSpPr/>
              <p:nvPr/>
            </p:nvSpPr>
            <p:spPr>
              <a:xfrm>
                <a:off x="6920183" y="2994492"/>
                <a:ext cx="351099" cy="62178"/>
              </a:xfrm>
              <a:custGeom>
                <a:avLst/>
                <a:gdLst/>
                <a:ahLst/>
                <a:cxnLst/>
                <a:rect l="l" t="t" r="r" b="b"/>
                <a:pathLst>
                  <a:path w="8566" h="1517" extrusionOk="0">
                    <a:moveTo>
                      <a:pt x="64" y="0"/>
                    </a:moveTo>
                    <a:lnTo>
                      <a:pt x="0" y="897"/>
                    </a:lnTo>
                    <a:lnTo>
                      <a:pt x="8502" y="1516"/>
                    </a:lnTo>
                    <a:lnTo>
                      <a:pt x="8566" y="620"/>
                    </a:lnTo>
                    <a:lnTo>
                      <a:pt x="64"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703;p46">
                <a:extLst>
                  <a:ext uri="{FF2B5EF4-FFF2-40B4-BE49-F238E27FC236}">
                    <a16:creationId xmlns:a16="http://schemas.microsoft.com/office/drawing/2014/main" id="{53E647B2-E4F6-8B97-8791-2BC14E5CC81A}"/>
                  </a:ext>
                </a:extLst>
              </p:cNvPr>
              <p:cNvSpPr/>
              <p:nvPr/>
            </p:nvSpPr>
            <p:spPr>
              <a:xfrm>
                <a:off x="5934580" y="2416915"/>
                <a:ext cx="297528" cy="227153"/>
              </a:xfrm>
              <a:custGeom>
                <a:avLst/>
                <a:gdLst/>
                <a:ahLst/>
                <a:cxnLst/>
                <a:rect l="l" t="t" r="r" b="b"/>
                <a:pathLst>
                  <a:path w="7259" h="5542" extrusionOk="0">
                    <a:moveTo>
                      <a:pt x="1402" y="0"/>
                    </a:moveTo>
                    <a:cubicBezTo>
                      <a:pt x="805" y="0"/>
                      <a:pt x="302" y="460"/>
                      <a:pt x="259" y="1064"/>
                    </a:cubicBezTo>
                    <a:lnTo>
                      <a:pt x="46" y="3973"/>
                    </a:lnTo>
                    <a:cubicBezTo>
                      <a:pt x="1" y="4605"/>
                      <a:pt x="476" y="5154"/>
                      <a:pt x="1107" y="5199"/>
                    </a:cubicBezTo>
                    <a:lnTo>
                      <a:pt x="5776" y="5539"/>
                    </a:lnTo>
                    <a:cubicBezTo>
                      <a:pt x="5803" y="5541"/>
                      <a:pt x="5831" y="5542"/>
                      <a:pt x="5859" y="5542"/>
                    </a:cubicBezTo>
                    <a:cubicBezTo>
                      <a:pt x="6454" y="5542"/>
                      <a:pt x="6958" y="5085"/>
                      <a:pt x="7001" y="4482"/>
                    </a:cubicBezTo>
                    <a:lnTo>
                      <a:pt x="7213" y="1568"/>
                    </a:lnTo>
                    <a:cubicBezTo>
                      <a:pt x="7258" y="937"/>
                      <a:pt x="6784" y="391"/>
                      <a:pt x="6157" y="343"/>
                    </a:cubicBezTo>
                    <a:lnTo>
                      <a:pt x="1484" y="3"/>
                    </a:lnTo>
                    <a:cubicBezTo>
                      <a:pt x="1457" y="1"/>
                      <a:pt x="1429" y="0"/>
                      <a:pt x="1402"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76" name="Google Shape;2704;p46">
                <a:extLst>
                  <a:ext uri="{FF2B5EF4-FFF2-40B4-BE49-F238E27FC236}">
                    <a16:creationId xmlns:a16="http://schemas.microsoft.com/office/drawing/2014/main" id="{E91F5B00-D21A-7893-1943-AA22D8EA2426}"/>
                  </a:ext>
                </a:extLst>
              </p:cNvPr>
              <p:cNvGrpSpPr/>
              <p:nvPr/>
            </p:nvGrpSpPr>
            <p:grpSpPr>
              <a:xfrm>
                <a:off x="5937326" y="2478845"/>
                <a:ext cx="288793" cy="99682"/>
                <a:chOff x="5937326" y="2478845"/>
                <a:chExt cx="288793" cy="99682"/>
              </a:xfrm>
            </p:grpSpPr>
            <p:sp>
              <p:nvSpPr>
                <p:cNvPr id="2578" name="Google Shape;2705;p46">
                  <a:extLst>
                    <a:ext uri="{FF2B5EF4-FFF2-40B4-BE49-F238E27FC236}">
                      <a16:creationId xmlns:a16="http://schemas.microsoft.com/office/drawing/2014/main" id="{D56A33AF-18DC-5329-4CD9-C20B4ABAAA84}"/>
                    </a:ext>
                  </a:extLst>
                </p:cNvPr>
                <p:cNvSpPr/>
                <p:nvPr/>
              </p:nvSpPr>
              <p:spPr>
                <a:xfrm>
                  <a:off x="5937326" y="2478845"/>
                  <a:ext cx="196207" cy="99682"/>
                </a:xfrm>
                <a:custGeom>
                  <a:avLst/>
                  <a:gdLst/>
                  <a:ahLst/>
                  <a:cxnLst/>
                  <a:rect l="l" t="t" r="r" b="b"/>
                  <a:pathLst>
                    <a:path w="4787" h="2432" extrusionOk="0">
                      <a:moveTo>
                        <a:pt x="158" y="1"/>
                      </a:moveTo>
                      <a:lnTo>
                        <a:pt x="135" y="333"/>
                      </a:lnTo>
                      <a:lnTo>
                        <a:pt x="3714" y="595"/>
                      </a:lnTo>
                      <a:cubicBezTo>
                        <a:pt x="4125" y="621"/>
                        <a:pt x="4438" y="987"/>
                        <a:pt x="4409" y="1398"/>
                      </a:cubicBezTo>
                      <a:cubicBezTo>
                        <a:pt x="4380" y="1794"/>
                        <a:pt x="4052" y="2095"/>
                        <a:pt x="3660" y="2095"/>
                      </a:cubicBezTo>
                      <a:cubicBezTo>
                        <a:pt x="3642" y="2095"/>
                        <a:pt x="3624" y="2094"/>
                        <a:pt x="3606" y="2093"/>
                      </a:cubicBezTo>
                      <a:lnTo>
                        <a:pt x="28" y="1831"/>
                      </a:lnTo>
                      <a:lnTo>
                        <a:pt x="1" y="2167"/>
                      </a:lnTo>
                      <a:lnTo>
                        <a:pt x="3583" y="2429"/>
                      </a:lnTo>
                      <a:cubicBezTo>
                        <a:pt x="3608" y="2431"/>
                        <a:pt x="3633" y="2432"/>
                        <a:pt x="3658" y="2432"/>
                      </a:cubicBezTo>
                      <a:cubicBezTo>
                        <a:pt x="4224" y="2432"/>
                        <a:pt x="4702" y="1996"/>
                        <a:pt x="4745" y="1424"/>
                      </a:cubicBezTo>
                      <a:cubicBezTo>
                        <a:pt x="4786" y="826"/>
                        <a:pt x="4338" y="304"/>
                        <a:pt x="3740" y="263"/>
                      </a:cubicBezTo>
                      <a:lnTo>
                        <a:pt x="158"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706;p46">
                  <a:extLst>
                    <a:ext uri="{FF2B5EF4-FFF2-40B4-BE49-F238E27FC236}">
                      <a16:creationId xmlns:a16="http://schemas.microsoft.com/office/drawing/2014/main" id="{AC16CE43-03B0-E3DD-68E9-FF8AF6845BDC}"/>
                    </a:ext>
                  </a:extLst>
                </p:cNvPr>
                <p:cNvSpPr/>
                <p:nvPr/>
              </p:nvSpPr>
              <p:spPr>
                <a:xfrm>
                  <a:off x="6124430" y="2529873"/>
                  <a:ext cx="101690" cy="20986"/>
                </a:xfrm>
                <a:custGeom>
                  <a:avLst/>
                  <a:gdLst/>
                  <a:ahLst/>
                  <a:cxnLst/>
                  <a:rect l="l" t="t" r="r" b="b"/>
                  <a:pathLst>
                    <a:path w="2481" h="512" extrusionOk="0">
                      <a:moveTo>
                        <a:pt x="23" y="0"/>
                      </a:moveTo>
                      <a:lnTo>
                        <a:pt x="1" y="333"/>
                      </a:lnTo>
                      <a:lnTo>
                        <a:pt x="2459" y="512"/>
                      </a:lnTo>
                      <a:lnTo>
                        <a:pt x="2481" y="179"/>
                      </a:lnTo>
                      <a:lnTo>
                        <a:pt x="23"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7" name="Google Shape;2707;p46">
                <a:extLst>
                  <a:ext uri="{FF2B5EF4-FFF2-40B4-BE49-F238E27FC236}">
                    <a16:creationId xmlns:a16="http://schemas.microsoft.com/office/drawing/2014/main" id="{D8DDD7FF-CBCD-CABB-03BB-1C8B173603BE}"/>
                  </a:ext>
                </a:extLst>
              </p:cNvPr>
              <p:cNvSpPr/>
              <p:nvPr/>
            </p:nvSpPr>
            <p:spPr>
              <a:xfrm>
                <a:off x="5990486" y="2240797"/>
                <a:ext cx="737611" cy="116404"/>
              </a:xfrm>
              <a:custGeom>
                <a:avLst/>
                <a:gdLst/>
                <a:ahLst/>
                <a:cxnLst/>
                <a:rect l="l" t="t" r="r" b="b"/>
                <a:pathLst>
                  <a:path w="17996" h="2840" extrusionOk="0">
                    <a:moveTo>
                      <a:pt x="112" y="1"/>
                    </a:moveTo>
                    <a:lnTo>
                      <a:pt x="0" y="1536"/>
                    </a:lnTo>
                    <a:lnTo>
                      <a:pt x="17884" y="2840"/>
                    </a:lnTo>
                    <a:lnTo>
                      <a:pt x="17996" y="1304"/>
                    </a:lnTo>
                    <a:lnTo>
                      <a:pt x="112"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9" name="Google Shape;2708;p46">
              <a:extLst>
                <a:ext uri="{FF2B5EF4-FFF2-40B4-BE49-F238E27FC236}">
                  <a16:creationId xmlns:a16="http://schemas.microsoft.com/office/drawing/2014/main" id="{4F67B707-D6B0-5AB2-F2BF-14860ADEFF22}"/>
                </a:ext>
              </a:extLst>
            </p:cNvPr>
            <p:cNvSpPr/>
            <p:nvPr/>
          </p:nvSpPr>
          <p:spPr>
            <a:xfrm>
              <a:off x="7676753" y="2025250"/>
              <a:ext cx="25125" cy="133250"/>
            </a:xfrm>
            <a:custGeom>
              <a:avLst/>
              <a:gdLst/>
              <a:ahLst/>
              <a:cxnLst/>
              <a:rect l="l" t="t" r="r" b="b"/>
              <a:pathLst>
                <a:path w="613" h="3251" extrusionOk="0">
                  <a:moveTo>
                    <a:pt x="613" y="1"/>
                  </a:moveTo>
                  <a:cubicBezTo>
                    <a:pt x="187" y="404"/>
                    <a:pt x="1" y="1017"/>
                    <a:pt x="30" y="1600"/>
                  </a:cubicBezTo>
                  <a:cubicBezTo>
                    <a:pt x="61" y="2186"/>
                    <a:pt x="288" y="2746"/>
                    <a:pt x="583" y="3250"/>
                  </a:cubicBezTo>
                  <a:lnTo>
                    <a:pt x="61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709;p46">
              <a:extLst>
                <a:ext uri="{FF2B5EF4-FFF2-40B4-BE49-F238E27FC236}">
                  <a16:creationId xmlns:a16="http://schemas.microsoft.com/office/drawing/2014/main" id="{7835A802-C391-76D1-28A4-31B0E6926B84}"/>
                </a:ext>
              </a:extLst>
            </p:cNvPr>
            <p:cNvSpPr/>
            <p:nvPr/>
          </p:nvSpPr>
          <p:spPr>
            <a:xfrm>
              <a:off x="7690689" y="2008569"/>
              <a:ext cx="230432" cy="460290"/>
            </a:xfrm>
            <a:custGeom>
              <a:avLst/>
              <a:gdLst/>
              <a:ahLst/>
              <a:cxnLst/>
              <a:rect l="l" t="t" r="r" b="b"/>
              <a:pathLst>
                <a:path w="5622" h="11230" extrusionOk="0">
                  <a:moveTo>
                    <a:pt x="2724" y="1"/>
                  </a:moveTo>
                  <a:lnTo>
                    <a:pt x="90" y="1290"/>
                  </a:lnTo>
                  <a:cubicBezTo>
                    <a:pt x="90" y="1290"/>
                    <a:pt x="0" y="4598"/>
                    <a:pt x="90" y="6029"/>
                  </a:cubicBezTo>
                  <a:cubicBezTo>
                    <a:pt x="176" y="7463"/>
                    <a:pt x="1626" y="7617"/>
                    <a:pt x="1626" y="7617"/>
                  </a:cubicBezTo>
                  <a:cubicBezTo>
                    <a:pt x="1626" y="7617"/>
                    <a:pt x="1581" y="8408"/>
                    <a:pt x="1536" y="9242"/>
                  </a:cubicBezTo>
                  <a:cubicBezTo>
                    <a:pt x="1480" y="10273"/>
                    <a:pt x="2260" y="11154"/>
                    <a:pt x="3288" y="11225"/>
                  </a:cubicBezTo>
                  <a:cubicBezTo>
                    <a:pt x="3333" y="11228"/>
                    <a:pt x="3378" y="11229"/>
                    <a:pt x="3422" y="11229"/>
                  </a:cubicBezTo>
                  <a:cubicBezTo>
                    <a:pt x="4424" y="11229"/>
                    <a:pt x="5265" y="10440"/>
                    <a:pt x="5308" y="9425"/>
                  </a:cubicBezTo>
                  <a:lnTo>
                    <a:pt x="5622" y="2197"/>
                  </a:lnTo>
                  <a:lnTo>
                    <a:pt x="2724" y="1"/>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710;p46">
              <a:extLst>
                <a:ext uri="{FF2B5EF4-FFF2-40B4-BE49-F238E27FC236}">
                  <a16:creationId xmlns:a16="http://schemas.microsoft.com/office/drawing/2014/main" id="{5DFAE37F-048A-42AA-B33F-10FE51C1BECB}"/>
                </a:ext>
              </a:extLst>
            </p:cNvPr>
            <p:cNvSpPr/>
            <p:nvPr/>
          </p:nvSpPr>
          <p:spPr>
            <a:xfrm>
              <a:off x="7713641" y="2152636"/>
              <a:ext cx="15083" cy="15206"/>
            </a:xfrm>
            <a:custGeom>
              <a:avLst/>
              <a:gdLst/>
              <a:ahLst/>
              <a:cxnLst/>
              <a:rect l="l" t="t" r="r" b="b"/>
              <a:pathLst>
                <a:path w="368" h="371" extrusionOk="0">
                  <a:moveTo>
                    <a:pt x="184" y="0"/>
                  </a:moveTo>
                  <a:cubicBezTo>
                    <a:pt x="83" y="0"/>
                    <a:pt x="1" y="83"/>
                    <a:pt x="1" y="183"/>
                  </a:cubicBezTo>
                  <a:cubicBezTo>
                    <a:pt x="1" y="288"/>
                    <a:pt x="83" y="371"/>
                    <a:pt x="184" y="371"/>
                  </a:cubicBezTo>
                  <a:cubicBezTo>
                    <a:pt x="285" y="371"/>
                    <a:pt x="367" y="288"/>
                    <a:pt x="367" y="183"/>
                  </a:cubicBezTo>
                  <a:cubicBezTo>
                    <a:pt x="367" y="83"/>
                    <a:pt x="285" y="0"/>
                    <a:pt x="18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711;p46">
              <a:extLst>
                <a:ext uri="{FF2B5EF4-FFF2-40B4-BE49-F238E27FC236}">
                  <a16:creationId xmlns:a16="http://schemas.microsoft.com/office/drawing/2014/main" id="{93ECC88E-35C1-F115-B9FE-3F7C18EE429A}"/>
                </a:ext>
              </a:extLst>
            </p:cNvPr>
            <p:cNvSpPr/>
            <p:nvPr/>
          </p:nvSpPr>
          <p:spPr>
            <a:xfrm>
              <a:off x="7698353" y="2142963"/>
              <a:ext cx="30495" cy="9222"/>
            </a:xfrm>
            <a:custGeom>
              <a:avLst/>
              <a:gdLst/>
              <a:ahLst/>
              <a:cxnLst/>
              <a:rect l="l" t="t" r="r" b="b"/>
              <a:pathLst>
                <a:path w="744" h="225" extrusionOk="0">
                  <a:moveTo>
                    <a:pt x="396" y="0"/>
                  </a:moveTo>
                  <a:cubicBezTo>
                    <a:pt x="385" y="0"/>
                    <a:pt x="374" y="1"/>
                    <a:pt x="363" y="2"/>
                  </a:cubicBezTo>
                  <a:cubicBezTo>
                    <a:pt x="239" y="9"/>
                    <a:pt x="135" y="61"/>
                    <a:pt x="79" y="114"/>
                  </a:cubicBezTo>
                  <a:cubicBezTo>
                    <a:pt x="19" y="166"/>
                    <a:pt x="1" y="210"/>
                    <a:pt x="12" y="221"/>
                  </a:cubicBezTo>
                  <a:cubicBezTo>
                    <a:pt x="14" y="223"/>
                    <a:pt x="16" y="224"/>
                    <a:pt x="20" y="224"/>
                  </a:cubicBezTo>
                  <a:cubicBezTo>
                    <a:pt x="59" y="224"/>
                    <a:pt x="189" y="127"/>
                    <a:pt x="370" y="121"/>
                  </a:cubicBezTo>
                  <a:cubicBezTo>
                    <a:pt x="384" y="120"/>
                    <a:pt x="398" y="119"/>
                    <a:pt x="412" y="119"/>
                  </a:cubicBezTo>
                  <a:cubicBezTo>
                    <a:pt x="563" y="119"/>
                    <a:pt x="680" y="181"/>
                    <a:pt x="722" y="181"/>
                  </a:cubicBezTo>
                  <a:cubicBezTo>
                    <a:pt x="728" y="181"/>
                    <a:pt x="733" y="180"/>
                    <a:pt x="736" y="176"/>
                  </a:cubicBezTo>
                  <a:cubicBezTo>
                    <a:pt x="744" y="166"/>
                    <a:pt x="722" y="121"/>
                    <a:pt x="658" y="76"/>
                  </a:cubicBezTo>
                  <a:cubicBezTo>
                    <a:pt x="597" y="35"/>
                    <a:pt x="505" y="0"/>
                    <a:pt x="3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712;p46">
              <a:extLst>
                <a:ext uri="{FF2B5EF4-FFF2-40B4-BE49-F238E27FC236}">
                  <a16:creationId xmlns:a16="http://schemas.microsoft.com/office/drawing/2014/main" id="{D1E1D6F3-D2A0-7437-9570-DDBB592E0B54}"/>
                </a:ext>
              </a:extLst>
            </p:cNvPr>
            <p:cNvSpPr/>
            <p:nvPr/>
          </p:nvSpPr>
          <p:spPr>
            <a:xfrm>
              <a:off x="7800778" y="2152636"/>
              <a:ext cx="15206" cy="15206"/>
            </a:xfrm>
            <a:custGeom>
              <a:avLst/>
              <a:gdLst/>
              <a:ahLst/>
              <a:cxnLst/>
              <a:rect l="l" t="t" r="r" b="b"/>
              <a:pathLst>
                <a:path w="371" h="371" extrusionOk="0">
                  <a:moveTo>
                    <a:pt x="183" y="0"/>
                  </a:moveTo>
                  <a:cubicBezTo>
                    <a:pt x="83" y="0"/>
                    <a:pt x="0" y="83"/>
                    <a:pt x="0" y="183"/>
                  </a:cubicBezTo>
                  <a:cubicBezTo>
                    <a:pt x="0" y="288"/>
                    <a:pt x="83" y="371"/>
                    <a:pt x="183" y="371"/>
                  </a:cubicBezTo>
                  <a:cubicBezTo>
                    <a:pt x="288" y="371"/>
                    <a:pt x="370" y="288"/>
                    <a:pt x="370" y="183"/>
                  </a:cubicBezTo>
                  <a:cubicBezTo>
                    <a:pt x="370" y="83"/>
                    <a:pt x="288"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713;p46">
              <a:extLst>
                <a:ext uri="{FF2B5EF4-FFF2-40B4-BE49-F238E27FC236}">
                  <a16:creationId xmlns:a16="http://schemas.microsoft.com/office/drawing/2014/main" id="{F46B3F56-3903-A0C0-BC3F-EFACF2B94364}"/>
                </a:ext>
              </a:extLst>
            </p:cNvPr>
            <p:cNvSpPr/>
            <p:nvPr/>
          </p:nvSpPr>
          <p:spPr>
            <a:xfrm>
              <a:off x="7788196" y="2142963"/>
              <a:ext cx="30536" cy="9222"/>
            </a:xfrm>
            <a:custGeom>
              <a:avLst/>
              <a:gdLst/>
              <a:ahLst/>
              <a:cxnLst/>
              <a:rect l="l" t="t" r="r" b="b"/>
              <a:pathLst>
                <a:path w="745" h="225" extrusionOk="0">
                  <a:moveTo>
                    <a:pt x="393" y="0"/>
                  </a:moveTo>
                  <a:cubicBezTo>
                    <a:pt x="382" y="0"/>
                    <a:pt x="370" y="1"/>
                    <a:pt x="359" y="2"/>
                  </a:cubicBezTo>
                  <a:cubicBezTo>
                    <a:pt x="236" y="9"/>
                    <a:pt x="135" y="61"/>
                    <a:pt x="76" y="114"/>
                  </a:cubicBezTo>
                  <a:cubicBezTo>
                    <a:pt x="19" y="166"/>
                    <a:pt x="1" y="210"/>
                    <a:pt x="12" y="221"/>
                  </a:cubicBezTo>
                  <a:cubicBezTo>
                    <a:pt x="14" y="223"/>
                    <a:pt x="17" y="224"/>
                    <a:pt x="21" y="224"/>
                  </a:cubicBezTo>
                  <a:cubicBezTo>
                    <a:pt x="59" y="224"/>
                    <a:pt x="187" y="127"/>
                    <a:pt x="367" y="121"/>
                  </a:cubicBezTo>
                  <a:cubicBezTo>
                    <a:pt x="382" y="120"/>
                    <a:pt x="396" y="119"/>
                    <a:pt x="410" y="119"/>
                  </a:cubicBezTo>
                  <a:cubicBezTo>
                    <a:pt x="563" y="119"/>
                    <a:pt x="681" y="181"/>
                    <a:pt x="720" y="181"/>
                  </a:cubicBezTo>
                  <a:cubicBezTo>
                    <a:pt x="726" y="181"/>
                    <a:pt x="731" y="180"/>
                    <a:pt x="733" y="176"/>
                  </a:cubicBezTo>
                  <a:cubicBezTo>
                    <a:pt x="745" y="166"/>
                    <a:pt x="718" y="121"/>
                    <a:pt x="655" y="76"/>
                  </a:cubicBezTo>
                  <a:cubicBezTo>
                    <a:pt x="597" y="35"/>
                    <a:pt x="502" y="0"/>
                    <a:pt x="39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714;p46">
              <a:extLst>
                <a:ext uri="{FF2B5EF4-FFF2-40B4-BE49-F238E27FC236}">
                  <a16:creationId xmlns:a16="http://schemas.microsoft.com/office/drawing/2014/main" id="{4CAE86C7-56BF-E8F6-E678-6366407F2FFB}"/>
                </a:ext>
              </a:extLst>
            </p:cNvPr>
            <p:cNvSpPr/>
            <p:nvPr/>
          </p:nvSpPr>
          <p:spPr>
            <a:xfrm>
              <a:off x="7747045" y="2228091"/>
              <a:ext cx="44266" cy="22912"/>
            </a:xfrm>
            <a:custGeom>
              <a:avLst/>
              <a:gdLst/>
              <a:ahLst/>
              <a:cxnLst/>
              <a:rect l="l" t="t" r="r" b="b"/>
              <a:pathLst>
                <a:path w="1080" h="559" extrusionOk="0">
                  <a:moveTo>
                    <a:pt x="953" y="1"/>
                  </a:moveTo>
                  <a:cubicBezTo>
                    <a:pt x="710" y="121"/>
                    <a:pt x="273" y="296"/>
                    <a:pt x="1" y="330"/>
                  </a:cubicBezTo>
                  <a:cubicBezTo>
                    <a:pt x="1" y="330"/>
                    <a:pt x="160" y="559"/>
                    <a:pt x="441" y="559"/>
                  </a:cubicBezTo>
                  <a:cubicBezTo>
                    <a:pt x="505" y="559"/>
                    <a:pt x="577" y="546"/>
                    <a:pt x="654" y="516"/>
                  </a:cubicBezTo>
                  <a:cubicBezTo>
                    <a:pt x="1080" y="349"/>
                    <a:pt x="953" y="1"/>
                    <a:pt x="953"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715;p46">
              <a:extLst>
                <a:ext uri="{FF2B5EF4-FFF2-40B4-BE49-F238E27FC236}">
                  <a16:creationId xmlns:a16="http://schemas.microsoft.com/office/drawing/2014/main" id="{2797880A-84D7-666B-15F9-79A9EF7ABA2B}"/>
                </a:ext>
              </a:extLst>
            </p:cNvPr>
            <p:cNvSpPr/>
            <p:nvPr/>
          </p:nvSpPr>
          <p:spPr>
            <a:xfrm>
              <a:off x="7757169" y="2294571"/>
              <a:ext cx="77917" cy="40865"/>
            </a:xfrm>
            <a:custGeom>
              <a:avLst/>
              <a:gdLst/>
              <a:ahLst/>
              <a:cxnLst/>
              <a:rect l="l" t="t" r="r" b="b"/>
              <a:pathLst>
                <a:path w="1901" h="997" extrusionOk="0">
                  <a:moveTo>
                    <a:pt x="1900" y="0"/>
                  </a:moveTo>
                  <a:lnTo>
                    <a:pt x="1900" y="0"/>
                  </a:lnTo>
                  <a:cubicBezTo>
                    <a:pt x="1000" y="628"/>
                    <a:pt x="67" y="639"/>
                    <a:pt x="4" y="639"/>
                  </a:cubicBezTo>
                  <a:cubicBezTo>
                    <a:pt x="1" y="639"/>
                    <a:pt x="0" y="639"/>
                    <a:pt x="0" y="639"/>
                  </a:cubicBezTo>
                  <a:lnTo>
                    <a:pt x="0" y="639"/>
                  </a:lnTo>
                  <a:lnTo>
                    <a:pt x="33" y="994"/>
                  </a:lnTo>
                  <a:cubicBezTo>
                    <a:pt x="73" y="995"/>
                    <a:pt x="112" y="996"/>
                    <a:pt x="150" y="996"/>
                  </a:cubicBezTo>
                  <a:cubicBezTo>
                    <a:pt x="1494" y="996"/>
                    <a:pt x="1900" y="0"/>
                    <a:pt x="1900" y="0"/>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716;p46">
              <a:extLst>
                <a:ext uri="{FF2B5EF4-FFF2-40B4-BE49-F238E27FC236}">
                  <a16:creationId xmlns:a16="http://schemas.microsoft.com/office/drawing/2014/main" id="{19BFA1F3-76A2-5CED-3911-CE2983889351}"/>
                </a:ext>
              </a:extLst>
            </p:cNvPr>
            <p:cNvSpPr/>
            <p:nvPr/>
          </p:nvSpPr>
          <p:spPr>
            <a:xfrm>
              <a:off x="7912057" y="2156488"/>
              <a:ext cx="50415" cy="51972"/>
            </a:xfrm>
            <a:custGeom>
              <a:avLst/>
              <a:gdLst/>
              <a:ahLst/>
              <a:cxnLst/>
              <a:rect l="l" t="t" r="r" b="b"/>
              <a:pathLst>
                <a:path w="1230" h="1268" extrusionOk="0">
                  <a:moveTo>
                    <a:pt x="650" y="1"/>
                  </a:moveTo>
                  <a:cubicBezTo>
                    <a:pt x="634" y="1"/>
                    <a:pt x="618" y="2"/>
                    <a:pt x="602" y="3"/>
                  </a:cubicBezTo>
                  <a:cubicBezTo>
                    <a:pt x="363" y="30"/>
                    <a:pt x="173" y="227"/>
                    <a:pt x="86" y="448"/>
                  </a:cubicBezTo>
                  <a:cubicBezTo>
                    <a:pt x="0" y="672"/>
                    <a:pt x="0" y="919"/>
                    <a:pt x="8" y="1158"/>
                  </a:cubicBezTo>
                  <a:lnTo>
                    <a:pt x="34" y="1187"/>
                  </a:lnTo>
                  <a:cubicBezTo>
                    <a:pt x="155" y="1240"/>
                    <a:pt x="288" y="1267"/>
                    <a:pt x="420" y="1267"/>
                  </a:cubicBezTo>
                  <a:cubicBezTo>
                    <a:pt x="564" y="1267"/>
                    <a:pt x="706" y="1235"/>
                    <a:pt x="830" y="1165"/>
                  </a:cubicBezTo>
                  <a:cubicBezTo>
                    <a:pt x="1069" y="1031"/>
                    <a:pt x="1229" y="747"/>
                    <a:pt x="1185" y="474"/>
                  </a:cubicBezTo>
                  <a:cubicBezTo>
                    <a:pt x="1142" y="217"/>
                    <a:pt x="905" y="1"/>
                    <a:pt x="650"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717;p46">
              <a:extLst>
                <a:ext uri="{FF2B5EF4-FFF2-40B4-BE49-F238E27FC236}">
                  <a16:creationId xmlns:a16="http://schemas.microsoft.com/office/drawing/2014/main" id="{463B4B9E-1DC0-BE6D-1704-1FFE430897A4}"/>
                </a:ext>
              </a:extLst>
            </p:cNvPr>
            <p:cNvSpPr/>
            <p:nvPr/>
          </p:nvSpPr>
          <p:spPr>
            <a:xfrm>
              <a:off x="7929107" y="2168784"/>
              <a:ext cx="21887" cy="29593"/>
            </a:xfrm>
            <a:custGeom>
              <a:avLst/>
              <a:gdLst/>
              <a:ahLst/>
              <a:cxnLst/>
              <a:rect l="l" t="t" r="r" b="b"/>
              <a:pathLst>
                <a:path w="534" h="722" extrusionOk="0">
                  <a:moveTo>
                    <a:pt x="261" y="1"/>
                  </a:moveTo>
                  <a:cubicBezTo>
                    <a:pt x="234" y="1"/>
                    <a:pt x="208" y="5"/>
                    <a:pt x="186" y="10"/>
                  </a:cubicBezTo>
                  <a:cubicBezTo>
                    <a:pt x="55" y="47"/>
                    <a:pt x="3" y="103"/>
                    <a:pt x="7" y="115"/>
                  </a:cubicBezTo>
                  <a:cubicBezTo>
                    <a:pt x="8" y="119"/>
                    <a:pt x="14" y="121"/>
                    <a:pt x="22" y="121"/>
                  </a:cubicBezTo>
                  <a:cubicBezTo>
                    <a:pt x="50" y="121"/>
                    <a:pt x="114" y="101"/>
                    <a:pt x="198" y="96"/>
                  </a:cubicBezTo>
                  <a:cubicBezTo>
                    <a:pt x="204" y="95"/>
                    <a:pt x="210" y="95"/>
                    <a:pt x="217" y="95"/>
                  </a:cubicBezTo>
                  <a:cubicBezTo>
                    <a:pt x="264" y="95"/>
                    <a:pt x="318" y="108"/>
                    <a:pt x="354" y="141"/>
                  </a:cubicBezTo>
                  <a:cubicBezTo>
                    <a:pt x="395" y="178"/>
                    <a:pt x="410" y="253"/>
                    <a:pt x="406" y="331"/>
                  </a:cubicBezTo>
                  <a:cubicBezTo>
                    <a:pt x="395" y="496"/>
                    <a:pt x="291" y="611"/>
                    <a:pt x="189" y="637"/>
                  </a:cubicBezTo>
                  <a:cubicBezTo>
                    <a:pt x="156" y="647"/>
                    <a:pt x="126" y="650"/>
                    <a:pt x="101" y="650"/>
                  </a:cubicBezTo>
                  <a:cubicBezTo>
                    <a:pt x="66" y="650"/>
                    <a:pt x="40" y="645"/>
                    <a:pt x="24" y="645"/>
                  </a:cubicBezTo>
                  <a:cubicBezTo>
                    <a:pt x="17" y="645"/>
                    <a:pt x="13" y="646"/>
                    <a:pt x="10" y="649"/>
                  </a:cubicBezTo>
                  <a:cubicBezTo>
                    <a:pt x="0" y="656"/>
                    <a:pt x="56" y="722"/>
                    <a:pt x="174" y="722"/>
                  </a:cubicBezTo>
                  <a:cubicBezTo>
                    <a:pt x="185" y="722"/>
                    <a:pt x="196" y="721"/>
                    <a:pt x="208" y="720"/>
                  </a:cubicBezTo>
                  <a:cubicBezTo>
                    <a:pt x="272" y="712"/>
                    <a:pt x="358" y="679"/>
                    <a:pt x="417" y="608"/>
                  </a:cubicBezTo>
                  <a:cubicBezTo>
                    <a:pt x="481" y="541"/>
                    <a:pt x="518" y="443"/>
                    <a:pt x="526" y="339"/>
                  </a:cubicBezTo>
                  <a:cubicBezTo>
                    <a:pt x="534" y="241"/>
                    <a:pt x="511" y="125"/>
                    <a:pt x="425" y="58"/>
                  </a:cubicBezTo>
                  <a:cubicBezTo>
                    <a:pt x="371" y="14"/>
                    <a:pt x="313" y="1"/>
                    <a:pt x="261"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718;p46">
              <a:extLst>
                <a:ext uri="{FF2B5EF4-FFF2-40B4-BE49-F238E27FC236}">
                  <a16:creationId xmlns:a16="http://schemas.microsoft.com/office/drawing/2014/main" id="{402F2A43-609C-D8D7-0FD5-6ECD0609290E}"/>
                </a:ext>
              </a:extLst>
            </p:cNvPr>
            <p:cNvSpPr/>
            <p:nvPr/>
          </p:nvSpPr>
          <p:spPr>
            <a:xfrm>
              <a:off x="7669130" y="1993363"/>
              <a:ext cx="263673" cy="172393"/>
            </a:xfrm>
            <a:custGeom>
              <a:avLst/>
              <a:gdLst/>
              <a:ahLst/>
              <a:cxnLst/>
              <a:rect l="l" t="t" r="r" b="b"/>
              <a:pathLst>
                <a:path w="6433" h="4206" extrusionOk="0">
                  <a:moveTo>
                    <a:pt x="3021" y="0"/>
                  </a:moveTo>
                  <a:cubicBezTo>
                    <a:pt x="2150" y="0"/>
                    <a:pt x="1279" y="330"/>
                    <a:pt x="635" y="921"/>
                  </a:cubicBezTo>
                  <a:cubicBezTo>
                    <a:pt x="0" y="1709"/>
                    <a:pt x="848" y="2209"/>
                    <a:pt x="1270" y="2538"/>
                  </a:cubicBezTo>
                  <a:cubicBezTo>
                    <a:pt x="1535" y="2745"/>
                    <a:pt x="2224" y="3224"/>
                    <a:pt x="2925" y="3224"/>
                  </a:cubicBezTo>
                  <a:cubicBezTo>
                    <a:pt x="3083" y="3224"/>
                    <a:pt x="3241" y="3200"/>
                    <a:pt x="3395" y="3143"/>
                  </a:cubicBezTo>
                  <a:cubicBezTo>
                    <a:pt x="3100" y="2743"/>
                    <a:pt x="2760" y="2568"/>
                    <a:pt x="2629" y="2187"/>
                  </a:cubicBezTo>
                  <a:lnTo>
                    <a:pt x="2629" y="2187"/>
                  </a:lnTo>
                  <a:cubicBezTo>
                    <a:pt x="2973" y="2673"/>
                    <a:pt x="3336" y="3038"/>
                    <a:pt x="3926" y="3098"/>
                  </a:cubicBezTo>
                  <a:cubicBezTo>
                    <a:pt x="3806" y="2755"/>
                    <a:pt x="3642" y="2056"/>
                    <a:pt x="3769" y="2026"/>
                  </a:cubicBezTo>
                  <a:lnTo>
                    <a:pt x="3769" y="2026"/>
                  </a:lnTo>
                  <a:cubicBezTo>
                    <a:pt x="3903" y="3195"/>
                    <a:pt x="4859" y="4205"/>
                    <a:pt x="5682" y="4205"/>
                  </a:cubicBezTo>
                  <a:cubicBezTo>
                    <a:pt x="5821" y="4205"/>
                    <a:pt x="5957" y="4176"/>
                    <a:pt x="6084" y="4114"/>
                  </a:cubicBezTo>
                  <a:cubicBezTo>
                    <a:pt x="6432" y="3263"/>
                    <a:pt x="6308" y="2250"/>
                    <a:pt x="5812" y="1481"/>
                  </a:cubicBezTo>
                  <a:cubicBezTo>
                    <a:pt x="5315" y="708"/>
                    <a:pt x="4467" y="185"/>
                    <a:pt x="3560" y="43"/>
                  </a:cubicBezTo>
                  <a:cubicBezTo>
                    <a:pt x="3382" y="15"/>
                    <a:pt x="3201" y="0"/>
                    <a:pt x="302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719;p46">
              <a:extLst>
                <a:ext uri="{FF2B5EF4-FFF2-40B4-BE49-F238E27FC236}">
                  <a16:creationId xmlns:a16="http://schemas.microsoft.com/office/drawing/2014/main" id="{DF2245D0-07CA-E664-E56D-76EB05B478E7}"/>
                </a:ext>
              </a:extLst>
            </p:cNvPr>
            <p:cNvSpPr/>
            <p:nvPr/>
          </p:nvSpPr>
          <p:spPr>
            <a:xfrm>
              <a:off x="7910376" y="2196737"/>
              <a:ext cx="37299" cy="36766"/>
            </a:xfrm>
            <a:custGeom>
              <a:avLst/>
              <a:gdLst/>
              <a:ahLst/>
              <a:cxnLst/>
              <a:rect l="l" t="t" r="r" b="b"/>
              <a:pathLst>
                <a:path w="910" h="897" extrusionOk="0">
                  <a:moveTo>
                    <a:pt x="336" y="1"/>
                  </a:moveTo>
                  <a:cubicBezTo>
                    <a:pt x="305" y="1"/>
                    <a:pt x="199" y="32"/>
                    <a:pt x="101" y="164"/>
                  </a:cubicBezTo>
                  <a:cubicBezTo>
                    <a:pt x="45" y="243"/>
                    <a:pt x="0" y="359"/>
                    <a:pt x="19" y="490"/>
                  </a:cubicBezTo>
                  <a:cubicBezTo>
                    <a:pt x="34" y="617"/>
                    <a:pt x="105" y="759"/>
                    <a:pt x="240" y="837"/>
                  </a:cubicBezTo>
                  <a:cubicBezTo>
                    <a:pt x="312" y="878"/>
                    <a:pt x="392" y="897"/>
                    <a:pt x="467" y="897"/>
                  </a:cubicBezTo>
                  <a:cubicBezTo>
                    <a:pt x="535" y="897"/>
                    <a:pt x="600" y="882"/>
                    <a:pt x="655" y="855"/>
                  </a:cubicBezTo>
                  <a:cubicBezTo>
                    <a:pt x="777" y="800"/>
                    <a:pt x="848" y="688"/>
                    <a:pt x="871" y="594"/>
                  </a:cubicBezTo>
                  <a:cubicBezTo>
                    <a:pt x="910" y="407"/>
                    <a:pt x="821" y="306"/>
                    <a:pt x="805" y="306"/>
                  </a:cubicBezTo>
                  <a:cubicBezTo>
                    <a:pt x="804" y="306"/>
                    <a:pt x="804" y="306"/>
                    <a:pt x="803" y="307"/>
                  </a:cubicBezTo>
                  <a:cubicBezTo>
                    <a:pt x="785" y="314"/>
                    <a:pt x="845" y="419"/>
                    <a:pt x="789" y="568"/>
                  </a:cubicBezTo>
                  <a:cubicBezTo>
                    <a:pt x="762" y="643"/>
                    <a:pt x="703" y="717"/>
                    <a:pt x="610" y="755"/>
                  </a:cubicBezTo>
                  <a:cubicBezTo>
                    <a:pt x="570" y="771"/>
                    <a:pt x="525" y="780"/>
                    <a:pt x="478" y="780"/>
                  </a:cubicBezTo>
                  <a:cubicBezTo>
                    <a:pt x="419" y="780"/>
                    <a:pt x="357" y="766"/>
                    <a:pt x="303" y="733"/>
                  </a:cubicBezTo>
                  <a:cubicBezTo>
                    <a:pt x="206" y="676"/>
                    <a:pt x="146" y="572"/>
                    <a:pt x="127" y="474"/>
                  </a:cubicBezTo>
                  <a:cubicBezTo>
                    <a:pt x="109" y="374"/>
                    <a:pt x="135" y="281"/>
                    <a:pt x="172" y="209"/>
                  </a:cubicBezTo>
                  <a:cubicBezTo>
                    <a:pt x="251" y="67"/>
                    <a:pt x="355" y="19"/>
                    <a:pt x="344" y="4"/>
                  </a:cubicBezTo>
                  <a:cubicBezTo>
                    <a:pt x="344" y="2"/>
                    <a:pt x="341" y="1"/>
                    <a:pt x="336" y="1"/>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720;p46">
              <a:extLst>
                <a:ext uri="{FF2B5EF4-FFF2-40B4-BE49-F238E27FC236}">
                  <a16:creationId xmlns:a16="http://schemas.microsoft.com/office/drawing/2014/main" id="{95DF9FF5-6CB6-D669-38EA-52F38B09EF46}"/>
                </a:ext>
              </a:extLst>
            </p:cNvPr>
            <p:cNvSpPr/>
            <p:nvPr/>
          </p:nvSpPr>
          <p:spPr>
            <a:xfrm>
              <a:off x="7457229" y="2394823"/>
              <a:ext cx="653915" cy="794461"/>
            </a:xfrm>
            <a:custGeom>
              <a:avLst/>
              <a:gdLst/>
              <a:ahLst/>
              <a:cxnLst/>
              <a:rect l="l" t="t" r="r" b="b"/>
              <a:pathLst>
                <a:path w="15954" h="19383" extrusionOk="0">
                  <a:moveTo>
                    <a:pt x="11004" y="1"/>
                  </a:moveTo>
                  <a:cubicBezTo>
                    <a:pt x="11004" y="1"/>
                    <a:pt x="11055" y="343"/>
                    <a:pt x="9871" y="343"/>
                  </a:cubicBezTo>
                  <a:cubicBezTo>
                    <a:pt x="9305" y="343"/>
                    <a:pt x="8458" y="265"/>
                    <a:pt x="7187" y="34"/>
                  </a:cubicBezTo>
                  <a:cubicBezTo>
                    <a:pt x="7127" y="23"/>
                    <a:pt x="7060" y="18"/>
                    <a:pt x="6986" y="18"/>
                  </a:cubicBezTo>
                  <a:cubicBezTo>
                    <a:pt x="5279" y="18"/>
                    <a:pt x="1" y="2790"/>
                    <a:pt x="1" y="2790"/>
                  </a:cubicBezTo>
                  <a:lnTo>
                    <a:pt x="1879" y="7359"/>
                  </a:lnTo>
                  <a:lnTo>
                    <a:pt x="4042" y="6907"/>
                  </a:lnTo>
                  <a:lnTo>
                    <a:pt x="4710" y="10548"/>
                  </a:lnTo>
                  <a:cubicBezTo>
                    <a:pt x="3803" y="13551"/>
                    <a:pt x="3317" y="16218"/>
                    <a:pt x="3317" y="16218"/>
                  </a:cubicBezTo>
                  <a:lnTo>
                    <a:pt x="8382" y="19382"/>
                  </a:lnTo>
                  <a:lnTo>
                    <a:pt x="9167" y="17899"/>
                  </a:lnTo>
                  <a:lnTo>
                    <a:pt x="10418" y="19091"/>
                  </a:lnTo>
                  <a:lnTo>
                    <a:pt x="15819" y="16218"/>
                  </a:lnTo>
                  <a:cubicBezTo>
                    <a:pt x="15150" y="12749"/>
                    <a:pt x="13466" y="11852"/>
                    <a:pt x="13466" y="11288"/>
                  </a:cubicBezTo>
                  <a:cubicBezTo>
                    <a:pt x="13466" y="9686"/>
                    <a:pt x="13230" y="11243"/>
                    <a:pt x="14590" y="5895"/>
                  </a:cubicBezTo>
                  <a:cubicBezTo>
                    <a:pt x="15953" y="549"/>
                    <a:pt x="11004" y="1"/>
                    <a:pt x="11004"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721;p46">
              <a:extLst>
                <a:ext uri="{FF2B5EF4-FFF2-40B4-BE49-F238E27FC236}">
                  <a16:creationId xmlns:a16="http://schemas.microsoft.com/office/drawing/2014/main" id="{7A3C004F-4ABD-39FE-D5A8-E84A46791826}"/>
                </a:ext>
              </a:extLst>
            </p:cNvPr>
            <p:cNvSpPr/>
            <p:nvPr/>
          </p:nvSpPr>
          <p:spPr>
            <a:xfrm>
              <a:off x="7749914" y="2394823"/>
              <a:ext cx="158376" cy="153621"/>
            </a:xfrm>
            <a:custGeom>
              <a:avLst/>
              <a:gdLst/>
              <a:ahLst/>
              <a:cxnLst/>
              <a:rect l="l" t="t" r="r" b="b"/>
              <a:pathLst>
                <a:path w="3864" h="3748" extrusionOk="0">
                  <a:moveTo>
                    <a:pt x="3863" y="1"/>
                  </a:moveTo>
                  <a:lnTo>
                    <a:pt x="46" y="34"/>
                  </a:lnTo>
                  <a:cubicBezTo>
                    <a:pt x="46" y="34"/>
                    <a:pt x="1" y="3747"/>
                    <a:pt x="856" y="3747"/>
                  </a:cubicBezTo>
                  <a:cubicBezTo>
                    <a:pt x="884" y="3747"/>
                    <a:pt x="913" y="3743"/>
                    <a:pt x="943" y="3735"/>
                  </a:cubicBezTo>
                  <a:cubicBezTo>
                    <a:pt x="1887" y="3478"/>
                    <a:pt x="3785" y="1775"/>
                    <a:pt x="3863"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722;p46">
              <a:extLst>
                <a:ext uri="{FF2B5EF4-FFF2-40B4-BE49-F238E27FC236}">
                  <a16:creationId xmlns:a16="http://schemas.microsoft.com/office/drawing/2014/main" id="{F40BE098-7F71-2DC5-E1F1-F5EAF9AB9F33}"/>
                </a:ext>
              </a:extLst>
            </p:cNvPr>
            <p:cNvSpPr/>
            <p:nvPr/>
          </p:nvSpPr>
          <p:spPr>
            <a:xfrm>
              <a:off x="7760202" y="2565981"/>
              <a:ext cx="14264" cy="114560"/>
            </a:xfrm>
            <a:custGeom>
              <a:avLst/>
              <a:gdLst/>
              <a:ahLst/>
              <a:cxnLst/>
              <a:rect l="l" t="t" r="r" b="b"/>
              <a:pathLst>
                <a:path w="348" h="2795" extrusionOk="0">
                  <a:moveTo>
                    <a:pt x="314" y="0"/>
                  </a:moveTo>
                  <a:cubicBezTo>
                    <a:pt x="284" y="0"/>
                    <a:pt x="190" y="623"/>
                    <a:pt x="116" y="1390"/>
                  </a:cubicBezTo>
                  <a:cubicBezTo>
                    <a:pt x="38" y="2163"/>
                    <a:pt x="0" y="2791"/>
                    <a:pt x="34" y="2794"/>
                  </a:cubicBezTo>
                  <a:cubicBezTo>
                    <a:pt x="34" y="2794"/>
                    <a:pt x="34" y="2794"/>
                    <a:pt x="34" y="2794"/>
                  </a:cubicBezTo>
                  <a:cubicBezTo>
                    <a:pt x="68" y="2794"/>
                    <a:pt x="158" y="2172"/>
                    <a:pt x="235" y="1405"/>
                  </a:cubicBezTo>
                  <a:cubicBezTo>
                    <a:pt x="311" y="631"/>
                    <a:pt x="347" y="4"/>
                    <a:pt x="314" y="0"/>
                  </a:cubicBezTo>
                  <a:cubicBezTo>
                    <a:pt x="314" y="0"/>
                    <a:pt x="314" y="0"/>
                    <a:pt x="31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723;p46">
              <a:extLst>
                <a:ext uri="{FF2B5EF4-FFF2-40B4-BE49-F238E27FC236}">
                  <a16:creationId xmlns:a16="http://schemas.microsoft.com/office/drawing/2014/main" id="{4D91321E-0CAE-6557-B176-0FF91C66AC07}"/>
                </a:ext>
              </a:extLst>
            </p:cNvPr>
            <p:cNvSpPr/>
            <p:nvPr/>
          </p:nvSpPr>
          <p:spPr>
            <a:xfrm>
              <a:off x="7781761" y="2575162"/>
              <a:ext cx="6476" cy="92181"/>
            </a:xfrm>
            <a:custGeom>
              <a:avLst/>
              <a:gdLst/>
              <a:ahLst/>
              <a:cxnLst/>
              <a:rect l="l" t="t" r="r" b="b"/>
              <a:pathLst>
                <a:path w="158" h="2249" extrusionOk="0">
                  <a:moveTo>
                    <a:pt x="50" y="0"/>
                  </a:moveTo>
                  <a:cubicBezTo>
                    <a:pt x="50" y="0"/>
                    <a:pt x="50" y="0"/>
                    <a:pt x="50" y="0"/>
                  </a:cubicBezTo>
                  <a:cubicBezTo>
                    <a:pt x="16" y="0"/>
                    <a:pt x="1" y="505"/>
                    <a:pt x="19" y="1124"/>
                  </a:cubicBezTo>
                  <a:cubicBezTo>
                    <a:pt x="35" y="1746"/>
                    <a:pt x="76" y="2249"/>
                    <a:pt x="109" y="2249"/>
                  </a:cubicBezTo>
                  <a:cubicBezTo>
                    <a:pt x="109" y="2249"/>
                    <a:pt x="109" y="2249"/>
                    <a:pt x="109" y="2249"/>
                  </a:cubicBezTo>
                  <a:cubicBezTo>
                    <a:pt x="143" y="2249"/>
                    <a:pt x="158" y="1745"/>
                    <a:pt x="140" y="1124"/>
                  </a:cubicBezTo>
                  <a:cubicBezTo>
                    <a:pt x="124" y="503"/>
                    <a:pt x="83" y="0"/>
                    <a:pt x="5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724;p46">
              <a:extLst>
                <a:ext uri="{FF2B5EF4-FFF2-40B4-BE49-F238E27FC236}">
                  <a16:creationId xmlns:a16="http://schemas.microsoft.com/office/drawing/2014/main" id="{88F0AB18-BD5F-3483-291B-4D3ED5A3D793}"/>
                </a:ext>
              </a:extLst>
            </p:cNvPr>
            <p:cNvSpPr/>
            <p:nvPr/>
          </p:nvSpPr>
          <p:spPr>
            <a:xfrm>
              <a:off x="7749176" y="2681644"/>
              <a:ext cx="10001" cy="14796"/>
            </a:xfrm>
            <a:custGeom>
              <a:avLst/>
              <a:gdLst/>
              <a:ahLst/>
              <a:cxnLst/>
              <a:rect l="l" t="t" r="r" b="b"/>
              <a:pathLst>
                <a:path w="244" h="361" extrusionOk="0">
                  <a:moveTo>
                    <a:pt x="203" y="0"/>
                  </a:moveTo>
                  <a:cubicBezTo>
                    <a:pt x="170" y="0"/>
                    <a:pt x="97" y="49"/>
                    <a:pt x="53" y="144"/>
                  </a:cubicBezTo>
                  <a:cubicBezTo>
                    <a:pt x="1" y="256"/>
                    <a:pt x="27" y="361"/>
                    <a:pt x="56" y="361"/>
                  </a:cubicBezTo>
                  <a:cubicBezTo>
                    <a:pt x="90" y="361"/>
                    <a:pt x="120" y="283"/>
                    <a:pt x="161" y="193"/>
                  </a:cubicBezTo>
                  <a:cubicBezTo>
                    <a:pt x="202" y="107"/>
                    <a:pt x="243" y="32"/>
                    <a:pt x="217" y="6"/>
                  </a:cubicBezTo>
                  <a:cubicBezTo>
                    <a:pt x="214" y="2"/>
                    <a:pt x="210" y="0"/>
                    <a:pt x="2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725;p46">
              <a:extLst>
                <a:ext uri="{FF2B5EF4-FFF2-40B4-BE49-F238E27FC236}">
                  <a16:creationId xmlns:a16="http://schemas.microsoft.com/office/drawing/2014/main" id="{5271F47F-01B7-85AA-7C46-6FC1750816D1}"/>
                </a:ext>
              </a:extLst>
            </p:cNvPr>
            <p:cNvSpPr/>
            <p:nvPr/>
          </p:nvSpPr>
          <p:spPr>
            <a:xfrm>
              <a:off x="7754997" y="2683243"/>
              <a:ext cx="6312" cy="13239"/>
            </a:xfrm>
            <a:custGeom>
              <a:avLst/>
              <a:gdLst/>
              <a:ahLst/>
              <a:cxnLst/>
              <a:rect l="l" t="t" r="r" b="b"/>
              <a:pathLst>
                <a:path w="154" h="323" extrusionOk="0">
                  <a:moveTo>
                    <a:pt x="103" y="0"/>
                  </a:moveTo>
                  <a:cubicBezTo>
                    <a:pt x="71" y="0"/>
                    <a:pt x="33" y="65"/>
                    <a:pt x="19" y="149"/>
                  </a:cubicBezTo>
                  <a:cubicBezTo>
                    <a:pt x="0" y="236"/>
                    <a:pt x="12" y="314"/>
                    <a:pt x="45" y="322"/>
                  </a:cubicBezTo>
                  <a:cubicBezTo>
                    <a:pt x="47" y="322"/>
                    <a:pt x="48" y="322"/>
                    <a:pt x="50" y="322"/>
                  </a:cubicBezTo>
                  <a:cubicBezTo>
                    <a:pt x="83" y="322"/>
                    <a:pt x="117" y="257"/>
                    <a:pt x="135" y="172"/>
                  </a:cubicBezTo>
                  <a:cubicBezTo>
                    <a:pt x="153" y="82"/>
                    <a:pt x="143" y="8"/>
                    <a:pt x="109" y="1"/>
                  </a:cubicBezTo>
                  <a:cubicBezTo>
                    <a:pt x="107" y="0"/>
                    <a:pt x="105" y="0"/>
                    <a:pt x="1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726;p46">
              <a:extLst>
                <a:ext uri="{FF2B5EF4-FFF2-40B4-BE49-F238E27FC236}">
                  <a16:creationId xmlns:a16="http://schemas.microsoft.com/office/drawing/2014/main" id="{5F5DACD9-980F-2159-5FD0-A268BE64BE9E}"/>
                </a:ext>
              </a:extLst>
            </p:cNvPr>
            <p:cNvSpPr/>
            <p:nvPr/>
          </p:nvSpPr>
          <p:spPr>
            <a:xfrm>
              <a:off x="7758357" y="2683243"/>
              <a:ext cx="5697" cy="13198"/>
            </a:xfrm>
            <a:custGeom>
              <a:avLst/>
              <a:gdLst/>
              <a:ahLst/>
              <a:cxnLst/>
              <a:rect l="l" t="t" r="r" b="b"/>
              <a:pathLst>
                <a:path w="139" h="322" extrusionOk="0">
                  <a:moveTo>
                    <a:pt x="55" y="1"/>
                  </a:moveTo>
                  <a:cubicBezTo>
                    <a:pt x="54" y="1"/>
                    <a:pt x="53" y="1"/>
                    <a:pt x="53" y="1"/>
                  </a:cubicBezTo>
                  <a:cubicBezTo>
                    <a:pt x="19" y="4"/>
                    <a:pt x="1" y="79"/>
                    <a:pt x="8" y="168"/>
                  </a:cubicBezTo>
                  <a:cubicBezTo>
                    <a:pt x="19" y="252"/>
                    <a:pt x="51" y="322"/>
                    <a:pt x="84" y="322"/>
                  </a:cubicBezTo>
                  <a:cubicBezTo>
                    <a:pt x="85" y="322"/>
                    <a:pt x="86" y="322"/>
                    <a:pt x="87" y="322"/>
                  </a:cubicBezTo>
                  <a:cubicBezTo>
                    <a:pt x="120" y="318"/>
                    <a:pt x="139" y="244"/>
                    <a:pt x="128" y="154"/>
                  </a:cubicBezTo>
                  <a:cubicBezTo>
                    <a:pt x="120" y="70"/>
                    <a:pt x="88" y="1"/>
                    <a:pt x="5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727;p46">
              <a:extLst>
                <a:ext uri="{FF2B5EF4-FFF2-40B4-BE49-F238E27FC236}">
                  <a16:creationId xmlns:a16="http://schemas.microsoft.com/office/drawing/2014/main" id="{3E4E0A67-DEDC-CAED-14A0-491C14D920A0}"/>
                </a:ext>
              </a:extLst>
            </p:cNvPr>
            <p:cNvSpPr/>
            <p:nvPr/>
          </p:nvSpPr>
          <p:spPr>
            <a:xfrm>
              <a:off x="7759915" y="2679021"/>
              <a:ext cx="12665" cy="20043"/>
            </a:xfrm>
            <a:custGeom>
              <a:avLst/>
              <a:gdLst/>
              <a:ahLst/>
              <a:cxnLst/>
              <a:rect l="l" t="t" r="r" b="b"/>
              <a:pathLst>
                <a:path w="309" h="489" extrusionOk="0">
                  <a:moveTo>
                    <a:pt x="36" y="0"/>
                  </a:moveTo>
                  <a:cubicBezTo>
                    <a:pt x="30" y="0"/>
                    <a:pt x="25" y="2"/>
                    <a:pt x="23" y="6"/>
                  </a:cubicBezTo>
                  <a:cubicBezTo>
                    <a:pt x="0" y="33"/>
                    <a:pt x="71" y="126"/>
                    <a:pt x="127" y="249"/>
                  </a:cubicBezTo>
                  <a:cubicBezTo>
                    <a:pt x="187" y="373"/>
                    <a:pt x="213" y="488"/>
                    <a:pt x="247" y="488"/>
                  </a:cubicBezTo>
                  <a:cubicBezTo>
                    <a:pt x="247" y="488"/>
                    <a:pt x="248" y="488"/>
                    <a:pt x="248" y="488"/>
                  </a:cubicBezTo>
                  <a:cubicBezTo>
                    <a:pt x="281" y="488"/>
                    <a:pt x="309" y="348"/>
                    <a:pt x="235" y="200"/>
                  </a:cubicBezTo>
                  <a:cubicBezTo>
                    <a:pt x="177" y="69"/>
                    <a:pt x="75" y="0"/>
                    <a:pt x="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728;p46">
              <a:extLst>
                <a:ext uri="{FF2B5EF4-FFF2-40B4-BE49-F238E27FC236}">
                  <a16:creationId xmlns:a16="http://schemas.microsoft.com/office/drawing/2014/main" id="{159CDDB8-F9D1-CF44-8CED-B0E695C09D4F}"/>
                </a:ext>
              </a:extLst>
            </p:cNvPr>
            <p:cNvSpPr/>
            <p:nvPr/>
          </p:nvSpPr>
          <p:spPr>
            <a:xfrm>
              <a:off x="7783318" y="2663447"/>
              <a:ext cx="5246" cy="18485"/>
            </a:xfrm>
            <a:custGeom>
              <a:avLst/>
              <a:gdLst/>
              <a:ahLst/>
              <a:cxnLst/>
              <a:rect l="l" t="t" r="r" b="b"/>
              <a:pathLst>
                <a:path w="128" h="451" extrusionOk="0">
                  <a:moveTo>
                    <a:pt x="89" y="1"/>
                  </a:moveTo>
                  <a:cubicBezTo>
                    <a:pt x="58" y="1"/>
                    <a:pt x="0" y="94"/>
                    <a:pt x="0" y="225"/>
                  </a:cubicBezTo>
                  <a:cubicBezTo>
                    <a:pt x="0" y="356"/>
                    <a:pt x="57" y="451"/>
                    <a:pt x="88" y="451"/>
                  </a:cubicBezTo>
                  <a:cubicBezTo>
                    <a:pt x="90" y="451"/>
                    <a:pt x="92" y="450"/>
                    <a:pt x="94" y="450"/>
                  </a:cubicBezTo>
                  <a:cubicBezTo>
                    <a:pt x="128" y="439"/>
                    <a:pt x="120" y="341"/>
                    <a:pt x="120" y="225"/>
                  </a:cubicBezTo>
                  <a:cubicBezTo>
                    <a:pt x="120" y="110"/>
                    <a:pt x="128" y="9"/>
                    <a:pt x="94" y="1"/>
                  </a:cubicBezTo>
                  <a:cubicBezTo>
                    <a:pt x="92" y="1"/>
                    <a:pt x="90" y="1"/>
                    <a:pt x="8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729;p46">
              <a:extLst>
                <a:ext uri="{FF2B5EF4-FFF2-40B4-BE49-F238E27FC236}">
                  <a16:creationId xmlns:a16="http://schemas.microsoft.com/office/drawing/2014/main" id="{9C860488-5395-3685-9224-6E281439170E}"/>
                </a:ext>
              </a:extLst>
            </p:cNvPr>
            <p:cNvSpPr/>
            <p:nvPr/>
          </p:nvSpPr>
          <p:spPr>
            <a:xfrm>
              <a:off x="7788810" y="2664717"/>
              <a:ext cx="5574" cy="14592"/>
            </a:xfrm>
            <a:custGeom>
              <a:avLst/>
              <a:gdLst/>
              <a:ahLst/>
              <a:cxnLst/>
              <a:rect l="l" t="t" r="r" b="b"/>
              <a:pathLst>
                <a:path w="136" h="356" extrusionOk="0">
                  <a:moveTo>
                    <a:pt x="53" y="1"/>
                  </a:moveTo>
                  <a:cubicBezTo>
                    <a:pt x="20" y="4"/>
                    <a:pt x="1" y="86"/>
                    <a:pt x="8" y="184"/>
                  </a:cubicBezTo>
                  <a:cubicBezTo>
                    <a:pt x="16" y="278"/>
                    <a:pt x="51" y="355"/>
                    <a:pt x="81" y="355"/>
                  </a:cubicBezTo>
                  <a:cubicBezTo>
                    <a:pt x="82" y="355"/>
                    <a:pt x="82" y="355"/>
                    <a:pt x="83" y="355"/>
                  </a:cubicBezTo>
                  <a:cubicBezTo>
                    <a:pt x="116" y="351"/>
                    <a:pt x="135" y="270"/>
                    <a:pt x="128" y="172"/>
                  </a:cubicBezTo>
                  <a:cubicBezTo>
                    <a:pt x="120" y="75"/>
                    <a:pt x="83" y="1"/>
                    <a:pt x="5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730;p46">
              <a:extLst>
                <a:ext uri="{FF2B5EF4-FFF2-40B4-BE49-F238E27FC236}">
                  <a16:creationId xmlns:a16="http://schemas.microsoft.com/office/drawing/2014/main" id="{CA11494E-E204-B0CC-6131-F0D3BD7144A7}"/>
                </a:ext>
              </a:extLst>
            </p:cNvPr>
            <p:cNvSpPr/>
            <p:nvPr/>
          </p:nvSpPr>
          <p:spPr>
            <a:xfrm>
              <a:off x="7790040" y="2665865"/>
              <a:ext cx="11395" cy="12296"/>
            </a:xfrm>
            <a:custGeom>
              <a:avLst/>
              <a:gdLst/>
              <a:ahLst/>
              <a:cxnLst/>
              <a:rect l="l" t="t" r="r" b="b"/>
              <a:pathLst>
                <a:path w="278" h="300" extrusionOk="0">
                  <a:moveTo>
                    <a:pt x="44" y="1"/>
                  </a:moveTo>
                  <a:cubicBezTo>
                    <a:pt x="37" y="1"/>
                    <a:pt x="32" y="2"/>
                    <a:pt x="27" y="6"/>
                  </a:cubicBezTo>
                  <a:cubicBezTo>
                    <a:pt x="0" y="25"/>
                    <a:pt x="31" y="107"/>
                    <a:pt x="90" y="185"/>
                  </a:cubicBezTo>
                  <a:cubicBezTo>
                    <a:pt x="143" y="254"/>
                    <a:pt x="201" y="299"/>
                    <a:pt x="235" y="299"/>
                  </a:cubicBezTo>
                  <a:cubicBezTo>
                    <a:pt x="241" y="299"/>
                    <a:pt x="247" y="297"/>
                    <a:pt x="251" y="294"/>
                  </a:cubicBezTo>
                  <a:cubicBezTo>
                    <a:pt x="277" y="275"/>
                    <a:pt x="247" y="192"/>
                    <a:pt x="188" y="114"/>
                  </a:cubicBezTo>
                  <a:cubicBezTo>
                    <a:pt x="135" y="46"/>
                    <a:pt x="76" y="1"/>
                    <a:pt x="4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731;p46">
              <a:extLst>
                <a:ext uri="{FF2B5EF4-FFF2-40B4-BE49-F238E27FC236}">
                  <a16:creationId xmlns:a16="http://schemas.microsoft.com/office/drawing/2014/main" id="{34CE7E1E-9590-A598-9207-3579209F1E80}"/>
                </a:ext>
              </a:extLst>
            </p:cNvPr>
            <p:cNvSpPr/>
            <p:nvPr/>
          </p:nvSpPr>
          <p:spPr>
            <a:xfrm>
              <a:off x="7790655" y="2664020"/>
              <a:ext cx="13526" cy="11395"/>
            </a:xfrm>
            <a:custGeom>
              <a:avLst/>
              <a:gdLst/>
              <a:ahLst/>
              <a:cxnLst/>
              <a:rect l="l" t="t" r="r" b="b"/>
              <a:pathLst>
                <a:path w="330" h="278" extrusionOk="0">
                  <a:moveTo>
                    <a:pt x="53" y="0"/>
                  </a:moveTo>
                  <a:cubicBezTo>
                    <a:pt x="30" y="0"/>
                    <a:pt x="15" y="7"/>
                    <a:pt x="12" y="18"/>
                  </a:cubicBezTo>
                  <a:cubicBezTo>
                    <a:pt x="1" y="51"/>
                    <a:pt x="68" y="99"/>
                    <a:pt x="139" y="167"/>
                  </a:cubicBezTo>
                  <a:cubicBezTo>
                    <a:pt x="206" y="221"/>
                    <a:pt x="258" y="277"/>
                    <a:pt x="289" y="277"/>
                  </a:cubicBezTo>
                  <a:cubicBezTo>
                    <a:pt x="293" y="277"/>
                    <a:pt x="296" y="277"/>
                    <a:pt x="299" y="275"/>
                  </a:cubicBezTo>
                  <a:cubicBezTo>
                    <a:pt x="330" y="264"/>
                    <a:pt x="311" y="159"/>
                    <a:pt x="221" y="77"/>
                  </a:cubicBezTo>
                  <a:cubicBezTo>
                    <a:pt x="161" y="22"/>
                    <a:pt x="95" y="0"/>
                    <a:pt x="5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732;p46">
              <a:extLst>
                <a:ext uri="{FF2B5EF4-FFF2-40B4-BE49-F238E27FC236}">
                  <a16:creationId xmlns:a16="http://schemas.microsoft.com/office/drawing/2014/main" id="{11F1AFDB-924F-90F0-C2A1-C986D09C7C99}"/>
                </a:ext>
              </a:extLst>
            </p:cNvPr>
            <p:cNvSpPr/>
            <p:nvPr/>
          </p:nvSpPr>
          <p:spPr>
            <a:xfrm>
              <a:off x="7731716" y="2413267"/>
              <a:ext cx="17338" cy="15329"/>
            </a:xfrm>
            <a:custGeom>
              <a:avLst/>
              <a:gdLst/>
              <a:ahLst/>
              <a:cxnLst/>
              <a:rect l="l" t="t" r="r" b="b"/>
              <a:pathLst>
                <a:path w="423" h="374" extrusionOk="0">
                  <a:moveTo>
                    <a:pt x="199" y="21"/>
                  </a:moveTo>
                  <a:cubicBezTo>
                    <a:pt x="202" y="40"/>
                    <a:pt x="251" y="44"/>
                    <a:pt x="285" y="99"/>
                  </a:cubicBezTo>
                  <a:cubicBezTo>
                    <a:pt x="325" y="159"/>
                    <a:pt x="314" y="242"/>
                    <a:pt x="221" y="253"/>
                  </a:cubicBezTo>
                  <a:cubicBezTo>
                    <a:pt x="217" y="253"/>
                    <a:pt x="213" y="253"/>
                    <a:pt x="210" y="253"/>
                  </a:cubicBezTo>
                  <a:cubicBezTo>
                    <a:pt x="126" y="253"/>
                    <a:pt x="102" y="179"/>
                    <a:pt x="128" y="118"/>
                  </a:cubicBezTo>
                  <a:cubicBezTo>
                    <a:pt x="150" y="54"/>
                    <a:pt x="199" y="40"/>
                    <a:pt x="199" y="21"/>
                  </a:cubicBezTo>
                  <a:close/>
                  <a:moveTo>
                    <a:pt x="245" y="0"/>
                  </a:moveTo>
                  <a:cubicBezTo>
                    <a:pt x="218" y="0"/>
                    <a:pt x="200" y="10"/>
                    <a:pt x="198" y="18"/>
                  </a:cubicBezTo>
                  <a:lnTo>
                    <a:pt x="198" y="18"/>
                  </a:lnTo>
                  <a:cubicBezTo>
                    <a:pt x="196" y="13"/>
                    <a:pt x="184" y="8"/>
                    <a:pt x="167" y="8"/>
                  </a:cubicBezTo>
                  <a:cubicBezTo>
                    <a:pt x="138" y="8"/>
                    <a:pt x="94" y="22"/>
                    <a:pt x="56" y="73"/>
                  </a:cubicBezTo>
                  <a:cubicBezTo>
                    <a:pt x="27" y="115"/>
                    <a:pt x="1" y="182"/>
                    <a:pt x="30" y="256"/>
                  </a:cubicBezTo>
                  <a:cubicBezTo>
                    <a:pt x="54" y="327"/>
                    <a:pt x="132" y="374"/>
                    <a:pt x="207" y="374"/>
                  </a:cubicBezTo>
                  <a:cubicBezTo>
                    <a:pt x="216" y="374"/>
                    <a:pt x="224" y="373"/>
                    <a:pt x="232" y="372"/>
                  </a:cubicBezTo>
                  <a:cubicBezTo>
                    <a:pt x="318" y="365"/>
                    <a:pt x="401" y="301"/>
                    <a:pt x="411" y="219"/>
                  </a:cubicBezTo>
                  <a:cubicBezTo>
                    <a:pt x="423" y="141"/>
                    <a:pt x="385" y="80"/>
                    <a:pt x="352" y="44"/>
                  </a:cubicBezTo>
                  <a:cubicBezTo>
                    <a:pt x="312" y="10"/>
                    <a:pt x="274" y="0"/>
                    <a:pt x="24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733;p46">
              <a:extLst>
                <a:ext uri="{FF2B5EF4-FFF2-40B4-BE49-F238E27FC236}">
                  <a16:creationId xmlns:a16="http://schemas.microsoft.com/office/drawing/2014/main" id="{094F06D7-13A4-86C6-F382-F05237444921}"/>
                </a:ext>
              </a:extLst>
            </p:cNvPr>
            <p:cNvSpPr/>
            <p:nvPr/>
          </p:nvSpPr>
          <p:spPr>
            <a:xfrm>
              <a:off x="7733561" y="2437449"/>
              <a:ext cx="10903" cy="7706"/>
            </a:xfrm>
            <a:custGeom>
              <a:avLst/>
              <a:gdLst/>
              <a:ahLst/>
              <a:cxnLst/>
              <a:rect l="l" t="t" r="r" b="b"/>
              <a:pathLst>
                <a:path w="266" h="188" extrusionOk="0">
                  <a:moveTo>
                    <a:pt x="55" y="1"/>
                  </a:moveTo>
                  <a:cubicBezTo>
                    <a:pt x="40" y="1"/>
                    <a:pt x="27" y="5"/>
                    <a:pt x="19" y="14"/>
                  </a:cubicBezTo>
                  <a:cubicBezTo>
                    <a:pt x="1" y="40"/>
                    <a:pt x="38" y="100"/>
                    <a:pt x="97" y="145"/>
                  </a:cubicBezTo>
                  <a:cubicBezTo>
                    <a:pt x="140" y="172"/>
                    <a:pt x="183" y="187"/>
                    <a:pt x="213" y="187"/>
                  </a:cubicBezTo>
                  <a:cubicBezTo>
                    <a:pt x="229" y="187"/>
                    <a:pt x="241" y="183"/>
                    <a:pt x="247" y="174"/>
                  </a:cubicBezTo>
                  <a:cubicBezTo>
                    <a:pt x="266" y="148"/>
                    <a:pt x="232" y="88"/>
                    <a:pt x="168" y="44"/>
                  </a:cubicBezTo>
                  <a:cubicBezTo>
                    <a:pt x="127" y="16"/>
                    <a:pt x="85" y="1"/>
                    <a:pt x="5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734;p46">
              <a:extLst>
                <a:ext uri="{FF2B5EF4-FFF2-40B4-BE49-F238E27FC236}">
                  <a16:creationId xmlns:a16="http://schemas.microsoft.com/office/drawing/2014/main" id="{FE696A76-4775-DF43-FD65-50F440A2851D}"/>
                </a:ext>
              </a:extLst>
            </p:cNvPr>
            <p:cNvSpPr/>
            <p:nvPr/>
          </p:nvSpPr>
          <p:spPr>
            <a:xfrm>
              <a:off x="7735487" y="2450769"/>
              <a:ext cx="11763" cy="6476"/>
            </a:xfrm>
            <a:custGeom>
              <a:avLst/>
              <a:gdLst/>
              <a:ahLst/>
              <a:cxnLst/>
              <a:rect l="l" t="t" r="r" b="b"/>
              <a:pathLst>
                <a:path w="287" h="158" extrusionOk="0">
                  <a:moveTo>
                    <a:pt x="230" y="1"/>
                  </a:moveTo>
                  <a:cubicBezTo>
                    <a:pt x="202" y="1"/>
                    <a:pt x="164" y="16"/>
                    <a:pt x="121" y="32"/>
                  </a:cubicBezTo>
                  <a:cubicBezTo>
                    <a:pt x="66" y="55"/>
                    <a:pt x="9" y="74"/>
                    <a:pt x="6" y="107"/>
                  </a:cubicBezTo>
                  <a:cubicBezTo>
                    <a:pt x="0" y="131"/>
                    <a:pt x="40" y="158"/>
                    <a:pt x="96" y="158"/>
                  </a:cubicBezTo>
                  <a:cubicBezTo>
                    <a:pt x="117" y="158"/>
                    <a:pt x="141" y="154"/>
                    <a:pt x="166" y="144"/>
                  </a:cubicBezTo>
                  <a:cubicBezTo>
                    <a:pt x="256" y="107"/>
                    <a:pt x="286" y="29"/>
                    <a:pt x="260" y="10"/>
                  </a:cubicBezTo>
                  <a:cubicBezTo>
                    <a:pt x="252" y="3"/>
                    <a:pt x="242" y="1"/>
                    <a:pt x="23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735;p46">
              <a:extLst>
                <a:ext uri="{FF2B5EF4-FFF2-40B4-BE49-F238E27FC236}">
                  <a16:creationId xmlns:a16="http://schemas.microsoft.com/office/drawing/2014/main" id="{129F2C0A-2DBF-F31B-3D7C-B7255C1602A5}"/>
                </a:ext>
              </a:extLst>
            </p:cNvPr>
            <p:cNvSpPr/>
            <p:nvPr/>
          </p:nvSpPr>
          <p:spPr>
            <a:xfrm>
              <a:off x="7738602" y="2466672"/>
              <a:ext cx="8771" cy="8607"/>
            </a:xfrm>
            <a:custGeom>
              <a:avLst/>
              <a:gdLst/>
              <a:ahLst/>
              <a:cxnLst/>
              <a:rect l="l" t="t" r="r" b="b"/>
              <a:pathLst>
                <a:path w="214" h="210" extrusionOk="0">
                  <a:moveTo>
                    <a:pt x="167" y="0"/>
                  </a:moveTo>
                  <a:cubicBezTo>
                    <a:pt x="138" y="0"/>
                    <a:pt x="96" y="26"/>
                    <a:pt x="60" y="67"/>
                  </a:cubicBezTo>
                  <a:cubicBezTo>
                    <a:pt x="16" y="119"/>
                    <a:pt x="0" y="179"/>
                    <a:pt x="27" y="201"/>
                  </a:cubicBezTo>
                  <a:cubicBezTo>
                    <a:pt x="34" y="207"/>
                    <a:pt x="42" y="209"/>
                    <a:pt x="51" y="209"/>
                  </a:cubicBezTo>
                  <a:cubicBezTo>
                    <a:pt x="80" y="209"/>
                    <a:pt x="120" y="184"/>
                    <a:pt x="154" y="145"/>
                  </a:cubicBezTo>
                  <a:cubicBezTo>
                    <a:pt x="198" y="89"/>
                    <a:pt x="214" y="29"/>
                    <a:pt x="188" y="6"/>
                  </a:cubicBezTo>
                  <a:cubicBezTo>
                    <a:pt x="182" y="2"/>
                    <a:pt x="175" y="0"/>
                    <a:pt x="1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736;p46">
              <a:extLst>
                <a:ext uri="{FF2B5EF4-FFF2-40B4-BE49-F238E27FC236}">
                  <a16:creationId xmlns:a16="http://schemas.microsoft.com/office/drawing/2014/main" id="{95CDD255-73E5-2FA1-9C03-070E3877F4DC}"/>
                </a:ext>
              </a:extLst>
            </p:cNvPr>
            <p:cNvSpPr/>
            <p:nvPr/>
          </p:nvSpPr>
          <p:spPr>
            <a:xfrm>
              <a:off x="7732167" y="2483681"/>
              <a:ext cx="22256" cy="20494"/>
            </a:xfrm>
            <a:custGeom>
              <a:avLst/>
              <a:gdLst/>
              <a:ahLst/>
              <a:cxnLst/>
              <a:rect l="l" t="t" r="r" b="b"/>
              <a:pathLst>
                <a:path w="543" h="500" extrusionOk="0">
                  <a:moveTo>
                    <a:pt x="334" y="74"/>
                  </a:moveTo>
                  <a:lnTo>
                    <a:pt x="334" y="74"/>
                  </a:lnTo>
                  <a:cubicBezTo>
                    <a:pt x="350" y="87"/>
                    <a:pt x="366" y="104"/>
                    <a:pt x="381" y="126"/>
                  </a:cubicBezTo>
                  <a:cubicBezTo>
                    <a:pt x="412" y="167"/>
                    <a:pt x="426" y="223"/>
                    <a:pt x="404" y="275"/>
                  </a:cubicBezTo>
                  <a:cubicBezTo>
                    <a:pt x="386" y="331"/>
                    <a:pt x="326" y="379"/>
                    <a:pt x="266" y="379"/>
                  </a:cubicBezTo>
                  <a:cubicBezTo>
                    <a:pt x="207" y="379"/>
                    <a:pt x="147" y="327"/>
                    <a:pt x="131" y="275"/>
                  </a:cubicBezTo>
                  <a:cubicBezTo>
                    <a:pt x="117" y="227"/>
                    <a:pt x="139" y="174"/>
                    <a:pt x="176" y="141"/>
                  </a:cubicBezTo>
                  <a:cubicBezTo>
                    <a:pt x="255" y="77"/>
                    <a:pt x="329" y="100"/>
                    <a:pt x="337" y="85"/>
                  </a:cubicBezTo>
                  <a:cubicBezTo>
                    <a:pt x="340" y="83"/>
                    <a:pt x="339" y="79"/>
                    <a:pt x="334" y="74"/>
                  </a:cubicBezTo>
                  <a:close/>
                  <a:moveTo>
                    <a:pt x="295" y="0"/>
                  </a:moveTo>
                  <a:cubicBezTo>
                    <a:pt x="263" y="0"/>
                    <a:pt x="244" y="11"/>
                    <a:pt x="247" y="17"/>
                  </a:cubicBezTo>
                  <a:cubicBezTo>
                    <a:pt x="245" y="27"/>
                    <a:pt x="275" y="33"/>
                    <a:pt x="313" y="58"/>
                  </a:cubicBezTo>
                  <a:lnTo>
                    <a:pt x="313" y="58"/>
                  </a:lnTo>
                  <a:cubicBezTo>
                    <a:pt x="296" y="49"/>
                    <a:pt x="271" y="41"/>
                    <a:pt x="241" y="41"/>
                  </a:cubicBezTo>
                  <a:cubicBezTo>
                    <a:pt x="209" y="41"/>
                    <a:pt x="171" y="50"/>
                    <a:pt x="128" y="74"/>
                  </a:cubicBezTo>
                  <a:cubicBezTo>
                    <a:pt x="68" y="103"/>
                    <a:pt x="0" y="197"/>
                    <a:pt x="23" y="301"/>
                  </a:cubicBezTo>
                  <a:cubicBezTo>
                    <a:pt x="50" y="402"/>
                    <a:pt x="139" y="496"/>
                    <a:pt x="266" y="500"/>
                  </a:cubicBezTo>
                  <a:cubicBezTo>
                    <a:pt x="393" y="500"/>
                    <a:pt x="483" y="402"/>
                    <a:pt x="509" y="312"/>
                  </a:cubicBezTo>
                  <a:cubicBezTo>
                    <a:pt x="543" y="212"/>
                    <a:pt x="498" y="115"/>
                    <a:pt x="445" y="70"/>
                  </a:cubicBezTo>
                  <a:cubicBezTo>
                    <a:pt x="389" y="15"/>
                    <a:pt x="333" y="0"/>
                    <a:pt x="29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737;p46">
              <a:extLst>
                <a:ext uri="{FF2B5EF4-FFF2-40B4-BE49-F238E27FC236}">
                  <a16:creationId xmlns:a16="http://schemas.microsoft.com/office/drawing/2014/main" id="{6D5CE77B-E455-A03E-A397-67376CAAD7A7}"/>
                </a:ext>
              </a:extLst>
            </p:cNvPr>
            <p:cNvSpPr/>
            <p:nvPr/>
          </p:nvSpPr>
          <p:spPr>
            <a:xfrm>
              <a:off x="7742291" y="2511224"/>
              <a:ext cx="11231" cy="11231"/>
            </a:xfrm>
            <a:custGeom>
              <a:avLst/>
              <a:gdLst/>
              <a:ahLst/>
              <a:cxnLst/>
              <a:rect l="l" t="t" r="r" b="b"/>
              <a:pathLst>
                <a:path w="274" h="274" extrusionOk="0">
                  <a:moveTo>
                    <a:pt x="227" y="1"/>
                  </a:moveTo>
                  <a:cubicBezTo>
                    <a:pt x="190" y="1"/>
                    <a:pt x="129" y="27"/>
                    <a:pt x="79" y="85"/>
                  </a:cubicBezTo>
                  <a:cubicBezTo>
                    <a:pt x="4" y="167"/>
                    <a:pt x="0" y="264"/>
                    <a:pt x="34" y="272"/>
                  </a:cubicBezTo>
                  <a:cubicBezTo>
                    <a:pt x="37" y="273"/>
                    <a:pt x="39" y="274"/>
                    <a:pt x="42" y="274"/>
                  </a:cubicBezTo>
                  <a:cubicBezTo>
                    <a:pt x="72" y="274"/>
                    <a:pt x="117" y="222"/>
                    <a:pt x="169" y="164"/>
                  </a:cubicBezTo>
                  <a:cubicBezTo>
                    <a:pt x="224" y="100"/>
                    <a:pt x="273" y="44"/>
                    <a:pt x="258" y="14"/>
                  </a:cubicBezTo>
                  <a:cubicBezTo>
                    <a:pt x="254" y="5"/>
                    <a:pt x="243" y="1"/>
                    <a:pt x="22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738;p46">
              <a:extLst>
                <a:ext uri="{FF2B5EF4-FFF2-40B4-BE49-F238E27FC236}">
                  <a16:creationId xmlns:a16="http://schemas.microsoft.com/office/drawing/2014/main" id="{AE7CA494-E534-C75E-200F-E9CD0478B61A}"/>
                </a:ext>
              </a:extLst>
            </p:cNvPr>
            <p:cNvSpPr/>
            <p:nvPr/>
          </p:nvSpPr>
          <p:spPr>
            <a:xfrm>
              <a:off x="7748275" y="2528889"/>
              <a:ext cx="11190" cy="11190"/>
            </a:xfrm>
            <a:custGeom>
              <a:avLst/>
              <a:gdLst/>
              <a:ahLst/>
              <a:cxnLst/>
              <a:rect l="l" t="t" r="r" b="b"/>
              <a:pathLst>
                <a:path w="273" h="273" extrusionOk="0">
                  <a:moveTo>
                    <a:pt x="231" y="0"/>
                  </a:moveTo>
                  <a:cubicBezTo>
                    <a:pt x="200" y="0"/>
                    <a:pt x="156" y="52"/>
                    <a:pt x="105" y="110"/>
                  </a:cubicBezTo>
                  <a:cubicBezTo>
                    <a:pt x="49" y="173"/>
                    <a:pt x="0" y="229"/>
                    <a:pt x="15" y="259"/>
                  </a:cubicBezTo>
                  <a:cubicBezTo>
                    <a:pt x="20" y="268"/>
                    <a:pt x="31" y="273"/>
                    <a:pt x="46" y="273"/>
                  </a:cubicBezTo>
                  <a:cubicBezTo>
                    <a:pt x="83" y="273"/>
                    <a:pt x="144" y="246"/>
                    <a:pt x="195" y="188"/>
                  </a:cubicBezTo>
                  <a:cubicBezTo>
                    <a:pt x="265" y="106"/>
                    <a:pt x="273" y="12"/>
                    <a:pt x="239" y="2"/>
                  </a:cubicBezTo>
                  <a:cubicBezTo>
                    <a:pt x="237" y="1"/>
                    <a:pt x="234" y="0"/>
                    <a:pt x="2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739;p46">
              <a:extLst>
                <a:ext uri="{FF2B5EF4-FFF2-40B4-BE49-F238E27FC236}">
                  <a16:creationId xmlns:a16="http://schemas.microsoft.com/office/drawing/2014/main" id="{D420A5E7-446E-EB4C-DF7D-7CA16E5AD36D}"/>
                </a:ext>
              </a:extLst>
            </p:cNvPr>
            <p:cNvSpPr/>
            <p:nvPr/>
          </p:nvSpPr>
          <p:spPr>
            <a:xfrm>
              <a:off x="7757579" y="2542086"/>
              <a:ext cx="5574" cy="14592"/>
            </a:xfrm>
            <a:custGeom>
              <a:avLst/>
              <a:gdLst/>
              <a:ahLst/>
              <a:cxnLst/>
              <a:rect l="l" t="t" r="r" b="b"/>
              <a:pathLst>
                <a:path w="136" h="356" extrusionOk="0">
                  <a:moveTo>
                    <a:pt x="55" y="0"/>
                  </a:moveTo>
                  <a:cubicBezTo>
                    <a:pt x="54" y="0"/>
                    <a:pt x="54" y="1"/>
                    <a:pt x="53" y="1"/>
                  </a:cubicBezTo>
                  <a:cubicBezTo>
                    <a:pt x="20" y="4"/>
                    <a:pt x="1" y="87"/>
                    <a:pt x="8" y="183"/>
                  </a:cubicBezTo>
                  <a:cubicBezTo>
                    <a:pt x="16" y="279"/>
                    <a:pt x="48" y="356"/>
                    <a:pt x="81" y="356"/>
                  </a:cubicBezTo>
                  <a:cubicBezTo>
                    <a:pt x="82" y="356"/>
                    <a:pt x="83" y="356"/>
                    <a:pt x="83" y="356"/>
                  </a:cubicBezTo>
                  <a:cubicBezTo>
                    <a:pt x="116" y="352"/>
                    <a:pt x="135" y="270"/>
                    <a:pt x="128" y="173"/>
                  </a:cubicBezTo>
                  <a:cubicBezTo>
                    <a:pt x="120" y="77"/>
                    <a:pt x="88" y="0"/>
                    <a:pt x="5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740;p46">
              <a:extLst>
                <a:ext uri="{FF2B5EF4-FFF2-40B4-BE49-F238E27FC236}">
                  <a16:creationId xmlns:a16="http://schemas.microsoft.com/office/drawing/2014/main" id="{B412E24C-31CE-BE90-A137-4EF8C3A70A27}"/>
                </a:ext>
              </a:extLst>
            </p:cNvPr>
            <p:cNvSpPr/>
            <p:nvPr/>
          </p:nvSpPr>
          <p:spPr>
            <a:xfrm>
              <a:off x="7796926" y="2554546"/>
              <a:ext cx="10780" cy="6886"/>
            </a:xfrm>
            <a:custGeom>
              <a:avLst/>
              <a:gdLst/>
              <a:ahLst/>
              <a:cxnLst/>
              <a:rect l="l" t="t" r="r" b="b"/>
              <a:pathLst>
                <a:path w="263" h="168" extrusionOk="0">
                  <a:moveTo>
                    <a:pt x="61" y="1"/>
                  </a:moveTo>
                  <a:cubicBezTo>
                    <a:pt x="41" y="1"/>
                    <a:pt x="26" y="6"/>
                    <a:pt x="20" y="18"/>
                  </a:cubicBezTo>
                  <a:cubicBezTo>
                    <a:pt x="1" y="48"/>
                    <a:pt x="39" y="100"/>
                    <a:pt x="101" y="138"/>
                  </a:cubicBezTo>
                  <a:cubicBezTo>
                    <a:pt x="138" y="157"/>
                    <a:pt x="174" y="167"/>
                    <a:pt x="202" y="167"/>
                  </a:cubicBezTo>
                  <a:cubicBezTo>
                    <a:pt x="222" y="167"/>
                    <a:pt x="237" y="161"/>
                    <a:pt x="244" y="148"/>
                  </a:cubicBezTo>
                  <a:cubicBezTo>
                    <a:pt x="263" y="119"/>
                    <a:pt x="225" y="67"/>
                    <a:pt x="161" y="33"/>
                  </a:cubicBezTo>
                  <a:cubicBezTo>
                    <a:pt x="125" y="11"/>
                    <a:pt x="88" y="1"/>
                    <a:pt x="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741;p46">
              <a:extLst>
                <a:ext uri="{FF2B5EF4-FFF2-40B4-BE49-F238E27FC236}">
                  <a16:creationId xmlns:a16="http://schemas.microsoft.com/office/drawing/2014/main" id="{2DC612F4-B713-C799-6990-7D65B35A0A2A}"/>
                </a:ext>
              </a:extLst>
            </p:cNvPr>
            <p:cNvSpPr/>
            <p:nvPr/>
          </p:nvSpPr>
          <p:spPr>
            <a:xfrm>
              <a:off x="7811353" y="2541963"/>
              <a:ext cx="12419" cy="11231"/>
            </a:xfrm>
            <a:custGeom>
              <a:avLst/>
              <a:gdLst/>
              <a:ahLst/>
              <a:cxnLst/>
              <a:rect l="l" t="t" r="r" b="b"/>
              <a:pathLst>
                <a:path w="303" h="274" extrusionOk="0">
                  <a:moveTo>
                    <a:pt x="261" y="1"/>
                  </a:moveTo>
                  <a:cubicBezTo>
                    <a:pt x="227" y="1"/>
                    <a:pt x="166" y="36"/>
                    <a:pt x="108" y="93"/>
                  </a:cubicBezTo>
                  <a:cubicBezTo>
                    <a:pt x="41" y="164"/>
                    <a:pt x="0" y="243"/>
                    <a:pt x="26" y="265"/>
                  </a:cubicBezTo>
                  <a:cubicBezTo>
                    <a:pt x="31" y="271"/>
                    <a:pt x="38" y="273"/>
                    <a:pt x="46" y="273"/>
                  </a:cubicBezTo>
                  <a:cubicBezTo>
                    <a:pt x="79" y="273"/>
                    <a:pt x="138" y="236"/>
                    <a:pt x="194" y="179"/>
                  </a:cubicBezTo>
                  <a:cubicBezTo>
                    <a:pt x="265" y="108"/>
                    <a:pt x="302" y="30"/>
                    <a:pt x="280" y="7"/>
                  </a:cubicBezTo>
                  <a:cubicBezTo>
                    <a:pt x="276" y="3"/>
                    <a:pt x="269" y="1"/>
                    <a:pt x="2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742;p46">
              <a:extLst>
                <a:ext uri="{FF2B5EF4-FFF2-40B4-BE49-F238E27FC236}">
                  <a16:creationId xmlns:a16="http://schemas.microsoft.com/office/drawing/2014/main" id="{A9125E73-441D-D6D3-C401-0F78CEA14E38}"/>
                </a:ext>
              </a:extLst>
            </p:cNvPr>
            <p:cNvSpPr/>
            <p:nvPr/>
          </p:nvSpPr>
          <p:spPr>
            <a:xfrm>
              <a:off x="7830002" y="2529914"/>
              <a:ext cx="15657" cy="13444"/>
            </a:xfrm>
            <a:custGeom>
              <a:avLst/>
              <a:gdLst/>
              <a:ahLst/>
              <a:cxnLst/>
              <a:rect l="l" t="t" r="r" b="b"/>
              <a:pathLst>
                <a:path w="382" h="328" extrusionOk="0">
                  <a:moveTo>
                    <a:pt x="162" y="62"/>
                  </a:moveTo>
                  <a:cubicBezTo>
                    <a:pt x="181" y="75"/>
                    <a:pt x="215" y="89"/>
                    <a:pt x="259" y="102"/>
                  </a:cubicBezTo>
                  <a:lnTo>
                    <a:pt x="259" y="102"/>
                  </a:lnTo>
                  <a:cubicBezTo>
                    <a:pt x="272" y="137"/>
                    <a:pt x="250" y="208"/>
                    <a:pt x="206" y="208"/>
                  </a:cubicBezTo>
                  <a:cubicBezTo>
                    <a:pt x="204" y="208"/>
                    <a:pt x="202" y="208"/>
                    <a:pt x="200" y="208"/>
                  </a:cubicBezTo>
                  <a:cubicBezTo>
                    <a:pt x="175" y="208"/>
                    <a:pt x="142" y="188"/>
                    <a:pt x="132" y="170"/>
                  </a:cubicBezTo>
                  <a:cubicBezTo>
                    <a:pt x="120" y="152"/>
                    <a:pt x="123" y="122"/>
                    <a:pt x="135" y="96"/>
                  </a:cubicBezTo>
                  <a:cubicBezTo>
                    <a:pt x="143" y="81"/>
                    <a:pt x="152" y="70"/>
                    <a:pt x="162" y="62"/>
                  </a:cubicBezTo>
                  <a:close/>
                  <a:moveTo>
                    <a:pt x="166" y="0"/>
                  </a:moveTo>
                  <a:cubicBezTo>
                    <a:pt x="140" y="0"/>
                    <a:pt x="105" y="11"/>
                    <a:pt x="68" y="44"/>
                  </a:cubicBezTo>
                  <a:cubicBezTo>
                    <a:pt x="34" y="73"/>
                    <a:pt x="1" y="141"/>
                    <a:pt x="30" y="215"/>
                  </a:cubicBezTo>
                  <a:cubicBezTo>
                    <a:pt x="59" y="278"/>
                    <a:pt x="122" y="328"/>
                    <a:pt x="200" y="328"/>
                  </a:cubicBezTo>
                  <a:cubicBezTo>
                    <a:pt x="206" y="328"/>
                    <a:pt x="212" y="328"/>
                    <a:pt x="218" y="327"/>
                  </a:cubicBezTo>
                  <a:cubicBezTo>
                    <a:pt x="299" y="320"/>
                    <a:pt x="359" y="249"/>
                    <a:pt x="366" y="189"/>
                  </a:cubicBezTo>
                  <a:cubicBezTo>
                    <a:pt x="382" y="125"/>
                    <a:pt x="359" y="63"/>
                    <a:pt x="322" y="29"/>
                  </a:cubicBezTo>
                  <a:lnTo>
                    <a:pt x="303" y="18"/>
                  </a:lnTo>
                  <a:lnTo>
                    <a:pt x="292" y="18"/>
                  </a:lnTo>
                  <a:cubicBezTo>
                    <a:pt x="279" y="17"/>
                    <a:pt x="266" y="17"/>
                    <a:pt x="255" y="17"/>
                  </a:cubicBezTo>
                  <a:cubicBezTo>
                    <a:pt x="237" y="17"/>
                    <a:pt x="221" y="18"/>
                    <a:pt x="207" y="19"/>
                  </a:cubicBezTo>
                  <a:lnTo>
                    <a:pt x="207" y="19"/>
                  </a:lnTo>
                  <a:cubicBezTo>
                    <a:pt x="209" y="11"/>
                    <a:pt x="192" y="0"/>
                    <a:pt x="16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743;p46">
              <a:extLst>
                <a:ext uri="{FF2B5EF4-FFF2-40B4-BE49-F238E27FC236}">
                  <a16:creationId xmlns:a16="http://schemas.microsoft.com/office/drawing/2014/main" id="{8C54D436-0BDE-3B28-28C3-2458D98D48F2}"/>
                </a:ext>
              </a:extLst>
            </p:cNvPr>
            <p:cNvSpPr/>
            <p:nvPr/>
          </p:nvSpPr>
          <p:spPr>
            <a:xfrm>
              <a:off x="7847626" y="2515896"/>
              <a:ext cx="6312" cy="13239"/>
            </a:xfrm>
            <a:custGeom>
              <a:avLst/>
              <a:gdLst/>
              <a:ahLst/>
              <a:cxnLst/>
              <a:rect l="l" t="t" r="r" b="b"/>
              <a:pathLst>
                <a:path w="154" h="323" extrusionOk="0">
                  <a:moveTo>
                    <a:pt x="103" y="1"/>
                  </a:moveTo>
                  <a:cubicBezTo>
                    <a:pt x="70" y="1"/>
                    <a:pt x="33" y="65"/>
                    <a:pt x="19" y="147"/>
                  </a:cubicBezTo>
                  <a:cubicBezTo>
                    <a:pt x="0" y="236"/>
                    <a:pt x="12" y="315"/>
                    <a:pt x="45" y="322"/>
                  </a:cubicBezTo>
                  <a:cubicBezTo>
                    <a:pt x="46" y="322"/>
                    <a:pt x="46" y="322"/>
                    <a:pt x="47" y="322"/>
                  </a:cubicBezTo>
                  <a:cubicBezTo>
                    <a:pt x="77" y="322"/>
                    <a:pt x="116" y="260"/>
                    <a:pt x="135" y="173"/>
                  </a:cubicBezTo>
                  <a:cubicBezTo>
                    <a:pt x="153" y="83"/>
                    <a:pt x="142" y="5"/>
                    <a:pt x="109" y="1"/>
                  </a:cubicBezTo>
                  <a:cubicBezTo>
                    <a:pt x="107" y="1"/>
                    <a:pt x="105" y="1"/>
                    <a:pt x="10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744;p46">
              <a:extLst>
                <a:ext uri="{FF2B5EF4-FFF2-40B4-BE49-F238E27FC236}">
                  <a16:creationId xmlns:a16="http://schemas.microsoft.com/office/drawing/2014/main" id="{8BC4D881-B9EB-AAEB-6C6C-A9032461A1B3}"/>
                </a:ext>
              </a:extLst>
            </p:cNvPr>
            <p:cNvSpPr/>
            <p:nvPr/>
          </p:nvSpPr>
          <p:spPr>
            <a:xfrm>
              <a:off x="7857709" y="2508355"/>
              <a:ext cx="13034" cy="6968"/>
            </a:xfrm>
            <a:custGeom>
              <a:avLst/>
              <a:gdLst/>
              <a:ahLst/>
              <a:cxnLst/>
              <a:rect l="l" t="t" r="r" b="b"/>
              <a:pathLst>
                <a:path w="318" h="170" extrusionOk="0">
                  <a:moveTo>
                    <a:pt x="66" y="1"/>
                  </a:moveTo>
                  <a:cubicBezTo>
                    <a:pt x="41" y="1"/>
                    <a:pt x="22" y="7"/>
                    <a:pt x="16" y="20"/>
                  </a:cubicBezTo>
                  <a:cubicBezTo>
                    <a:pt x="1" y="51"/>
                    <a:pt x="57" y="103"/>
                    <a:pt x="135" y="141"/>
                  </a:cubicBezTo>
                  <a:cubicBezTo>
                    <a:pt x="181" y="159"/>
                    <a:pt x="224" y="169"/>
                    <a:pt x="255" y="169"/>
                  </a:cubicBezTo>
                  <a:cubicBezTo>
                    <a:pt x="281" y="169"/>
                    <a:pt x="298" y="162"/>
                    <a:pt x="304" y="148"/>
                  </a:cubicBezTo>
                  <a:cubicBezTo>
                    <a:pt x="318" y="118"/>
                    <a:pt x="266" y="65"/>
                    <a:pt x="183" y="32"/>
                  </a:cubicBezTo>
                  <a:cubicBezTo>
                    <a:pt x="140" y="11"/>
                    <a:pt x="97" y="1"/>
                    <a:pt x="6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745;p46">
              <a:extLst>
                <a:ext uri="{FF2B5EF4-FFF2-40B4-BE49-F238E27FC236}">
                  <a16:creationId xmlns:a16="http://schemas.microsoft.com/office/drawing/2014/main" id="{4ECCCEAD-FE3D-B2A5-824E-30A763697FBC}"/>
                </a:ext>
              </a:extLst>
            </p:cNvPr>
            <p:cNvSpPr/>
            <p:nvPr/>
          </p:nvSpPr>
          <p:spPr>
            <a:xfrm>
              <a:off x="7870046" y="2492534"/>
              <a:ext cx="13280" cy="12583"/>
            </a:xfrm>
            <a:custGeom>
              <a:avLst/>
              <a:gdLst/>
              <a:ahLst/>
              <a:cxnLst/>
              <a:rect l="l" t="t" r="r" b="b"/>
              <a:pathLst>
                <a:path w="324" h="307" extrusionOk="0">
                  <a:moveTo>
                    <a:pt x="174" y="1"/>
                  </a:moveTo>
                  <a:cubicBezTo>
                    <a:pt x="165" y="1"/>
                    <a:pt x="156" y="1"/>
                    <a:pt x="148" y="3"/>
                  </a:cubicBezTo>
                  <a:cubicBezTo>
                    <a:pt x="65" y="18"/>
                    <a:pt x="55" y="82"/>
                    <a:pt x="70" y="85"/>
                  </a:cubicBezTo>
                  <a:cubicBezTo>
                    <a:pt x="72" y="87"/>
                    <a:pt x="75" y="88"/>
                    <a:pt x="79" y="88"/>
                  </a:cubicBezTo>
                  <a:cubicBezTo>
                    <a:pt x="88" y="88"/>
                    <a:pt x="101" y="85"/>
                    <a:pt x="117" y="85"/>
                  </a:cubicBezTo>
                  <a:cubicBezTo>
                    <a:pt x="126" y="85"/>
                    <a:pt x="137" y="86"/>
                    <a:pt x="148" y="89"/>
                  </a:cubicBezTo>
                  <a:cubicBezTo>
                    <a:pt x="193" y="101"/>
                    <a:pt x="211" y="127"/>
                    <a:pt x="189" y="168"/>
                  </a:cubicBezTo>
                  <a:cubicBezTo>
                    <a:pt x="176" y="186"/>
                    <a:pt x="163" y="194"/>
                    <a:pt x="148" y="194"/>
                  </a:cubicBezTo>
                  <a:cubicBezTo>
                    <a:pt x="133" y="194"/>
                    <a:pt x="116" y="185"/>
                    <a:pt x="99" y="168"/>
                  </a:cubicBezTo>
                  <a:cubicBezTo>
                    <a:pt x="73" y="137"/>
                    <a:pt x="73" y="108"/>
                    <a:pt x="62" y="96"/>
                  </a:cubicBezTo>
                  <a:cubicBezTo>
                    <a:pt x="61" y="95"/>
                    <a:pt x="59" y="95"/>
                    <a:pt x="57" y="95"/>
                  </a:cubicBezTo>
                  <a:cubicBezTo>
                    <a:pt x="41" y="95"/>
                    <a:pt x="1" y="135"/>
                    <a:pt x="25" y="205"/>
                  </a:cubicBezTo>
                  <a:cubicBezTo>
                    <a:pt x="36" y="242"/>
                    <a:pt x="62" y="287"/>
                    <a:pt x="125" y="302"/>
                  </a:cubicBezTo>
                  <a:cubicBezTo>
                    <a:pt x="136" y="306"/>
                    <a:pt x="147" y="307"/>
                    <a:pt x="158" y="307"/>
                  </a:cubicBezTo>
                  <a:cubicBezTo>
                    <a:pt x="210" y="307"/>
                    <a:pt x="265" y="274"/>
                    <a:pt x="289" y="231"/>
                  </a:cubicBezTo>
                  <a:cubicBezTo>
                    <a:pt x="324" y="179"/>
                    <a:pt x="324" y="96"/>
                    <a:pt x="279" y="48"/>
                  </a:cubicBezTo>
                  <a:cubicBezTo>
                    <a:pt x="246" y="13"/>
                    <a:pt x="207" y="1"/>
                    <a:pt x="17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746;p46">
              <a:extLst>
                <a:ext uri="{FF2B5EF4-FFF2-40B4-BE49-F238E27FC236}">
                  <a16:creationId xmlns:a16="http://schemas.microsoft.com/office/drawing/2014/main" id="{E52A87A7-C2A3-EEBB-63FC-063D1BD41D59}"/>
                </a:ext>
              </a:extLst>
            </p:cNvPr>
            <p:cNvSpPr/>
            <p:nvPr/>
          </p:nvSpPr>
          <p:spPr>
            <a:xfrm>
              <a:off x="7882506" y="2473639"/>
              <a:ext cx="6189" cy="8116"/>
            </a:xfrm>
            <a:custGeom>
              <a:avLst/>
              <a:gdLst/>
              <a:ahLst/>
              <a:cxnLst/>
              <a:rect l="l" t="t" r="r" b="b"/>
              <a:pathLst>
                <a:path w="151" h="198" extrusionOk="0">
                  <a:moveTo>
                    <a:pt x="52" y="0"/>
                  </a:moveTo>
                  <a:cubicBezTo>
                    <a:pt x="48" y="0"/>
                    <a:pt x="45" y="1"/>
                    <a:pt x="42" y="1"/>
                  </a:cubicBezTo>
                  <a:cubicBezTo>
                    <a:pt x="12" y="12"/>
                    <a:pt x="1" y="64"/>
                    <a:pt x="20" y="117"/>
                  </a:cubicBezTo>
                  <a:cubicBezTo>
                    <a:pt x="36" y="165"/>
                    <a:pt x="69" y="197"/>
                    <a:pt x="97" y="197"/>
                  </a:cubicBezTo>
                  <a:cubicBezTo>
                    <a:pt x="101" y="197"/>
                    <a:pt x="105" y="197"/>
                    <a:pt x="109" y="195"/>
                  </a:cubicBezTo>
                  <a:cubicBezTo>
                    <a:pt x="139" y="184"/>
                    <a:pt x="150" y="131"/>
                    <a:pt x="132" y="79"/>
                  </a:cubicBezTo>
                  <a:cubicBezTo>
                    <a:pt x="115" y="33"/>
                    <a:pt x="82" y="0"/>
                    <a:pt x="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747;p46">
              <a:extLst>
                <a:ext uri="{FF2B5EF4-FFF2-40B4-BE49-F238E27FC236}">
                  <a16:creationId xmlns:a16="http://schemas.microsoft.com/office/drawing/2014/main" id="{9AA8A64B-57F9-CE50-3020-6522207BCE98}"/>
                </a:ext>
              </a:extLst>
            </p:cNvPr>
            <p:cNvSpPr/>
            <p:nvPr/>
          </p:nvSpPr>
          <p:spPr>
            <a:xfrm>
              <a:off x="7890621" y="2462286"/>
              <a:ext cx="10616" cy="6845"/>
            </a:xfrm>
            <a:custGeom>
              <a:avLst/>
              <a:gdLst/>
              <a:ahLst/>
              <a:cxnLst/>
              <a:rect l="l" t="t" r="r" b="b"/>
              <a:pathLst>
                <a:path w="259" h="167" extrusionOk="0">
                  <a:moveTo>
                    <a:pt x="63" y="1"/>
                  </a:moveTo>
                  <a:cubicBezTo>
                    <a:pt x="41" y="1"/>
                    <a:pt x="24" y="7"/>
                    <a:pt x="16" y="20"/>
                  </a:cubicBezTo>
                  <a:cubicBezTo>
                    <a:pt x="1" y="46"/>
                    <a:pt x="38" y="99"/>
                    <a:pt x="98" y="136"/>
                  </a:cubicBezTo>
                  <a:cubicBezTo>
                    <a:pt x="134" y="155"/>
                    <a:pt x="171" y="166"/>
                    <a:pt x="199" y="166"/>
                  </a:cubicBezTo>
                  <a:cubicBezTo>
                    <a:pt x="219" y="166"/>
                    <a:pt x="236" y="160"/>
                    <a:pt x="244" y="148"/>
                  </a:cubicBezTo>
                  <a:cubicBezTo>
                    <a:pt x="258" y="117"/>
                    <a:pt x="221" y="65"/>
                    <a:pt x="158" y="32"/>
                  </a:cubicBezTo>
                  <a:cubicBezTo>
                    <a:pt x="124" y="11"/>
                    <a:pt x="90" y="1"/>
                    <a:pt x="6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748;p46">
              <a:extLst>
                <a:ext uri="{FF2B5EF4-FFF2-40B4-BE49-F238E27FC236}">
                  <a16:creationId xmlns:a16="http://schemas.microsoft.com/office/drawing/2014/main" id="{478E8B0C-8883-E478-ABC1-8E6D2610C08D}"/>
                </a:ext>
              </a:extLst>
            </p:cNvPr>
            <p:cNvSpPr/>
            <p:nvPr/>
          </p:nvSpPr>
          <p:spPr>
            <a:xfrm>
              <a:off x="7897343" y="2447736"/>
              <a:ext cx="12911" cy="6886"/>
            </a:xfrm>
            <a:custGeom>
              <a:avLst/>
              <a:gdLst/>
              <a:ahLst/>
              <a:cxnLst/>
              <a:rect l="l" t="t" r="r" b="b"/>
              <a:pathLst>
                <a:path w="315" h="168" extrusionOk="0">
                  <a:moveTo>
                    <a:pt x="252" y="0"/>
                  </a:moveTo>
                  <a:cubicBezTo>
                    <a:pt x="220" y="0"/>
                    <a:pt x="178" y="10"/>
                    <a:pt x="135" y="28"/>
                  </a:cubicBezTo>
                  <a:cubicBezTo>
                    <a:pt x="54" y="65"/>
                    <a:pt x="1" y="118"/>
                    <a:pt x="12" y="148"/>
                  </a:cubicBezTo>
                  <a:cubicBezTo>
                    <a:pt x="19" y="161"/>
                    <a:pt x="38" y="168"/>
                    <a:pt x="65" y="168"/>
                  </a:cubicBezTo>
                  <a:cubicBezTo>
                    <a:pt x="97" y="168"/>
                    <a:pt x="139" y="158"/>
                    <a:pt x="184" y="140"/>
                  </a:cubicBezTo>
                  <a:cubicBezTo>
                    <a:pt x="263" y="103"/>
                    <a:pt x="315" y="51"/>
                    <a:pt x="304" y="20"/>
                  </a:cubicBezTo>
                  <a:cubicBezTo>
                    <a:pt x="297" y="7"/>
                    <a:pt x="278" y="0"/>
                    <a:pt x="2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749;p46">
              <a:extLst>
                <a:ext uri="{FF2B5EF4-FFF2-40B4-BE49-F238E27FC236}">
                  <a16:creationId xmlns:a16="http://schemas.microsoft.com/office/drawing/2014/main" id="{AD256939-7E60-6A64-49D5-42400FD11699}"/>
                </a:ext>
              </a:extLst>
            </p:cNvPr>
            <p:cNvSpPr/>
            <p:nvPr/>
          </p:nvSpPr>
          <p:spPr>
            <a:xfrm>
              <a:off x="7908532" y="2423513"/>
              <a:ext cx="13977" cy="12911"/>
            </a:xfrm>
            <a:custGeom>
              <a:avLst/>
              <a:gdLst/>
              <a:ahLst/>
              <a:cxnLst/>
              <a:rect l="l" t="t" r="r" b="b"/>
              <a:pathLst>
                <a:path w="341" h="315" extrusionOk="0">
                  <a:moveTo>
                    <a:pt x="189" y="0"/>
                  </a:moveTo>
                  <a:cubicBezTo>
                    <a:pt x="149" y="0"/>
                    <a:pt x="127" y="22"/>
                    <a:pt x="135" y="32"/>
                  </a:cubicBezTo>
                  <a:cubicBezTo>
                    <a:pt x="139" y="47"/>
                    <a:pt x="176" y="51"/>
                    <a:pt x="207" y="85"/>
                  </a:cubicBezTo>
                  <a:cubicBezTo>
                    <a:pt x="236" y="126"/>
                    <a:pt x="236" y="167"/>
                    <a:pt x="184" y="189"/>
                  </a:cubicBezTo>
                  <a:cubicBezTo>
                    <a:pt x="174" y="193"/>
                    <a:pt x="165" y="194"/>
                    <a:pt x="156" y="194"/>
                  </a:cubicBezTo>
                  <a:cubicBezTo>
                    <a:pt x="122" y="194"/>
                    <a:pt x="104" y="165"/>
                    <a:pt x="98" y="126"/>
                  </a:cubicBezTo>
                  <a:cubicBezTo>
                    <a:pt x="94" y="81"/>
                    <a:pt x="120" y="55"/>
                    <a:pt x="112" y="40"/>
                  </a:cubicBezTo>
                  <a:cubicBezTo>
                    <a:pt x="112" y="36"/>
                    <a:pt x="107" y="33"/>
                    <a:pt x="99" y="33"/>
                  </a:cubicBezTo>
                  <a:cubicBezTo>
                    <a:pt x="78" y="33"/>
                    <a:pt x="37" y="52"/>
                    <a:pt x="16" y="111"/>
                  </a:cubicBezTo>
                  <a:cubicBezTo>
                    <a:pt x="5" y="149"/>
                    <a:pt x="0" y="204"/>
                    <a:pt x="42" y="256"/>
                  </a:cubicBezTo>
                  <a:cubicBezTo>
                    <a:pt x="70" y="295"/>
                    <a:pt x="117" y="314"/>
                    <a:pt x="164" y="314"/>
                  </a:cubicBezTo>
                  <a:cubicBezTo>
                    <a:pt x="186" y="314"/>
                    <a:pt x="209" y="310"/>
                    <a:pt x="229" y="301"/>
                  </a:cubicBezTo>
                  <a:cubicBezTo>
                    <a:pt x="288" y="279"/>
                    <a:pt x="341" y="211"/>
                    <a:pt x="337" y="144"/>
                  </a:cubicBezTo>
                  <a:cubicBezTo>
                    <a:pt x="329" y="77"/>
                    <a:pt x="288" y="37"/>
                    <a:pt x="255" y="18"/>
                  </a:cubicBezTo>
                  <a:cubicBezTo>
                    <a:pt x="230" y="5"/>
                    <a:pt x="208" y="0"/>
                    <a:pt x="18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750;p46">
              <a:extLst>
                <a:ext uri="{FF2B5EF4-FFF2-40B4-BE49-F238E27FC236}">
                  <a16:creationId xmlns:a16="http://schemas.microsoft.com/office/drawing/2014/main" id="{0DD87F2F-7EED-37D4-26B7-A31035A24C1E}"/>
                </a:ext>
              </a:extLst>
            </p:cNvPr>
            <p:cNvSpPr/>
            <p:nvPr/>
          </p:nvSpPr>
          <p:spPr>
            <a:xfrm>
              <a:off x="7914803" y="2402733"/>
              <a:ext cx="12460" cy="5533"/>
            </a:xfrm>
            <a:custGeom>
              <a:avLst/>
              <a:gdLst/>
              <a:ahLst/>
              <a:cxnLst/>
              <a:rect l="l" t="t" r="r" b="b"/>
              <a:pathLst>
                <a:path w="304" h="135" extrusionOk="0">
                  <a:moveTo>
                    <a:pt x="212" y="0"/>
                  </a:moveTo>
                  <a:cubicBezTo>
                    <a:pt x="190" y="0"/>
                    <a:pt x="165" y="3"/>
                    <a:pt x="139" y="9"/>
                  </a:cubicBezTo>
                  <a:cubicBezTo>
                    <a:pt x="61" y="28"/>
                    <a:pt x="1" y="69"/>
                    <a:pt x="9" y="99"/>
                  </a:cubicBezTo>
                  <a:cubicBezTo>
                    <a:pt x="14" y="121"/>
                    <a:pt x="47" y="134"/>
                    <a:pt x="93" y="134"/>
                  </a:cubicBezTo>
                  <a:cubicBezTo>
                    <a:pt x="115" y="134"/>
                    <a:pt x="140" y="131"/>
                    <a:pt x="166" y="125"/>
                  </a:cubicBezTo>
                  <a:cubicBezTo>
                    <a:pt x="247" y="106"/>
                    <a:pt x="304" y="65"/>
                    <a:pt x="296" y="35"/>
                  </a:cubicBezTo>
                  <a:cubicBezTo>
                    <a:pt x="291" y="13"/>
                    <a:pt x="257" y="0"/>
                    <a:pt x="21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751;p46">
              <a:extLst>
                <a:ext uri="{FF2B5EF4-FFF2-40B4-BE49-F238E27FC236}">
                  <a16:creationId xmlns:a16="http://schemas.microsoft.com/office/drawing/2014/main" id="{4097131D-63F4-27C8-DA50-B9D816F35F93}"/>
                </a:ext>
              </a:extLst>
            </p:cNvPr>
            <p:cNvSpPr/>
            <p:nvPr/>
          </p:nvSpPr>
          <p:spPr>
            <a:xfrm>
              <a:off x="7913737" y="2393143"/>
              <a:ext cx="5246" cy="4017"/>
            </a:xfrm>
            <a:custGeom>
              <a:avLst/>
              <a:gdLst/>
              <a:ahLst/>
              <a:cxnLst/>
              <a:rect l="l" t="t" r="r" b="b"/>
              <a:pathLst>
                <a:path w="128" h="98" extrusionOk="0">
                  <a:moveTo>
                    <a:pt x="128" y="0"/>
                  </a:moveTo>
                  <a:lnTo>
                    <a:pt x="64" y="49"/>
                  </a:lnTo>
                  <a:cubicBezTo>
                    <a:pt x="86" y="33"/>
                    <a:pt x="107" y="17"/>
                    <a:pt x="128" y="0"/>
                  </a:cubicBezTo>
                  <a:close/>
                  <a:moveTo>
                    <a:pt x="64" y="49"/>
                  </a:moveTo>
                  <a:cubicBezTo>
                    <a:pt x="43" y="65"/>
                    <a:pt x="21" y="81"/>
                    <a:pt x="1" y="97"/>
                  </a:cubicBezTo>
                  <a:lnTo>
                    <a:pt x="64" y="49"/>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752;p46">
              <a:extLst>
                <a:ext uri="{FF2B5EF4-FFF2-40B4-BE49-F238E27FC236}">
                  <a16:creationId xmlns:a16="http://schemas.microsoft.com/office/drawing/2014/main" id="{1B20AEB6-60A5-2BA8-A166-2C8CC67412FC}"/>
                </a:ext>
              </a:extLst>
            </p:cNvPr>
            <p:cNvSpPr/>
            <p:nvPr/>
          </p:nvSpPr>
          <p:spPr>
            <a:xfrm>
              <a:off x="7482641" y="2523028"/>
              <a:ext cx="6353" cy="9099"/>
            </a:xfrm>
            <a:custGeom>
              <a:avLst/>
              <a:gdLst/>
              <a:ahLst/>
              <a:cxnLst/>
              <a:rect l="l" t="t" r="r" b="b"/>
              <a:pathLst>
                <a:path w="155" h="222" extrusionOk="0">
                  <a:moveTo>
                    <a:pt x="102" y="0"/>
                  </a:moveTo>
                  <a:cubicBezTo>
                    <a:pt x="70" y="0"/>
                    <a:pt x="36" y="39"/>
                    <a:pt x="20" y="92"/>
                  </a:cubicBezTo>
                  <a:cubicBezTo>
                    <a:pt x="1" y="152"/>
                    <a:pt x="12" y="208"/>
                    <a:pt x="42" y="219"/>
                  </a:cubicBezTo>
                  <a:cubicBezTo>
                    <a:pt x="46" y="220"/>
                    <a:pt x="50" y="221"/>
                    <a:pt x="54" y="221"/>
                  </a:cubicBezTo>
                  <a:cubicBezTo>
                    <a:pt x="84" y="221"/>
                    <a:pt x="119" y="183"/>
                    <a:pt x="135" y="129"/>
                  </a:cubicBezTo>
                  <a:cubicBezTo>
                    <a:pt x="154" y="69"/>
                    <a:pt x="142" y="14"/>
                    <a:pt x="113" y="2"/>
                  </a:cubicBezTo>
                  <a:cubicBezTo>
                    <a:pt x="109" y="1"/>
                    <a:pt x="106" y="0"/>
                    <a:pt x="1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753;p46">
              <a:extLst>
                <a:ext uri="{FF2B5EF4-FFF2-40B4-BE49-F238E27FC236}">
                  <a16:creationId xmlns:a16="http://schemas.microsoft.com/office/drawing/2014/main" id="{65E21612-5E9F-C92D-2D66-50F77FAEDABA}"/>
                </a:ext>
              </a:extLst>
            </p:cNvPr>
            <p:cNvSpPr/>
            <p:nvPr/>
          </p:nvSpPr>
          <p:spPr>
            <a:xfrm>
              <a:off x="7490429" y="2544259"/>
              <a:ext cx="14592" cy="13567"/>
            </a:xfrm>
            <a:custGeom>
              <a:avLst/>
              <a:gdLst/>
              <a:ahLst/>
              <a:cxnLst/>
              <a:rect l="l" t="t" r="r" b="b"/>
              <a:pathLst>
                <a:path w="356" h="331" extrusionOk="0">
                  <a:moveTo>
                    <a:pt x="190" y="0"/>
                  </a:moveTo>
                  <a:cubicBezTo>
                    <a:pt x="146" y="0"/>
                    <a:pt x="123" y="25"/>
                    <a:pt x="128" y="34"/>
                  </a:cubicBezTo>
                  <a:cubicBezTo>
                    <a:pt x="135" y="49"/>
                    <a:pt x="173" y="52"/>
                    <a:pt x="206" y="86"/>
                  </a:cubicBezTo>
                  <a:cubicBezTo>
                    <a:pt x="244" y="123"/>
                    <a:pt x="251" y="175"/>
                    <a:pt x="195" y="201"/>
                  </a:cubicBezTo>
                  <a:cubicBezTo>
                    <a:pt x="181" y="209"/>
                    <a:pt x="168" y="212"/>
                    <a:pt x="157" y="212"/>
                  </a:cubicBezTo>
                  <a:cubicBezTo>
                    <a:pt x="122" y="212"/>
                    <a:pt x="100" y="182"/>
                    <a:pt x="94" y="146"/>
                  </a:cubicBezTo>
                  <a:cubicBezTo>
                    <a:pt x="83" y="97"/>
                    <a:pt x="106" y="67"/>
                    <a:pt x="94" y="52"/>
                  </a:cubicBezTo>
                  <a:cubicBezTo>
                    <a:pt x="93" y="49"/>
                    <a:pt x="90" y="47"/>
                    <a:pt x="84" y="47"/>
                  </a:cubicBezTo>
                  <a:cubicBezTo>
                    <a:pt x="65" y="47"/>
                    <a:pt x="23" y="72"/>
                    <a:pt x="9" y="142"/>
                  </a:cubicBezTo>
                  <a:cubicBezTo>
                    <a:pt x="1" y="179"/>
                    <a:pt x="4" y="239"/>
                    <a:pt x="54" y="287"/>
                  </a:cubicBezTo>
                  <a:cubicBezTo>
                    <a:pt x="82" y="316"/>
                    <a:pt x="124" y="331"/>
                    <a:pt x="167" y="331"/>
                  </a:cubicBezTo>
                  <a:cubicBezTo>
                    <a:pt x="196" y="331"/>
                    <a:pt x="225" y="324"/>
                    <a:pt x="251" y="310"/>
                  </a:cubicBezTo>
                  <a:cubicBezTo>
                    <a:pt x="311" y="280"/>
                    <a:pt x="356" y="206"/>
                    <a:pt x="345" y="139"/>
                  </a:cubicBezTo>
                  <a:cubicBezTo>
                    <a:pt x="333" y="71"/>
                    <a:pt x="289" y="34"/>
                    <a:pt x="251" y="15"/>
                  </a:cubicBezTo>
                  <a:cubicBezTo>
                    <a:pt x="228" y="4"/>
                    <a:pt x="207" y="0"/>
                    <a:pt x="19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754;p46">
              <a:extLst>
                <a:ext uri="{FF2B5EF4-FFF2-40B4-BE49-F238E27FC236}">
                  <a16:creationId xmlns:a16="http://schemas.microsoft.com/office/drawing/2014/main" id="{DC6A53DA-9293-1311-A912-BD81E584D772}"/>
                </a:ext>
              </a:extLst>
            </p:cNvPr>
            <p:cNvSpPr/>
            <p:nvPr/>
          </p:nvSpPr>
          <p:spPr>
            <a:xfrm>
              <a:off x="7498134" y="2571023"/>
              <a:ext cx="12132" cy="6517"/>
            </a:xfrm>
            <a:custGeom>
              <a:avLst/>
              <a:gdLst/>
              <a:ahLst/>
              <a:cxnLst/>
              <a:rect l="l" t="t" r="r" b="b"/>
              <a:pathLst>
                <a:path w="296" h="159" extrusionOk="0">
                  <a:moveTo>
                    <a:pt x="68" y="1"/>
                  </a:moveTo>
                  <a:cubicBezTo>
                    <a:pt x="38" y="1"/>
                    <a:pt x="17" y="8"/>
                    <a:pt x="11" y="23"/>
                  </a:cubicBezTo>
                  <a:cubicBezTo>
                    <a:pt x="0" y="53"/>
                    <a:pt x="49" y="105"/>
                    <a:pt x="123" y="135"/>
                  </a:cubicBezTo>
                  <a:cubicBezTo>
                    <a:pt x="161" y="151"/>
                    <a:pt x="200" y="159"/>
                    <a:pt x="230" y="159"/>
                  </a:cubicBezTo>
                  <a:cubicBezTo>
                    <a:pt x="258" y="159"/>
                    <a:pt x="278" y="152"/>
                    <a:pt x="284" y="135"/>
                  </a:cubicBezTo>
                  <a:cubicBezTo>
                    <a:pt x="295" y="105"/>
                    <a:pt x="247" y="57"/>
                    <a:pt x="171" y="23"/>
                  </a:cubicBezTo>
                  <a:cubicBezTo>
                    <a:pt x="134" y="8"/>
                    <a:pt x="97" y="1"/>
                    <a:pt x="6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755;p46">
              <a:extLst>
                <a:ext uri="{FF2B5EF4-FFF2-40B4-BE49-F238E27FC236}">
                  <a16:creationId xmlns:a16="http://schemas.microsoft.com/office/drawing/2014/main" id="{1AB70EAD-5C52-9970-A7B7-158105FEA4AE}"/>
                </a:ext>
              </a:extLst>
            </p:cNvPr>
            <p:cNvSpPr/>
            <p:nvPr/>
          </p:nvSpPr>
          <p:spPr>
            <a:xfrm>
              <a:off x="7503913" y="2591311"/>
              <a:ext cx="9878" cy="5574"/>
            </a:xfrm>
            <a:custGeom>
              <a:avLst/>
              <a:gdLst/>
              <a:ahLst/>
              <a:cxnLst/>
              <a:rect l="l" t="t" r="r" b="b"/>
              <a:pathLst>
                <a:path w="241" h="136" extrusionOk="0">
                  <a:moveTo>
                    <a:pt x="82" y="1"/>
                  </a:moveTo>
                  <a:cubicBezTo>
                    <a:pt x="47" y="1"/>
                    <a:pt x="19" y="12"/>
                    <a:pt x="12" y="32"/>
                  </a:cubicBezTo>
                  <a:cubicBezTo>
                    <a:pt x="1" y="66"/>
                    <a:pt x="42" y="107"/>
                    <a:pt x="101" y="125"/>
                  </a:cubicBezTo>
                  <a:cubicBezTo>
                    <a:pt x="123" y="132"/>
                    <a:pt x="144" y="136"/>
                    <a:pt x="163" y="136"/>
                  </a:cubicBezTo>
                  <a:cubicBezTo>
                    <a:pt x="196" y="136"/>
                    <a:pt x="222" y="125"/>
                    <a:pt x="229" y="103"/>
                  </a:cubicBezTo>
                  <a:cubicBezTo>
                    <a:pt x="240" y="73"/>
                    <a:pt x="199" y="32"/>
                    <a:pt x="139" y="10"/>
                  </a:cubicBezTo>
                  <a:cubicBezTo>
                    <a:pt x="119" y="4"/>
                    <a:pt x="100" y="1"/>
                    <a:pt x="8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756;p46">
              <a:extLst>
                <a:ext uri="{FF2B5EF4-FFF2-40B4-BE49-F238E27FC236}">
                  <a16:creationId xmlns:a16="http://schemas.microsoft.com/office/drawing/2014/main" id="{21A8918D-BCCC-0E2A-80A3-A91E2ED689C4}"/>
                </a:ext>
              </a:extLst>
            </p:cNvPr>
            <p:cNvSpPr/>
            <p:nvPr/>
          </p:nvSpPr>
          <p:spPr>
            <a:xfrm>
              <a:off x="7512192" y="2608361"/>
              <a:ext cx="8034" cy="10042"/>
            </a:xfrm>
            <a:custGeom>
              <a:avLst/>
              <a:gdLst/>
              <a:ahLst/>
              <a:cxnLst/>
              <a:rect l="l" t="t" r="r" b="b"/>
              <a:pathLst>
                <a:path w="196" h="245" extrusionOk="0">
                  <a:moveTo>
                    <a:pt x="152" y="0"/>
                  </a:moveTo>
                  <a:cubicBezTo>
                    <a:pt x="121" y="0"/>
                    <a:pt x="77" y="37"/>
                    <a:pt x="45" y="90"/>
                  </a:cubicBezTo>
                  <a:cubicBezTo>
                    <a:pt x="8" y="158"/>
                    <a:pt x="1" y="225"/>
                    <a:pt x="30" y="240"/>
                  </a:cubicBezTo>
                  <a:cubicBezTo>
                    <a:pt x="34" y="243"/>
                    <a:pt x="40" y="245"/>
                    <a:pt x="45" y="245"/>
                  </a:cubicBezTo>
                  <a:cubicBezTo>
                    <a:pt x="74" y="245"/>
                    <a:pt x="119" y="207"/>
                    <a:pt x="150" y="154"/>
                  </a:cubicBezTo>
                  <a:cubicBezTo>
                    <a:pt x="187" y="87"/>
                    <a:pt x="195" y="20"/>
                    <a:pt x="168" y="4"/>
                  </a:cubicBezTo>
                  <a:cubicBezTo>
                    <a:pt x="163" y="1"/>
                    <a:pt x="158" y="0"/>
                    <a:pt x="1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757;p46">
              <a:extLst>
                <a:ext uri="{FF2B5EF4-FFF2-40B4-BE49-F238E27FC236}">
                  <a16:creationId xmlns:a16="http://schemas.microsoft.com/office/drawing/2014/main" id="{8791C366-DE68-F270-85B7-C8B364A1BC1B}"/>
                </a:ext>
              </a:extLst>
            </p:cNvPr>
            <p:cNvSpPr/>
            <p:nvPr/>
          </p:nvSpPr>
          <p:spPr>
            <a:xfrm>
              <a:off x="7517398" y="2618977"/>
              <a:ext cx="18731" cy="16026"/>
            </a:xfrm>
            <a:custGeom>
              <a:avLst/>
              <a:gdLst/>
              <a:ahLst/>
              <a:cxnLst/>
              <a:rect l="l" t="t" r="r" b="b"/>
              <a:pathLst>
                <a:path w="457" h="391" extrusionOk="0">
                  <a:moveTo>
                    <a:pt x="229" y="0"/>
                  </a:moveTo>
                  <a:cubicBezTo>
                    <a:pt x="146" y="0"/>
                    <a:pt x="111" y="57"/>
                    <a:pt x="124" y="64"/>
                  </a:cubicBezTo>
                  <a:cubicBezTo>
                    <a:pt x="126" y="66"/>
                    <a:pt x="130" y="66"/>
                    <a:pt x="135" y="66"/>
                  </a:cubicBezTo>
                  <a:cubicBezTo>
                    <a:pt x="143" y="66"/>
                    <a:pt x="153" y="65"/>
                    <a:pt x="166" y="65"/>
                  </a:cubicBezTo>
                  <a:cubicBezTo>
                    <a:pt x="188" y="65"/>
                    <a:pt x="216" y="69"/>
                    <a:pt x="247" y="90"/>
                  </a:cubicBezTo>
                  <a:cubicBezTo>
                    <a:pt x="318" y="123"/>
                    <a:pt x="355" y="228"/>
                    <a:pt x="262" y="261"/>
                  </a:cubicBezTo>
                  <a:cubicBezTo>
                    <a:pt x="244" y="268"/>
                    <a:pt x="225" y="272"/>
                    <a:pt x="207" y="272"/>
                  </a:cubicBezTo>
                  <a:cubicBezTo>
                    <a:pt x="180" y="272"/>
                    <a:pt x="155" y="264"/>
                    <a:pt x="139" y="250"/>
                  </a:cubicBezTo>
                  <a:cubicBezTo>
                    <a:pt x="113" y="228"/>
                    <a:pt x="108" y="183"/>
                    <a:pt x="120" y="164"/>
                  </a:cubicBezTo>
                  <a:cubicBezTo>
                    <a:pt x="123" y="149"/>
                    <a:pt x="141" y="144"/>
                    <a:pt x="157" y="144"/>
                  </a:cubicBezTo>
                  <a:cubicBezTo>
                    <a:pt x="161" y="144"/>
                    <a:pt x="165" y="144"/>
                    <a:pt x="169" y="145"/>
                  </a:cubicBezTo>
                  <a:cubicBezTo>
                    <a:pt x="187" y="149"/>
                    <a:pt x="195" y="160"/>
                    <a:pt x="203" y="160"/>
                  </a:cubicBezTo>
                  <a:cubicBezTo>
                    <a:pt x="210" y="160"/>
                    <a:pt x="220" y="138"/>
                    <a:pt x="198" y="108"/>
                  </a:cubicBezTo>
                  <a:cubicBezTo>
                    <a:pt x="185" y="95"/>
                    <a:pt x="159" y="80"/>
                    <a:pt x="127" y="80"/>
                  </a:cubicBezTo>
                  <a:cubicBezTo>
                    <a:pt x="104" y="80"/>
                    <a:pt x="78" y="88"/>
                    <a:pt x="53" y="112"/>
                  </a:cubicBezTo>
                  <a:cubicBezTo>
                    <a:pt x="4" y="164"/>
                    <a:pt x="1" y="257"/>
                    <a:pt x="60" y="324"/>
                  </a:cubicBezTo>
                  <a:cubicBezTo>
                    <a:pt x="100" y="369"/>
                    <a:pt x="156" y="390"/>
                    <a:pt x="215" y="390"/>
                  </a:cubicBezTo>
                  <a:cubicBezTo>
                    <a:pt x="246" y="390"/>
                    <a:pt x="277" y="384"/>
                    <a:pt x="307" y="373"/>
                  </a:cubicBezTo>
                  <a:cubicBezTo>
                    <a:pt x="396" y="347"/>
                    <a:pt x="456" y="231"/>
                    <a:pt x="427" y="149"/>
                  </a:cubicBezTo>
                  <a:cubicBezTo>
                    <a:pt x="396" y="64"/>
                    <a:pt x="333" y="26"/>
                    <a:pt x="281" y="7"/>
                  </a:cubicBezTo>
                  <a:cubicBezTo>
                    <a:pt x="262" y="2"/>
                    <a:pt x="245" y="0"/>
                    <a:pt x="22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758;p46">
              <a:extLst>
                <a:ext uri="{FF2B5EF4-FFF2-40B4-BE49-F238E27FC236}">
                  <a16:creationId xmlns:a16="http://schemas.microsoft.com/office/drawing/2014/main" id="{5F228839-6B37-E8E8-52E2-F58CC95447CE}"/>
                </a:ext>
              </a:extLst>
            </p:cNvPr>
            <p:cNvSpPr/>
            <p:nvPr/>
          </p:nvSpPr>
          <p:spPr>
            <a:xfrm>
              <a:off x="7528423" y="2645413"/>
              <a:ext cx="8607" cy="7050"/>
            </a:xfrm>
            <a:custGeom>
              <a:avLst/>
              <a:gdLst/>
              <a:ahLst/>
              <a:cxnLst/>
              <a:rect l="l" t="t" r="r" b="b"/>
              <a:pathLst>
                <a:path w="210" h="172" extrusionOk="0">
                  <a:moveTo>
                    <a:pt x="156" y="1"/>
                  </a:moveTo>
                  <a:cubicBezTo>
                    <a:pt x="130" y="1"/>
                    <a:pt x="96" y="15"/>
                    <a:pt x="64" y="42"/>
                  </a:cubicBezTo>
                  <a:cubicBezTo>
                    <a:pt x="19" y="83"/>
                    <a:pt x="1" y="136"/>
                    <a:pt x="23" y="158"/>
                  </a:cubicBezTo>
                  <a:cubicBezTo>
                    <a:pt x="31" y="167"/>
                    <a:pt x="44" y="172"/>
                    <a:pt x="58" y="172"/>
                  </a:cubicBezTo>
                  <a:cubicBezTo>
                    <a:pt x="84" y="172"/>
                    <a:pt x="117" y="158"/>
                    <a:pt x="146" y="131"/>
                  </a:cubicBezTo>
                  <a:cubicBezTo>
                    <a:pt x="191" y="91"/>
                    <a:pt x="210" y="38"/>
                    <a:pt x="187" y="12"/>
                  </a:cubicBezTo>
                  <a:cubicBezTo>
                    <a:pt x="180" y="4"/>
                    <a:pt x="169" y="1"/>
                    <a:pt x="15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759;p46">
              <a:extLst>
                <a:ext uri="{FF2B5EF4-FFF2-40B4-BE49-F238E27FC236}">
                  <a16:creationId xmlns:a16="http://schemas.microsoft.com/office/drawing/2014/main" id="{E8E37884-19AF-0F3C-ECAF-7A0EB980B8C0}"/>
                </a:ext>
              </a:extLst>
            </p:cNvPr>
            <p:cNvSpPr/>
            <p:nvPr/>
          </p:nvSpPr>
          <p:spPr>
            <a:xfrm>
              <a:off x="7533628" y="2662053"/>
              <a:ext cx="8935" cy="8116"/>
            </a:xfrm>
            <a:custGeom>
              <a:avLst/>
              <a:gdLst/>
              <a:ahLst/>
              <a:cxnLst/>
              <a:rect l="l" t="t" r="r" b="b"/>
              <a:pathLst>
                <a:path w="218" h="198" extrusionOk="0">
                  <a:moveTo>
                    <a:pt x="170" y="1"/>
                  </a:moveTo>
                  <a:cubicBezTo>
                    <a:pt x="142" y="1"/>
                    <a:pt x="100" y="22"/>
                    <a:pt x="67" y="58"/>
                  </a:cubicBezTo>
                  <a:cubicBezTo>
                    <a:pt x="19" y="106"/>
                    <a:pt x="0" y="166"/>
                    <a:pt x="26" y="189"/>
                  </a:cubicBezTo>
                  <a:cubicBezTo>
                    <a:pt x="32" y="195"/>
                    <a:pt x="41" y="197"/>
                    <a:pt x="51" y="197"/>
                  </a:cubicBezTo>
                  <a:cubicBezTo>
                    <a:pt x="79" y="197"/>
                    <a:pt x="121" y="176"/>
                    <a:pt x="153" y="140"/>
                  </a:cubicBezTo>
                  <a:cubicBezTo>
                    <a:pt x="202" y="92"/>
                    <a:pt x="217" y="32"/>
                    <a:pt x="195" y="9"/>
                  </a:cubicBezTo>
                  <a:cubicBezTo>
                    <a:pt x="189" y="3"/>
                    <a:pt x="180" y="1"/>
                    <a:pt x="17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760;p46">
              <a:extLst>
                <a:ext uri="{FF2B5EF4-FFF2-40B4-BE49-F238E27FC236}">
                  <a16:creationId xmlns:a16="http://schemas.microsoft.com/office/drawing/2014/main" id="{F991E40D-877B-F352-FC2F-6AF402BACA2A}"/>
                </a:ext>
              </a:extLst>
            </p:cNvPr>
            <p:cNvSpPr/>
            <p:nvPr/>
          </p:nvSpPr>
          <p:spPr>
            <a:xfrm>
              <a:off x="7630070" y="3071054"/>
              <a:ext cx="9222" cy="12501"/>
            </a:xfrm>
            <a:custGeom>
              <a:avLst/>
              <a:gdLst/>
              <a:ahLst/>
              <a:cxnLst/>
              <a:rect l="l" t="t" r="r" b="b"/>
              <a:pathLst>
                <a:path w="225" h="305" extrusionOk="0">
                  <a:moveTo>
                    <a:pt x="42" y="1"/>
                  </a:moveTo>
                  <a:cubicBezTo>
                    <a:pt x="38" y="1"/>
                    <a:pt x="34" y="1"/>
                    <a:pt x="31" y="3"/>
                  </a:cubicBezTo>
                  <a:cubicBezTo>
                    <a:pt x="0" y="18"/>
                    <a:pt x="16" y="100"/>
                    <a:pt x="60" y="182"/>
                  </a:cubicBezTo>
                  <a:cubicBezTo>
                    <a:pt x="100" y="255"/>
                    <a:pt x="154" y="304"/>
                    <a:pt x="184" y="304"/>
                  </a:cubicBezTo>
                  <a:cubicBezTo>
                    <a:pt x="188" y="304"/>
                    <a:pt x="192" y="303"/>
                    <a:pt x="195" y="302"/>
                  </a:cubicBezTo>
                  <a:cubicBezTo>
                    <a:pt x="224" y="287"/>
                    <a:pt x="214" y="205"/>
                    <a:pt x="165" y="122"/>
                  </a:cubicBezTo>
                  <a:cubicBezTo>
                    <a:pt x="126" y="50"/>
                    <a:pt x="74" y="1"/>
                    <a:pt x="4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761;p46">
              <a:extLst>
                <a:ext uri="{FF2B5EF4-FFF2-40B4-BE49-F238E27FC236}">
                  <a16:creationId xmlns:a16="http://schemas.microsoft.com/office/drawing/2014/main" id="{C29CFC05-B807-A031-DC7F-B2BE0F915821}"/>
                </a:ext>
              </a:extLst>
            </p:cNvPr>
            <p:cNvSpPr/>
            <p:nvPr/>
          </p:nvSpPr>
          <p:spPr>
            <a:xfrm>
              <a:off x="7639579" y="3071054"/>
              <a:ext cx="7993" cy="12501"/>
            </a:xfrm>
            <a:custGeom>
              <a:avLst/>
              <a:gdLst/>
              <a:ahLst/>
              <a:cxnLst/>
              <a:rect l="l" t="t" r="r" b="b"/>
              <a:pathLst>
                <a:path w="195" h="305" extrusionOk="0">
                  <a:moveTo>
                    <a:pt x="41" y="1"/>
                  </a:moveTo>
                  <a:cubicBezTo>
                    <a:pt x="37" y="1"/>
                    <a:pt x="33" y="1"/>
                    <a:pt x="30" y="3"/>
                  </a:cubicBezTo>
                  <a:cubicBezTo>
                    <a:pt x="0" y="18"/>
                    <a:pt x="4" y="93"/>
                    <a:pt x="41" y="179"/>
                  </a:cubicBezTo>
                  <a:cubicBezTo>
                    <a:pt x="74" y="252"/>
                    <a:pt x="123" y="304"/>
                    <a:pt x="154" y="304"/>
                  </a:cubicBezTo>
                  <a:cubicBezTo>
                    <a:pt x="158" y="304"/>
                    <a:pt x="161" y="303"/>
                    <a:pt x="165" y="302"/>
                  </a:cubicBezTo>
                  <a:cubicBezTo>
                    <a:pt x="194" y="287"/>
                    <a:pt x="187" y="212"/>
                    <a:pt x="153" y="127"/>
                  </a:cubicBezTo>
                  <a:cubicBezTo>
                    <a:pt x="120" y="53"/>
                    <a:pt x="72" y="1"/>
                    <a:pt x="4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762;p46">
              <a:extLst>
                <a:ext uri="{FF2B5EF4-FFF2-40B4-BE49-F238E27FC236}">
                  <a16:creationId xmlns:a16="http://schemas.microsoft.com/office/drawing/2014/main" id="{E8ED5EFB-A769-01F3-4048-9E0D59010AEE}"/>
                </a:ext>
              </a:extLst>
            </p:cNvPr>
            <p:cNvSpPr/>
            <p:nvPr/>
          </p:nvSpPr>
          <p:spPr>
            <a:xfrm>
              <a:off x="7654580" y="3087449"/>
              <a:ext cx="12583" cy="11558"/>
            </a:xfrm>
            <a:custGeom>
              <a:avLst/>
              <a:gdLst/>
              <a:ahLst/>
              <a:cxnLst/>
              <a:rect l="l" t="t" r="r" b="b"/>
              <a:pathLst>
                <a:path w="307" h="282" extrusionOk="0">
                  <a:moveTo>
                    <a:pt x="159" y="0"/>
                  </a:moveTo>
                  <a:cubicBezTo>
                    <a:pt x="111" y="0"/>
                    <a:pt x="88" y="31"/>
                    <a:pt x="97" y="41"/>
                  </a:cubicBezTo>
                  <a:cubicBezTo>
                    <a:pt x="109" y="55"/>
                    <a:pt x="138" y="55"/>
                    <a:pt x="161" y="81"/>
                  </a:cubicBezTo>
                  <a:cubicBezTo>
                    <a:pt x="187" y="111"/>
                    <a:pt x="190" y="134"/>
                    <a:pt x="157" y="156"/>
                  </a:cubicBezTo>
                  <a:cubicBezTo>
                    <a:pt x="146" y="162"/>
                    <a:pt x="137" y="165"/>
                    <a:pt x="129" y="165"/>
                  </a:cubicBezTo>
                  <a:cubicBezTo>
                    <a:pt x="112" y="165"/>
                    <a:pt x="100" y="152"/>
                    <a:pt x="90" y="126"/>
                  </a:cubicBezTo>
                  <a:cubicBezTo>
                    <a:pt x="78" y="93"/>
                    <a:pt x="93" y="63"/>
                    <a:pt x="83" y="51"/>
                  </a:cubicBezTo>
                  <a:cubicBezTo>
                    <a:pt x="82" y="48"/>
                    <a:pt x="77" y="46"/>
                    <a:pt x="71" y="46"/>
                  </a:cubicBezTo>
                  <a:cubicBezTo>
                    <a:pt x="52" y="46"/>
                    <a:pt x="16" y="66"/>
                    <a:pt x="7" y="122"/>
                  </a:cubicBezTo>
                  <a:cubicBezTo>
                    <a:pt x="0" y="160"/>
                    <a:pt x="7" y="208"/>
                    <a:pt x="49" y="249"/>
                  </a:cubicBezTo>
                  <a:cubicBezTo>
                    <a:pt x="72" y="271"/>
                    <a:pt x="105" y="281"/>
                    <a:pt x="138" y="281"/>
                  </a:cubicBezTo>
                  <a:cubicBezTo>
                    <a:pt x="168" y="281"/>
                    <a:pt x="198" y="273"/>
                    <a:pt x="221" y="257"/>
                  </a:cubicBezTo>
                  <a:cubicBezTo>
                    <a:pt x="273" y="227"/>
                    <a:pt x="307" y="160"/>
                    <a:pt x="292" y="100"/>
                  </a:cubicBezTo>
                  <a:cubicBezTo>
                    <a:pt x="273" y="44"/>
                    <a:pt x="232" y="18"/>
                    <a:pt x="198" y="7"/>
                  </a:cubicBezTo>
                  <a:cubicBezTo>
                    <a:pt x="184" y="2"/>
                    <a:pt x="170" y="0"/>
                    <a:pt x="15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763;p46">
              <a:extLst>
                <a:ext uri="{FF2B5EF4-FFF2-40B4-BE49-F238E27FC236}">
                  <a16:creationId xmlns:a16="http://schemas.microsoft.com/office/drawing/2014/main" id="{22487F72-F799-7DE9-4CEB-FB09DC6A8649}"/>
                </a:ext>
              </a:extLst>
            </p:cNvPr>
            <p:cNvSpPr/>
            <p:nvPr/>
          </p:nvSpPr>
          <p:spPr>
            <a:xfrm>
              <a:off x="7675401" y="3095236"/>
              <a:ext cx="12583" cy="9017"/>
            </a:xfrm>
            <a:custGeom>
              <a:avLst/>
              <a:gdLst/>
              <a:ahLst/>
              <a:cxnLst/>
              <a:rect l="l" t="t" r="r" b="b"/>
              <a:pathLst>
                <a:path w="307" h="220" extrusionOk="0">
                  <a:moveTo>
                    <a:pt x="256" y="0"/>
                  </a:moveTo>
                  <a:cubicBezTo>
                    <a:pt x="223" y="0"/>
                    <a:pt x="170" y="23"/>
                    <a:pt x="116" y="63"/>
                  </a:cubicBezTo>
                  <a:cubicBezTo>
                    <a:pt x="41" y="115"/>
                    <a:pt x="1" y="182"/>
                    <a:pt x="18" y="209"/>
                  </a:cubicBezTo>
                  <a:cubicBezTo>
                    <a:pt x="25" y="216"/>
                    <a:pt x="35" y="220"/>
                    <a:pt x="48" y="220"/>
                  </a:cubicBezTo>
                  <a:cubicBezTo>
                    <a:pt x="83" y="220"/>
                    <a:pt x="136" y="197"/>
                    <a:pt x="187" y="156"/>
                  </a:cubicBezTo>
                  <a:cubicBezTo>
                    <a:pt x="261" y="104"/>
                    <a:pt x="306" y="37"/>
                    <a:pt x="284" y="11"/>
                  </a:cubicBezTo>
                  <a:cubicBezTo>
                    <a:pt x="278" y="4"/>
                    <a:pt x="269" y="0"/>
                    <a:pt x="25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764;p46">
              <a:extLst>
                <a:ext uri="{FF2B5EF4-FFF2-40B4-BE49-F238E27FC236}">
                  <a16:creationId xmlns:a16="http://schemas.microsoft.com/office/drawing/2014/main" id="{FB2B915D-6354-C51A-E2AC-F29F330307CC}"/>
                </a:ext>
              </a:extLst>
            </p:cNvPr>
            <p:cNvSpPr/>
            <p:nvPr/>
          </p:nvSpPr>
          <p:spPr>
            <a:xfrm>
              <a:off x="7687779" y="3104212"/>
              <a:ext cx="9386" cy="6066"/>
            </a:xfrm>
            <a:custGeom>
              <a:avLst/>
              <a:gdLst/>
              <a:ahLst/>
              <a:cxnLst/>
              <a:rect l="l" t="t" r="r" b="b"/>
              <a:pathLst>
                <a:path w="229" h="148" extrusionOk="0">
                  <a:moveTo>
                    <a:pt x="164" y="1"/>
                  </a:moveTo>
                  <a:cubicBezTo>
                    <a:pt x="142" y="1"/>
                    <a:pt x="115" y="7"/>
                    <a:pt x="90" y="20"/>
                  </a:cubicBezTo>
                  <a:cubicBezTo>
                    <a:pt x="35" y="46"/>
                    <a:pt x="1" y="94"/>
                    <a:pt x="16" y="125"/>
                  </a:cubicBezTo>
                  <a:cubicBezTo>
                    <a:pt x="23" y="140"/>
                    <a:pt x="42" y="147"/>
                    <a:pt x="66" y="147"/>
                  </a:cubicBezTo>
                  <a:cubicBezTo>
                    <a:pt x="88" y="147"/>
                    <a:pt x="115" y="141"/>
                    <a:pt x="142" y="128"/>
                  </a:cubicBezTo>
                  <a:cubicBezTo>
                    <a:pt x="199" y="98"/>
                    <a:pt x="228" y="53"/>
                    <a:pt x="214" y="23"/>
                  </a:cubicBezTo>
                  <a:cubicBezTo>
                    <a:pt x="206" y="8"/>
                    <a:pt x="187" y="1"/>
                    <a:pt x="16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765;p46">
              <a:extLst>
                <a:ext uri="{FF2B5EF4-FFF2-40B4-BE49-F238E27FC236}">
                  <a16:creationId xmlns:a16="http://schemas.microsoft.com/office/drawing/2014/main" id="{D4525A6A-406B-1014-CCCA-8B9D11A067C7}"/>
                </a:ext>
              </a:extLst>
            </p:cNvPr>
            <p:cNvSpPr/>
            <p:nvPr/>
          </p:nvSpPr>
          <p:spPr>
            <a:xfrm>
              <a:off x="7706428" y="3110647"/>
              <a:ext cx="5738" cy="9550"/>
            </a:xfrm>
            <a:custGeom>
              <a:avLst/>
              <a:gdLst/>
              <a:ahLst/>
              <a:cxnLst/>
              <a:rect l="l" t="t" r="r" b="b"/>
              <a:pathLst>
                <a:path w="140" h="233" extrusionOk="0">
                  <a:moveTo>
                    <a:pt x="57" y="1"/>
                  </a:moveTo>
                  <a:cubicBezTo>
                    <a:pt x="56" y="1"/>
                    <a:pt x="55" y="1"/>
                    <a:pt x="54" y="1"/>
                  </a:cubicBezTo>
                  <a:cubicBezTo>
                    <a:pt x="20" y="4"/>
                    <a:pt x="1" y="61"/>
                    <a:pt x="9" y="125"/>
                  </a:cubicBezTo>
                  <a:cubicBezTo>
                    <a:pt x="19" y="185"/>
                    <a:pt x="51" y="232"/>
                    <a:pt x="83" y="232"/>
                  </a:cubicBezTo>
                  <a:cubicBezTo>
                    <a:pt x="84" y="232"/>
                    <a:pt x="86" y="232"/>
                    <a:pt x="87" y="232"/>
                  </a:cubicBezTo>
                  <a:cubicBezTo>
                    <a:pt x="121" y="229"/>
                    <a:pt x="140" y="173"/>
                    <a:pt x="128" y="109"/>
                  </a:cubicBezTo>
                  <a:cubicBezTo>
                    <a:pt x="121" y="48"/>
                    <a:pt x="89" y="1"/>
                    <a:pt x="5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766;p46">
              <a:extLst>
                <a:ext uri="{FF2B5EF4-FFF2-40B4-BE49-F238E27FC236}">
                  <a16:creationId xmlns:a16="http://schemas.microsoft.com/office/drawing/2014/main" id="{531C8693-B46D-DDD2-460D-7F33B3B97B4C}"/>
                </a:ext>
              </a:extLst>
            </p:cNvPr>
            <p:cNvSpPr/>
            <p:nvPr/>
          </p:nvSpPr>
          <p:spPr>
            <a:xfrm>
              <a:off x="7727741" y="3117779"/>
              <a:ext cx="14264" cy="13157"/>
            </a:xfrm>
            <a:custGeom>
              <a:avLst/>
              <a:gdLst/>
              <a:ahLst/>
              <a:cxnLst/>
              <a:rect l="l" t="t" r="r" b="b"/>
              <a:pathLst>
                <a:path w="348" h="321" extrusionOk="0">
                  <a:moveTo>
                    <a:pt x="177" y="1"/>
                  </a:moveTo>
                  <a:cubicBezTo>
                    <a:pt x="115" y="1"/>
                    <a:pt x="89" y="41"/>
                    <a:pt x="101" y="47"/>
                  </a:cubicBezTo>
                  <a:cubicBezTo>
                    <a:pt x="108" y="63"/>
                    <a:pt x="146" y="55"/>
                    <a:pt x="184" y="85"/>
                  </a:cubicBezTo>
                  <a:cubicBezTo>
                    <a:pt x="221" y="115"/>
                    <a:pt x="236" y="159"/>
                    <a:pt x="187" y="189"/>
                  </a:cubicBezTo>
                  <a:cubicBezTo>
                    <a:pt x="173" y="197"/>
                    <a:pt x="160" y="201"/>
                    <a:pt x="148" y="201"/>
                  </a:cubicBezTo>
                  <a:cubicBezTo>
                    <a:pt x="118" y="201"/>
                    <a:pt x="98" y="176"/>
                    <a:pt x="91" y="141"/>
                  </a:cubicBezTo>
                  <a:cubicBezTo>
                    <a:pt x="82" y="96"/>
                    <a:pt x="105" y="66"/>
                    <a:pt x="94" y="51"/>
                  </a:cubicBezTo>
                  <a:cubicBezTo>
                    <a:pt x="94" y="47"/>
                    <a:pt x="90" y="45"/>
                    <a:pt x="84" y="45"/>
                  </a:cubicBezTo>
                  <a:cubicBezTo>
                    <a:pt x="64" y="45"/>
                    <a:pt x="20" y="68"/>
                    <a:pt x="8" y="137"/>
                  </a:cubicBezTo>
                  <a:cubicBezTo>
                    <a:pt x="1" y="178"/>
                    <a:pt x="5" y="234"/>
                    <a:pt x="53" y="282"/>
                  </a:cubicBezTo>
                  <a:cubicBezTo>
                    <a:pt x="80" y="308"/>
                    <a:pt x="117" y="320"/>
                    <a:pt x="154" y="320"/>
                  </a:cubicBezTo>
                  <a:cubicBezTo>
                    <a:pt x="188" y="320"/>
                    <a:pt x="222" y="310"/>
                    <a:pt x="251" y="290"/>
                  </a:cubicBezTo>
                  <a:cubicBezTo>
                    <a:pt x="307" y="256"/>
                    <a:pt x="348" y="178"/>
                    <a:pt x="325" y="111"/>
                  </a:cubicBezTo>
                  <a:cubicBezTo>
                    <a:pt x="307" y="47"/>
                    <a:pt x="255" y="18"/>
                    <a:pt x="217" y="6"/>
                  </a:cubicBezTo>
                  <a:cubicBezTo>
                    <a:pt x="202" y="2"/>
                    <a:pt x="189" y="1"/>
                    <a:pt x="17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767;p46">
              <a:extLst>
                <a:ext uri="{FF2B5EF4-FFF2-40B4-BE49-F238E27FC236}">
                  <a16:creationId xmlns:a16="http://schemas.microsoft.com/office/drawing/2014/main" id="{95C187C1-815F-1907-234C-C46F9B850E87}"/>
                </a:ext>
              </a:extLst>
            </p:cNvPr>
            <p:cNvSpPr/>
            <p:nvPr/>
          </p:nvSpPr>
          <p:spPr>
            <a:xfrm>
              <a:off x="7747045" y="3129378"/>
              <a:ext cx="11354" cy="9099"/>
            </a:xfrm>
            <a:custGeom>
              <a:avLst/>
              <a:gdLst/>
              <a:ahLst/>
              <a:cxnLst/>
              <a:rect l="l" t="t" r="r" b="b"/>
              <a:pathLst>
                <a:path w="277" h="222" extrusionOk="0">
                  <a:moveTo>
                    <a:pt x="227" y="1"/>
                  </a:moveTo>
                  <a:cubicBezTo>
                    <a:pt x="195" y="1"/>
                    <a:pt x="144" y="26"/>
                    <a:pt x="97" y="66"/>
                  </a:cubicBezTo>
                  <a:cubicBezTo>
                    <a:pt x="34" y="119"/>
                    <a:pt x="1" y="187"/>
                    <a:pt x="23" y="213"/>
                  </a:cubicBezTo>
                  <a:cubicBezTo>
                    <a:pt x="28" y="218"/>
                    <a:pt x="36" y="221"/>
                    <a:pt x="46" y="221"/>
                  </a:cubicBezTo>
                  <a:cubicBezTo>
                    <a:pt x="77" y="221"/>
                    <a:pt x="129" y="198"/>
                    <a:pt x="175" y="156"/>
                  </a:cubicBezTo>
                  <a:cubicBezTo>
                    <a:pt x="239" y="100"/>
                    <a:pt x="277" y="37"/>
                    <a:pt x="254" y="11"/>
                  </a:cubicBezTo>
                  <a:cubicBezTo>
                    <a:pt x="248" y="4"/>
                    <a:pt x="239" y="1"/>
                    <a:pt x="22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768;p46">
              <a:extLst>
                <a:ext uri="{FF2B5EF4-FFF2-40B4-BE49-F238E27FC236}">
                  <a16:creationId xmlns:a16="http://schemas.microsoft.com/office/drawing/2014/main" id="{808702B5-A8C0-DA78-3D4F-41C806692A44}"/>
                </a:ext>
              </a:extLst>
            </p:cNvPr>
            <p:cNvSpPr/>
            <p:nvPr/>
          </p:nvSpPr>
          <p:spPr>
            <a:xfrm>
              <a:off x="7763399" y="3139419"/>
              <a:ext cx="11968" cy="6886"/>
            </a:xfrm>
            <a:custGeom>
              <a:avLst/>
              <a:gdLst/>
              <a:ahLst/>
              <a:cxnLst/>
              <a:rect l="l" t="t" r="r" b="b"/>
              <a:pathLst>
                <a:path w="292" h="168" extrusionOk="0">
                  <a:moveTo>
                    <a:pt x="235" y="1"/>
                  </a:moveTo>
                  <a:cubicBezTo>
                    <a:pt x="206" y="1"/>
                    <a:pt x="164" y="17"/>
                    <a:pt x="121" y="35"/>
                  </a:cubicBezTo>
                  <a:cubicBezTo>
                    <a:pt x="53" y="64"/>
                    <a:pt x="0" y="98"/>
                    <a:pt x="0" y="132"/>
                  </a:cubicBezTo>
                  <a:cubicBezTo>
                    <a:pt x="3" y="152"/>
                    <a:pt x="33" y="168"/>
                    <a:pt x="76" y="168"/>
                  </a:cubicBezTo>
                  <a:cubicBezTo>
                    <a:pt x="103" y="168"/>
                    <a:pt x="136" y="161"/>
                    <a:pt x="169" y="147"/>
                  </a:cubicBezTo>
                  <a:cubicBezTo>
                    <a:pt x="255" y="109"/>
                    <a:pt x="292" y="35"/>
                    <a:pt x="266" y="12"/>
                  </a:cubicBezTo>
                  <a:cubicBezTo>
                    <a:pt x="259" y="4"/>
                    <a:pt x="248" y="1"/>
                    <a:pt x="2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769;p46">
              <a:extLst>
                <a:ext uri="{FF2B5EF4-FFF2-40B4-BE49-F238E27FC236}">
                  <a16:creationId xmlns:a16="http://schemas.microsoft.com/office/drawing/2014/main" id="{20EC1143-80B4-8A5C-3C24-B02C1F08E859}"/>
                </a:ext>
              </a:extLst>
            </p:cNvPr>
            <p:cNvSpPr/>
            <p:nvPr/>
          </p:nvSpPr>
          <p:spPr>
            <a:xfrm>
              <a:off x="7782703" y="3150076"/>
              <a:ext cx="6312" cy="8484"/>
            </a:xfrm>
            <a:custGeom>
              <a:avLst/>
              <a:gdLst/>
              <a:ahLst/>
              <a:cxnLst/>
              <a:rect l="l" t="t" r="r" b="b"/>
              <a:pathLst>
                <a:path w="154" h="207" extrusionOk="0">
                  <a:moveTo>
                    <a:pt x="54" y="1"/>
                  </a:moveTo>
                  <a:cubicBezTo>
                    <a:pt x="49" y="1"/>
                    <a:pt x="45" y="1"/>
                    <a:pt x="41" y="2"/>
                  </a:cubicBezTo>
                  <a:cubicBezTo>
                    <a:pt x="12" y="14"/>
                    <a:pt x="0" y="66"/>
                    <a:pt x="19" y="122"/>
                  </a:cubicBezTo>
                  <a:cubicBezTo>
                    <a:pt x="35" y="171"/>
                    <a:pt x="69" y="206"/>
                    <a:pt x="97" y="206"/>
                  </a:cubicBezTo>
                  <a:cubicBezTo>
                    <a:pt x="101" y="206"/>
                    <a:pt x="105" y="206"/>
                    <a:pt x="109" y="204"/>
                  </a:cubicBezTo>
                  <a:cubicBezTo>
                    <a:pt x="143" y="193"/>
                    <a:pt x="153" y="141"/>
                    <a:pt x="135" y="85"/>
                  </a:cubicBezTo>
                  <a:cubicBezTo>
                    <a:pt x="119" y="35"/>
                    <a:pt x="85" y="1"/>
                    <a:pt x="5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770;p46">
              <a:extLst>
                <a:ext uri="{FF2B5EF4-FFF2-40B4-BE49-F238E27FC236}">
                  <a16:creationId xmlns:a16="http://schemas.microsoft.com/office/drawing/2014/main" id="{AD9712F0-6D48-B973-3E34-62311E51E1B9}"/>
                </a:ext>
              </a:extLst>
            </p:cNvPr>
            <p:cNvSpPr/>
            <p:nvPr/>
          </p:nvSpPr>
          <p:spPr>
            <a:xfrm>
              <a:off x="7798647" y="3147084"/>
              <a:ext cx="13649" cy="12050"/>
            </a:xfrm>
            <a:custGeom>
              <a:avLst/>
              <a:gdLst/>
              <a:ahLst/>
              <a:cxnLst/>
              <a:rect l="l" t="t" r="r" b="b"/>
              <a:pathLst>
                <a:path w="333" h="294" extrusionOk="0">
                  <a:moveTo>
                    <a:pt x="128" y="71"/>
                  </a:moveTo>
                  <a:lnTo>
                    <a:pt x="128" y="71"/>
                  </a:lnTo>
                  <a:cubicBezTo>
                    <a:pt x="138" y="73"/>
                    <a:pt x="149" y="76"/>
                    <a:pt x="161" y="83"/>
                  </a:cubicBezTo>
                  <a:cubicBezTo>
                    <a:pt x="202" y="110"/>
                    <a:pt x="216" y="139"/>
                    <a:pt x="171" y="165"/>
                  </a:cubicBezTo>
                  <a:cubicBezTo>
                    <a:pt x="160" y="173"/>
                    <a:pt x="150" y="176"/>
                    <a:pt x="142" y="176"/>
                  </a:cubicBezTo>
                  <a:cubicBezTo>
                    <a:pt x="122" y="176"/>
                    <a:pt x="112" y="155"/>
                    <a:pt x="112" y="120"/>
                  </a:cubicBezTo>
                  <a:cubicBezTo>
                    <a:pt x="112" y="98"/>
                    <a:pt x="121" y="83"/>
                    <a:pt x="128" y="71"/>
                  </a:cubicBezTo>
                  <a:close/>
                  <a:moveTo>
                    <a:pt x="164" y="0"/>
                  </a:moveTo>
                  <a:cubicBezTo>
                    <a:pt x="115" y="0"/>
                    <a:pt x="88" y="23"/>
                    <a:pt x="78" y="42"/>
                  </a:cubicBezTo>
                  <a:lnTo>
                    <a:pt x="78" y="42"/>
                  </a:lnTo>
                  <a:cubicBezTo>
                    <a:pt x="62" y="51"/>
                    <a:pt x="46" y="66"/>
                    <a:pt x="33" y="91"/>
                  </a:cubicBezTo>
                  <a:cubicBezTo>
                    <a:pt x="14" y="127"/>
                    <a:pt x="0" y="188"/>
                    <a:pt x="45" y="244"/>
                  </a:cubicBezTo>
                  <a:cubicBezTo>
                    <a:pt x="70" y="277"/>
                    <a:pt x="111" y="293"/>
                    <a:pt x="151" y="293"/>
                  </a:cubicBezTo>
                  <a:cubicBezTo>
                    <a:pt x="182" y="293"/>
                    <a:pt x="212" y="284"/>
                    <a:pt x="235" y="266"/>
                  </a:cubicBezTo>
                  <a:cubicBezTo>
                    <a:pt x="295" y="236"/>
                    <a:pt x="333" y="150"/>
                    <a:pt x="302" y="87"/>
                  </a:cubicBezTo>
                  <a:cubicBezTo>
                    <a:pt x="273" y="23"/>
                    <a:pt x="216" y="5"/>
                    <a:pt x="179" y="1"/>
                  </a:cubicBezTo>
                  <a:cubicBezTo>
                    <a:pt x="174" y="1"/>
                    <a:pt x="169" y="0"/>
                    <a:pt x="16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771;p46">
              <a:extLst>
                <a:ext uri="{FF2B5EF4-FFF2-40B4-BE49-F238E27FC236}">
                  <a16:creationId xmlns:a16="http://schemas.microsoft.com/office/drawing/2014/main" id="{3F330DEF-50B7-A589-C072-A496284F38CF}"/>
                </a:ext>
              </a:extLst>
            </p:cNvPr>
            <p:cNvSpPr/>
            <p:nvPr/>
          </p:nvSpPr>
          <p:spPr>
            <a:xfrm>
              <a:off x="7809509" y="3129378"/>
              <a:ext cx="7050" cy="7337"/>
            </a:xfrm>
            <a:custGeom>
              <a:avLst/>
              <a:gdLst/>
              <a:ahLst/>
              <a:cxnLst/>
              <a:rect l="l" t="t" r="r" b="b"/>
              <a:pathLst>
                <a:path w="172" h="179" extrusionOk="0">
                  <a:moveTo>
                    <a:pt x="50" y="1"/>
                  </a:moveTo>
                  <a:cubicBezTo>
                    <a:pt x="42" y="1"/>
                    <a:pt x="34" y="3"/>
                    <a:pt x="26" y="7"/>
                  </a:cubicBezTo>
                  <a:cubicBezTo>
                    <a:pt x="0" y="26"/>
                    <a:pt x="4" y="78"/>
                    <a:pt x="37" y="123"/>
                  </a:cubicBezTo>
                  <a:cubicBezTo>
                    <a:pt x="63" y="159"/>
                    <a:pt x="94" y="179"/>
                    <a:pt x="120" y="179"/>
                  </a:cubicBezTo>
                  <a:cubicBezTo>
                    <a:pt x="129" y="179"/>
                    <a:pt x="138" y="176"/>
                    <a:pt x="146" y="171"/>
                  </a:cubicBezTo>
                  <a:cubicBezTo>
                    <a:pt x="172" y="152"/>
                    <a:pt x="168" y="100"/>
                    <a:pt x="135" y="56"/>
                  </a:cubicBezTo>
                  <a:cubicBezTo>
                    <a:pt x="109" y="22"/>
                    <a:pt x="77" y="1"/>
                    <a:pt x="5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772;p46">
              <a:extLst>
                <a:ext uri="{FF2B5EF4-FFF2-40B4-BE49-F238E27FC236}">
                  <a16:creationId xmlns:a16="http://schemas.microsoft.com/office/drawing/2014/main" id="{AE60315A-E645-74E3-9A01-5062FBFD5A0D}"/>
                </a:ext>
              </a:extLst>
            </p:cNvPr>
            <p:cNvSpPr/>
            <p:nvPr/>
          </p:nvSpPr>
          <p:spPr>
            <a:xfrm>
              <a:off x="7815739" y="3119582"/>
              <a:ext cx="7419" cy="6558"/>
            </a:xfrm>
            <a:custGeom>
              <a:avLst/>
              <a:gdLst/>
              <a:ahLst/>
              <a:cxnLst/>
              <a:rect l="l" t="t" r="r" b="b"/>
              <a:pathLst>
                <a:path w="181" h="160" extrusionOk="0">
                  <a:moveTo>
                    <a:pt x="57" y="0"/>
                  </a:moveTo>
                  <a:cubicBezTo>
                    <a:pt x="43" y="0"/>
                    <a:pt x="32" y="5"/>
                    <a:pt x="23" y="14"/>
                  </a:cubicBezTo>
                  <a:cubicBezTo>
                    <a:pt x="1" y="37"/>
                    <a:pt x="13" y="86"/>
                    <a:pt x="46" y="123"/>
                  </a:cubicBezTo>
                  <a:cubicBezTo>
                    <a:pt x="69" y="146"/>
                    <a:pt x="97" y="159"/>
                    <a:pt x="121" y="159"/>
                  </a:cubicBezTo>
                  <a:cubicBezTo>
                    <a:pt x="135" y="159"/>
                    <a:pt x="148" y="155"/>
                    <a:pt x="158" y="145"/>
                  </a:cubicBezTo>
                  <a:cubicBezTo>
                    <a:pt x="180" y="123"/>
                    <a:pt x="169" y="74"/>
                    <a:pt x="132" y="37"/>
                  </a:cubicBezTo>
                  <a:cubicBezTo>
                    <a:pt x="109" y="13"/>
                    <a:pt x="80" y="0"/>
                    <a:pt x="5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773;p46">
              <a:extLst>
                <a:ext uri="{FF2B5EF4-FFF2-40B4-BE49-F238E27FC236}">
                  <a16:creationId xmlns:a16="http://schemas.microsoft.com/office/drawing/2014/main" id="{12DAD788-304D-A24D-C6BB-ABC6FA25E337}"/>
                </a:ext>
              </a:extLst>
            </p:cNvPr>
            <p:cNvSpPr/>
            <p:nvPr/>
          </p:nvSpPr>
          <p:spPr>
            <a:xfrm>
              <a:off x="7825288" y="3102901"/>
              <a:ext cx="11354" cy="9796"/>
            </a:xfrm>
            <a:custGeom>
              <a:avLst/>
              <a:gdLst/>
              <a:ahLst/>
              <a:cxnLst/>
              <a:rect l="l" t="t" r="r" b="b"/>
              <a:pathLst>
                <a:path w="277" h="239" extrusionOk="0">
                  <a:moveTo>
                    <a:pt x="162" y="0"/>
                  </a:moveTo>
                  <a:cubicBezTo>
                    <a:pt x="116" y="0"/>
                    <a:pt x="96" y="38"/>
                    <a:pt x="109" y="45"/>
                  </a:cubicBezTo>
                  <a:cubicBezTo>
                    <a:pt x="119" y="55"/>
                    <a:pt x="142" y="59"/>
                    <a:pt x="157" y="81"/>
                  </a:cubicBezTo>
                  <a:cubicBezTo>
                    <a:pt x="164" y="93"/>
                    <a:pt x="168" y="107"/>
                    <a:pt x="164" y="107"/>
                  </a:cubicBezTo>
                  <a:cubicBezTo>
                    <a:pt x="161" y="107"/>
                    <a:pt x="157" y="112"/>
                    <a:pt x="142" y="115"/>
                  </a:cubicBezTo>
                  <a:cubicBezTo>
                    <a:pt x="134" y="117"/>
                    <a:pt x="129" y="118"/>
                    <a:pt x="126" y="118"/>
                  </a:cubicBezTo>
                  <a:cubicBezTo>
                    <a:pt x="122" y="118"/>
                    <a:pt x="119" y="117"/>
                    <a:pt x="116" y="115"/>
                  </a:cubicBezTo>
                  <a:cubicBezTo>
                    <a:pt x="109" y="107"/>
                    <a:pt x="104" y="93"/>
                    <a:pt x="100" y="78"/>
                  </a:cubicBezTo>
                  <a:cubicBezTo>
                    <a:pt x="97" y="48"/>
                    <a:pt x="112" y="26"/>
                    <a:pt x="100" y="11"/>
                  </a:cubicBezTo>
                  <a:cubicBezTo>
                    <a:pt x="99" y="5"/>
                    <a:pt x="93" y="2"/>
                    <a:pt x="84" y="2"/>
                  </a:cubicBezTo>
                  <a:cubicBezTo>
                    <a:pt x="67" y="2"/>
                    <a:pt x="39" y="15"/>
                    <a:pt x="19" y="55"/>
                  </a:cubicBezTo>
                  <a:cubicBezTo>
                    <a:pt x="7" y="85"/>
                    <a:pt x="0" y="130"/>
                    <a:pt x="26" y="175"/>
                  </a:cubicBezTo>
                  <a:cubicBezTo>
                    <a:pt x="44" y="214"/>
                    <a:pt x="94" y="239"/>
                    <a:pt x="140" y="239"/>
                  </a:cubicBezTo>
                  <a:cubicBezTo>
                    <a:pt x="151" y="239"/>
                    <a:pt x="161" y="238"/>
                    <a:pt x="171" y="235"/>
                  </a:cubicBezTo>
                  <a:cubicBezTo>
                    <a:pt x="224" y="224"/>
                    <a:pt x="276" y="171"/>
                    <a:pt x="273" y="107"/>
                  </a:cubicBezTo>
                  <a:cubicBezTo>
                    <a:pt x="269" y="48"/>
                    <a:pt x="228" y="18"/>
                    <a:pt x="198" y="7"/>
                  </a:cubicBezTo>
                  <a:cubicBezTo>
                    <a:pt x="185" y="2"/>
                    <a:pt x="173" y="0"/>
                    <a:pt x="16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774;p46">
              <a:extLst>
                <a:ext uri="{FF2B5EF4-FFF2-40B4-BE49-F238E27FC236}">
                  <a16:creationId xmlns:a16="http://schemas.microsoft.com/office/drawing/2014/main" id="{15DAC869-BA30-9A74-E149-3D22518BA3C7}"/>
                </a:ext>
              </a:extLst>
            </p:cNvPr>
            <p:cNvSpPr/>
            <p:nvPr/>
          </p:nvSpPr>
          <p:spPr>
            <a:xfrm>
              <a:off x="7842585" y="3113967"/>
              <a:ext cx="5533" cy="6271"/>
            </a:xfrm>
            <a:custGeom>
              <a:avLst/>
              <a:gdLst/>
              <a:ahLst/>
              <a:cxnLst/>
              <a:rect l="l" t="t" r="r" b="b"/>
              <a:pathLst>
                <a:path w="135" h="153" extrusionOk="0">
                  <a:moveTo>
                    <a:pt x="74" y="1"/>
                  </a:moveTo>
                  <a:cubicBezTo>
                    <a:pt x="44" y="1"/>
                    <a:pt x="17" y="26"/>
                    <a:pt x="7" y="61"/>
                  </a:cubicBezTo>
                  <a:cubicBezTo>
                    <a:pt x="0" y="103"/>
                    <a:pt x="18" y="144"/>
                    <a:pt x="52" y="151"/>
                  </a:cubicBezTo>
                  <a:cubicBezTo>
                    <a:pt x="55" y="152"/>
                    <a:pt x="59" y="152"/>
                    <a:pt x="62" y="152"/>
                  </a:cubicBezTo>
                  <a:cubicBezTo>
                    <a:pt x="89" y="152"/>
                    <a:pt x="117" y="124"/>
                    <a:pt x="127" y="88"/>
                  </a:cubicBezTo>
                  <a:cubicBezTo>
                    <a:pt x="135" y="47"/>
                    <a:pt x="116" y="9"/>
                    <a:pt x="85" y="2"/>
                  </a:cubicBezTo>
                  <a:cubicBezTo>
                    <a:pt x="81" y="1"/>
                    <a:pt x="77" y="1"/>
                    <a:pt x="7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775;p46">
              <a:extLst>
                <a:ext uri="{FF2B5EF4-FFF2-40B4-BE49-F238E27FC236}">
                  <a16:creationId xmlns:a16="http://schemas.microsoft.com/office/drawing/2014/main" id="{4C6C8E0A-07BC-6EAC-4377-81102450DD68}"/>
                </a:ext>
              </a:extLst>
            </p:cNvPr>
            <p:cNvSpPr/>
            <p:nvPr/>
          </p:nvSpPr>
          <p:spPr>
            <a:xfrm>
              <a:off x="7850208" y="3120730"/>
              <a:ext cx="5533" cy="7788"/>
            </a:xfrm>
            <a:custGeom>
              <a:avLst/>
              <a:gdLst/>
              <a:ahLst/>
              <a:cxnLst/>
              <a:rect l="l" t="t" r="r" b="b"/>
              <a:pathLst>
                <a:path w="135" h="190" extrusionOk="0">
                  <a:moveTo>
                    <a:pt x="71" y="1"/>
                  </a:moveTo>
                  <a:cubicBezTo>
                    <a:pt x="69" y="1"/>
                    <a:pt x="67" y="1"/>
                    <a:pt x="64" y="1"/>
                  </a:cubicBezTo>
                  <a:cubicBezTo>
                    <a:pt x="34" y="9"/>
                    <a:pt x="11" y="46"/>
                    <a:pt x="4" y="87"/>
                  </a:cubicBezTo>
                  <a:cubicBezTo>
                    <a:pt x="1" y="125"/>
                    <a:pt x="4" y="165"/>
                    <a:pt x="30" y="184"/>
                  </a:cubicBezTo>
                  <a:cubicBezTo>
                    <a:pt x="35" y="188"/>
                    <a:pt x="42" y="190"/>
                    <a:pt x="49" y="190"/>
                  </a:cubicBezTo>
                  <a:cubicBezTo>
                    <a:pt x="77" y="190"/>
                    <a:pt x="115" y="160"/>
                    <a:pt x="124" y="106"/>
                  </a:cubicBezTo>
                  <a:cubicBezTo>
                    <a:pt x="134" y="47"/>
                    <a:pt x="102" y="1"/>
                    <a:pt x="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776;p46">
              <a:extLst>
                <a:ext uri="{FF2B5EF4-FFF2-40B4-BE49-F238E27FC236}">
                  <a16:creationId xmlns:a16="http://schemas.microsoft.com/office/drawing/2014/main" id="{48256702-A151-4D0E-9187-D784AA475C84}"/>
                </a:ext>
              </a:extLst>
            </p:cNvPr>
            <p:cNvSpPr/>
            <p:nvPr/>
          </p:nvSpPr>
          <p:spPr>
            <a:xfrm>
              <a:off x="7853323" y="3135362"/>
              <a:ext cx="8402" cy="5164"/>
            </a:xfrm>
            <a:custGeom>
              <a:avLst/>
              <a:gdLst/>
              <a:ahLst/>
              <a:cxnLst/>
              <a:rect l="l" t="t" r="r" b="b"/>
              <a:pathLst>
                <a:path w="205" h="126" extrusionOk="0">
                  <a:moveTo>
                    <a:pt x="89" y="1"/>
                  </a:moveTo>
                  <a:cubicBezTo>
                    <a:pt x="37" y="1"/>
                    <a:pt x="0" y="33"/>
                    <a:pt x="7" y="63"/>
                  </a:cubicBezTo>
                  <a:cubicBezTo>
                    <a:pt x="11" y="93"/>
                    <a:pt x="48" y="115"/>
                    <a:pt x="89" y="122"/>
                  </a:cubicBezTo>
                  <a:cubicBezTo>
                    <a:pt x="99" y="124"/>
                    <a:pt x="109" y="125"/>
                    <a:pt x="119" y="125"/>
                  </a:cubicBezTo>
                  <a:cubicBezTo>
                    <a:pt x="149" y="125"/>
                    <a:pt x="176" y="116"/>
                    <a:pt x="190" y="96"/>
                  </a:cubicBezTo>
                  <a:cubicBezTo>
                    <a:pt x="204" y="67"/>
                    <a:pt x="175" y="15"/>
                    <a:pt x="111" y="3"/>
                  </a:cubicBezTo>
                  <a:cubicBezTo>
                    <a:pt x="103" y="2"/>
                    <a:pt x="96" y="1"/>
                    <a:pt x="8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777;p46">
              <a:extLst>
                <a:ext uri="{FF2B5EF4-FFF2-40B4-BE49-F238E27FC236}">
                  <a16:creationId xmlns:a16="http://schemas.microsoft.com/office/drawing/2014/main" id="{64F9A864-480C-59F1-4E2E-87C3D30EE1FB}"/>
                </a:ext>
              </a:extLst>
            </p:cNvPr>
            <p:cNvSpPr/>
            <p:nvPr/>
          </p:nvSpPr>
          <p:spPr>
            <a:xfrm>
              <a:off x="7865537" y="3146551"/>
              <a:ext cx="11968" cy="10821"/>
            </a:xfrm>
            <a:custGeom>
              <a:avLst/>
              <a:gdLst/>
              <a:ahLst/>
              <a:cxnLst/>
              <a:rect l="l" t="t" r="r" b="b"/>
              <a:pathLst>
                <a:path w="292" h="264" extrusionOk="0">
                  <a:moveTo>
                    <a:pt x="121" y="70"/>
                  </a:moveTo>
                  <a:cubicBezTo>
                    <a:pt x="128" y="74"/>
                    <a:pt x="136" y="78"/>
                    <a:pt x="142" y="85"/>
                  </a:cubicBezTo>
                  <a:cubicBezTo>
                    <a:pt x="153" y="92"/>
                    <a:pt x="165" y="107"/>
                    <a:pt x="165" y="118"/>
                  </a:cubicBezTo>
                  <a:cubicBezTo>
                    <a:pt x="161" y="126"/>
                    <a:pt x="161" y="130"/>
                    <a:pt x="146" y="140"/>
                  </a:cubicBezTo>
                  <a:cubicBezTo>
                    <a:pt x="131" y="149"/>
                    <a:pt x="123" y="145"/>
                    <a:pt x="123" y="149"/>
                  </a:cubicBezTo>
                  <a:cubicBezTo>
                    <a:pt x="116" y="149"/>
                    <a:pt x="108" y="133"/>
                    <a:pt x="108" y="118"/>
                  </a:cubicBezTo>
                  <a:cubicBezTo>
                    <a:pt x="106" y="97"/>
                    <a:pt x="115" y="83"/>
                    <a:pt x="121" y="70"/>
                  </a:cubicBezTo>
                  <a:close/>
                  <a:moveTo>
                    <a:pt x="150" y="1"/>
                  </a:moveTo>
                  <a:cubicBezTo>
                    <a:pt x="97" y="1"/>
                    <a:pt x="74" y="31"/>
                    <a:pt x="79" y="44"/>
                  </a:cubicBezTo>
                  <a:lnTo>
                    <a:pt x="79" y="44"/>
                  </a:lnTo>
                  <a:cubicBezTo>
                    <a:pt x="63" y="49"/>
                    <a:pt x="45" y="63"/>
                    <a:pt x="30" y="88"/>
                  </a:cubicBezTo>
                  <a:cubicBezTo>
                    <a:pt x="11" y="118"/>
                    <a:pt x="1" y="171"/>
                    <a:pt x="41" y="223"/>
                  </a:cubicBezTo>
                  <a:cubicBezTo>
                    <a:pt x="62" y="250"/>
                    <a:pt x="98" y="264"/>
                    <a:pt x="134" y="264"/>
                  </a:cubicBezTo>
                  <a:cubicBezTo>
                    <a:pt x="161" y="264"/>
                    <a:pt x="189" y="256"/>
                    <a:pt x="209" y="242"/>
                  </a:cubicBezTo>
                  <a:cubicBezTo>
                    <a:pt x="258" y="216"/>
                    <a:pt x="292" y="140"/>
                    <a:pt x="269" y="85"/>
                  </a:cubicBezTo>
                  <a:cubicBezTo>
                    <a:pt x="247" y="33"/>
                    <a:pt x="206" y="10"/>
                    <a:pt x="172" y="2"/>
                  </a:cubicBezTo>
                  <a:cubicBezTo>
                    <a:pt x="164" y="1"/>
                    <a:pt x="157" y="1"/>
                    <a:pt x="15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778;p46">
              <a:extLst>
                <a:ext uri="{FF2B5EF4-FFF2-40B4-BE49-F238E27FC236}">
                  <a16:creationId xmlns:a16="http://schemas.microsoft.com/office/drawing/2014/main" id="{473512F9-52EE-B37B-8BE9-13599BBF6D1D}"/>
                </a:ext>
              </a:extLst>
            </p:cNvPr>
            <p:cNvSpPr/>
            <p:nvPr/>
          </p:nvSpPr>
          <p:spPr>
            <a:xfrm>
              <a:off x="7878694" y="3161019"/>
              <a:ext cx="5246" cy="6189"/>
            </a:xfrm>
            <a:custGeom>
              <a:avLst/>
              <a:gdLst/>
              <a:ahLst/>
              <a:cxnLst/>
              <a:rect l="l" t="t" r="r" b="b"/>
              <a:pathLst>
                <a:path w="128" h="151" extrusionOk="0">
                  <a:moveTo>
                    <a:pt x="66" y="1"/>
                  </a:moveTo>
                  <a:cubicBezTo>
                    <a:pt x="35" y="1"/>
                    <a:pt x="7" y="32"/>
                    <a:pt x="4" y="72"/>
                  </a:cubicBezTo>
                  <a:cubicBezTo>
                    <a:pt x="0" y="113"/>
                    <a:pt x="23" y="146"/>
                    <a:pt x="56" y="151"/>
                  </a:cubicBezTo>
                  <a:cubicBezTo>
                    <a:pt x="58" y="151"/>
                    <a:pt x="60" y="151"/>
                    <a:pt x="61" y="151"/>
                  </a:cubicBezTo>
                  <a:cubicBezTo>
                    <a:pt x="93" y="151"/>
                    <a:pt x="120" y="121"/>
                    <a:pt x="123" y="83"/>
                  </a:cubicBezTo>
                  <a:cubicBezTo>
                    <a:pt x="128" y="42"/>
                    <a:pt x="105" y="4"/>
                    <a:pt x="71" y="1"/>
                  </a:cubicBezTo>
                  <a:cubicBezTo>
                    <a:pt x="70" y="1"/>
                    <a:pt x="68" y="1"/>
                    <a:pt x="6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779;p46">
              <a:extLst>
                <a:ext uri="{FF2B5EF4-FFF2-40B4-BE49-F238E27FC236}">
                  <a16:creationId xmlns:a16="http://schemas.microsoft.com/office/drawing/2014/main" id="{8540C318-E93A-E30F-FEF9-6E32305C0D3E}"/>
                </a:ext>
              </a:extLst>
            </p:cNvPr>
            <p:cNvSpPr/>
            <p:nvPr/>
          </p:nvSpPr>
          <p:spPr>
            <a:xfrm>
              <a:off x="7889432" y="3153765"/>
              <a:ext cx="10288" cy="5410"/>
            </a:xfrm>
            <a:custGeom>
              <a:avLst/>
              <a:gdLst/>
              <a:ahLst/>
              <a:cxnLst/>
              <a:rect l="l" t="t" r="r" b="b"/>
              <a:pathLst>
                <a:path w="251" h="132" extrusionOk="0">
                  <a:moveTo>
                    <a:pt x="90" y="0"/>
                  </a:moveTo>
                  <a:cubicBezTo>
                    <a:pt x="47" y="0"/>
                    <a:pt x="13" y="15"/>
                    <a:pt x="7" y="40"/>
                  </a:cubicBezTo>
                  <a:cubicBezTo>
                    <a:pt x="0" y="73"/>
                    <a:pt x="49" y="111"/>
                    <a:pt x="112" y="126"/>
                  </a:cubicBezTo>
                  <a:cubicBezTo>
                    <a:pt x="129" y="130"/>
                    <a:pt x="145" y="131"/>
                    <a:pt x="160" y="131"/>
                  </a:cubicBezTo>
                  <a:cubicBezTo>
                    <a:pt x="203" y="131"/>
                    <a:pt x="237" y="117"/>
                    <a:pt x="242" y="92"/>
                  </a:cubicBezTo>
                  <a:cubicBezTo>
                    <a:pt x="250" y="62"/>
                    <a:pt x="202" y="21"/>
                    <a:pt x="138" y="6"/>
                  </a:cubicBezTo>
                  <a:cubicBezTo>
                    <a:pt x="122" y="2"/>
                    <a:pt x="105" y="0"/>
                    <a:pt x="9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780;p46">
              <a:extLst>
                <a:ext uri="{FF2B5EF4-FFF2-40B4-BE49-F238E27FC236}">
                  <a16:creationId xmlns:a16="http://schemas.microsoft.com/office/drawing/2014/main" id="{285669BD-F97A-8687-FA23-DBCAB1EAE9EA}"/>
                </a:ext>
              </a:extLst>
            </p:cNvPr>
            <p:cNvSpPr/>
            <p:nvPr/>
          </p:nvSpPr>
          <p:spPr>
            <a:xfrm>
              <a:off x="7903204" y="3147371"/>
              <a:ext cx="5369" cy="6968"/>
            </a:xfrm>
            <a:custGeom>
              <a:avLst/>
              <a:gdLst/>
              <a:ahLst/>
              <a:cxnLst/>
              <a:rect l="l" t="t" r="r" b="b"/>
              <a:pathLst>
                <a:path w="131" h="170" extrusionOk="0">
                  <a:moveTo>
                    <a:pt x="61" y="1"/>
                  </a:moveTo>
                  <a:cubicBezTo>
                    <a:pt x="59" y="1"/>
                    <a:pt x="58" y="1"/>
                    <a:pt x="56" y="1"/>
                  </a:cubicBezTo>
                  <a:cubicBezTo>
                    <a:pt x="26" y="5"/>
                    <a:pt x="0" y="42"/>
                    <a:pt x="8" y="91"/>
                  </a:cubicBezTo>
                  <a:cubicBezTo>
                    <a:pt x="11" y="136"/>
                    <a:pt x="41" y="170"/>
                    <a:pt x="75" y="170"/>
                  </a:cubicBezTo>
                  <a:cubicBezTo>
                    <a:pt x="104" y="165"/>
                    <a:pt x="130" y="125"/>
                    <a:pt x="127" y="80"/>
                  </a:cubicBezTo>
                  <a:cubicBezTo>
                    <a:pt x="120" y="33"/>
                    <a:pt x="93" y="1"/>
                    <a:pt x="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781;p46">
              <a:extLst>
                <a:ext uri="{FF2B5EF4-FFF2-40B4-BE49-F238E27FC236}">
                  <a16:creationId xmlns:a16="http://schemas.microsoft.com/office/drawing/2014/main" id="{0B7F36C9-5F5F-A014-51D6-E2854DED49DD}"/>
                </a:ext>
              </a:extLst>
            </p:cNvPr>
            <p:cNvSpPr/>
            <p:nvPr/>
          </p:nvSpPr>
          <p:spPr>
            <a:xfrm>
              <a:off x="7916647" y="3137165"/>
              <a:ext cx="4959" cy="6886"/>
            </a:xfrm>
            <a:custGeom>
              <a:avLst/>
              <a:gdLst/>
              <a:ahLst/>
              <a:cxnLst/>
              <a:rect l="l" t="t" r="r" b="b"/>
              <a:pathLst>
                <a:path w="121" h="168" extrusionOk="0">
                  <a:moveTo>
                    <a:pt x="61" y="0"/>
                  </a:moveTo>
                  <a:cubicBezTo>
                    <a:pt x="26" y="0"/>
                    <a:pt x="0" y="38"/>
                    <a:pt x="0" y="86"/>
                  </a:cubicBezTo>
                  <a:cubicBezTo>
                    <a:pt x="0" y="131"/>
                    <a:pt x="26" y="168"/>
                    <a:pt x="61" y="168"/>
                  </a:cubicBezTo>
                  <a:cubicBezTo>
                    <a:pt x="90" y="168"/>
                    <a:pt x="121" y="131"/>
                    <a:pt x="121" y="86"/>
                  </a:cubicBezTo>
                  <a:cubicBezTo>
                    <a:pt x="121" y="38"/>
                    <a:pt x="90" y="0"/>
                    <a:pt x="6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782;p46">
              <a:extLst>
                <a:ext uri="{FF2B5EF4-FFF2-40B4-BE49-F238E27FC236}">
                  <a16:creationId xmlns:a16="http://schemas.microsoft.com/office/drawing/2014/main" id="{91F2A12D-CF9B-C227-37B8-3D2FFE100C85}"/>
                </a:ext>
              </a:extLst>
            </p:cNvPr>
            <p:cNvSpPr/>
            <p:nvPr/>
          </p:nvSpPr>
          <p:spPr>
            <a:xfrm>
              <a:off x="7924148" y="3128804"/>
              <a:ext cx="12583" cy="11190"/>
            </a:xfrm>
            <a:custGeom>
              <a:avLst/>
              <a:gdLst/>
              <a:ahLst/>
              <a:cxnLst/>
              <a:rect l="l" t="t" r="r" b="b"/>
              <a:pathLst>
                <a:path w="307" h="273" extrusionOk="0">
                  <a:moveTo>
                    <a:pt x="155" y="60"/>
                  </a:moveTo>
                  <a:cubicBezTo>
                    <a:pt x="164" y="66"/>
                    <a:pt x="172" y="74"/>
                    <a:pt x="180" y="85"/>
                  </a:cubicBezTo>
                  <a:cubicBezTo>
                    <a:pt x="191" y="99"/>
                    <a:pt x="195" y="125"/>
                    <a:pt x="191" y="133"/>
                  </a:cubicBezTo>
                  <a:cubicBezTo>
                    <a:pt x="184" y="144"/>
                    <a:pt x="176" y="148"/>
                    <a:pt x="150" y="152"/>
                  </a:cubicBezTo>
                  <a:cubicBezTo>
                    <a:pt x="128" y="148"/>
                    <a:pt x="117" y="140"/>
                    <a:pt x="112" y="130"/>
                  </a:cubicBezTo>
                  <a:cubicBezTo>
                    <a:pt x="109" y="122"/>
                    <a:pt x="117" y="99"/>
                    <a:pt x="128" y="85"/>
                  </a:cubicBezTo>
                  <a:cubicBezTo>
                    <a:pt x="137" y="73"/>
                    <a:pt x="146" y="65"/>
                    <a:pt x="155" y="60"/>
                  </a:cubicBezTo>
                  <a:close/>
                  <a:moveTo>
                    <a:pt x="171" y="0"/>
                  </a:moveTo>
                  <a:cubicBezTo>
                    <a:pt x="165" y="0"/>
                    <a:pt x="159" y="1"/>
                    <a:pt x="153" y="2"/>
                  </a:cubicBezTo>
                  <a:lnTo>
                    <a:pt x="153" y="2"/>
                  </a:lnTo>
                  <a:cubicBezTo>
                    <a:pt x="148" y="1"/>
                    <a:pt x="142" y="0"/>
                    <a:pt x="135" y="0"/>
                  </a:cubicBezTo>
                  <a:cubicBezTo>
                    <a:pt x="119" y="0"/>
                    <a:pt x="100" y="4"/>
                    <a:pt x="79" y="13"/>
                  </a:cubicBezTo>
                  <a:cubicBezTo>
                    <a:pt x="45" y="32"/>
                    <a:pt x="0" y="70"/>
                    <a:pt x="5" y="140"/>
                  </a:cubicBezTo>
                  <a:cubicBezTo>
                    <a:pt x="5" y="215"/>
                    <a:pt x="79" y="271"/>
                    <a:pt x="146" y="271"/>
                  </a:cubicBezTo>
                  <a:cubicBezTo>
                    <a:pt x="150" y="272"/>
                    <a:pt x="154" y="272"/>
                    <a:pt x="158" y="272"/>
                  </a:cubicBezTo>
                  <a:cubicBezTo>
                    <a:pt x="220" y="272"/>
                    <a:pt x="292" y="222"/>
                    <a:pt x="300" y="156"/>
                  </a:cubicBezTo>
                  <a:cubicBezTo>
                    <a:pt x="307" y="85"/>
                    <a:pt x="266" y="40"/>
                    <a:pt x="236" y="21"/>
                  </a:cubicBezTo>
                  <a:cubicBezTo>
                    <a:pt x="212" y="6"/>
                    <a:pt x="190" y="0"/>
                    <a:pt x="1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783;p46">
              <a:extLst>
                <a:ext uri="{FF2B5EF4-FFF2-40B4-BE49-F238E27FC236}">
                  <a16:creationId xmlns:a16="http://schemas.microsoft.com/office/drawing/2014/main" id="{82E5DB05-318C-9C6D-5A26-F879F27F91F3}"/>
                </a:ext>
              </a:extLst>
            </p:cNvPr>
            <p:cNvSpPr/>
            <p:nvPr/>
          </p:nvSpPr>
          <p:spPr>
            <a:xfrm>
              <a:off x="7945051" y="3117738"/>
              <a:ext cx="10534" cy="5205"/>
            </a:xfrm>
            <a:custGeom>
              <a:avLst/>
              <a:gdLst/>
              <a:ahLst/>
              <a:cxnLst/>
              <a:rect l="l" t="t" r="r" b="b"/>
              <a:pathLst>
                <a:path w="257" h="127" extrusionOk="0">
                  <a:moveTo>
                    <a:pt x="109" y="1"/>
                  </a:moveTo>
                  <a:cubicBezTo>
                    <a:pt x="43" y="1"/>
                    <a:pt x="0" y="48"/>
                    <a:pt x="14" y="74"/>
                  </a:cubicBezTo>
                  <a:cubicBezTo>
                    <a:pt x="33" y="104"/>
                    <a:pt x="73" y="112"/>
                    <a:pt x="118" y="119"/>
                  </a:cubicBezTo>
                  <a:cubicBezTo>
                    <a:pt x="139" y="123"/>
                    <a:pt x="161" y="126"/>
                    <a:pt x="180" y="126"/>
                  </a:cubicBezTo>
                  <a:cubicBezTo>
                    <a:pt x="200" y="126"/>
                    <a:pt x="218" y="122"/>
                    <a:pt x="230" y="108"/>
                  </a:cubicBezTo>
                  <a:cubicBezTo>
                    <a:pt x="257" y="86"/>
                    <a:pt x="223" y="14"/>
                    <a:pt x="137" y="4"/>
                  </a:cubicBezTo>
                  <a:cubicBezTo>
                    <a:pt x="127" y="2"/>
                    <a:pt x="118" y="1"/>
                    <a:pt x="1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784;p46">
              <a:extLst>
                <a:ext uri="{FF2B5EF4-FFF2-40B4-BE49-F238E27FC236}">
                  <a16:creationId xmlns:a16="http://schemas.microsoft.com/office/drawing/2014/main" id="{AC9EEDCA-9BAC-7795-B643-C2137CB0A297}"/>
                </a:ext>
              </a:extLst>
            </p:cNvPr>
            <p:cNvSpPr/>
            <p:nvPr/>
          </p:nvSpPr>
          <p:spPr>
            <a:xfrm>
              <a:off x="7955708" y="3110975"/>
              <a:ext cx="12419" cy="5410"/>
            </a:xfrm>
            <a:custGeom>
              <a:avLst/>
              <a:gdLst/>
              <a:ahLst/>
              <a:cxnLst/>
              <a:rect l="l" t="t" r="r" b="b"/>
              <a:pathLst>
                <a:path w="303" h="132" extrusionOk="0">
                  <a:moveTo>
                    <a:pt x="120" y="1"/>
                  </a:moveTo>
                  <a:cubicBezTo>
                    <a:pt x="51" y="1"/>
                    <a:pt x="1" y="32"/>
                    <a:pt x="4" y="56"/>
                  </a:cubicBezTo>
                  <a:cubicBezTo>
                    <a:pt x="11" y="90"/>
                    <a:pt x="71" y="108"/>
                    <a:pt x="138" y="124"/>
                  </a:cubicBezTo>
                  <a:cubicBezTo>
                    <a:pt x="169" y="128"/>
                    <a:pt x="198" y="132"/>
                    <a:pt x="223" y="132"/>
                  </a:cubicBezTo>
                  <a:cubicBezTo>
                    <a:pt x="255" y="132"/>
                    <a:pt x="279" y="126"/>
                    <a:pt x="288" y="108"/>
                  </a:cubicBezTo>
                  <a:cubicBezTo>
                    <a:pt x="302" y="79"/>
                    <a:pt x="250" y="19"/>
                    <a:pt x="161" y="4"/>
                  </a:cubicBezTo>
                  <a:cubicBezTo>
                    <a:pt x="147" y="2"/>
                    <a:pt x="133" y="1"/>
                    <a:pt x="12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785;p46">
              <a:extLst>
                <a:ext uri="{FF2B5EF4-FFF2-40B4-BE49-F238E27FC236}">
                  <a16:creationId xmlns:a16="http://schemas.microsoft.com/office/drawing/2014/main" id="{3408E477-AEEE-C6E3-2626-0F3374671542}"/>
                </a:ext>
              </a:extLst>
            </p:cNvPr>
            <p:cNvSpPr/>
            <p:nvPr/>
          </p:nvSpPr>
          <p:spPr>
            <a:xfrm>
              <a:off x="7972512" y="3102368"/>
              <a:ext cx="5410" cy="6804"/>
            </a:xfrm>
            <a:custGeom>
              <a:avLst/>
              <a:gdLst/>
              <a:ahLst/>
              <a:cxnLst/>
              <a:rect l="l" t="t" r="r" b="b"/>
              <a:pathLst>
                <a:path w="132" h="166" extrusionOk="0">
                  <a:moveTo>
                    <a:pt x="70" y="1"/>
                  </a:moveTo>
                  <a:cubicBezTo>
                    <a:pt x="39" y="1"/>
                    <a:pt x="12" y="33"/>
                    <a:pt x="8" y="80"/>
                  </a:cubicBezTo>
                  <a:cubicBezTo>
                    <a:pt x="1" y="125"/>
                    <a:pt x="27" y="165"/>
                    <a:pt x="57" y="165"/>
                  </a:cubicBezTo>
                  <a:cubicBezTo>
                    <a:pt x="59" y="165"/>
                    <a:pt x="61" y="166"/>
                    <a:pt x="63" y="166"/>
                  </a:cubicBezTo>
                  <a:cubicBezTo>
                    <a:pt x="94" y="166"/>
                    <a:pt x="121" y="133"/>
                    <a:pt x="128" y="91"/>
                  </a:cubicBezTo>
                  <a:cubicBezTo>
                    <a:pt x="132" y="42"/>
                    <a:pt x="106" y="5"/>
                    <a:pt x="75" y="1"/>
                  </a:cubicBezTo>
                  <a:cubicBezTo>
                    <a:pt x="74" y="1"/>
                    <a:pt x="72" y="1"/>
                    <a:pt x="7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786;p46">
              <a:extLst>
                <a:ext uri="{FF2B5EF4-FFF2-40B4-BE49-F238E27FC236}">
                  <a16:creationId xmlns:a16="http://schemas.microsoft.com/office/drawing/2014/main" id="{57248FEF-79C3-0E02-5429-D672CA50091E}"/>
                </a:ext>
              </a:extLst>
            </p:cNvPr>
            <p:cNvSpPr/>
            <p:nvPr/>
          </p:nvSpPr>
          <p:spPr>
            <a:xfrm>
              <a:off x="7982021" y="3089908"/>
              <a:ext cx="12747" cy="11558"/>
            </a:xfrm>
            <a:custGeom>
              <a:avLst/>
              <a:gdLst/>
              <a:ahLst/>
              <a:cxnLst/>
              <a:rect l="l" t="t" r="r" b="b"/>
              <a:pathLst>
                <a:path w="311" h="282" extrusionOk="0">
                  <a:moveTo>
                    <a:pt x="163" y="75"/>
                  </a:moveTo>
                  <a:cubicBezTo>
                    <a:pt x="166" y="77"/>
                    <a:pt x="169" y="79"/>
                    <a:pt x="172" y="81"/>
                  </a:cubicBezTo>
                  <a:cubicBezTo>
                    <a:pt x="191" y="96"/>
                    <a:pt x="195" y="111"/>
                    <a:pt x="195" y="122"/>
                  </a:cubicBezTo>
                  <a:cubicBezTo>
                    <a:pt x="191" y="141"/>
                    <a:pt x="179" y="160"/>
                    <a:pt x="169" y="160"/>
                  </a:cubicBezTo>
                  <a:cubicBezTo>
                    <a:pt x="167" y="162"/>
                    <a:pt x="164" y="163"/>
                    <a:pt x="160" y="163"/>
                  </a:cubicBezTo>
                  <a:cubicBezTo>
                    <a:pt x="150" y="163"/>
                    <a:pt x="137" y="157"/>
                    <a:pt x="131" y="148"/>
                  </a:cubicBezTo>
                  <a:cubicBezTo>
                    <a:pt x="124" y="137"/>
                    <a:pt x="120" y="129"/>
                    <a:pt x="127" y="111"/>
                  </a:cubicBezTo>
                  <a:cubicBezTo>
                    <a:pt x="136" y="92"/>
                    <a:pt x="151" y="82"/>
                    <a:pt x="163" y="75"/>
                  </a:cubicBezTo>
                  <a:close/>
                  <a:moveTo>
                    <a:pt x="176" y="0"/>
                  </a:moveTo>
                  <a:cubicBezTo>
                    <a:pt x="132" y="0"/>
                    <a:pt x="107" y="20"/>
                    <a:pt x="99" y="34"/>
                  </a:cubicBezTo>
                  <a:lnTo>
                    <a:pt x="99" y="34"/>
                  </a:lnTo>
                  <a:cubicBezTo>
                    <a:pt x="89" y="38"/>
                    <a:pt x="78" y="43"/>
                    <a:pt x="67" y="51"/>
                  </a:cubicBezTo>
                  <a:cubicBezTo>
                    <a:pt x="34" y="74"/>
                    <a:pt x="0" y="141"/>
                    <a:pt x="34" y="200"/>
                  </a:cubicBezTo>
                  <a:cubicBezTo>
                    <a:pt x="58" y="246"/>
                    <a:pt x="105" y="282"/>
                    <a:pt x="165" y="282"/>
                  </a:cubicBezTo>
                  <a:cubicBezTo>
                    <a:pt x="179" y="282"/>
                    <a:pt x="194" y="280"/>
                    <a:pt x="210" y="276"/>
                  </a:cubicBezTo>
                  <a:cubicBezTo>
                    <a:pt x="284" y="245"/>
                    <a:pt x="310" y="171"/>
                    <a:pt x="303" y="115"/>
                  </a:cubicBezTo>
                  <a:cubicBezTo>
                    <a:pt x="296" y="51"/>
                    <a:pt x="243" y="10"/>
                    <a:pt x="206" y="3"/>
                  </a:cubicBezTo>
                  <a:cubicBezTo>
                    <a:pt x="195" y="1"/>
                    <a:pt x="185" y="0"/>
                    <a:pt x="1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787;p46">
              <a:extLst>
                <a:ext uri="{FF2B5EF4-FFF2-40B4-BE49-F238E27FC236}">
                  <a16:creationId xmlns:a16="http://schemas.microsoft.com/office/drawing/2014/main" id="{A0598B01-876D-4665-C995-79E50DB8E9F4}"/>
                </a:ext>
              </a:extLst>
            </p:cNvPr>
            <p:cNvSpPr/>
            <p:nvPr/>
          </p:nvSpPr>
          <p:spPr>
            <a:xfrm>
              <a:off x="8000096" y="3084580"/>
              <a:ext cx="5533" cy="6886"/>
            </a:xfrm>
            <a:custGeom>
              <a:avLst/>
              <a:gdLst/>
              <a:ahLst/>
              <a:cxnLst/>
              <a:rect l="l" t="t" r="r" b="b"/>
              <a:pathLst>
                <a:path w="135" h="168" extrusionOk="0">
                  <a:moveTo>
                    <a:pt x="74" y="1"/>
                  </a:moveTo>
                  <a:cubicBezTo>
                    <a:pt x="46" y="1"/>
                    <a:pt x="18" y="33"/>
                    <a:pt x="7" y="73"/>
                  </a:cubicBezTo>
                  <a:cubicBezTo>
                    <a:pt x="0" y="118"/>
                    <a:pt x="19" y="163"/>
                    <a:pt x="52" y="166"/>
                  </a:cubicBezTo>
                  <a:cubicBezTo>
                    <a:pt x="55" y="167"/>
                    <a:pt x="58" y="167"/>
                    <a:pt x="61" y="167"/>
                  </a:cubicBezTo>
                  <a:cubicBezTo>
                    <a:pt x="89" y="167"/>
                    <a:pt x="117" y="139"/>
                    <a:pt x="128" y="95"/>
                  </a:cubicBezTo>
                  <a:cubicBezTo>
                    <a:pt x="135" y="51"/>
                    <a:pt x="116" y="6"/>
                    <a:pt x="83" y="2"/>
                  </a:cubicBezTo>
                  <a:cubicBezTo>
                    <a:pt x="80" y="1"/>
                    <a:pt x="77" y="1"/>
                    <a:pt x="7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788;p46">
              <a:extLst>
                <a:ext uri="{FF2B5EF4-FFF2-40B4-BE49-F238E27FC236}">
                  <a16:creationId xmlns:a16="http://schemas.microsoft.com/office/drawing/2014/main" id="{50F0043D-F815-B0EE-4EA4-18B7BC298541}"/>
                </a:ext>
              </a:extLst>
            </p:cNvPr>
            <p:cNvSpPr/>
            <p:nvPr/>
          </p:nvSpPr>
          <p:spPr>
            <a:xfrm>
              <a:off x="8013703" y="3073759"/>
              <a:ext cx="5287" cy="6189"/>
            </a:xfrm>
            <a:custGeom>
              <a:avLst/>
              <a:gdLst/>
              <a:ahLst/>
              <a:cxnLst/>
              <a:rect l="l" t="t" r="r" b="b"/>
              <a:pathLst>
                <a:path w="129" h="151" extrusionOk="0">
                  <a:moveTo>
                    <a:pt x="66" y="1"/>
                  </a:moveTo>
                  <a:cubicBezTo>
                    <a:pt x="35" y="1"/>
                    <a:pt x="8" y="29"/>
                    <a:pt x="4" y="68"/>
                  </a:cubicBezTo>
                  <a:cubicBezTo>
                    <a:pt x="1" y="109"/>
                    <a:pt x="23" y="146"/>
                    <a:pt x="56" y="151"/>
                  </a:cubicBezTo>
                  <a:cubicBezTo>
                    <a:pt x="58" y="151"/>
                    <a:pt x="60" y="151"/>
                    <a:pt x="61" y="151"/>
                  </a:cubicBezTo>
                  <a:cubicBezTo>
                    <a:pt x="90" y="151"/>
                    <a:pt x="120" y="121"/>
                    <a:pt x="124" y="79"/>
                  </a:cubicBezTo>
                  <a:cubicBezTo>
                    <a:pt x="128" y="38"/>
                    <a:pt x="106" y="4"/>
                    <a:pt x="72" y="1"/>
                  </a:cubicBezTo>
                  <a:cubicBezTo>
                    <a:pt x="70" y="1"/>
                    <a:pt x="68" y="1"/>
                    <a:pt x="6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789;p46">
              <a:extLst>
                <a:ext uri="{FF2B5EF4-FFF2-40B4-BE49-F238E27FC236}">
                  <a16:creationId xmlns:a16="http://schemas.microsoft.com/office/drawing/2014/main" id="{0CC9A047-BBF2-72A7-7B5A-AD5FA98C59F4}"/>
                </a:ext>
              </a:extLst>
            </p:cNvPr>
            <p:cNvSpPr/>
            <p:nvPr/>
          </p:nvSpPr>
          <p:spPr>
            <a:xfrm>
              <a:off x="8024647" y="3064087"/>
              <a:ext cx="11313" cy="5533"/>
            </a:xfrm>
            <a:custGeom>
              <a:avLst/>
              <a:gdLst/>
              <a:ahLst/>
              <a:cxnLst/>
              <a:rect l="l" t="t" r="r" b="b"/>
              <a:pathLst>
                <a:path w="276" h="135" extrusionOk="0">
                  <a:moveTo>
                    <a:pt x="104" y="0"/>
                  </a:moveTo>
                  <a:cubicBezTo>
                    <a:pt x="44" y="0"/>
                    <a:pt x="1" y="29"/>
                    <a:pt x="6" y="54"/>
                  </a:cubicBezTo>
                  <a:cubicBezTo>
                    <a:pt x="10" y="87"/>
                    <a:pt x="63" y="110"/>
                    <a:pt x="122" y="125"/>
                  </a:cubicBezTo>
                  <a:cubicBezTo>
                    <a:pt x="151" y="130"/>
                    <a:pt x="178" y="134"/>
                    <a:pt x="201" y="134"/>
                  </a:cubicBezTo>
                  <a:cubicBezTo>
                    <a:pt x="227" y="134"/>
                    <a:pt x="247" y="129"/>
                    <a:pt x="256" y="113"/>
                  </a:cubicBezTo>
                  <a:cubicBezTo>
                    <a:pt x="275" y="87"/>
                    <a:pt x="230" y="23"/>
                    <a:pt x="148" y="6"/>
                  </a:cubicBezTo>
                  <a:cubicBezTo>
                    <a:pt x="133" y="2"/>
                    <a:pt x="118" y="0"/>
                    <a:pt x="10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790;p46">
              <a:extLst>
                <a:ext uri="{FF2B5EF4-FFF2-40B4-BE49-F238E27FC236}">
                  <a16:creationId xmlns:a16="http://schemas.microsoft.com/office/drawing/2014/main" id="{1360E99D-E8CA-1A6F-8818-81E81EE5C041}"/>
                </a:ext>
              </a:extLst>
            </p:cNvPr>
            <p:cNvSpPr/>
            <p:nvPr/>
          </p:nvSpPr>
          <p:spPr>
            <a:xfrm>
              <a:off x="8041369" y="3056135"/>
              <a:ext cx="5615" cy="6148"/>
            </a:xfrm>
            <a:custGeom>
              <a:avLst/>
              <a:gdLst/>
              <a:ahLst/>
              <a:cxnLst/>
              <a:rect l="l" t="t" r="r" b="b"/>
              <a:pathLst>
                <a:path w="137" h="150" extrusionOk="0">
                  <a:moveTo>
                    <a:pt x="84" y="0"/>
                  </a:moveTo>
                  <a:cubicBezTo>
                    <a:pt x="60" y="0"/>
                    <a:pt x="29" y="18"/>
                    <a:pt x="17" y="57"/>
                  </a:cubicBezTo>
                  <a:cubicBezTo>
                    <a:pt x="1" y="112"/>
                    <a:pt x="34" y="150"/>
                    <a:pt x="63" y="150"/>
                  </a:cubicBezTo>
                  <a:cubicBezTo>
                    <a:pt x="67" y="150"/>
                    <a:pt x="72" y="149"/>
                    <a:pt x="76" y="147"/>
                  </a:cubicBezTo>
                  <a:cubicBezTo>
                    <a:pt x="107" y="136"/>
                    <a:pt x="125" y="110"/>
                    <a:pt x="133" y="95"/>
                  </a:cubicBezTo>
                  <a:cubicBezTo>
                    <a:pt x="136" y="72"/>
                    <a:pt x="133" y="43"/>
                    <a:pt x="114" y="16"/>
                  </a:cubicBezTo>
                  <a:cubicBezTo>
                    <a:pt x="108" y="5"/>
                    <a:pt x="97" y="0"/>
                    <a:pt x="8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791;p46">
              <a:extLst>
                <a:ext uri="{FF2B5EF4-FFF2-40B4-BE49-F238E27FC236}">
                  <a16:creationId xmlns:a16="http://schemas.microsoft.com/office/drawing/2014/main" id="{31039D1C-7E05-2150-8E78-3C78E1A792EC}"/>
                </a:ext>
              </a:extLst>
            </p:cNvPr>
            <p:cNvSpPr/>
            <p:nvPr/>
          </p:nvSpPr>
          <p:spPr>
            <a:xfrm>
              <a:off x="8053378" y="3045110"/>
              <a:ext cx="5369" cy="6189"/>
            </a:xfrm>
            <a:custGeom>
              <a:avLst/>
              <a:gdLst/>
              <a:ahLst/>
              <a:cxnLst/>
              <a:rect l="l" t="t" r="r" b="b"/>
              <a:pathLst>
                <a:path w="131" h="151" extrusionOk="0">
                  <a:moveTo>
                    <a:pt x="65" y="0"/>
                  </a:moveTo>
                  <a:cubicBezTo>
                    <a:pt x="36" y="0"/>
                    <a:pt x="11" y="32"/>
                    <a:pt x="4" y="69"/>
                  </a:cubicBezTo>
                  <a:cubicBezTo>
                    <a:pt x="0" y="110"/>
                    <a:pt x="22" y="147"/>
                    <a:pt x="57" y="150"/>
                  </a:cubicBezTo>
                  <a:cubicBezTo>
                    <a:pt x="59" y="151"/>
                    <a:pt x="61" y="151"/>
                    <a:pt x="63" y="151"/>
                  </a:cubicBezTo>
                  <a:cubicBezTo>
                    <a:pt x="93" y="151"/>
                    <a:pt x="120" y="122"/>
                    <a:pt x="124" y="83"/>
                  </a:cubicBezTo>
                  <a:cubicBezTo>
                    <a:pt x="131" y="43"/>
                    <a:pt x="109" y="5"/>
                    <a:pt x="74" y="1"/>
                  </a:cubicBezTo>
                  <a:cubicBezTo>
                    <a:pt x="71" y="1"/>
                    <a:pt x="68" y="0"/>
                    <a:pt x="6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792;p46">
              <a:extLst>
                <a:ext uri="{FF2B5EF4-FFF2-40B4-BE49-F238E27FC236}">
                  <a16:creationId xmlns:a16="http://schemas.microsoft.com/office/drawing/2014/main" id="{853194BA-68E2-C542-0375-672132B89E92}"/>
                </a:ext>
              </a:extLst>
            </p:cNvPr>
            <p:cNvSpPr/>
            <p:nvPr/>
          </p:nvSpPr>
          <p:spPr>
            <a:xfrm>
              <a:off x="7856643" y="2547865"/>
              <a:ext cx="214734" cy="213668"/>
            </a:xfrm>
            <a:custGeom>
              <a:avLst/>
              <a:gdLst/>
              <a:ahLst/>
              <a:cxnLst/>
              <a:rect l="l" t="t" r="r" b="b"/>
              <a:pathLst>
                <a:path w="5239" h="5213" extrusionOk="0">
                  <a:moveTo>
                    <a:pt x="2418" y="1"/>
                  </a:moveTo>
                  <a:cubicBezTo>
                    <a:pt x="1908" y="1"/>
                    <a:pt x="1528" y="32"/>
                    <a:pt x="1528" y="32"/>
                  </a:cubicBezTo>
                  <a:lnTo>
                    <a:pt x="1" y="1570"/>
                  </a:lnTo>
                  <a:lnTo>
                    <a:pt x="3702" y="5212"/>
                  </a:lnTo>
                  <a:cubicBezTo>
                    <a:pt x="3702" y="5212"/>
                    <a:pt x="4457" y="3016"/>
                    <a:pt x="4983" y="1081"/>
                  </a:cubicBezTo>
                  <a:cubicBezTo>
                    <a:pt x="5239" y="148"/>
                    <a:pt x="3524" y="1"/>
                    <a:pt x="2418"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793;p46">
              <a:extLst>
                <a:ext uri="{FF2B5EF4-FFF2-40B4-BE49-F238E27FC236}">
                  <a16:creationId xmlns:a16="http://schemas.microsoft.com/office/drawing/2014/main" id="{DA7C6CB5-30C6-0627-CEF1-5E1ED3B10BCA}"/>
                </a:ext>
              </a:extLst>
            </p:cNvPr>
            <p:cNvSpPr/>
            <p:nvPr/>
          </p:nvSpPr>
          <p:spPr>
            <a:xfrm>
              <a:off x="7891400" y="2604836"/>
              <a:ext cx="5574" cy="13239"/>
            </a:xfrm>
            <a:custGeom>
              <a:avLst/>
              <a:gdLst/>
              <a:ahLst/>
              <a:cxnLst/>
              <a:rect l="l" t="t" r="r" b="b"/>
              <a:pathLst>
                <a:path w="136" h="323" extrusionOk="0">
                  <a:moveTo>
                    <a:pt x="53" y="1"/>
                  </a:moveTo>
                  <a:cubicBezTo>
                    <a:pt x="19" y="5"/>
                    <a:pt x="1" y="80"/>
                    <a:pt x="8" y="169"/>
                  </a:cubicBezTo>
                  <a:cubicBezTo>
                    <a:pt x="15" y="257"/>
                    <a:pt x="51" y="323"/>
                    <a:pt x="80" y="323"/>
                  </a:cubicBezTo>
                  <a:cubicBezTo>
                    <a:pt x="81" y="323"/>
                    <a:pt x="81" y="323"/>
                    <a:pt x="82" y="323"/>
                  </a:cubicBezTo>
                  <a:cubicBezTo>
                    <a:pt x="116" y="319"/>
                    <a:pt x="135" y="244"/>
                    <a:pt x="127" y="158"/>
                  </a:cubicBezTo>
                  <a:cubicBezTo>
                    <a:pt x="120" y="68"/>
                    <a:pt x="87" y="1"/>
                    <a:pt x="5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794;p46">
              <a:extLst>
                <a:ext uri="{FF2B5EF4-FFF2-40B4-BE49-F238E27FC236}">
                  <a16:creationId xmlns:a16="http://schemas.microsoft.com/office/drawing/2014/main" id="{2656A507-9023-89BB-ED64-AC29870358F5}"/>
                </a:ext>
              </a:extLst>
            </p:cNvPr>
            <p:cNvSpPr/>
            <p:nvPr/>
          </p:nvSpPr>
          <p:spPr>
            <a:xfrm>
              <a:off x="7898736" y="2618198"/>
              <a:ext cx="10616" cy="5041"/>
            </a:xfrm>
            <a:custGeom>
              <a:avLst/>
              <a:gdLst/>
              <a:ahLst/>
              <a:cxnLst/>
              <a:rect l="l" t="t" r="r" b="b"/>
              <a:pathLst>
                <a:path w="259" h="123" extrusionOk="0">
                  <a:moveTo>
                    <a:pt x="127" y="0"/>
                  </a:moveTo>
                  <a:cubicBezTo>
                    <a:pt x="56" y="0"/>
                    <a:pt x="1" y="30"/>
                    <a:pt x="1" y="60"/>
                  </a:cubicBezTo>
                  <a:cubicBezTo>
                    <a:pt x="1" y="93"/>
                    <a:pt x="56" y="123"/>
                    <a:pt x="127" y="123"/>
                  </a:cubicBezTo>
                  <a:cubicBezTo>
                    <a:pt x="199" y="123"/>
                    <a:pt x="258" y="93"/>
                    <a:pt x="258" y="60"/>
                  </a:cubicBezTo>
                  <a:cubicBezTo>
                    <a:pt x="258" y="30"/>
                    <a:pt x="199" y="0"/>
                    <a:pt x="1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795;p46">
              <a:extLst>
                <a:ext uri="{FF2B5EF4-FFF2-40B4-BE49-F238E27FC236}">
                  <a16:creationId xmlns:a16="http://schemas.microsoft.com/office/drawing/2014/main" id="{D781C0D1-1D43-22EC-220C-10F1C3872C97}"/>
                </a:ext>
              </a:extLst>
            </p:cNvPr>
            <p:cNvSpPr/>
            <p:nvPr/>
          </p:nvSpPr>
          <p:spPr>
            <a:xfrm>
              <a:off x="7912057" y="2631026"/>
              <a:ext cx="4959" cy="10944"/>
            </a:xfrm>
            <a:custGeom>
              <a:avLst/>
              <a:gdLst/>
              <a:ahLst/>
              <a:cxnLst/>
              <a:rect l="l" t="t" r="r" b="b"/>
              <a:pathLst>
                <a:path w="121" h="267" extrusionOk="0">
                  <a:moveTo>
                    <a:pt x="40" y="1"/>
                  </a:moveTo>
                  <a:cubicBezTo>
                    <a:pt x="35" y="1"/>
                    <a:pt x="31" y="2"/>
                    <a:pt x="26" y="4"/>
                  </a:cubicBezTo>
                  <a:cubicBezTo>
                    <a:pt x="0" y="23"/>
                    <a:pt x="4" y="75"/>
                    <a:pt x="0" y="132"/>
                  </a:cubicBezTo>
                  <a:cubicBezTo>
                    <a:pt x="4" y="187"/>
                    <a:pt x="0" y="244"/>
                    <a:pt x="26" y="263"/>
                  </a:cubicBezTo>
                  <a:cubicBezTo>
                    <a:pt x="30" y="265"/>
                    <a:pt x="35" y="266"/>
                    <a:pt x="40" y="266"/>
                  </a:cubicBezTo>
                  <a:cubicBezTo>
                    <a:pt x="72" y="266"/>
                    <a:pt x="121" y="216"/>
                    <a:pt x="121" y="132"/>
                  </a:cubicBezTo>
                  <a:cubicBezTo>
                    <a:pt x="121" y="51"/>
                    <a:pt x="73" y="1"/>
                    <a:pt x="4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796;p46">
              <a:extLst>
                <a:ext uri="{FF2B5EF4-FFF2-40B4-BE49-F238E27FC236}">
                  <a16:creationId xmlns:a16="http://schemas.microsoft.com/office/drawing/2014/main" id="{2BFFA44C-B2C9-6E41-6E85-A269B9CF6679}"/>
                </a:ext>
              </a:extLst>
            </p:cNvPr>
            <p:cNvSpPr/>
            <p:nvPr/>
          </p:nvSpPr>
          <p:spPr>
            <a:xfrm>
              <a:off x="7921238" y="2641724"/>
              <a:ext cx="15985" cy="14059"/>
            </a:xfrm>
            <a:custGeom>
              <a:avLst/>
              <a:gdLst/>
              <a:ahLst/>
              <a:cxnLst/>
              <a:rect l="l" t="t" r="r" b="b"/>
              <a:pathLst>
                <a:path w="390" h="343" extrusionOk="0">
                  <a:moveTo>
                    <a:pt x="196" y="75"/>
                  </a:moveTo>
                  <a:cubicBezTo>
                    <a:pt x="202" y="78"/>
                    <a:pt x="208" y="82"/>
                    <a:pt x="214" y="87"/>
                  </a:cubicBezTo>
                  <a:cubicBezTo>
                    <a:pt x="266" y="124"/>
                    <a:pt x="285" y="195"/>
                    <a:pt x="206" y="218"/>
                  </a:cubicBezTo>
                  <a:cubicBezTo>
                    <a:pt x="194" y="221"/>
                    <a:pt x="184" y="222"/>
                    <a:pt x="175" y="222"/>
                  </a:cubicBezTo>
                  <a:cubicBezTo>
                    <a:pt x="122" y="222"/>
                    <a:pt x="110" y="172"/>
                    <a:pt x="139" y="124"/>
                  </a:cubicBezTo>
                  <a:cubicBezTo>
                    <a:pt x="156" y="94"/>
                    <a:pt x="178" y="83"/>
                    <a:pt x="196" y="75"/>
                  </a:cubicBezTo>
                  <a:close/>
                  <a:moveTo>
                    <a:pt x="199" y="1"/>
                  </a:moveTo>
                  <a:cubicBezTo>
                    <a:pt x="141" y="1"/>
                    <a:pt x="109" y="34"/>
                    <a:pt x="108" y="46"/>
                  </a:cubicBezTo>
                  <a:lnTo>
                    <a:pt x="108" y="46"/>
                  </a:lnTo>
                  <a:cubicBezTo>
                    <a:pt x="97" y="52"/>
                    <a:pt x="86" y="60"/>
                    <a:pt x="76" y="69"/>
                  </a:cubicBezTo>
                  <a:cubicBezTo>
                    <a:pt x="42" y="98"/>
                    <a:pt x="1" y="162"/>
                    <a:pt x="31" y="244"/>
                  </a:cubicBezTo>
                  <a:cubicBezTo>
                    <a:pt x="51" y="309"/>
                    <a:pt x="121" y="343"/>
                    <a:pt x="186" y="343"/>
                  </a:cubicBezTo>
                  <a:cubicBezTo>
                    <a:pt x="206" y="343"/>
                    <a:pt x="226" y="340"/>
                    <a:pt x="243" y="333"/>
                  </a:cubicBezTo>
                  <a:cubicBezTo>
                    <a:pt x="318" y="315"/>
                    <a:pt x="390" y="226"/>
                    <a:pt x="371" y="143"/>
                  </a:cubicBezTo>
                  <a:cubicBezTo>
                    <a:pt x="352" y="64"/>
                    <a:pt x="295" y="28"/>
                    <a:pt x="251" y="9"/>
                  </a:cubicBezTo>
                  <a:cubicBezTo>
                    <a:pt x="232" y="3"/>
                    <a:pt x="214" y="1"/>
                    <a:pt x="19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797;p46">
              <a:extLst>
                <a:ext uri="{FF2B5EF4-FFF2-40B4-BE49-F238E27FC236}">
                  <a16:creationId xmlns:a16="http://schemas.microsoft.com/office/drawing/2014/main" id="{F91DFA56-C3A4-CC7E-AD74-7387B963F5E6}"/>
                </a:ext>
              </a:extLst>
            </p:cNvPr>
            <p:cNvSpPr/>
            <p:nvPr/>
          </p:nvSpPr>
          <p:spPr>
            <a:xfrm>
              <a:off x="7940379" y="2661397"/>
              <a:ext cx="6189" cy="8034"/>
            </a:xfrm>
            <a:custGeom>
              <a:avLst/>
              <a:gdLst/>
              <a:ahLst/>
              <a:cxnLst/>
              <a:rect l="l" t="t" r="r" b="b"/>
              <a:pathLst>
                <a:path w="151" h="196" extrusionOk="0">
                  <a:moveTo>
                    <a:pt x="93" y="1"/>
                  </a:moveTo>
                  <a:cubicBezTo>
                    <a:pt x="65" y="1"/>
                    <a:pt x="33" y="32"/>
                    <a:pt x="19" y="77"/>
                  </a:cubicBezTo>
                  <a:cubicBezTo>
                    <a:pt x="1" y="130"/>
                    <a:pt x="12" y="182"/>
                    <a:pt x="42" y="194"/>
                  </a:cubicBezTo>
                  <a:cubicBezTo>
                    <a:pt x="46" y="195"/>
                    <a:pt x="50" y="196"/>
                    <a:pt x="55" y="196"/>
                  </a:cubicBezTo>
                  <a:cubicBezTo>
                    <a:pt x="84" y="196"/>
                    <a:pt x="115" y="164"/>
                    <a:pt x="131" y="115"/>
                  </a:cubicBezTo>
                  <a:cubicBezTo>
                    <a:pt x="150" y="63"/>
                    <a:pt x="139" y="10"/>
                    <a:pt x="105" y="3"/>
                  </a:cubicBezTo>
                  <a:cubicBezTo>
                    <a:pt x="102" y="2"/>
                    <a:pt x="98" y="1"/>
                    <a:pt x="9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798;p46">
              <a:extLst>
                <a:ext uri="{FF2B5EF4-FFF2-40B4-BE49-F238E27FC236}">
                  <a16:creationId xmlns:a16="http://schemas.microsoft.com/office/drawing/2014/main" id="{66DA566E-BC6B-DCF0-D9D4-C34718E2D2AF}"/>
                </a:ext>
              </a:extLst>
            </p:cNvPr>
            <p:cNvSpPr/>
            <p:nvPr/>
          </p:nvSpPr>
          <p:spPr>
            <a:xfrm>
              <a:off x="7951691" y="2666562"/>
              <a:ext cx="6476" cy="15821"/>
            </a:xfrm>
            <a:custGeom>
              <a:avLst/>
              <a:gdLst/>
              <a:ahLst/>
              <a:cxnLst/>
              <a:rect l="l" t="t" r="r" b="b"/>
              <a:pathLst>
                <a:path w="158" h="386" extrusionOk="0">
                  <a:moveTo>
                    <a:pt x="110" y="1"/>
                  </a:moveTo>
                  <a:cubicBezTo>
                    <a:pt x="77" y="1"/>
                    <a:pt x="38" y="81"/>
                    <a:pt x="19" y="184"/>
                  </a:cubicBezTo>
                  <a:cubicBezTo>
                    <a:pt x="1" y="292"/>
                    <a:pt x="12" y="382"/>
                    <a:pt x="45" y="385"/>
                  </a:cubicBezTo>
                  <a:cubicBezTo>
                    <a:pt x="47" y="386"/>
                    <a:pt x="48" y="386"/>
                    <a:pt x="50" y="386"/>
                  </a:cubicBezTo>
                  <a:cubicBezTo>
                    <a:pt x="83" y="386"/>
                    <a:pt x="122" y="306"/>
                    <a:pt x="140" y="206"/>
                  </a:cubicBezTo>
                  <a:cubicBezTo>
                    <a:pt x="158" y="97"/>
                    <a:pt x="143" y="8"/>
                    <a:pt x="113" y="1"/>
                  </a:cubicBezTo>
                  <a:cubicBezTo>
                    <a:pt x="112" y="1"/>
                    <a:pt x="111" y="1"/>
                    <a:pt x="11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799;p46">
              <a:extLst>
                <a:ext uri="{FF2B5EF4-FFF2-40B4-BE49-F238E27FC236}">
                  <a16:creationId xmlns:a16="http://schemas.microsoft.com/office/drawing/2014/main" id="{8A747D7F-12FD-376C-AA0B-30492A42886B}"/>
                </a:ext>
              </a:extLst>
            </p:cNvPr>
            <p:cNvSpPr/>
            <p:nvPr/>
          </p:nvSpPr>
          <p:spPr>
            <a:xfrm>
              <a:off x="7959027" y="2681890"/>
              <a:ext cx="12173" cy="5123"/>
            </a:xfrm>
            <a:custGeom>
              <a:avLst/>
              <a:gdLst/>
              <a:ahLst/>
              <a:cxnLst/>
              <a:rect l="l" t="t" r="r" b="b"/>
              <a:pathLst>
                <a:path w="297" h="125" extrusionOk="0">
                  <a:moveTo>
                    <a:pt x="183" y="0"/>
                  </a:moveTo>
                  <a:cubicBezTo>
                    <a:pt x="170" y="0"/>
                    <a:pt x="157" y="1"/>
                    <a:pt x="143" y="3"/>
                  </a:cubicBezTo>
                  <a:cubicBezTo>
                    <a:pt x="61" y="11"/>
                    <a:pt x="1" y="44"/>
                    <a:pt x="5" y="78"/>
                  </a:cubicBezTo>
                  <a:cubicBezTo>
                    <a:pt x="8" y="107"/>
                    <a:pt x="58" y="125"/>
                    <a:pt x="122" y="125"/>
                  </a:cubicBezTo>
                  <a:cubicBezTo>
                    <a:pt x="132" y="125"/>
                    <a:pt x="143" y="124"/>
                    <a:pt x="154" y="123"/>
                  </a:cubicBezTo>
                  <a:cubicBezTo>
                    <a:pt x="237" y="112"/>
                    <a:pt x="297" y="78"/>
                    <a:pt x="292" y="44"/>
                  </a:cubicBezTo>
                  <a:cubicBezTo>
                    <a:pt x="289" y="20"/>
                    <a:pt x="243"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800;p46">
              <a:extLst>
                <a:ext uri="{FF2B5EF4-FFF2-40B4-BE49-F238E27FC236}">
                  <a16:creationId xmlns:a16="http://schemas.microsoft.com/office/drawing/2014/main" id="{6D0A07E4-5367-E5FB-9C4B-646F1C54C4D0}"/>
                </a:ext>
              </a:extLst>
            </p:cNvPr>
            <p:cNvSpPr/>
            <p:nvPr/>
          </p:nvSpPr>
          <p:spPr>
            <a:xfrm>
              <a:off x="7972840" y="2689924"/>
              <a:ext cx="15493" cy="14837"/>
            </a:xfrm>
            <a:custGeom>
              <a:avLst/>
              <a:gdLst/>
              <a:ahLst/>
              <a:cxnLst/>
              <a:rect l="l" t="t" r="r" b="b"/>
              <a:pathLst>
                <a:path w="378" h="362" extrusionOk="0">
                  <a:moveTo>
                    <a:pt x="176" y="1"/>
                  </a:moveTo>
                  <a:cubicBezTo>
                    <a:pt x="132" y="1"/>
                    <a:pt x="107" y="21"/>
                    <a:pt x="112" y="31"/>
                  </a:cubicBezTo>
                  <a:cubicBezTo>
                    <a:pt x="117" y="47"/>
                    <a:pt x="161" y="50"/>
                    <a:pt x="206" y="91"/>
                  </a:cubicBezTo>
                  <a:cubicBezTo>
                    <a:pt x="251" y="133"/>
                    <a:pt x="274" y="200"/>
                    <a:pt x="206" y="233"/>
                  </a:cubicBezTo>
                  <a:cubicBezTo>
                    <a:pt x="191" y="239"/>
                    <a:pt x="178" y="242"/>
                    <a:pt x="167" y="242"/>
                  </a:cubicBezTo>
                  <a:cubicBezTo>
                    <a:pt x="130" y="242"/>
                    <a:pt x="119" y="210"/>
                    <a:pt x="143" y="170"/>
                  </a:cubicBezTo>
                  <a:cubicBezTo>
                    <a:pt x="165" y="121"/>
                    <a:pt x="202" y="129"/>
                    <a:pt x="213" y="114"/>
                  </a:cubicBezTo>
                  <a:cubicBezTo>
                    <a:pt x="217" y="110"/>
                    <a:pt x="213" y="91"/>
                    <a:pt x="187" y="81"/>
                  </a:cubicBezTo>
                  <a:cubicBezTo>
                    <a:pt x="181" y="78"/>
                    <a:pt x="173" y="76"/>
                    <a:pt x="164" y="76"/>
                  </a:cubicBezTo>
                  <a:cubicBezTo>
                    <a:pt x="137" y="76"/>
                    <a:pt x="103" y="89"/>
                    <a:pt x="75" y="114"/>
                  </a:cubicBezTo>
                  <a:cubicBezTo>
                    <a:pt x="45" y="143"/>
                    <a:pt x="0" y="211"/>
                    <a:pt x="45" y="293"/>
                  </a:cubicBezTo>
                  <a:cubicBezTo>
                    <a:pt x="73" y="339"/>
                    <a:pt x="124" y="361"/>
                    <a:pt x="175" y="361"/>
                  </a:cubicBezTo>
                  <a:cubicBezTo>
                    <a:pt x="206" y="361"/>
                    <a:pt x="237" y="353"/>
                    <a:pt x="262" y="338"/>
                  </a:cubicBezTo>
                  <a:cubicBezTo>
                    <a:pt x="333" y="308"/>
                    <a:pt x="377" y="215"/>
                    <a:pt x="355" y="143"/>
                  </a:cubicBezTo>
                  <a:cubicBezTo>
                    <a:pt x="341" y="73"/>
                    <a:pt x="288" y="36"/>
                    <a:pt x="247" y="17"/>
                  </a:cubicBezTo>
                  <a:cubicBezTo>
                    <a:pt x="220" y="5"/>
                    <a:pt x="196" y="1"/>
                    <a:pt x="17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801;p46">
              <a:extLst>
                <a:ext uri="{FF2B5EF4-FFF2-40B4-BE49-F238E27FC236}">
                  <a16:creationId xmlns:a16="http://schemas.microsoft.com/office/drawing/2014/main" id="{3FA874D1-25C3-B3CE-D623-221390540D88}"/>
                </a:ext>
              </a:extLst>
            </p:cNvPr>
            <p:cNvSpPr/>
            <p:nvPr/>
          </p:nvSpPr>
          <p:spPr>
            <a:xfrm>
              <a:off x="7990915" y="2708654"/>
              <a:ext cx="4918" cy="15821"/>
            </a:xfrm>
            <a:custGeom>
              <a:avLst/>
              <a:gdLst/>
              <a:ahLst/>
              <a:cxnLst/>
              <a:rect l="l" t="t" r="r" b="b"/>
              <a:pathLst>
                <a:path w="120" h="386" extrusionOk="0">
                  <a:moveTo>
                    <a:pt x="60" y="0"/>
                  </a:moveTo>
                  <a:cubicBezTo>
                    <a:pt x="26" y="0"/>
                    <a:pt x="0" y="90"/>
                    <a:pt x="0" y="195"/>
                  </a:cubicBezTo>
                  <a:cubicBezTo>
                    <a:pt x="0" y="300"/>
                    <a:pt x="26" y="386"/>
                    <a:pt x="60" y="386"/>
                  </a:cubicBezTo>
                  <a:cubicBezTo>
                    <a:pt x="93" y="386"/>
                    <a:pt x="119" y="300"/>
                    <a:pt x="119" y="195"/>
                  </a:cubicBezTo>
                  <a:cubicBezTo>
                    <a:pt x="119" y="90"/>
                    <a:pt x="93" y="0"/>
                    <a:pt x="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802;p46">
              <a:extLst>
                <a:ext uri="{FF2B5EF4-FFF2-40B4-BE49-F238E27FC236}">
                  <a16:creationId xmlns:a16="http://schemas.microsoft.com/office/drawing/2014/main" id="{5275DCA9-76D9-FA83-5DA8-4A10EA6AEDA4}"/>
                </a:ext>
              </a:extLst>
            </p:cNvPr>
            <p:cNvSpPr/>
            <p:nvPr/>
          </p:nvSpPr>
          <p:spPr>
            <a:xfrm>
              <a:off x="7861521" y="2484337"/>
              <a:ext cx="109519" cy="126078"/>
            </a:xfrm>
            <a:custGeom>
              <a:avLst/>
              <a:gdLst/>
              <a:ahLst/>
              <a:cxnLst/>
              <a:rect l="l" t="t" r="r" b="b"/>
              <a:pathLst>
                <a:path w="2672" h="3076" extrusionOk="0">
                  <a:moveTo>
                    <a:pt x="2656" y="1"/>
                  </a:moveTo>
                  <a:cubicBezTo>
                    <a:pt x="2637" y="1"/>
                    <a:pt x="2497" y="178"/>
                    <a:pt x="2261" y="442"/>
                  </a:cubicBezTo>
                  <a:cubicBezTo>
                    <a:pt x="1992" y="753"/>
                    <a:pt x="1671" y="1115"/>
                    <a:pt x="1316" y="1522"/>
                  </a:cubicBezTo>
                  <a:cubicBezTo>
                    <a:pt x="946" y="1940"/>
                    <a:pt x="614" y="2321"/>
                    <a:pt x="375" y="2601"/>
                  </a:cubicBezTo>
                  <a:cubicBezTo>
                    <a:pt x="139" y="2885"/>
                    <a:pt x="1" y="3064"/>
                    <a:pt x="12" y="3075"/>
                  </a:cubicBezTo>
                  <a:cubicBezTo>
                    <a:pt x="13" y="3076"/>
                    <a:pt x="13" y="3076"/>
                    <a:pt x="14" y="3076"/>
                  </a:cubicBezTo>
                  <a:cubicBezTo>
                    <a:pt x="35" y="3076"/>
                    <a:pt x="197" y="2917"/>
                    <a:pt x="438" y="2661"/>
                  </a:cubicBezTo>
                  <a:cubicBezTo>
                    <a:pt x="692" y="2392"/>
                    <a:pt x="1035" y="2018"/>
                    <a:pt x="1406" y="1601"/>
                  </a:cubicBezTo>
                  <a:cubicBezTo>
                    <a:pt x="1775" y="1178"/>
                    <a:pt x="2104" y="789"/>
                    <a:pt x="2328" y="498"/>
                  </a:cubicBezTo>
                  <a:cubicBezTo>
                    <a:pt x="2552" y="207"/>
                    <a:pt x="2671" y="9"/>
                    <a:pt x="2657" y="1"/>
                  </a:cubicBezTo>
                  <a:cubicBezTo>
                    <a:pt x="2657" y="1"/>
                    <a:pt x="2656" y="1"/>
                    <a:pt x="265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803;p46">
              <a:extLst>
                <a:ext uri="{FF2B5EF4-FFF2-40B4-BE49-F238E27FC236}">
                  <a16:creationId xmlns:a16="http://schemas.microsoft.com/office/drawing/2014/main" id="{E00B18F7-FC90-26C8-EF8C-1F46EC31309C}"/>
                </a:ext>
              </a:extLst>
            </p:cNvPr>
            <p:cNvSpPr/>
            <p:nvPr/>
          </p:nvSpPr>
          <p:spPr>
            <a:xfrm>
              <a:off x="8066084" y="3046135"/>
              <a:ext cx="10903" cy="5451"/>
            </a:xfrm>
            <a:custGeom>
              <a:avLst/>
              <a:gdLst/>
              <a:ahLst/>
              <a:cxnLst/>
              <a:rect l="l" t="t" r="r" b="b"/>
              <a:pathLst>
                <a:path w="266" h="133" extrusionOk="0">
                  <a:moveTo>
                    <a:pt x="84" y="1"/>
                  </a:moveTo>
                  <a:cubicBezTo>
                    <a:pt x="45" y="1"/>
                    <a:pt x="15" y="13"/>
                    <a:pt x="7" y="36"/>
                  </a:cubicBezTo>
                  <a:cubicBezTo>
                    <a:pt x="0" y="70"/>
                    <a:pt x="49" y="107"/>
                    <a:pt x="119" y="125"/>
                  </a:cubicBezTo>
                  <a:cubicBezTo>
                    <a:pt x="140" y="130"/>
                    <a:pt x="160" y="132"/>
                    <a:pt x="178" y="132"/>
                  </a:cubicBezTo>
                  <a:cubicBezTo>
                    <a:pt x="220" y="132"/>
                    <a:pt x="253" y="120"/>
                    <a:pt x="258" y="99"/>
                  </a:cubicBezTo>
                  <a:cubicBezTo>
                    <a:pt x="266" y="66"/>
                    <a:pt x="217" y="25"/>
                    <a:pt x="145" y="10"/>
                  </a:cubicBezTo>
                  <a:cubicBezTo>
                    <a:pt x="124" y="4"/>
                    <a:pt x="103" y="1"/>
                    <a:pt x="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804;p46">
              <a:extLst>
                <a:ext uri="{FF2B5EF4-FFF2-40B4-BE49-F238E27FC236}">
                  <a16:creationId xmlns:a16="http://schemas.microsoft.com/office/drawing/2014/main" id="{77972C90-CF4B-3071-63CB-1BCE78648E14}"/>
                </a:ext>
              </a:extLst>
            </p:cNvPr>
            <p:cNvSpPr/>
            <p:nvPr/>
          </p:nvSpPr>
          <p:spPr>
            <a:xfrm>
              <a:off x="8079774" y="3036421"/>
              <a:ext cx="12214" cy="9427"/>
            </a:xfrm>
            <a:custGeom>
              <a:avLst/>
              <a:gdLst/>
              <a:ahLst/>
              <a:cxnLst/>
              <a:rect l="l" t="t" r="r" b="b"/>
              <a:pathLst>
                <a:path w="298" h="230" extrusionOk="0">
                  <a:moveTo>
                    <a:pt x="126" y="68"/>
                  </a:moveTo>
                  <a:cubicBezTo>
                    <a:pt x="138" y="72"/>
                    <a:pt x="152" y="77"/>
                    <a:pt x="163" y="86"/>
                  </a:cubicBezTo>
                  <a:cubicBezTo>
                    <a:pt x="178" y="93"/>
                    <a:pt x="178" y="101"/>
                    <a:pt x="178" y="109"/>
                  </a:cubicBezTo>
                  <a:cubicBezTo>
                    <a:pt x="178" y="108"/>
                    <a:pt x="178" y="108"/>
                    <a:pt x="178" y="108"/>
                  </a:cubicBezTo>
                  <a:lnTo>
                    <a:pt x="178" y="108"/>
                  </a:lnTo>
                  <a:cubicBezTo>
                    <a:pt x="177" y="108"/>
                    <a:pt x="178" y="108"/>
                    <a:pt x="178" y="109"/>
                  </a:cubicBezTo>
                  <a:lnTo>
                    <a:pt x="178" y="109"/>
                  </a:lnTo>
                  <a:cubicBezTo>
                    <a:pt x="178" y="109"/>
                    <a:pt x="178" y="109"/>
                    <a:pt x="178" y="109"/>
                  </a:cubicBezTo>
                  <a:lnTo>
                    <a:pt x="178" y="109"/>
                  </a:lnTo>
                  <a:cubicBezTo>
                    <a:pt x="178" y="109"/>
                    <a:pt x="178" y="109"/>
                    <a:pt x="178" y="109"/>
                  </a:cubicBezTo>
                  <a:lnTo>
                    <a:pt x="178" y="109"/>
                  </a:lnTo>
                  <a:cubicBezTo>
                    <a:pt x="178" y="109"/>
                    <a:pt x="178" y="109"/>
                    <a:pt x="178" y="109"/>
                  </a:cubicBezTo>
                  <a:lnTo>
                    <a:pt x="178" y="109"/>
                  </a:lnTo>
                  <a:cubicBezTo>
                    <a:pt x="175" y="109"/>
                    <a:pt x="172" y="110"/>
                    <a:pt x="170" y="110"/>
                  </a:cubicBezTo>
                  <a:cubicBezTo>
                    <a:pt x="148" y="110"/>
                    <a:pt x="122" y="90"/>
                    <a:pt x="122" y="90"/>
                  </a:cubicBezTo>
                  <a:cubicBezTo>
                    <a:pt x="120" y="82"/>
                    <a:pt x="122" y="74"/>
                    <a:pt x="126" y="68"/>
                  </a:cubicBezTo>
                  <a:close/>
                  <a:moveTo>
                    <a:pt x="183" y="115"/>
                  </a:moveTo>
                  <a:cubicBezTo>
                    <a:pt x="184" y="115"/>
                    <a:pt x="184" y="116"/>
                    <a:pt x="185" y="116"/>
                  </a:cubicBezTo>
                  <a:cubicBezTo>
                    <a:pt x="186" y="117"/>
                    <a:pt x="186" y="118"/>
                    <a:pt x="186" y="118"/>
                  </a:cubicBezTo>
                  <a:cubicBezTo>
                    <a:pt x="185" y="118"/>
                    <a:pt x="184" y="117"/>
                    <a:pt x="183" y="115"/>
                  </a:cubicBezTo>
                  <a:close/>
                  <a:moveTo>
                    <a:pt x="178" y="0"/>
                  </a:moveTo>
                  <a:cubicBezTo>
                    <a:pt x="153" y="1"/>
                    <a:pt x="134" y="8"/>
                    <a:pt x="122" y="15"/>
                  </a:cubicBezTo>
                  <a:lnTo>
                    <a:pt x="122" y="15"/>
                  </a:lnTo>
                  <a:cubicBezTo>
                    <a:pt x="122" y="15"/>
                    <a:pt x="122" y="15"/>
                    <a:pt x="122" y="15"/>
                  </a:cubicBezTo>
                  <a:cubicBezTo>
                    <a:pt x="118" y="15"/>
                    <a:pt x="115" y="15"/>
                    <a:pt x="111" y="15"/>
                  </a:cubicBezTo>
                  <a:cubicBezTo>
                    <a:pt x="90" y="15"/>
                    <a:pt x="63" y="24"/>
                    <a:pt x="44" y="53"/>
                  </a:cubicBezTo>
                  <a:cubicBezTo>
                    <a:pt x="1" y="132"/>
                    <a:pt x="72" y="229"/>
                    <a:pt x="169" y="229"/>
                  </a:cubicBezTo>
                  <a:cubicBezTo>
                    <a:pt x="181" y="229"/>
                    <a:pt x="194" y="228"/>
                    <a:pt x="208" y="224"/>
                  </a:cubicBezTo>
                  <a:cubicBezTo>
                    <a:pt x="242" y="217"/>
                    <a:pt x="271" y="191"/>
                    <a:pt x="287" y="157"/>
                  </a:cubicBezTo>
                  <a:cubicBezTo>
                    <a:pt x="297" y="124"/>
                    <a:pt x="294" y="93"/>
                    <a:pt x="282" y="71"/>
                  </a:cubicBezTo>
                  <a:cubicBezTo>
                    <a:pt x="260" y="23"/>
                    <a:pt x="208" y="0"/>
                    <a:pt x="17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805;p46">
              <a:extLst>
                <a:ext uri="{FF2B5EF4-FFF2-40B4-BE49-F238E27FC236}">
                  <a16:creationId xmlns:a16="http://schemas.microsoft.com/office/drawing/2014/main" id="{719B9B42-91B3-E81A-2C69-F327D4C26383}"/>
                </a:ext>
              </a:extLst>
            </p:cNvPr>
            <p:cNvSpPr/>
            <p:nvPr/>
          </p:nvSpPr>
          <p:spPr>
            <a:xfrm>
              <a:off x="7206023" y="2581187"/>
              <a:ext cx="779418" cy="357001"/>
            </a:xfrm>
            <a:custGeom>
              <a:avLst/>
              <a:gdLst/>
              <a:ahLst/>
              <a:cxnLst/>
              <a:rect l="l" t="t" r="r" b="b"/>
              <a:pathLst>
                <a:path w="19016" h="8710" extrusionOk="0">
                  <a:moveTo>
                    <a:pt x="4381" y="1"/>
                  </a:moveTo>
                  <a:cubicBezTo>
                    <a:pt x="4332" y="1"/>
                    <a:pt x="4282" y="19"/>
                    <a:pt x="4240" y="59"/>
                  </a:cubicBezTo>
                  <a:cubicBezTo>
                    <a:pt x="4087" y="197"/>
                    <a:pt x="3952" y="772"/>
                    <a:pt x="4075" y="1467"/>
                  </a:cubicBezTo>
                  <a:cubicBezTo>
                    <a:pt x="4079" y="1479"/>
                    <a:pt x="4079" y="1489"/>
                    <a:pt x="4079" y="1501"/>
                  </a:cubicBezTo>
                  <a:cubicBezTo>
                    <a:pt x="4112" y="1714"/>
                    <a:pt x="4060" y="1793"/>
                    <a:pt x="3964" y="1793"/>
                  </a:cubicBezTo>
                  <a:cubicBezTo>
                    <a:pt x="3742" y="1793"/>
                    <a:pt x="3282" y="1367"/>
                    <a:pt x="3071" y="1179"/>
                  </a:cubicBezTo>
                  <a:cubicBezTo>
                    <a:pt x="2773" y="912"/>
                    <a:pt x="1832" y="144"/>
                    <a:pt x="1653" y="144"/>
                  </a:cubicBezTo>
                  <a:cubicBezTo>
                    <a:pt x="1650" y="144"/>
                    <a:pt x="1647" y="144"/>
                    <a:pt x="1644" y="145"/>
                  </a:cubicBezTo>
                  <a:cubicBezTo>
                    <a:pt x="1416" y="186"/>
                    <a:pt x="1420" y="443"/>
                    <a:pt x="1726" y="705"/>
                  </a:cubicBezTo>
                  <a:cubicBezTo>
                    <a:pt x="2040" y="974"/>
                    <a:pt x="2902" y="1826"/>
                    <a:pt x="2757" y="1982"/>
                  </a:cubicBezTo>
                  <a:cubicBezTo>
                    <a:pt x="2750" y="1990"/>
                    <a:pt x="2738" y="1994"/>
                    <a:pt x="2724" y="1994"/>
                  </a:cubicBezTo>
                  <a:cubicBezTo>
                    <a:pt x="2458" y="1994"/>
                    <a:pt x="1094" y="735"/>
                    <a:pt x="1094" y="735"/>
                  </a:cubicBezTo>
                  <a:cubicBezTo>
                    <a:pt x="1094" y="735"/>
                    <a:pt x="917" y="507"/>
                    <a:pt x="756" y="507"/>
                  </a:cubicBezTo>
                  <a:cubicBezTo>
                    <a:pt x="716" y="507"/>
                    <a:pt x="677" y="521"/>
                    <a:pt x="642" y="555"/>
                  </a:cubicBezTo>
                  <a:cubicBezTo>
                    <a:pt x="325" y="869"/>
                    <a:pt x="2047" y="2236"/>
                    <a:pt x="2211" y="2363"/>
                  </a:cubicBezTo>
                  <a:cubicBezTo>
                    <a:pt x="2302" y="2431"/>
                    <a:pt x="2227" y="2554"/>
                    <a:pt x="2133" y="2554"/>
                  </a:cubicBezTo>
                  <a:cubicBezTo>
                    <a:pt x="2107" y="2554"/>
                    <a:pt x="2080" y="2545"/>
                    <a:pt x="2054" y="2524"/>
                  </a:cubicBezTo>
                  <a:cubicBezTo>
                    <a:pt x="1945" y="2434"/>
                    <a:pt x="847" y="1362"/>
                    <a:pt x="386" y="1362"/>
                  </a:cubicBezTo>
                  <a:cubicBezTo>
                    <a:pt x="331" y="1362"/>
                    <a:pt x="285" y="1378"/>
                    <a:pt x="251" y="1411"/>
                  </a:cubicBezTo>
                  <a:cubicBezTo>
                    <a:pt x="1" y="1653"/>
                    <a:pt x="1655" y="2546"/>
                    <a:pt x="1785" y="2984"/>
                  </a:cubicBezTo>
                  <a:cubicBezTo>
                    <a:pt x="1806" y="3050"/>
                    <a:pt x="1793" y="3077"/>
                    <a:pt x="1755" y="3077"/>
                  </a:cubicBezTo>
                  <a:cubicBezTo>
                    <a:pt x="1567" y="3077"/>
                    <a:pt x="763" y="2384"/>
                    <a:pt x="456" y="2384"/>
                  </a:cubicBezTo>
                  <a:cubicBezTo>
                    <a:pt x="420" y="2384"/>
                    <a:pt x="390" y="2394"/>
                    <a:pt x="370" y="2415"/>
                  </a:cubicBezTo>
                  <a:cubicBezTo>
                    <a:pt x="287" y="2509"/>
                    <a:pt x="236" y="2587"/>
                    <a:pt x="1094" y="3189"/>
                  </a:cubicBezTo>
                  <a:cubicBezTo>
                    <a:pt x="1554" y="3513"/>
                    <a:pt x="2503" y="4018"/>
                    <a:pt x="3299" y="4425"/>
                  </a:cubicBezTo>
                  <a:lnTo>
                    <a:pt x="3392" y="4470"/>
                  </a:lnTo>
                  <a:cubicBezTo>
                    <a:pt x="3392" y="4470"/>
                    <a:pt x="9281" y="8709"/>
                    <a:pt x="13450" y="8709"/>
                  </a:cubicBezTo>
                  <a:cubicBezTo>
                    <a:pt x="14709" y="8709"/>
                    <a:pt x="15811" y="8323"/>
                    <a:pt x="16547" y="7316"/>
                  </a:cubicBezTo>
                  <a:cubicBezTo>
                    <a:pt x="18493" y="4656"/>
                    <a:pt x="18628" y="4508"/>
                    <a:pt x="19016" y="3842"/>
                  </a:cubicBezTo>
                  <a:lnTo>
                    <a:pt x="16154" y="1034"/>
                  </a:lnTo>
                  <a:cubicBezTo>
                    <a:pt x="16154" y="1034"/>
                    <a:pt x="13268" y="4762"/>
                    <a:pt x="12669" y="4762"/>
                  </a:cubicBezTo>
                  <a:cubicBezTo>
                    <a:pt x="12665" y="4762"/>
                    <a:pt x="12662" y="4762"/>
                    <a:pt x="12658" y="4761"/>
                  </a:cubicBezTo>
                  <a:cubicBezTo>
                    <a:pt x="9472" y="4518"/>
                    <a:pt x="6294" y="2908"/>
                    <a:pt x="5188" y="2300"/>
                  </a:cubicBezTo>
                  <a:cubicBezTo>
                    <a:pt x="5091" y="2146"/>
                    <a:pt x="4983" y="1960"/>
                    <a:pt x="4864" y="1739"/>
                  </a:cubicBezTo>
                  <a:cubicBezTo>
                    <a:pt x="4762" y="1549"/>
                    <a:pt x="4695" y="1340"/>
                    <a:pt x="4666" y="1127"/>
                  </a:cubicBezTo>
                  <a:cubicBezTo>
                    <a:pt x="4632" y="900"/>
                    <a:pt x="4598" y="608"/>
                    <a:pt x="4617" y="406"/>
                  </a:cubicBezTo>
                  <a:cubicBezTo>
                    <a:pt x="4621" y="388"/>
                    <a:pt x="4621" y="369"/>
                    <a:pt x="4624" y="354"/>
                  </a:cubicBezTo>
                  <a:cubicBezTo>
                    <a:pt x="4635" y="317"/>
                    <a:pt x="4635" y="283"/>
                    <a:pt x="4632" y="250"/>
                  </a:cubicBezTo>
                  <a:cubicBezTo>
                    <a:pt x="4621" y="106"/>
                    <a:pt x="4502" y="1"/>
                    <a:pt x="4381"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806;p46">
              <a:extLst>
                <a:ext uri="{FF2B5EF4-FFF2-40B4-BE49-F238E27FC236}">
                  <a16:creationId xmlns:a16="http://schemas.microsoft.com/office/drawing/2014/main" id="{509D9C42-5D5F-B09B-006D-35DB3A6D69B5}"/>
                </a:ext>
              </a:extLst>
            </p:cNvPr>
            <p:cNvSpPr/>
            <p:nvPr/>
          </p:nvSpPr>
          <p:spPr>
            <a:xfrm flipH="1">
              <a:off x="7744211" y="2144852"/>
              <a:ext cx="28500" cy="81600"/>
            </a:xfrm>
            <a:prstGeom prst="rtTriangle">
              <a:avLst/>
            </a:pr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82" name="TextBox 2581">
            <a:extLst>
              <a:ext uri="{FF2B5EF4-FFF2-40B4-BE49-F238E27FC236}">
                <a16:creationId xmlns:a16="http://schemas.microsoft.com/office/drawing/2014/main" id="{EE51A8F4-3362-D5E7-2314-8ABC49740CC1}"/>
              </a:ext>
            </a:extLst>
          </p:cNvPr>
          <p:cNvSpPr txBox="1"/>
          <p:nvPr/>
        </p:nvSpPr>
        <p:spPr>
          <a:xfrm>
            <a:off x="3787693" y="294198"/>
            <a:ext cx="4990547" cy="523220"/>
          </a:xfrm>
          <a:prstGeom prst="rect">
            <a:avLst/>
          </a:prstGeom>
          <a:solidFill>
            <a:schemeClr val="accent1"/>
          </a:solidFill>
        </p:spPr>
        <p:txBody>
          <a:bodyPr wrap="square" rtlCol="0">
            <a:spAutoFit/>
          </a:bodyPr>
          <a:lstStyle/>
          <a:p>
            <a:pPr algn="ctr"/>
            <a:r>
              <a:rPr lang="vi-VN" sz="2800" dirty="0">
                <a:latin typeface="Microsoft YaHei UI" panose="020B0503020204020204" pitchFamily="34" charset="-122"/>
                <a:ea typeface="Microsoft YaHei UI" panose="020B0503020204020204" pitchFamily="34" charset="-122"/>
              </a:rPr>
              <a:t>Danh sách thành viên</a:t>
            </a:r>
            <a:endParaRPr lang="en-US" sz="2800" dirty="0">
              <a:latin typeface="Microsoft YaHei UI" panose="020B0503020204020204" pitchFamily="34" charset="-122"/>
              <a:ea typeface="Microsoft YaHei UI"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grpSp>
        <p:nvGrpSpPr>
          <p:cNvPr id="510" name="Google Shape;510;p29"/>
          <p:cNvGrpSpPr/>
          <p:nvPr/>
        </p:nvGrpSpPr>
        <p:grpSpPr>
          <a:xfrm>
            <a:off x="6611896" y="276274"/>
            <a:ext cx="519733" cy="485268"/>
            <a:chOff x="4694531" y="2250235"/>
            <a:chExt cx="1090502" cy="1018186"/>
          </a:xfrm>
        </p:grpSpPr>
        <p:sp>
          <p:nvSpPr>
            <p:cNvPr id="511" name="Google Shape;511;p29"/>
            <p:cNvSpPr/>
            <p:nvPr/>
          </p:nvSpPr>
          <p:spPr>
            <a:xfrm>
              <a:off x="4694531" y="2250235"/>
              <a:ext cx="1090502" cy="1018186"/>
            </a:xfrm>
            <a:custGeom>
              <a:avLst/>
              <a:gdLst/>
              <a:ahLst/>
              <a:cxnLst/>
              <a:rect l="l" t="t" r="r" b="b"/>
              <a:pathLst>
                <a:path w="24565" h="22936" extrusionOk="0">
                  <a:moveTo>
                    <a:pt x="12304" y="1"/>
                  </a:moveTo>
                  <a:cubicBezTo>
                    <a:pt x="11753" y="1"/>
                    <a:pt x="11196" y="40"/>
                    <a:pt x="10635" y="122"/>
                  </a:cubicBezTo>
                  <a:cubicBezTo>
                    <a:pt x="4354" y="1033"/>
                    <a:pt x="0" y="6855"/>
                    <a:pt x="912" y="13122"/>
                  </a:cubicBezTo>
                  <a:cubicBezTo>
                    <a:pt x="1738" y="18828"/>
                    <a:pt x="6647" y="22935"/>
                    <a:pt x="12259" y="22935"/>
                  </a:cubicBezTo>
                  <a:cubicBezTo>
                    <a:pt x="12812" y="22935"/>
                    <a:pt x="13371" y="22895"/>
                    <a:pt x="13934" y="22813"/>
                  </a:cubicBezTo>
                  <a:cubicBezTo>
                    <a:pt x="20211" y="21901"/>
                    <a:pt x="24565" y="16083"/>
                    <a:pt x="23657" y="9816"/>
                  </a:cubicBezTo>
                  <a:cubicBezTo>
                    <a:pt x="22827" y="4109"/>
                    <a:pt x="17918" y="1"/>
                    <a:pt x="1230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9"/>
            <p:cNvSpPr/>
            <p:nvPr/>
          </p:nvSpPr>
          <p:spPr>
            <a:xfrm>
              <a:off x="4824199" y="2371334"/>
              <a:ext cx="831161" cy="775937"/>
            </a:xfrm>
            <a:custGeom>
              <a:avLst/>
              <a:gdLst/>
              <a:ahLst/>
              <a:cxnLst/>
              <a:rect l="l" t="t" r="r" b="b"/>
              <a:pathLst>
                <a:path w="18723" h="17479" extrusionOk="0">
                  <a:moveTo>
                    <a:pt x="9375" y="1"/>
                  </a:moveTo>
                  <a:cubicBezTo>
                    <a:pt x="8956" y="1"/>
                    <a:pt x="8532" y="31"/>
                    <a:pt x="8106" y="92"/>
                  </a:cubicBezTo>
                  <a:cubicBezTo>
                    <a:pt x="3320" y="789"/>
                    <a:pt x="0" y="5226"/>
                    <a:pt x="697" y="9999"/>
                  </a:cubicBezTo>
                  <a:cubicBezTo>
                    <a:pt x="1328" y="14348"/>
                    <a:pt x="5067" y="17478"/>
                    <a:pt x="9342" y="17478"/>
                  </a:cubicBezTo>
                  <a:cubicBezTo>
                    <a:pt x="9763" y="17478"/>
                    <a:pt x="10189" y="17448"/>
                    <a:pt x="10617" y="17386"/>
                  </a:cubicBezTo>
                  <a:cubicBezTo>
                    <a:pt x="15406" y="16690"/>
                    <a:pt x="18723" y="12257"/>
                    <a:pt x="18029" y="7479"/>
                  </a:cubicBezTo>
                  <a:cubicBezTo>
                    <a:pt x="17395" y="3131"/>
                    <a:pt x="13655" y="1"/>
                    <a:pt x="937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9"/>
            <p:cNvSpPr/>
            <p:nvPr/>
          </p:nvSpPr>
          <p:spPr>
            <a:xfrm>
              <a:off x="4841911" y="2356596"/>
              <a:ext cx="782507" cy="470782"/>
            </a:xfrm>
            <a:custGeom>
              <a:avLst/>
              <a:gdLst/>
              <a:ahLst/>
              <a:cxnLst/>
              <a:rect l="l" t="t" r="r" b="b"/>
              <a:pathLst>
                <a:path w="17627" h="10605" extrusionOk="0">
                  <a:moveTo>
                    <a:pt x="8959" y="0"/>
                  </a:moveTo>
                  <a:cubicBezTo>
                    <a:pt x="8916" y="0"/>
                    <a:pt x="8873" y="1"/>
                    <a:pt x="8830" y="1"/>
                  </a:cubicBezTo>
                  <a:cubicBezTo>
                    <a:pt x="8348" y="12"/>
                    <a:pt x="7864" y="55"/>
                    <a:pt x="7379" y="141"/>
                  </a:cubicBezTo>
                  <a:cubicBezTo>
                    <a:pt x="6895" y="227"/>
                    <a:pt x="6421" y="353"/>
                    <a:pt x="5969" y="511"/>
                  </a:cubicBezTo>
                  <a:cubicBezTo>
                    <a:pt x="5513" y="665"/>
                    <a:pt x="5083" y="866"/>
                    <a:pt x="4673" y="1085"/>
                  </a:cubicBezTo>
                  <a:cubicBezTo>
                    <a:pt x="4264" y="1301"/>
                    <a:pt x="3880" y="1556"/>
                    <a:pt x="3524" y="1824"/>
                  </a:cubicBezTo>
                  <a:cubicBezTo>
                    <a:pt x="3169" y="2094"/>
                    <a:pt x="2843" y="2384"/>
                    <a:pt x="2545" y="2689"/>
                  </a:cubicBezTo>
                  <a:cubicBezTo>
                    <a:pt x="1949" y="3296"/>
                    <a:pt x="1478" y="3964"/>
                    <a:pt x="1112" y="4620"/>
                  </a:cubicBezTo>
                  <a:cubicBezTo>
                    <a:pt x="750" y="5281"/>
                    <a:pt x="499" y="5941"/>
                    <a:pt x="334" y="6559"/>
                  </a:cubicBezTo>
                  <a:cubicBezTo>
                    <a:pt x="0" y="7793"/>
                    <a:pt x="14" y="8842"/>
                    <a:pt x="90" y="9538"/>
                  </a:cubicBezTo>
                  <a:cubicBezTo>
                    <a:pt x="172" y="10235"/>
                    <a:pt x="303" y="10604"/>
                    <a:pt x="340" y="10604"/>
                  </a:cubicBezTo>
                  <a:cubicBezTo>
                    <a:pt x="341" y="10604"/>
                    <a:pt x="341" y="10604"/>
                    <a:pt x="341" y="10604"/>
                  </a:cubicBezTo>
                  <a:cubicBezTo>
                    <a:pt x="395" y="10593"/>
                    <a:pt x="352" y="10209"/>
                    <a:pt x="352" y="9524"/>
                  </a:cubicBezTo>
                  <a:cubicBezTo>
                    <a:pt x="355" y="8842"/>
                    <a:pt x="416" y="7844"/>
                    <a:pt x="786" y="6691"/>
                  </a:cubicBezTo>
                  <a:cubicBezTo>
                    <a:pt x="973" y="6118"/>
                    <a:pt x="1235" y="5503"/>
                    <a:pt x="1594" y="4894"/>
                  </a:cubicBezTo>
                  <a:cubicBezTo>
                    <a:pt x="1960" y="4291"/>
                    <a:pt x="2416" y="3680"/>
                    <a:pt x="2982" y="3124"/>
                  </a:cubicBezTo>
                  <a:cubicBezTo>
                    <a:pt x="3266" y="2848"/>
                    <a:pt x="3575" y="2578"/>
                    <a:pt x="3908" y="2338"/>
                  </a:cubicBezTo>
                  <a:cubicBezTo>
                    <a:pt x="4246" y="2090"/>
                    <a:pt x="4601" y="1860"/>
                    <a:pt x="4985" y="1663"/>
                  </a:cubicBezTo>
                  <a:cubicBezTo>
                    <a:pt x="5366" y="1462"/>
                    <a:pt x="5764" y="1282"/>
                    <a:pt x="6188" y="1139"/>
                  </a:cubicBezTo>
                  <a:cubicBezTo>
                    <a:pt x="6608" y="996"/>
                    <a:pt x="7046" y="880"/>
                    <a:pt x="7495" y="798"/>
                  </a:cubicBezTo>
                  <a:cubicBezTo>
                    <a:pt x="7947" y="722"/>
                    <a:pt x="8396" y="679"/>
                    <a:pt x="8840" y="669"/>
                  </a:cubicBezTo>
                  <a:cubicBezTo>
                    <a:pt x="8899" y="668"/>
                    <a:pt x="8958" y="667"/>
                    <a:pt x="9016" y="667"/>
                  </a:cubicBezTo>
                  <a:cubicBezTo>
                    <a:pt x="9401" y="667"/>
                    <a:pt x="9780" y="698"/>
                    <a:pt x="10150" y="744"/>
                  </a:cubicBezTo>
                  <a:cubicBezTo>
                    <a:pt x="10578" y="798"/>
                    <a:pt x="10994" y="895"/>
                    <a:pt x="11393" y="1009"/>
                  </a:cubicBezTo>
                  <a:cubicBezTo>
                    <a:pt x="11791" y="1121"/>
                    <a:pt x="12171" y="1268"/>
                    <a:pt x="12531" y="1430"/>
                  </a:cubicBezTo>
                  <a:cubicBezTo>
                    <a:pt x="13255" y="1753"/>
                    <a:pt x="13894" y="2169"/>
                    <a:pt x="14447" y="2614"/>
                  </a:cubicBezTo>
                  <a:cubicBezTo>
                    <a:pt x="14993" y="3063"/>
                    <a:pt x="15448" y="3547"/>
                    <a:pt x="15821" y="4021"/>
                  </a:cubicBezTo>
                  <a:cubicBezTo>
                    <a:pt x="16568" y="4976"/>
                    <a:pt x="16970" y="5895"/>
                    <a:pt x="17207" y="6534"/>
                  </a:cubicBezTo>
                  <a:cubicBezTo>
                    <a:pt x="17442" y="7171"/>
                    <a:pt x="17536" y="7543"/>
                    <a:pt x="17586" y="7543"/>
                  </a:cubicBezTo>
                  <a:cubicBezTo>
                    <a:pt x="17586" y="7543"/>
                    <a:pt x="17587" y="7543"/>
                    <a:pt x="17587" y="7542"/>
                  </a:cubicBezTo>
                  <a:cubicBezTo>
                    <a:pt x="17627" y="7535"/>
                    <a:pt x="17623" y="7144"/>
                    <a:pt x="17458" y="6454"/>
                  </a:cubicBezTo>
                  <a:cubicBezTo>
                    <a:pt x="17290" y="5773"/>
                    <a:pt x="16941" y="4786"/>
                    <a:pt x="16205" y="3741"/>
                  </a:cubicBezTo>
                  <a:cubicBezTo>
                    <a:pt x="15836" y="3221"/>
                    <a:pt x="15373" y="2686"/>
                    <a:pt x="14806" y="2190"/>
                  </a:cubicBezTo>
                  <a:cubicBezTo>
                    <a:pt x="14235" y="1699"/>
                    <a:pt x="13564" y="1236"/>
                    <a:pt x="12792" y="870"/>
                  </a:cubicBezTo>
                  <a:cubicBezTo>
                    <a:pt x="12408" y="686"/>
                    <a:pt x="12002" y="525"/>
                    <a:pt x="11575" y="396"/>
                  </a:cubicBezTo>
                  <a:cubicBezTo>
                    <a:pt x="11148" y="267"/>
                    <a:pt x="10703" y="159"/>
                    <a:pt x="10243" y="95"/>
                  </a:cubicBezTo>
                  <a:cubicBezTo>
                    <a:pt x="9825" y="36"/>
                    <a:pt x="9395" y="0"/>
                    <a:pt x="8959"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9"/>
            <p:cNvSpPr/>
            <p:nvPr/>
          </p:nvSpPr>
          <p:spPr>
            <a:xfrm>
              <a:off x="5058586" y="2488083"/>
              <a:ext cx="386747" cy="570799"/>
            </a:xfrm>
            <a:custGeom>
              <a:avLst/>
              <a:gdLst/>
              <a:ahLst/>
              <a:cxnLst/>
              <a:rect l="l" t="t" r="r" b="b"/>
              <a:pathLst>
                <a:path w="8712" h="12858" extrusionOk="0">
                  <a:moveTo>
                    <a:pt x="3209" y="3500"/>
                  </a:moveTo>
                  <a:lnTo>
                    <a:pt x="3518" y="5409"/>
                  </a:lnTo>
                  <a:cubicBezTo>
                    <a:pt x="2894" y="5316"/>
                    <a:pt x="2452" y="5122"/>
                    <a:pt x="2377" y="4652"/>
                  </a:cubicBezTo>
                  <a:cubicBezTo>
                    <a:pt x="2304" y="4211"/>
                    <a:pt x="2524" y="3772"/>
                    <a:pt x="3209" y="3500"/>
                  </a:cubicBezTo>
                  <a:close/>
                  <a:moveTo>
                    <a:pt x="5233" y="7506"/>
                  </a:moveTo>
                  <a:cubicBezTo>
                    <a:pt x="5844" y="7617"/>
                    <a:pt x="6275" y="7807"/>
                    <a:pt x="6350" y="8277"/>
                  </a:cubicBezTo>
                  <a:cubicBezTo>
                    <a:pt x="6418" y="8708"/>
                    <a:pt x="6177" y="9106"/>
                    <a:pt x="5528" y="9361"/>
                  </a:cubicBezTo>
                  <a:lnTo>
                    <a:pt x="5233" y="7506"/>
                  </a:lnTo>
                  <a:close/>
                  <a:moveTo>
                    <a:pt x="4032" y="0"/>
                  </a:moveTo>
                  <a:lnTo>
                    <a:pt x="2685" y="216"/>
                  </a:lnTo>
                  <a:lnTo>
                    <a:pt x="2925" y="1708"/>
                  </a:lnTo>
                  <a:cubicBezTo>
                    <a:pt x="840" y="2290"/>
                    <a:pt x="0" y="3683"/>
                    <a:pt x="227" y="5108"/>
                  </a:cubicBezTo>
                  <a:cubicBezTo>
                    <a:pt x="535" y="7032"/>
                    <a:pt x="2283" y="7261"/>
                    <a:pt x="3833" y="7384"/>
                  </a:cubicBezTo>
                  <a:lnTo>
                    <a:pt x="4193" y="9630"/>
                  </a:lnTo>
                  <a:cubicBezTo>
                    <a:pt x="4079" y="9637"/>
                    <a:pt x="3965" y="9641"/>
                    <a:pt x="3850" y="9641"/>
                  </a:cubicBezTo>
                  <a:cubicBezTo>
                    <a:pt x="2975" y="9641"/>
                    <a:pt x="2096" y="9438"/>
                    <a:pt x="1433" y="9092"/>
                  </a:cubicBezTo>
                  <a:lnTo>
                    <a:pt x="955" y="10854"/>
                  </a:lnTo>
                  <a:cubicBezTo>
                    <a:pt x="1623" y="11223"/>
                    <a:pt x="2619" y="11432"/>
                    <a:pt x="3681" y="11432"/>
                  </a:cubicBezTo>
                  <a:cubicBezTo>
                    <a:pt x="3943" y="11432"/>
                    <a:pt x="4210" y="11419"/>
                    <a:pt x="4476" y="11393"/>
                  </a:cubicBezTo>
                  <a:lnTo>
                    <a:pt x="4709" y="12857"/>
                  </a:lnTo>
                  <a:lnTo>
                    <a:pt x="6056" y="12642"/>
                  </a:lnTo>
                  <a:lnTo>
                    <a:pt x="5815" y="11138"/>
                  </a:lnTo>
                  <a:cubicBezTo>
                    <a:pt x="7882" y="10542"/>
                    <a:pt x="8712" y="9171"/>
                    <a:pt x="8489" y="7771"/>
                  </a:cubicBezTo>
                  <a:cubicBezTo>
                    <a:pt x="8184" y="5876"/>
                    <a:pt x="6465" y="5639"/>
                    <a:pt x="4915" y="5528"/>
                  </a:cubicBezTo>
                  <a:lnTo>
                    <a:pt x="4548" y="3242"/>
                  </a:lnTo>
                  <a:cubicBezTo>
                    <a:pt x="4611" y="3239"/>
                    <a:pt x="4673" y="3238"/>
                    <a:pt x="4736" y="3238"/>
                  </a:cubicBezTo>
                  <a:cubicBezTo>
                    <a:pt x="5367" y="3238"/>
                    <a:pt x="6038" y="3357"/>
                    <a:pt x="6719" y="3611"/>
                  </a:cubicBezTo>
                  <a:lnTo>
                    <a:pt x="7125" y="1849"/>
                  </a:lnTo>
                  <a:cubicBezTo>
                    <a:pt x="6479" y="1570"/>
                    <a:pt x="5703" y="1442"/>
                    <a:pt x="4899" y="1442"/>
                  </a:cubicBezTo>
                  <a:cubicBezTo>
                    <a:pt x="4689" y="1442"/>
                    <a:pt x="4476" y="1451"/>
                    <a:pt x="4264" y="1468"/>
                  </a:cubicBezTo>
                  <a:lnTo>
                    <a:pt x="403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5" name="Google Shape;515;p29"/>
          <p:cNvSpPr txBox="1">
            <a:spLocks noGrp="1"/>
          </p:cNvSpPr>
          <p:nvPr>
            <p:ph type="subTitle" idx="1"/>
          </p:nvPr>
        </p:nvSpPr>
        <p:spPr>
          <a:xfrm>
            <a:off x="2562675" y="2190023"/>
            <a:ext cx="4018200" cy="1307700"/>
          </a:xfrm>
          <a:prstGeom prst="rect">
            <a:avLst/>
          </a:prstGeom>
          <a:noFill/>
        </p:spPr>
        <p:txBody>
          <a:bodyPr spcFirstLastPara="1" wrap="square" lIns="91425" tIns="91425" rIns="91425" bIns="91425" anchor="t" anchorCtr="0">
            <a:noAutofit/>
          </a:bodyPr>
          <a:lstStyle/>
          <a:p>
            <a:pPr marL="0" lvl="0" indent="0" algn="ctr" rtl="0">
              <a:spcBef>
                <a:spcPts val="0"/>
              </a:spcBef>
              <a:spcAft>
                <a:spcPts val="0"/>
              </a:spcAft>
              <a:buNone/>
            </a:pPr>
            <a:r>
              <a:rPr lang="vi-VN" dirty="0">
                <a:latin typeface="RNS Sans"/>
                <a:ea typeface="Microsoft YaHei UI" panose="020B0503020204020204" pitchFamily="34" charset="-122"/>
              </a:rPr>
              <a:t>Lending Club là một nền tảng cho vay ngang hàng (peer-to-peer lending) tại Mỹ, cho phép các cá nhân vay tiền trực tiếp từ các nhà đầu tư cá nhân, bỏ qua trung gian tài chính truyền thống như ngân hàng</a:t>
            </a:r>
            <a:endParaRPr lang="en-US" dirty="0">
              <a:latin typeface="RNS Sans"/>
              <a:ea typeface="Microsoft YaHei UI" panose="020B0503020204020204" pitchFamily="34" charset="-122"/>
            </a:endParaRPr>
          </a:p>
        </p:txBody>
      </p:sp>
      <p:sp>
        <p:nvSpPr>
          <p:cNvPr id="516" name="Google Shape;516;p29"/>
          <p:cNvSpPr txBox="1">
            <a:spLocks noGrp="1"/>
          </p:cNvSpPr>
          <p:nvPr>
            <p:ph type="ctrTitle"/>
          </p:nvPr>
        </p:nvSpPr>
        <p:spPr>
          <a:xfrm>
            <a:off x="2237395" y="1645788"/>
            <a:ext cx="4669200" cy="38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latin typeface="Microsoft YaHei UI" panose="020B0503020204020204" pitchFamily="34" charset="-122"/>
                <a:ea typeface="Microsoft YaHei UI" panose="020B0503020204020204" pitchFamily="34" charset="-122"/>
              </a:rPr>
              <a:t>LENDING CLUB LOAN​</a:t>
            </a:r>
          </a:p>
        </p:txBody>
      </p:sp>
      <p:grpSp>
        <p:nvGrpSpPr>
          <p:cNvPr id="517" name="Google Shape;517;p29"/>
          <p:cNvGrpSpPr/>
          <p:nvPr/>
        </p:nvGrpSpPr>
        <p:grpSpPr>
          <a:xfrm>
            <a:off x="4857224" y="3201746"/>
            <a:ext cx="2371910" cy="1507092"/>
            <a:chOff x="4857224" y="3518946"/>
            <a:chExt cx="2371910" cy="1507092"/>
          </a:xfrm>
        </p:grpSpPr>
        <p:sp>
          <p:nvSpPr>
            <p:cNvPr id="518" name="Google Shape;518;p29"/>
            <p:cNvSpPr/>
            <p:nvPr/>
          </p:nvSpPr>
          <p:spPr>
            <a:xfrm flipH="1">
              <a:off x="6620122" y="4175756"/>
              <a:ext cx="454956" cy="850283"/>
            </a:xfrm>
            <a:custGeom>
              <a:avLst/>
              <a:gdLst/>
              <a:ahLst/>
              <a:cxnLst/>
              <a:rect l="l" t="t" r="r" b="b"/>
              <a:pathLst>
                <a:path w="9415" h="17596" extrusionOk="0">
                  <a:moveTo>
                    <a:pt x="0" y="1"/>
                  </a:moveTo>
                  <a:lnTo>
                    <a:pt x="0" y="15912"/>
                  </a:lnTo>
                  <a:cubicBezTo>
                    <a:pt x="0" y="16842"/>
                    <a:pt x="620" y="17595"/>
                    <a:pt x="1382" y="17595"/>
                  </a:cubicBezTo>
                  <a:lnTo>
                    <a:pt x="8029" y="17595"/>
                  </a:lnTo>
                  <a:cubicBezTo>
                    <a:pt x="8794" y="17595"/>
                    <a:pt x="9415" y="16842"/>
                    <a:pt x="9415" y="15912"/>
                  </a:cubicBezTo>
                  <a:lnTo>
                    <a:pt x="9415" y="1"/>
                  </a:lnTo>
                  <a:lnTo>
                    <a:pt x="9228" y="1"/>
                  </a:lnTo>
                  <a:lnTo>
                    <a:pt x="9228" y="15912"/>
                  </a:lnTo>
                  <a:cubicBezTo>
                    <a:pt x="9228" y="16737"/>
                    <a:pt x="8693" y="17413"/>
                    <a:pt x="8029" y="17413"/>
                  </a:cubicBezTo>
                  <a:lnTo>
                    <a:pt x="1382" y="17413"/>
                  </a:lnTo>
                  <a:cubicBezTo>
                    <a:pt x="721" y="17413"/>
                    <a:pt x="183" y="16737"/>
                    <a:pt x="183" y="15912"/>
                  </a:cubicBezTo>
                  <a:lnTo>
                    <a:pt x="183"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9"/>
            <p:cNvSpPr/>
            <p:nvPr/>
          </p:nvSpPr>
          <p:spPr>
            <a:xfrm flipH="1">
              <a:off x="4865016" y="4175756"/>
              <a:ext cx="455005" cy="850283"/>
            </a:xfrm>
            <a:custGeom>
              <a:avLst/>
              <a:gdLst/>
              <a:ahLst/>
              <a:cxnLst/>
              <a:rect l="l" t="t" r="r" b="b"/>
              <a:pathLst>
                <a:path w="9416" h="17596" extrusionOk="0">
                  <a:moveTo>
                    <a:pt x="1" y="1"/>
                  </a:moveTo>
                  <a:lnTo>
                    <a:pt x="1" y="15912"/>
                  </a:lnTo>
                  <a:cubicBezTo>
                    <a:pt x="1" y="16842"/>
                    <a:pt x="622" y="17595"/>
                    <a:pt x="1383" y="17595"/>
                  </a:cubicBezTo>
                  <a:lnTo>
                    <a:pt x="8030" y="17595"/>
                  </a:lnTo>
                  <a:cubicBezTo>
                    <a:pt x="8794" y="17595"/>
                    <a:pt x="9415" y="16842"/>
                    <a:pt x="9415" y="15912"/>
                  </a:cubicBezTo>
                  <a:lnTo>
                    <a:pt x="9415" y="1"/>
                  </a:lnTo>
                  <a:lnTo>
                    <a:pt x="9229" y="1"/>
                  </a:lnTo>
                  <a:lnTo>
                    <a:pt x="9229" y="15912"/>
                  </a:lnTo>
                  <a:cubicBezTo>
                    <a:pt x="9229" y="16737"/>
                    <a:pt x="8694" y="17413"/>
                    <a:pt x="8030" y="17413"/>
                  </a:cubicBezTo>
                  <a:lnTo>
                    <a:pt x="1383" y="17413"/>
                  </a:lnTo>
                  <a:cubicBezTo>
                    <a:pt x="723" y="17413"/>
                    <a:pt x="184" y="16737"/>
                    <a:pt x="184" y="15912"/>
                  </a:cubicBezTo>
                  <a:lnTo>
                    <a:pt x="184"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9"/>
            <p:cNvSpPr/>
            <p:nvPr/>
          </p:nvSpPr>
          <p:spPr>
            <a:xfrm flipH="1">
              <a:off x="4857224" y="3925297"/>
              <a:ext cx="2371910" cy="250504"/>
            </a:xfrm>
            <a:custGeom>
              <a:avLst/>
              <a:gdLst/>
              <a:ahLst/>
              <a:cxnLst/>
              <a:rect l="l" t="t" r="r" b="b"/>
              <a:pathLst>
                <a:path w="49085" h="5184" extrusionOk="0">
                  <a:moveTo>
                    <a:pt x="1" y="0"/>
                  </a:moveTo>
                  <a:lnTo>
                    <a:pt x="1" y="5184"/>
                  </a:lnTo>
                  <a:lnTo>
                    <a:pt x="49084" y="5184"/>
                  </a:lnTo>
                  <a:lnTo>
                    <a:pt x="49084"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9"/>
            <p:cNvSpPr/>
            <p:nvPr/>
          </p:nvSpPr>
          <p:spPr>
            <a:xfrm flipH="1">
              <a:off x="6769635" y="4175756"/>
              <a:ext cx="455005" cy="850283"/>
            </a:xfrm>
            <a:custGeom>
              <a:avLst/>
              <a:gdLst/>
              <a:ahLst/>
              <a:cxnLst/>
              <a:rect l="l" t="t" r="r" b="b"/>
              <a:pathLst>
                <a:path w="9416" h="17596" extrusionOk="0">
                  <a:moveTo>
                    <a:pt x="1" y="1"/>
                  </a:moveTo>
                  <a:lnTo>
                    <a:pt x="1" y="15912"/>
                  </a:lnTo>
                  <a:cubicBezTo>
                    <a:pt x="1" y="16842"/>
                    <a:pt x="622" y="17595"/>
                    <a:pt x="1386" y="17595"/>
                  </a:cubicBezTo>
                  <a:lnTo>
                    <a:pt x="8034" y="17595"/>
                  </a:lnTo>
                  <a:cubicBezTo>
                    <a:pt x="8794" y="17595"/>
                    <a:pt x="9415" y="16842"/>
                    <a:pt x="9415" y="15912"/>
                  </a:cubicBezTo>
                  <a:lnTo>
                    <a:pt x="9415" y="1"/>
                  </a:lnTo>
                  <a:lnTo>
                    <a:pt x="9233" y="1"/>
                  </a:lnTo>
                  <a:lnTo>
                    <a:pt x="9233" y="15912"/>
                  </a:lnTo>
                  <a:cubicBezTo>
                    <a:pt x="9233" y="16737"/>
                    <a:pt x="8694" y="17413"/>
                    <a:pt x="8034" y="17413"/>
                  </a:cubicBezTo>
                  <a:lnTo>
                    <a:pt x="1386" y="17413"/>
                  </a:lnTo>
                  <a:cubicBezTo>
                    <a:pt x="722" y="17413"/>
                    <a:pt x="188" y="16737"/>
                    <a:pt x="188" y="15912"/>
                  </a:cubicBezTo>
                  <a:lnTo>
                    <a:pt x="188"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9"/>
            <p:cNvSpPr/>
            <p:nvPr/>
          </p:nvSpPr>
          <p:spPr>
            <a:xfrm flipH="1">
              <a:off x="5039125" y="4175756"/>
              <a:ext cx="455005" cy="850283"/>
            </a:xfrm>
            <a:custGeom>
              <a:avLst/>
              <a:gdLst/>
              <a:ahLst/>
              <a:cxnLst/>
              <a:rect l="l" t="t" r="r" b="b"/>
              <a:pathLst>
                <a:path w="9416" h="17596" extrusionOk="0">
                  <a:moveTo>
                    <a:pt x="0" y="1"/>
                  </a:moveTo>
                  <a:lnTo>
                    <a:pt x="0" y="15912"/>
                  </a:lnTo>
                  <a:cubicBezTo>
                    <a:pt x="0" y="16842"/>
                    <a:pt x="622" y="17595"/>
                    <a:pt x="1382" y="17595"/>
                  </a:cubicBezTo>
                  <a:lnTo>
                    <a:pt x="8033" y="17595"/>
                  </a:lnTo>
                  <a:cubicBezTo>
                    <a:pt x="8794" y="17595"/>
                    <a:pt x="9415" y="16842"/>
                    <a:pt x="9415" y="15912"/>
                  </a:cubicBezTo>
                  <a:lnTo>
                    <a:pt x="9415" y="1"/>
                  </a:lnTo>
                  <a:lnTo>
                    <a:pt x="9232" y="1"/>
                  </a:lnTo>
                  <a:lnTo>
                    <a:pt x="9232" y="15912"/>
                  </a:lnTo>
                  <a:cubicBezTo>
                    <a:pt x="9232" y="16737"/>
                    <a:pt x="8693" y="17413"/>
                    <a:pt x="8033" y="17413"/>
                  </a:cubicBezTo>
                  <a:lnTo>
                    <a:pt x="1382" y="17413"/>
                  </a:lnTo>
                  <a:cubicBezTo>
                    <a:pt x="721" y="17413"/>
                    <a:pt x="183" y="16737"/>
                    <a:pt x="183" y="15912"/>
                  </a:cubicBezTo>
                  <a:lnTo>
                    <a:pt x="183"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9"/>
            <p:cNvSpPr/>
            <p:nvPr/>
          </p:nvSpPr>
          <p:spPr>
            <a:xfrm flipH="1">
              <a:off x="5686280" y="3518946"/>
              <a:ext cx="881692" cy="406392"/>
            </a:xfrm>
            <a:custGeom>
              <a:avLst/>
              <a:gdLst/>
              <a:ahLst/>
              <a:cxnLst/>
              <a:rect l="l" t="t" r="r" b="b"/>
              <a:pathLst>
                <a:path w="18246" h="8410" extrusionOk="0">
                  <a:moveTo>
                    <a:pt x="6106" y="0"/>
                  </a:moveTo>
                  <a:lnTo>
                    <a:pt x="4096" y="8004"/>
                  </a:lnTo>
                  <a:lnTo>
                    <a:pt x="1" y="8004"/>
                  </a:lnTo>
                  <a:lnTo>
                    <a:pt x="1" y="8409"/>
                  </a:lnTo>
                  <a:lnTo>
                    <a:pt x="16490" y="8409"/>
                  </a:lnTo>
                  <a:lnTo>
                    <a:pt x="18245"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9"/>
            <p:cNvSpPr/>
            <p:nvPr/>
          </p:nvSpPr>
          <p:spPr>
            <a:xfrm flipH="1">
              <a:off x="5968474" y="3699820"/>
              <a:ext cx="57455" cy="57455"/>
            </a:xfrm>
            <a:custGeom>
              <a:avLst/>
              <a:gdLst/>
              <a:ahLst/>
              <a:cxnLst/>
              <a:rect l="l" t="t" r="r" b="b"/>
              <a:pathLst>
                <a:path w="1189" h="1189" extrusionOk="0">
                  <a:moveTo>
                    <a:pt x="592" y="1"/>
                  </a:moveTo>
                  <a:cubicBezTo>
                    <a:pt x="266" y="1"/>
                    <a:pt x="1" y="266"/>
                    <a:pt x="1" y="593"/>
                  </a:cubicBezTo>
                  <a:cubicBezTo>
                    <a:pt x="1" y="923"/>
                    <a:pt x="266" y="1189"/>
                    <a:pt x="592" y="1189"/>
                  </a:cubicBezTo>
                  <a:cubicBezTo>
                    <a:pt x="923" y="1189"/>
                    <a:pt x="1189" y="923"/>
                    <a:pt x="1189" y="593"/>
                  </a:cubicBezTo>
                  <a:cubicBezTo>
                    <a:pt x="1189" y="266"/>
                    <a:pt x="923" y="1"/>
                    <a:pt x="592"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9"/>
            <p:cNvSpPr/>
            <p:nvPr/>
          </p:nvSpPr>
          <p:spPr>
            <a:xfrm flipH="1">
              <a:off x="5488240" y="3848994"/>
              <a:ext cx="284136" cy="169805"/>
            </a:xfrm>
            <a:custGeom>
              <a:avLst/>
              <a:gdLst/>
              <a:ahLst/>
              <a:cxnLst/>
              <a:rect l="l" t="t" r="r" b="b"/>
              <a:pathLst>
                <a:path w="5880" h="3514" extrusionOk="0">
                  <a:moveTo>
                    <a:pt x="2620" y="1414"/>
                  </a:moveTo>
                  <a:cubicBezTo>
                    <a:pt x="2664" y="1527"/>
                    <a:pt x="2706" y="1643"/>
                    <a:pt x="2747" y="1763"/>
                  </a:cubicBezTo>
                  <a:cubicBezTo>
                    <a:pt x="2865" y="2104"/>
                    <a:pt x="2998" y="2484"/>
                    <a:pt x="2905" y="2861"/>
                  </a:cubicBezTo>
                  <a:cubicBezTo>
                    <a:pt x="2858" y="3044"/>
                    <a:pt x="2754" y="3224"/>
                    <a:pt x="2593" y="3328"/>
                  </a:cubicBezTo>
                  <a:cubicBezTo>
                    <a:pt x="2503" y="3388"/>
                    <a:pt x="2397" y="3417"/>
                    <a:pt x="2289" y="3417"/>
                  </a:cubicBezTo>
                  <a:cubicBezTo>
                    <a:pt x="2204" y="3417"/>
                    <a:pt x="2117" y="3398"/>
                    <a:pt x="2036" y="3363"/>
                  </a:cubicBezTo>
                  <a:cubicBezTo>
                    <a:pt x="1853" y="3288"/>
                    <a:pt x="1699" y="3141"/>
                    <a:pt x="1616" y="2965"/>
                  </a:cubicBezTo>
                  <a:cubicBezTo>
                    <a:pt x="1537" y="2790"/>
                    <a:pt x="1530" y="2585"/>
                    <a:pt x="1577" y="2402"/>
                  </a:cubicBezTo>
                  <a:cubicBezTo>
                    <a:pt x="1674" y="2025"/>
                    <a:pt x="1954" y="1734"/>
                    <a:pt x="2270" y="1566"/>
                  </a:cubicBezTo>
                  <a:cubicBezTo>
                    <a:pt x="2384" y="1503"/>
                    <a:pt x="2501" y="1454"/>
                    <a:pt x="2620" y="1414"/>
                  </a:cubicBezTo>
                  <a:close/>
                  <a:moveTo>
                    <a:pt x="999" y="0"/>
                  </a:moveTo>
                  <a:cubicBezTo>
                    <a:pt x="776" y="4"/>
                    <a:pt x="586" y="40"/>
                    <a:pt x="436" y="83"/>
                  </a:cubicBezTo>
                  <a:cubicBezTo>
                    <a:pt x="285" y="126"/>
                    <a:pt x="173" y="184"/>
                    <a:pt x="101" y="227"/>
                  </a:cubicBezTo>
                  <a:cubicBezTo>
                    <a:pt x="33" y="270"/>
                    <a:pt x="1" y="298"/>
                    <a:pt x="1" y="298"/>
                  </a:cubicBezTo>
                  <a:cubicBezTo>
                    <a:pt x="1" y="299"/>
                    <a:pt x="2" y="299"/>
                    <a:pt x="2" y="299"/>
                  </a:cubicBezTo>
                  <a:cubicBezTo>
                    <a:pt x="21" y="299"/>
                    <a:pt x="158" y="194"/>
                    <a:pt x="446" y="119"/>
                  </a:cubicBezTo>
                  <a:cubicBezTo>
                    <a:pt x="593" y="83"/>
                    <a:pt x="780" y="55"/>
                    <a:pt x="999" y="55"/>
                  </a:cubicBezTo>
                  <a:cubicBezTo>
                    <a:pt x="1218" y="58"/>
                    <a:pt x="1469" y="83"/>
                    <a:pt x="1717" y="194"/>
                  </a:cubicBezTo>
                  <a:cubicBezTo>
                    <a:pt x="1842" y="248"/>
                    <a:pt x="1950" y="338"/>
                    <a:pt x="2051" y="446"/>
                  </a:cubicBezTo>
                  <a:cubicBezTo>
                    <a:pt x="2154" y="557"/>
                    <a:pt x="2248" y="679"/>
                    <a:pt x="2331" y="815"/>
                  </a:cubicBezTo>
                  <a:cubicBezTo>
                    <a:pt x="2428" y="975"/>
                    <a:pt x="2511" y="1149"/>
                    <a:pt x="2588" y="1335"/>
                  </a:cubicBezTo>
                  <a:lnTo>
                    <a:pt x="2588" y="1335"/>
                  </a:lnTo>
                  <a:cubicBezTo>
                    <a:pt x="2467" y="1376"/>
                    <a:pt x="2345" y="1426"/>
                    <a:pt x="2227" y="1490"/>
                  </a:cubicBezTo>
                  <a:cubicBezTo>
                    <a:pt x="1892" y="1659"/>
                    <a:pt x="1591" y="1971"/>
                    <a:pt x="1487" y="2376"/>
                  </a:cubicBezTo>
                  <a:cubicBezTo>
                    <a:pt x="1433" y="2578"/>
                    <a:pt x="1437" y="2803"/>
                    <a:pt x="1530" y="3005"/>
                  </a:cubicBezTo>
                  <a:cubicBezTo>
                    <a:pt x="1624" y="3206"/>
                    <a:pt x="1792" y="3367"/>
                    <a:pt x="2000" y="3453"/>
                  </a:cubicBezTo>
                  <a:cubicBezTo>
                    <a:pt x="2090" y="3493"/>
                    <a:pt x="2189" y="3513"/>
                    <a:pt x="2288" y="3513"/>
                  </a:cubicBezTo>
                  <a:cubicBezTo>
                    <a:pt x="2415" y="3513"/>
                    <a:pt x="2541" y="3479"/>
                    <a:pt x="2646" y="3406"/>
                  </a:cubicBezTo>
                  <a:cubicBezTo>
                    <a:pt x="2833" y="3285"/>
                    <a:pt x="2944" y="3083"/>
                    <a:pt x="2994" y="2883"/>
                  </a:cubicBezTo>
                  <a:cubicBezTo>
                    <a:pt x="3048" y="2678"/>
                    <a:pt x="3034" y="2470"/>
                    <a:pt x="2994" y="2280"/>
                  </a:cubicBezTo>
                  <a:cubicBezTo>
                    <a:pt x="2955" y="2086"/>
                    <a:pt x="2894" y="1907"/>
                    <a:pt x="2833" y="1730"/>
                  </a:cubicBezTo>
                  <a:cubicBezTo>
                    <a:pt x="2792" y="1614"/>
                    <a:pt x="2749" y="1499"/>
                    <a:pt x="2703" y="1387"/>
                  </a:cubicBezTo>
                  <a:lnTo>
                    <a:pt x="2703" y="1387"/>
                  </a:lnTo>
                  <a:cubicBezTo>
                    <a:pt x="2885" y="1332"/>
                    <a:pt x="3069" y="1297"/>
                    <a:pt x="3246" y="1267"/>
                  </a:cubicBezTo>
                  <a:cubicBezTo>
                    <a:pt x="3547" y="1221"/>
                    <a:pt x="3829" y="1199"/>
                    <a:pt x="4089" y="1199"/>
                  </a:cubicBezTo>
                  <a:cubicBezTo>
                    <a:pt x="4109" y="1199"/>
                    <a:pt x="4128" y="1199"/>
                    <a:pt x="4147" y="1199"/>
                  </a:cubicBezTo>
                  <a:cubicBezTo>
                    <a:pt x="4700" y="1203"/>
                    <a:pt x="5141" y="1304"/>
                    <a:pt x="5432" y="1404"/>
                  </a:cubicBezTo>
                  <a:cubicBezTo>
                    <a:pt x="5713" y="1497"/>
                    <a:pt x="5864" y="1580"/>
                    <a:pt x="5879" y="1580"/>
                  </a:cubicBezTo>
                  <a:cubicBezTo>
                    <a:pt x="5879" y="1580"/>
                    <a:pt x="5880" y="1580"/>
                    <a:pt x="5880" y="1579"/>
                  </a:cubicBezTo>
                  <a:cubicBezTo>
                    <a:pt x="5880" y="1576"/>
                    <a:pt x="5845" y="1554"/>
                    <a:pt x="5772" y="1515"/>
                  </a:cubicBezTo>
                  <a:cubicBezTo>
                    <a:pt x="5701" y="1476"/>
                    <a:pt x="5590" y="1422"/>
                    <a:pt x="5446" y="1368"/>
                  </a:cubicBezTo>
                  <a:cubicBezTo>
                    <a:pt x="5152" y="1256"/>
                    <a:pt x="4707" y="1145"/>
                    <a:pt x="4147" y="1131"/>
                  </a:cubicBezTo>
                  <a:cubicBezTo>
                    <a:pt x="4105" y="1130"/>
                    <a:pt x="4063" y="1130"/>
                    <a:pt x="4020" y="1130"/>
                  </a:cubicBezTo>
                  <a:cubicBezTo>
                    <a:pt x="3775" y="1130"/>
                    <a:pt x="3513" y="1149"/>
                    <a:pt x="3235" y="1188"/>
                  </a:cubicBezTo>
                  <a:cubicBezTo>
                    <a:pt x="3054" y="1217"/>
                    <a:pt x="2863" y="1252"/>
                    <a:pt x="2671" y="1309"/>
                  </a:cubicBezTo>
                  <a:lnTo>
                    <a:pt x="2671" y="1309"/>
                  </a:lnTo>
                  <a:cubicBezTo>
                    <a:pt x="2590" y="1119"/>
                    <a:pt x="2501" y="939"/>
                    <a:pt x="2399" y="776"/>
                  </a:cubicBezTo>
                  <a:cubicBezTo>
                    <a:pt x="2313" y="636"/>
                    <a:pt x="2212" y="507"/>
                    <a:pt x="2104" y="395"/>
                  </a:cubicBezTo>
                  <a:cubicBezTo>
                    <a:pt x="2000" y="284"/>
                    <a:pt x="1879" y="187"/>
                    <a:pt x="1745" y="133"/>
                  </a:cubicBezTo>
                  <a:cubicBezTo>
                    <a:pt x="1483" y="18"/>
                    <a:pt x="1221" y="0"/>
                    <a:pt x="99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6" name="Google Shape;526;p29"/>
          <p:cNvSpPr/>
          <p:nvPr/>
        </p:nvSpPr>
        <p:spPr>
          <a:xfrm flipH="1">
            <a:off x="7815668" y="4906241"/>
            <a:ext cx="6829" cy="3196"/>
          </a:xfrm>
          <a:custGeom>
            <a:avLst/>
            <a:gdLst/>
            <a:ahLst/>
            <a:cxnLst/>
            <a:rect l="l" t="t" r="r" b="b"/>
            <a:pathLst>
              <a:path w="141" h="66" extrusionOk="0">
                <a:moveTo>
                  <a:pt x="123" y="1"/>
                </a:moveTo>
                <a:cubicBezTo>
                  <a:pt x="112" y="22"/>
                  <a:pt x="80" y="40"/>
                  <a:pt x="29" y="58"/>
                </a:cubicBezTo>
                <a:cubicBezTo>
                  <a:pt x="22" y="61"/>
                  <a:pt x="11" y="61"/>
                  <a:pt x="1" y="65"/>
                </a:cubicBezTo>
                <a:cubicBezTo>
                  <a:pt x="76" y="51"/>
                  <a:pt x="119" y="36"/>
                  <a:pt x="130" y="22"/>
                </a:cubicBezTo>
                <a:cubicBezTo>
                  <a:pt x="137" y="15"/>
                  <a:pt x="141" y="8"/>
                  <a:pt x="141" y="1"/>
                </a:cubicBezTo>
                <a:close/>
              </a:path>
            </a:pathLst>
          </a:custGeom>
          <a:solidFill>
            <a:srgbClr val="7D84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7" name="Google Shape;527;p29"/>
          <p:cNvGrpSpPr/>
          <p:nvPr/>
        </p:nvGrpSpPr>
        <p:grpSpPr>
          <a:xfrm>
            <a:off x="4695403" y="4708841"/>
            <a:ext cx="4600713" cy="150450"/>
            <a:chOff x="0" y="4397412"/>
            <a:chExt cx="4600713" cy="150450"/>
          </a:xfrm>
        </p:grpSpPr>
        <p:sp>
          <p:nvSpPr>
            <p:cNvPr id="528" name="Google Shape;528;p29"/>
            <p:cNvSpPr/>
            <p:nvPr/>
          </p:nvSpPr>
          <p:spPr>
            <a:xfrm>
              <a:off x="0" y="4397412"/>
              <a:ext cx="4600713" cy="2416"/>
            </a:xfrm>
            <a:custGeom>
              <a:avLst/>
              <a:gdLst/>
              <a:ahLst/>
              <a:cxnLst/>
              <a:rect l="l" t="t" r="r" b="b"/>
              <a:pathLst>
                <a:path w="131402" h="69" extrusionOk="0">
                  <a:moveTo>
                    <a:pt x="0" y="1"/>
                  </a:moveTo>
                  <a:lnTo>
                    <a:pt x="0" y="69"/>
                  </a:lnTo>
                  <a:lnTo>
                    <a:pt x="131401" y="69"/>
                  </a:lnTo>
                  <a:lnTo>
                    <a:pt x="131401"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9"/>
            <p:cNvSpPr/>
            <p:nvPr/>
          </p:nvSpPr>
          <p:spPr>
            <a:xfrm>
              <a:off x="755786" y="4545586"/>
              <a:ext cx="305519" cy="2276"/>
            </a:xfrm>
            <a:custGeom>
              <a:avLst/>
              <a:gdLst/>
              <a:ahLst/>
              <a:cxnLst/>
              <a:rect l="l" t="t" r="r" b="b"/>
              <a:pathLst>
                <a:path w="8726" h="65" extrusionOk="0">
                  <a:moveTo>
                    <a:pt x="0" y="0"/>
                  </a:moveTo>
                  <a:lnTo>
                    <a:pt x="0" y="65"/>
                  </a:lnTo>
                  <a:lnTo>
                    <a:pt x="8726" y="65"/>
                  </a:lnTo>
                  <a:lnTo>
                    <a:pt x="8726" y="0"/>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9"/>
            <p:cNvSpPr/>
            <p:nvPr/>
          </p:nvSpPr>
          <p:spPr>
            <a:xfrm>
              <a:off x="1619552" y="4536412"/>
              <a:ext cx="497808" cy="2276"/>
            </a:xfrm>
            <a:custGeom>
              <a:avLst/>
              <a:gdLst/>
              <a:ahLst/>
              <a:cxnLst/>
              <a:rect l="l" t="t" r="r" b="b"/>
              <a:pathLst>
                <a:path w="14218" h="65" extrusionOk="0">
                  <a:moveTo>
                    <a:pt x="0" y="0"/>
                  </a:moveTo>
                  <a:lnTo>
                    <a:pt x="0" y="65"/>
                  </a:lnTo>
                  <a:lnTo>
                    <a:pt x="14217" y="65"/>
                  </a:lnTo>
                  <a:lnTo>
                    <a:pt x="14217" y="0"/>
                  </a:lnTo>
                  <a:close/>
                </a:path>
              </a:pathLst>
            </a:custGeom>
            <a:solidFill>
              <a:srgbClr val="EBEBEB"/>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9"/>
            <p:cNvSpPr/>
            <p:nvPr/>
          </p:nvSpPr>
          <p:spPr>
            <a:xfrm>
              <a:off x="1070481" y="4460119"/>
              <a:ext cx="175833" cy="2311"/>
            </a:xfrm>
            <a:custGeom>
              <a:avLst/>
              <a:gdLst/>
              <a:ahLst/>
              <a:cxnLst/>
              <a:rect l="l" t="t" r="r" b="b"/>
              <a:pathLst>
                <a:path w="5022" h="66" extrusionOk="0">
                  <a:moveTo>
                    <a:pt x="1" y="1"/>
                  </a:moveTo>
                  <a:lnTo>
                    <a:pt x="1" y="65"/>
                  </a:lnTo>
                  <a:lnTo>
                    <a:pt x="5022" y="65"/>
                  </a:lnTo>
                  <a:lnTo>
                    <a:pt x="5022"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9"/>
            <p:cNvSpPr/>
            <p:nvPr/>
          </p:nvSpPr>
          <p:spPr>
            <a:xfrm>
              <a:off x="2732853" y="4514424"/>
              <a:ext cx="418259" cy="2276"/>
            </a:xfrm>
            <a:custGeom>
              <a:avLst/>
              <a:gdLst/>
              <a:ahLst/>
              <a:cxnLst/>
              <a:rect l="l" t="t" r="r" b="b"/>
              <a:pathLst>
                <a:path w="11946" h="65" extrusionOk="0">
                  <a:moveTo>
                    <a:pt x="0" y="0"/>
                  </a:moveTo>
                  <a:lnTo>
                    <a:pt x="0" y="65"/>
                  </a:lnTo>
                  <a:lnTo>
                    <a:pt x="11946" y="65"/>
                  </a:lnTo>
                  <a:lnTo>
                    <a:pt x="11946" y="0"/>
                  </a:lnTo>
                  <a:close/>
                </a:path>
              </a:pathLst>
            </a:custGeom>
            <a:solidFill>
              <a:srgbClr val="EBEBE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 name="Google Shape;533;p29"/>
          <p:cNvGrpSpPr/>
          <p:nvPr/>
        </p:nvGrpSpPr>
        <p:grpSpPr>
          <a:xfrm>
            <a:off x="7352176" y="1189928"/>
            <a:ext cx="1000385" cy="883233"/>
            <a:chOff x="6472501" y="1326053"/>
            <a:chExt cx="1000385" cy="883233"/>
          </a:xfrm>
        </p:grpSpPr>
        <p:sp>
          <p:nvSpPr>
            <p:cNvPr id="534" name="Google Shape;534;p29"/>
            <p:cNvSpPr/>
            <p:nvPr/>
          </p:nvSpPr>
          <p:spPr>
            <a:xfrm>
              <a:off x="6472501" y="1326053"/>
              <a:ext cx="1000385" cy="883233"/>
            </a:xfrm>
            <a:custGeom>
              <a:avLst/>
              <a:gdLst/>
              <a:ahLst/>
              <a:cxnLst/>
              <a:rect l="l" t="t" r="r" b="b"/>
              <a:pathLst>
                <a:path w="22535" h="19896" extrusionOk="0">
                  <a:moveTo>
                    <a:pt x="11255" y="0"/>
                  </a:moveTo>
                  <a:cubicBezTo>
                    <a:pt x="8227" y="0"/>
                    <a:pt x="5239" y="1376"/>
                    <a:pt x="3289" y="3985"/>
                  </a:cubicBezTo>
                  <a:cubicBezTo>
                    <a:pt x="1" y="8378"/>
                    <a:pt x="913" y="14612"/>
                    <a:pt x="5316" y="17907"/>
                  </a:cubicBezTo>
                  <a:cubicBezTo>
                    <a:pt x="7110" y="19248"/>
                    <a:pt x="9206" y="19895"/>
                    <a:pt x="11284" y="19895"/>
                  </a:cubicBezTo>
                  <a:cubicBezTo>
                    <a:pt x="14312" y="19895"/>
                    <a:pt x="17299" y="18520"/>
                    <a:pt x="19247" y="15912"/>
                  </a:cubicBezTo>
                  <a:cubicBezTo>
                    <a:pt x="22535" y="11515"/>
                    <a:pt x="21627" y="5281"/>
                    <a:pt x="17219" y="1986"/>
                  </a:cubicBezTo>
                  <a:cubicBezTo>
                    <a:pt x="15426" y="647"/>
                    <a:pt x="13331" y="0"/>
                    <a:pt x="11255"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9"/>
            <p:cNvSpPr/>
            <p:nvPr/>
          </p:nvSpPr>
          <p:spPr>
            <a:xfrm>
              <a:off x="6591559" y="1431083"/>
              <a:ext cx="762308" cy="673123"/>
            </a:xfrm>
            <a:custGeom>
              <a:avLst/>
              <a:gdLst/>
              <a:ahLst/>
              <a:cxnLst/>
              <a:rect l="l" t="t" r="r" b="b"/>
              <a:pathLst>
                <a:path w="17172" h="15163" extrusionOk="0">
                  <a:moveTo>
                    <a:pt x="8574" y="0"/>
                  </a:moveTo>
                  <a:cubicBezTo>
                    <a:pt x="6268" y="0"/>
                    <a:pt x="3991" y="1048"/>
                    <a:pt x="2505" y="3036"/>
                  </a:cubicBezTo>
                  <a:cubicBezTo>
                    <a:pt x="0" y="6385"/>
                    <a:pt x="693" y="11138"/>
                    <a:pt x="4052" y="13646"/>
                  </a:cubicBezTo>
                  <a:cubicBezTo>
                    <a:pt x="5418" y="14669"/>
                    <a:pt x="7014" y="15162"/>
                    <a:pt x="8596" y="15162"/>
                  </a:cubicBezTo>
                  <a:cubicBezTo>
                    <a:pt x="10903" y="15162"/>
                    <a:pt x="13180" y="14113"/>
                    <a:pt x="14666" y="12124"/>
                  </a:cubicBezTo>
                  <a:cubicBezTo>
                    <a:pt x="17171" y="8776"/>
                    <a:pt x="16479" y="4023"/>
                    <a:pt x="13119" y="1515"/>
                  </a:cubicBezTo>
                  <a:cubicBezTo>
                    <a:pt x="11753" y="494"/>
                    <a:pt x="10157" y="0"/>
                    <a:pt x="8574"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9"/>
            <p:cNvSpPr/>
            <p:nvPr/>
          </p:nvSpPr>
          <p:spPr>
            <a:xfrm>
              <a:off x="6695435" y="1419230"/>
              <a:ext cx="625446" cy="541722"/>
            </a:xfrm>
            <a:custGeom>
              <a:avLst/>
              <a:gdLst/>
              <a:ahLst/>
              <a:cxnLst/>
              <a:rect l="l" t="t" r="r" b="b"/>
              <a:pathLst>
                <a:path w="14089" h="12203" extrusionOk="0">
                  <a:moveTo>
                    <a:pt x="6307" y="1"/>
                  </a:moveTo>
                  <a:cubicBezTo>
                    <a:pt x="6282" y="1"/>
                    <a:pt x="6257" y="1"/>
                    <a:pt x="6231" y="1"/>
                  </a:cubicBezTo>
                  <a:cubicBezTo>
                    <a:pt x="5492" y="8"/>
                    <a:pt x="4795" y="127"/>
                    <a:pt x="4167" y="306"/>
                  </a:cubicBezTo>
                  <a:cubicBezTo>
                    <a:pt x="3539" y="490"/>
                    <a:pt x="2983" y="737"/>
                    <a:pt x="2502" y="1013"/>
                  </a:cubicBezTo>
                  <a:cubicBezTo>
                    <a:pt x="1540" y="1566"/>
                    <a:pt x="909" y="2216"/>
                    <a:pt x="528" y="2690"/>
                  </a:cubicBezTo>
                  <a:cubicBezTo>
                    <a:pt x="147" y="3170"/>
                    <a:pt x="1" y="3480"/>
                    <a:pt x="29" y="3497"/>
                  </a:cubicBezTo>
                  <a:cubicBezTo>
                    <a:pt x="31" y="3498"/>
                    <a:pt x="33" y="3499"/>
                    <a:pt x="35" y="3499"/>
                  </a:cubicBezTo>
                  <a:cubicBezTo>
                    <a:pt x="85" y="3499"/>
                    <a:pt x="292" y="3245"/>
                    <a:pt x="693" y="2844"/>
                  </a:cubicBezTo>
                  <a:cubicBezTo>
                    <a:pt x="1116" y="2428"/>
                    <a:pt x="1767" y="1853"/>
                    <a:pt x="2700" y="1376"/>
                  </a:cubicBezTo>
                  <a:cubicBezTo>
                    <a:pt x="3166" y="1136"/>
                    <a:pt x="3701" y="924"/>
                    <a:pt x="4297" y="770"/>
                  </a:cubicBezTo>
                  <a:cubicBezTo>
                    <a:pt x="4863" y="630"/>
                    <a:pt x="5480" y="539"/>
                    <a:pt x="6128" y="539"/>
                  </a:cubicBezTo>
                  <a:cubicBezTo>
                    <a:pt x="6162" y="539"/>
                    <a:pt x="6197" y="539"/>
                    <a:pt x="6231" y="540"/>
                  </a:cubicBezTo>
                  <a:cubicBezTo>
                    <a:pt x="6576" y="543"/>
                    <a:pt x="6928" y="565"/>
                    <a:pt x="7283" y="622"/>
                  </a:cubicBezTo>
                  <a:cubicBezTo>
                    <a:pt x="7638" y="680"/>
                    <a:pt x="7997" y="755"/>
                    <a:pt x="8357" y="869"/>
                  </a:cubicBezTo>
                  <a:cubicBezTo>
                    <a:pt x="8712" y="981"/>
                    <a:pt x="9067" y="1114"/>
                    <a:pt x="9412" y="1286"/>
                  </a:cubicBezTo>
                  <a:cubicBezTo>
                    <a:pt x="9760" y="1459"/>
                    <a:pt x="10097" y="1656"/>
                    <a:pt x="10424" y="1882"/>
                  </a:cubicBezTo>
                  <a:cubicBezTo>
                    <a:pt x="10747" y="2112"/>
                    <a:pt x="11049" y="2360"/>
                    <a:pt x="11324" y="2625"/>
                  </a:cubicBezTo>
                  <a:cubicBezTo>
                    <a:pt x="11604" y="2890"/>
                    <a:pt x="11856" y="3182"/>
                    <a:pt x="12082" y="3475"/>
                  </a:cubicBezTo>
                  <a:cubicBezTo>
                    <a:pt x="12311" y="3773"/>
                    <a:pt x="12505" y="4083"/>
                    <a:pt x="12678" y="4398"/>
                  </a:cubicBezTo>
                  <a:cubicBezTo>
                    <a:pt x="12853" y="4714"/>
                    <a:pt x="12997" y="5034"/>
                    <a:pt x="13120" y="5357"/>
                  </a:cubicBezTo>
                  <a:cubicBezTo>
                    <a:pt x="13363" y="5999"/>
                    <a:pt x="13499" y="6645"/>
                    <a:pt x="13564" y="7255"/>
                  </a:cubicBezTo>
                  <a:cubicBezTo>
                    <a:pt x="13625" y="7865"/>
                    <a:pt x="13607" y="8443"/>
                    <a:pt x="13547" y="8960"/>
                  </a:cubicBezTo>
                  <a:cubicBezTo>
                    <a:pt x="13418" y="10005"/>
                    <a:pt x="13098" y="10812"/>
                    <a:pt x="12853" y="11351"/>
                  </a:cubicBezTo>
                  <a:cubicBezTo>
                    <a:pt x="12603" y="11889"/>
                    <a:pt x="12430" y="12176"/>
                    <a:pt x="12466" y="12202"/>
                  </a:cubicBezTo>
                  <a:cubicBezTo>
                    <a:pt x="12467" y="12202"/>
                    <a:pt x="12468" y="12202"/>
                    <a:pt x="12469" y="12202"/>
                  </a:cubicBezTo>
                  <a:cubicBezTo>
                    <a:pt x="12511" y="12202"/>
                    <a:pt x="12743" y="11961"/>
                    <a:pt x="13055" y="11455"/>
                  </a:cubicBezTo>
                  <a:cubicBezTo>
                    <a:pt x="13367" y="10934"/>
                    <a:pt x="13762" y="10116"/>
                    <a:pt x="13952" y="9025"/>
                  </a:cubicBezTo>
                  <a:cubicBezTo>
                    <a:pt x="14046" y="8479"/>
                    <a:pt x="14089" y="7869"/>
                    <a:pt x="14046" y="7216"/>
                  </a:cubicBezTo>
                  <a:cubicBezTo>
                    <a:pt x="13999" y="6566"/>
                    <a:pt x="13873" y="5870"/>
                    <a:pt x="13622" y="5173"/>
                  </a:cubicBezTo>
                  <a:cubicBezTo>
                    <a:pt x="13499" y="4829"/>
                    <a:pt x="13353" y="4477"/>
                    <a:pt x="13169" y="4136"/>
                  </a:cubicBezTo>
                  <a:cubicBezTo>
                    <a:pt x="12987" y="3795"/>
                    <a:pt x="12782" y="3458"/>
                    <a:pt x="12538" y="3135"/>
                  </a:cubicBezTo>
                  <a:cubicBezTo>
                    <a:pt x="12293" y="2815"/>
                    <a:pt x="12028" y="2499"/>
                    <a:pt x="11730" y="2212"/>
                  </a:cubicBezTo>
                  <a:cubicBezTo>
                    <a:pt x="11429" y="1921"/>
                    <a:pt x="11102" y="1652"/>
                    <a:pt x="10754" y="1404"/>
                  </a:cubicBezTo>
                  <a:cubicBezTo>
                    <a:pt x="10403" y="1164"/>
                    <a:pt x="10040" y="949"/>
                    <a:pt x="9663" y="766"/>
                  </a:cubicBezTo>
                  <a:cubicBezTo>
                    <a:pt x="9290" y="583"/>
                    <a:pt x="8905" y="443"/>
                    <a:pt x="8518" y="324"/>
                  </a:cubicBezTo>
                  <a:cubicBezTo>
                    <a:pt x="8134" y="206"/>
                    <a:pt x="7746" y="127"/>
                    <a:pt x="7362" y="73"/>
                  </a:cubicBezTo>
                  <a:cubicBezTo>
                    <a:pt x="7005" y="23"/>
                    <a:pt x="6653" y="1"/>
                    <a:pt x="630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9"/>
            <p:cNvSpPr/>
            <p:nvPr/>
          </p:nvSpPr>
          <p:spPr>
            <a:xfrm>
              <a:off x="6758560" y="1569362"/>
              <a:ext cx="413028" cy="429586"/>
            </a:xfrm>
            <a:custGeom>
              <a:avLst/>
              <a:gdLst/>
              <a:ahLst/>
              <a:cxnLst/>
              <a:rect l="l" t="t" r="r" b="b"/>
              <a:pathLst>
                <a:path w="9304" h="9677" extrusionOk="0">
                  <a:moveTo>
                    <a:pt x="5325" y="2199"/>
                  </a:moveTo>
                  <a:cubicBezTo>
                    <a:pt x="5490" y="2199"/>
                    <a:pt x="5679" y="2241"/>
                    <a:pt x="5893" y="2333"/>
                  </a:cubicBezTo>
                  <a:lnTo>
                    <a:pt x="4910" y="3690"/>
                  </a:lnTo>
                  <a:cubicBezTo>
                    <a:pt x="4587" y="3252"/>
                    <a:pt x="4429" y="2861"/>
                    <a:pt x="4673" y="2527"/>
                  </a:cubicBezTo>
                  <a:cubicBezTo>
                    <a:pt x="4819" y="2326"/>
                    <a:pt x="5035" y="2199"/>
                    <a:pt x="5325" y="2199"/>
                  </a:cubicBezTo>
                  <a:close/>
                  <a:moveTo>
                    <a:pt x="4673" y="6027"/>
                  </a:moveTo>
                  <a:cubicBezTo>
                    <a:pt x="4978" y="6468"/>
                    <a:pt x="5126" y="6849"/>
                    <a:pt x="4881" y="7186"/>
                  </a:cubicBezTo>
                  <a:cubicBezTo>
                    <a:pt x="4747" y="7373"/>
                    <a:pt x="4548" y="7482"/>
                    <a:pt x="4286" y="7482"/>
                  </a:cubicBezTo>
                  <a:cubicBezTo>
                    <a:pt x="4121" y="7482"/>
                    <a:pt x="3930" y="7438"/>
                    <a:pt x="3715" y="7344"/>
                  </a:cubicBezTo>
                  <a:lnTo>
                    <a:pt x="4673" y="6027"/>
                  </a:lnTo>
                  <a:close/>
                  <a:moveTo>
                    <a:pt x="7584" y="0"/>
                  </a:moveTo>
                  <a:lnTo>
                    <a:pt x="6816" y="1059"/>
                  </a:lnTo>
                  <a:cubicBezTo>
                    <a:pt x="6155" y="686"/>
                    <a:pt x="5538" y="519"/>
                    <a:pt x="4989" y="519"/>
                  </a:cubicBezTo>
                  <a:cubicBezTo>
                    <a:pt x="4180" y="519"/>
                    <a:pt x="3518" y="883"/>
                    <a:pt x="3080" y="1486"/>
                  </a:cubicBezTo>
                  <a:cubicBezTo>
                    <a:pt x="2089" y="2854"/>
                    <a:pt x="3015" y="4067"/>
                    <a:pt x="3890" y="5094"/>
                  </a:cubicBezTo>
                  <a:lnTo>
                    <a:pt x="2731" y="6691"/>
                  </a:lnTo>
                  <a:cubicBezTo>
                    <a:pt x="2093" y="6123"/>
                    <a:pt x="1594" y="5366"/>
                    <a:pt x="1371" y="4667"/>
                  </a:cubicBezTo>
                  <a:lnTo>
                    <a:pt x="0" y="5452"/>
                  </a:lnTo>
                  <a:cubicBezTo>
                    <a:pt x="226" y="6246"/>
                    <a:pt x="918" y="7200"/>
                    <a:pt x="1823" y="7944"/>
                  </a:cubicBezTo>
                  <a:lnTo>
                    <a:pt x="1069" y="8984"/>
                  </a:lnTo>
                  <a:lnTo>
                    <a:pt x="2024" y="9677"/>
                  </a:lnTo>
                  <a:lnTo>
                    <a:pt x="2800" y="8608"/>
                  </a:lnTo>
                  <a:cubicBezTo>
                    <a:pt x="3458" y="8973"/>
                    <a:pt x="4071" y="9136"/>
                    <a:pt x="4614" y="9136"/>
                  </a:cubicBezTo>
                  <a:cubicBezTo>
                    <a:pt x="5419" y="9136"/>
                    <a:pt x="6073" y="8778"/>
                    <a:pt x="6504" y="8187"/>
                  </a:cubicBezTo>
                  <a:cubicBezTo>
                    <a:pt x="7480" y="6838"/>
                    <a:pt x="6572" y="5639"/>
                    <a:pt x="5692" y="4620"/>
                  </a:cubicBezTo>
                  <a:lnTo>
                    <a:pt x="6870" y="2997"/>
                  </a:lnTo>
                  <a:cubicBezTo>
                    <a:pt x="7308" y="3399"/>
                    <a:pt x="7684" y="3923"/>
                    <a:pt x="7972" y="4556"/>
                  </a:cubicBezTo>
                  <a:lnTo>
                    <a:pt x="9304" y="3726"/>
                  </a:lnTo>
                  <a:cubicBezTo>
                    <a:pt x="9019" y="3008"/>
                    <a:pt x="8459" y="2311"/>
                    <a:pt x="7785" y="1734"/>
                  </a:cubicBezTo>
                  <a:lnTo>
                    <a:pt x="8539" y="693"/>
                  </a:lnTo>
                  <a:lnTo>
                    <a:pt x="7584"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 name="Google Shape;538;p29"/>
          <p:cNvGrpSpPr/>
          <p:nvPr/>
        </p:nvGrpSpPr>
        <p:grpSpPr>
          <a:xfrm>
            <a:off x="7352169" y="1792626"/>
            <a:ext cx="1333531" cy="2916217"/>
            <a:chOff x="7352169" y="1792626"/>
            <a:chExt cx="1333531" cy="2916217"/>
          </a:xfrm>
        </p:grpSpPr>
        <p:grpSp>
          <p:nvGrpSpPr>
            <p:cNvPr id="539" name="Google Shape;539;p29"/>
            <p:cNvGrpSpPr/>
            <p:nvPr/>
          </p:nvGrpSpPr>
          <p:grpSpPr>
            <a:xfrm>
              <a:off x="7352169" y="1792626"/>
              <a:ext cx="1333531" cy="2916217"/>
              <a:chOff x="7352169" y="1999451"/>
              <a:chExt cx="1333531" cy="2916217"/>
            </a:xfrm>
          </p:grpSpPr>
          <p:grpSp>
            <p:nvGrpSpPr>
              <p:cNvPr id="540" name="Google Shape;540;p29"/>
              <p:cNvGrpSpPr/>
              <p:nvPr/>
            </p:nvGrpSpPr>
            <p:grpSpPr>
              <a:xfrm>
                <a:off x="7788625" y="4788743"/>
                <a:ext cx="623190" cy="126925"/>
                <a:chOff x="7605347" y="4840573"/>
                <a:chExt cx="925164" cy="188427"/>
              </a:xfrm>
            </p:grpSpPr>
            <p:sp>
              <p:nvSpPr>
                <p:cNvPr id="541" name="Google Shape;541;p29"/>
                <p:cNvSpPr/>
                <p:nvPr/>
              </p:nvSpPr>
              <p:spPr>
                <a:xfrm flipH="1">
                  <a:off x="8100033" y="4840573"/>
                  <a:ext cx="429399" cy="187705"/>
                </a:xfrm>
                <a:custGeom>
                  <a:avLst/>
                  <a:gdLst/>
                  <a:ahLst/>
                  <a:cxnLst/>
                  <a:rect l="l" t="t" r="r" b="b"/>
                  <a:pathLst>
                    <a:path w="5973" h="2611" extrusionOk="0">
                      <a:moveTo>
                        <a:pt x="3202" y="0"/>
                      </a:moveTo>
                      <a:lnTo>
                        <a:pt x="0" y="54"/>
                      </a:lnTo>
                      <a:lnTo>
                        <a:pt x="32" y="2556"/>
                      </a:lnTo>
                      <a:lnTo>
                        <a:pt x="230" y="2563"/>
                      </a:lnTo>
                      <a:cubicBezTo>
                        <a:pt x="681" y="2581"/>
                        <a:pt x="1837" y="2611"/>
                        <a:pt x="2942" y="2611"/>
                      </a:cubicBezTo>
                      <a:cubicBezTo>
                        <a:pt x="4010" y="2611"/>
                        <a:pt x="5029" y="2583"/>
                        <a:pt x="5316" y="2491"/>
                      </a:cubicBezTo>
                      <a:cubicBezTo>
                        <a:pt x="5973" y="2279"/>
                        <a:pt x="3241" y="1713"/>
                        <a:pt x="3241" y="1713"/>
                      </a:cubicBezTo>
                      <a:lnTo>
                        <a:pt x="3202"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9"/>
                <p:cNvSpPr/>
                <p:nvPr/>
              </p:nvSpPr>
              <p:spPr>
                <a:xfrm flipH="1">
                  <a:off x="8139206" y="4986872"/>
                  <a:ext cx="61250" cy="27965"/>
                </a:xfrm>
                <a:custGeom>
                  <a:avLst/>
                  <a:gdLst/>
                  <a:ahLst/>
                  <a:cxnLst/>
                  <a:rect l="l" t="t" r="r" b="b"/>
                  <a:pathLst>
                    <a:path w="852" h="389" extrusionOk="0">
                      <a:moveTo>
                        <a:pt x="0" y="1"/>
                      </a:moveTo>
                      <a:cubicBezTo>
                        <a:pt x="79" y="22"/>
                        <a:pt x="155" y="47"/>
                        <a:pt x="227" y="69"/>
                      </a:cubicBezTo>
                      <a:cubicBezTo>
                        <a:pt x="98" y="26"/>
                        <a:pt x="0" y="1"/>
                        <a:pt x="0" y="1"/>
                      </a:cubicBezTo>
                      <a:close/>
                      <a:moveTo>
                        <a:pt x="833" y="349"/>
                      </a:moveTo>
                      <a:cubicBezTo>
                        <a:pt x="844" y="363"/>
                        <a:pt x="844" y="374"/>
                        <a:pt x="840" y="388"/>
                      </a:cubicBezTo>
                      <a:lnTo>
                        <a:pt x="851" y="388"/>
                      </a:lnTo>
                      <a:cubicBezTo>
                        <a:pt x="851" y="374"/>
                        <a:pt x="844" y="363"/>
                        <a:pt x="833" y="34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9"/>
                <p:cNvSpPr/>
                <p:nvPr/>
              </p:nvSpPr>
              <p:spPr>
                <a:xfrm flipH="1">
                  <a:off x="8138989" y="5014766"/>
                  <a:ext cx="10065" cy="5464"/>
                </a:xfrm>
                <a:custGeom>
                  <a:avLst/>
                  <a:gdLst/>
                  <a:ahLst/>
                  <a:cxnLst/>
                  <a:rect l="l" t="t" r="r" b="b"/>
                  <a:pathLst>
                    <a:path w="140" h="76" extrusionOk="0">
                      <a:moveTo>
                        <a:pt x="125" y="0"/>
                      </a:moveTo>
                      <a:cubicBezTo>
                        <a:pt x="118" y="25"/>
                        <a:pt x="86" y="47"/>
                        <a:pt x="25" y="68"/>
                      </a:cubicBezTo>
                      <a:cubicBezTo>
                        <a:pt x="17" y="68"/>
                        <a:pt x="7" y="72"/>
                        <a:pt x="0" y="75"/>
                      </a:cubicBezTo>
                      <a:cubicBezTo>
                        <a:pt x="72" y="61"/>
                        <a:pt x="118" y="47"/>
                        <a:pt x="129" y="32"/>
                      </a:cubicBezTo>
                      <a:cubicBezTo>
                        <a:pt x="136" y="22"/>
                        <a:pt x="140" y="11"/>
                        <a:pt x="136" y="0"/>
                      </a:cubicBezTo>
                      <a:close/>
                    </a:path>
                  </a:pathLst>
                </a:custGeom>
                <a:solidFill>
                  <a:srgbClr val="7D84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9"/>
                <p:cNvSpPr/>
                <p:nvPr/>
              </p:nvSpPr>
              <p:spPr>
                <a:xfrm flipH="1">
                  <a:off x="8305710" y="5024255"/>
                  <a:ext cx="221421" cy="4529"/>
                </a:xfrm>
                <a:custGeom>
                  <a:avLst/>
                  <a:gdLst/>
                  <a:ahLst/>
                  <a:cxnLst/>
                  <a:rect l="l" t="t" r="r" b="b"/>
                  <a:pathLst>
                    <a:path w="3080" h="63" extrusionOk="0">
                      <a:moveTo>
                        <a:pt x="0" y="1"/>
                      </a:moveTo>
                      <a:cubicBezTo>
                        <a:pt x="582" y="41"/>
                        <a:pt x="1433" y="62"/>
                        <a:pt x="2283" y="62"/>
                      </a:cubicBezTo>
                      <a:cubicBezTo>
                        <a:pt x="2552" y="62"/>
                        <a:pt x="2818" y="59"/>
                        <a:pt x="3080" y="54"/>
                      </a:cubicBezTo>
                      <a:lnTo>
                        <a:pt x="2882" y="54"/>
                      </a:lnTo>
                      <a:cubicBezTo>
                        <a:pt x="1784" y="54"/>
                        <a:pt x="646" y="26"/>
                        <a:pt x="198" y="8"/>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9"/>
                <p:cNvSpPr/>
                <p:nvPr/>
              </p:nvSpPr>
              <p:spPr>
                <a:xfrm flipH="1">
                  <a:off x="8139716" y="4986872"/>
                  <a:ext cx="387415" cy="41337"/>
                </a:xfrm>
                <a:custGeom>
                  <a:avLst/>
                  <a:gdLst/>
                  <a:ahLst/>
                  <a:cxnLst/>
                  <a:rect l="l" t="t" r="r" b="b"/>
                  <a:pathLst>
                    <a:path w="5389" h="575" extrusionOk="0">
                      <a:moveTo>
                        <a:pt x="4544" y="1"/>
                      </a:moveTo>
                      <a:cubicBezTo>
                        <a:pt x="4358" y="11"/>
                        <a:pt x="4268" y="417"/>
                        <a:pt x="4268" y="417"/>
                      </a:cubicBezTo>
                      <a:lnTo>
                        <a:pt x="1156" y="442"/>
                      </a:lnTo>
                      <a:lnTo>
                        <a:pt x="1156" y="456"/>
                      </a:lnTo>
                      <a:cubicBezTo>
                        <a:pt x="1153" y="456"/>
                        <a:pt x="1153" y="453"/>
                        <a:pt x="1149" y="442"/>
                      </a:cubicBezTo>
                      <a:lnTo>
                        <a:pt x="4" y="449"/>
                      </a:lnTo>
                      <a:lnTo>
                        <a:pt x="0" y="521"/>
                      </a:lnTo>
                      <a:lnTo>
                        <a:pt x="198" y="528"/>
                      </a:lnTo>
                      <a:cubicBezTo>
                        <a:pt x="646" y="546"/>
                        <a:pt x="1784" y="574"/>
                        <a:pt x="2882" y="574"/>
                      </a:cubicBezTo>
                      <a:lnTo>
                        <a:pt x="3080" y="574"/>
                      </a:lnTo>
                      <a:cubicBezTo>
                        <a:pt x="4063" y="561"/>
                        <a:pt x="4936" y="521"/>
                        <a:pt x="5259" y="463"/>
                      </a:cubicBezTo>
                      <a:cubicBezTo>
                        <a:pt x="5266" y="460"/>
                        <a:pt x="5276" y="456"/>
                        <a:pt x="5284" y="456"/>
                      </a:cubicBezTo>
                      <a:cubicBezTo>
                        <a:pt x="5345" y="435"/>
                        <a:pt x="5377" y="413"/>
                        <a:pt x="5384" y="388"/>
                      </a:cubicBezTo>
                      <a:cubicBezTo>
                        <a:pt x="5388" y="374"/>
                        <a:pt x="5388" y="363"/>
                        <a:pt x="5377" y="349"/>
                      </a:cubicBezTo>
                      <a:cubicBezTo>
                        <a:pt x="5302" y="251"/>
                        <a:pt x="4989" y="137"/>
                        <a:pt x="4771" y="69"/>
                      </a:cubicBezTo>
                      <a:cubicBezTo>
                        <a:pt x="4699" y="47"/>
                        <a:pt x="4623" y="22"/>
                        <a:pt x="4544"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9"/>
                <p:cNvSpPr/>
                <p:nvPr/>
              </p:nvSpPr>
              <p:spPr>
                <a:xfrm flipH="1">
                  <a:off x="8139716" y="5013040"/>
                  <a:ext cx="390794" cy="8699"/>
                </a:xfrm>
                <a:custGeom>
                  <a:avLst/>
                  <a:gdLst/>
                  <a:ahLst/>
                  <a:cxnLst/>
                  <a:rect l="l" t="t" r="r" b="b"/>
                  <a:pathLst>
                    <a:path w="5436" h="121" extrusionOk="0">
                      <a:moveTo>
                        <a:pt x="5420" y="0"/>
                      </a:moveTo>
                      <a:cubicBezTo>
                        <a:pt x="5410" y="0"/>
                        <a:pt x="5396" y="1"/>
                        <a:pt x="5378" y="3"/>
                      </a:cubicBezTo>
                      <a:cubicBezTo>
                        <a:pt x="5331" y="3"/>
                        <a:pt x="5280" y="3"/>
                        <a:pt x="5220" y="6"/>
                      </a:cubicBezTo>
                      <a:cubicBezTo>
                        <a:pt x="5061" y="10"/>
                        <a:pt x="4868" y="17"/>
                        <a:pt x="4639" y="28"/>
                      </a:cubicBezTo>
                      <a:cubicBezTo>
                        <a:pt x="4147" y="46"/>
                        <a:pt x="3468" y="64"/>
                        <a:pt x="2718" y="78"/>
                      </a:cubicBezTo>
                      <a:cubicBezTo>
                        <a:pt x="2235" y="85"/>
                        <a:pt x="1783" y="87"/>
                        <a:pt x="1390" y="87"/>
                      </a:cubicBezTo>
                      <a:cubicBezTo>
                        <a:pt x="1172" y="87"/>
                        <a:pt x="973" y="87"/>
                        <a:pt x="797" y="85"/>
                      </a:cubicBezTo>
                      <a:cubicBezTo>
                        <a:pt x="568" y="81"/>
                        <a:pt x="374" y="81"/>
                        <a:pt x="216" y="81"/>
                      </a:cubicBezTo>
                      <a:lnTo>
                        <a:pt x="55" y="81"/>
                      </a:lnTo>
                      <a:cubicBezTo>
                        <a:pt x="19" y="81"/>
                        <a:pt x="1" y="81"/>
                        <a:pt x="1" y="85"/>
                      </a:cubicBezTo>
                      <a:cubicBezTo>
                        <a:pt x="1" y="85"/>
                        <a:pt x="19" y="85"/>
                        <a:pt x="55" y="89"/>
                      </a:cubicBezTo>
                      <a:cubicBezTo>
                        <a:pt x="105" y="92"/>
                        <a:pt x="155" y="92"/>
                        <a:pt x="212" y="96"/>
                      </a:cubicBezTo>
                      <a:cubicBezTo>
                        <a:pt x="374" y="99"/>
                        <a:pt x="568" y="107"/>
                        <a:pt x="797" y="110"/>
                      </a:cubicBezTo>
                      <a:cubicBezTo>
                        <a:pt x="1083" y="116"/>
                        <a:pt x="1432" y="120"/>
                        <a:pt x="1821" y="120"/>
                      </a:cubicBezTo>
                      <a:cubicBezTo>
                        <a:pt x="2102" y="120"/>
                        <a:pt x="2404" y="118"/>
                        <a:pt x="2718" y="114"/>
                      </a:cubicBezTo>
                      <a:cubicBezTo>
                        <a:pt x="3468" y="103"/>
                        <a:pt x="4150" y="78"/>
                        <a:pt x="4639" y="53"/>
                      </a:cubicBezTo>
                      <a:cubicBezTo>
                        <a:pt x="4868" y="42"/>
                        <a:pt x="5061" y="31"/>
                        <a:pt x="5220" y="21"/>
                      </a:cubicBezTo>
                      <a:cubicBezTo>
                        <a:pt x="5280" y="17"/>
                        <a:pt x="5331" y="13"/>
                        <a:pt x="5378" y="10"/>
                      </a:cubicBezTo>
                      <a:cubicBezTo>
                        <a:pt x="5414" y="6"/>
                        <a:pt x="5435" y="3"/>
                        <a:pt x="5435" y="3"/>
                      </a:cubicBezTo>
                      <a:cubicBezTo>
                        <a:pt x="5435" y="1"/>
                        <a:pt x="5430" y="0"/>
                        <a:pt x="5420" y="0"/>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9"/>
                <p:cNvSpPr/>
                <p:nvPr/>
              </p:nvSpPr>
              <p:spPr>
                <a:xfrm flipH="1">
                  <a:off x="8198300" y="4983996"/>
                  <a:ext cx="23436" cy="36448"/>
                </a:xfrm>
                <a:custGeom>
                  <a:avLst/>
                  <a:gdLst/>
                  <a:ahLst/>
                  <a:cxnLst/>
                  <a:rect l="l" t="t" r="r" b="b"/>
                  <a:pathLst>
                    <a:path w="326" h="507" extrusionOk="0">
                      <a:moveTo>
                        <a:pt x="320" y="0"/>
                      </a:moveTo>
                      <a:cubicBezTo>
                        <a:pt x="304" y="0"/>
                        <a:pt x="177" y="62"/>
                        <a:pt x="92" y="209"/>
                      </a:cubicBezTo>
                      <a:cubicBezTo>
                        <a:pt x="0" y="358"/>
                        <a:pt x="9" y="507"/>
                        <a:pt x="20" y="507"/>
                      </a:cubicBezTo>
                      <a:cubicBezTo>
                        <a:pt x="20" y="507"/>
                        <a:pt x="20" y="507"/>
                        <a:pt x="20" y="507"/>
                      </a:cubicBezTo>
                      <a:cubicBezTo>
                        <a:pt x="31" y="507"/>
                        <a:pt x="38" y="371"/>
                        <a:pt x="124" y="227"/>
                      </a:cubicBezTo>
                      <a:cubicBezTo>
                        <a:pt x="207" y="84"/>
                        <a:pt x="325" y="11"/>
                        <a:pt x="322" y="1"/>
                      </a:cubicBezTo>
                      <a:cubicBezTo>
                        <a:pt x="322" y="1"/>
                        <a:pt x="321" y="0"/>
                        <a:pt x="32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9"/>
                <p:cNvSpPr/>
                <p:nvPr/>
              </p:nvSpPr>
              <p:spPr>
                <a:xfrm flipH="1">
                  <a:off x="8276302" y="4967677"/>
                  <a:ext cx="13156" cy="19554"/>
                </a:xfrm>
                <a:custGeom>
                  <a:avLst/>
                  <a:gdLst/>
                  <a:ahLst/>
                  <a:cxnLst/>
                  <a:rect l="l" t="t" r="r" b="b"/>
                  <a:pathLst>
                    <a:path w="183" h="272" extrusionOk="0">
                      <a:moveTo>
                        <a:pt x="174" y="1"/>
                      </a:moveTo>
                      <a:cubicBezTo>
                        <a:pt x="161" y="1"/>
                        <a:pt x="120" y="56"/>
                        <a:pt x="75" y="124"/>
                      </a:cubicBezTo>
                      <a:cubicBezTo>
                        <a:pt x="32" y="200"/>
                        <a:pt x="0" y="264"/>
                        <a:pt x="11" y="271"/>
                      </a:cubicBezTo>
                      <a:cubicBezTo>
                        <a:pt x="11" y="271"/>
                        <a:pt x="11" y="271"/>
                        <a:pt x="11" y="271"/>
                      </a:cubicBezTo>
                      <a:cubicBezTo>
                        <a:pt x="21" y="271"/>
                        <a:pt x="66" y="219"/>
                        <a:pt x="108" y="145"/>
                      </a:cubicBezTo>
                      <a:cubicBezTo>
                        <a:pt x="154" y="70"/>
                        <a:pt x="183" y="6"/>
                        <a:pt x="176" y="1"/>
                      </a:cubicBezTo>
                      <a:cubicBezTo>
                        <a:pt x="175" y="1"/>
                        <a:pt x="175" y="1"/>
                        <a:pt x="17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9"/>
                <p:cNvSpPr/>
                <p:nvPr/>
              </p:nvSpPr>
              <p:spPr>
                <a:xfrm flipH="1">
                  <a:off x="8292765" y="4964298"/>
                  <a:ext cx="15313" cy="13443"/>
                </a:xfrm>
                <a:custGeom>
                  <a:avLst/>
                  <a:gdLst/>
                  <a:ahLst/>
                  <a:cxnLst/>
                  <a:rect l="l" t="t" r="r" b="b"/>
                  <a:pathLst>
                    <a:path w="213" h="187" extrusionOk="0">
                      <a:moveTo>
                        <a:pt x="202" y="1"/>
                      </a:moveTo>
                      <a:cubicBezTo>
                        <a:pt x="189" y="1"/>
                        <a:pt x="143" y="32"/>
                        <a:pt x="94" y="78"/>
                      </a:cubicBezTo>
                      <a:cubicBezTo>
                        <a:pt x="40" y="128"/>
                        <a:pt x="1" y="174"/>
                        <a:pt x="8" y="185"/>
                      </a:cubicBezTo>
                      <a:cubicBezTo>
                        <a:pt x="8" y="186"/>
                        <a:pt x="9" y="186"/>
                        <a:pt x="10" y="186"/>
                      </a:cubicBezTo>
                      <a:cubicBezTo>
                        <a:pt x="24" y="186"/>
                        <a:pt x="70" y="152"/>
                        <a:pt x="119" y="106"/>
                      </a:cubicBezTo>
                      <a:cubicBezTo>
                        <a:pt x="173" y="56"/>
                        <a:pt x="213" y="10"/>
                        <a:pt x="205" y="2"/>
                      </a:cubicBezTo>
                      <a:cubicBezTo>
                        <a:pt x="204" y="1"/>
                        <a:pt x="203" y="1"/>
                        <a:pt x="20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9"/>
                <p:cNvSpPr/>
                <p:nvPr/>
              </p:nvSpPr>
              <p:spPr>
                <a:xfrm flipH="1">
                  <a:off x="8295569" y="4954592"/>
                  <a:ext cx="24155" cy="2732"/>
                </a:xfrm>
                <a:custGeom>
                  <a:avLst/>
                  <a:gdLst/>
                  <a:ahLst/>
                  <a:cxnLst/>
                  <a:rect l="l" t="t" r="r" b="b"/>
                  <a:pathLst>
                    <a:path w="336" h="38" extrusionOk="0">
                      <a:moveTo>
                        <a:pt x="205" y="0"/>
                      </a:moveTo>
                      <a:cubicBezTo>
                        <a:pt x="193" y="0"/>
                        <a:pt x="182" y="0"/>
                        <a:pt x="170" y="1"/>
                      </a:cubicBezTo>
                      <a:cubicBezTo>
                        <a:pt x="77" y="1"/>
                        <a:pt x="1" y="8"/>
                        <a:pt x="1" y="19"/>
                      </a:cubicBezTo>
                      <a:cubicBezTo>
                        <a:pt x="1" y="28"/>
                        <a:pt x="59" y="38"/>
                        <a:pt x="135" y="38"/>
                      </a:cubicBezTo>
                      <a:cubicBezTo>
                        <a:pt x="147" y="38"/>
                        <a:pt x="158" y="37"/>
                        <a:pt x="170" y="37"/>
                      </a:cubicBezTo>
                      <a:cubicBezTo>
                        <a:pt x="259" y="37"/>
                        <a:pt x="335" y="29"/>
                        <a:pt x="335" y="19"/>
                      </a:cubicBezTo>
                      <a:cubicBezTo>
                        <a:pt x="335" y="9"/>
                        <a:pt x="278" y="0"/>
                        <a:pt x="2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9"/>
                <p:cNvSpPr/>
                <p:nvPr/>
              </p:nvSpPr>
              <p:spPr>
                <a:xfrm flipH="1">
                  <a:off x="8296432" y="4940430"/>
                  <a:ext cx="27893" cy="4026"/>
                </a:xfrm>
                <a:custGeom>
                  <a:avLst/>
                  <a:gdLst/>
                  <a:ahLst/>
                  <a:cxnLst/>
                  <a:rect l="l" t="t" r="r" b="b"/>
                  <a:pathLst>
                    <a:path w="388" h="56" extrusionOk="0">
                      <a:moveTo>
                        <a:pt x="18" y="0"/>
                      </a:moveTo>
                      <a:cubicBezTo>
                        <a:pt x="10" y="0"/>
                        <a:pt x="5" y="1"/>
                        <a:pt x="5" y="4"/>
                      </a:cubicBezTo>
                      <a:cubicBezTo>
                        <a:pt x="0" y="14"/>
                        <a:pt x="83" y="51"/>
                        <a:pt x="194" y="54"/>
                      </a:cubicBezTo>
                      <a:cubicBezTo>
                        <a:pt x="208" y="55"/>
                        <a:pt x="221" y="55"/>
                        <a:pt x="234" y="55"/>
                      </a:cubicBezTo>
                      <a:cubicBezTo>
                        <a:pt x="322" y="55"/>
                        <a:pt x="387" y="35"/>
                        <a:pt x="384" y="26"/>
                      </a:cubicBezTo>
                      <a:cubicBezTo>
                        <a:pt x="384" y="20"/>
                        <a:pt x="365" y="19"/>
                        <a:pt x="334" y="19"/>
                      </a:cubicBezTo>
                      <a:cubicBezTo>
                        <a:pt x="313" y="19"/>
                        <a:pt x="288" y="20"/>
                        <a:pt x="259" y="20"/>
                      </a:cubicBezTo>
                      <a:cubicBezTo>
                        <a:pt x="239" y="20"/>
                        <a:pt x="217" y="19"/>
                        <a:pt x="194" y="19"/>
                      </a:cubicBezTo>
                      <a:cubicBezTo>
                        <a:pt x="114" y="13"/>
                        <a:pt x="46" y="0"/>
                        <a:pt x="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9"/>
                <p:cNvSpPr/>
                <p:nvPr/>
              </p:nvSpPr>
              <p:spPr>
                <a:xfrm flipH="1">
                  <a:off x="8237553" y="4945750"/>
                  <a:ext cx="43709" cy="25161"/>
                </a:xfrm>
                <a:custGeom>
                  <a:avLst/>
                  <a:gdLst/>
                  <a:ahLst/>
                  <a:cxnLst/>
                  <a:rect l="l" t="t" r="r" b="b"/>
                  <a:pathLst>
                    <a:path w="608" h="350" extrusionOk="0">
                      <a:moveTo>
                        <a:pt x="415" y="38"/>
                      </a:moveTo>
                      <a:cubicBezTo>
                        <a:pt x="460" y="38"/>
                        <a:pt x="505" y="47"/>
                        <a:pt x="543" y="70"/>
                      </a:cubicBezTo>
                      <a:cubicBezTo>
                        <a:pt x="575" y="91"/>
                        <a:pt x="564" y="131"/>
                        <a:pt x="529" y="152"/>
                      </a:cubicBezTo>
                      <a:cubicBezTo>
                        <a:pt x="493" y="174"/>
                        <a:pt x="450" y="188"/>
                        <a:pt x="413" y="203"/>
                      </a:cubicBezTo>
                      <a:cubicBezTo>
                        <a:pt x="335" y="232"/>
                        <a:pt x="263" y="250"/>
                        <a:pt x="202" y="263"/>
                      </a:cubicBezTo>
                      <a:cubicBezTo>
                        <a:pt x="142" y="274"/>
                        <a:pt x="91" y="281"/>
                        <a:pt x="56" y="285"/>
                      </a:cubicBezTo>
                      <a:lnTo>
                        <a:pt x="56" y="285"/>
                      </a:lnTo>
                      <a:cubicBezTo>
                        <a:pt x="69" y="254"/>
                        <a:pt x="89" y="214"/>
                        <a:pt x="123" y="174"/>
                      </a:cubicBezTo>
                      <a:cubicBezTo>
                        <a:pt x="163" y="124"/>
                        <a:pt x="220" y="81"/>
                        <a:pt x="299" y="56"/>
                      </a:cubicBezTo>
                      <a:cubicBezTo>
                        <a:pt x="333" y="46"/>
                        <a:pt x="374" y="38"/>
                        <a:pt x="415" y="38"/>
                      </a:cubicBezTo>
                      <a:close/>
                      <a:moveTo>
                        <a:pt x="409" y="0"/>
                      </a:moveTo>
                      <a:cubicBezTo>
                        <a:pt x="271" y="0"/>
                        <a:pt x="154" y="80"/>
                        <a:pt x="102" y="156"/>
                      </a:cubicBezTo>
                      <a:cubicBezTo>
                        <a:pt x="64" y="204"/>
                        <a:pt x="46" y="254"/>
                        <a:pt x="38" y="287"/>
                      </a:cubicBezTo>
                      <a:lnTo>
                        <a:pt x="38" y="287"/>
                      </a:lnTo>
                      <a:cubicBezTo>
                        <a:pt x="14" y="290"/>
                        <a:pt x="1" y="291"/>
                        <a:pt x="1" y="293"/>
                      </a:cubicBezTo>
                      <a:cubicBezTo>
                        <a:pt x="1" y="295"/>
                        <a:pt x="13" y="298"/>
                        <a:pt x="36" y="299"/>
                      </a:cubicBezTo>
                      <a:lnTo>
                        <a:pt x="36" y="299"/>
                      </a:lnTo>
                      <a:cubicBezTo>
                        <a:pt x="30" y="331"/>
                        <a:pt x="30" y="350"/>
                        <a:pt x="34" y="350"/>
                      </a:cubicBezTo>
                      <a:cubicBezTo>
                        <a:pt x="34" y="350"/>
                        <a:pt x="34" y="350"/>
                        <a:pt x="34" y="350"/>
                      </a:cubicBezTo>
                      <a:cubicBezTo>
                        <a:pt x="37" y="350"/>
                        <a:pt x="40" y="330"/>
                        <a:pt x="51" y="300"/>
                      </a:cubicBezTo>
                      <a:lnTo>
                        <a:pt x="51" y="300"/>
                      </a:lnTo>
                      <a:cubicBezTo>
                        <a:pt x="55" y="300"/>
                        <a:pt x="59" y="300"/>
                        <a:pt x="64" y="300"/>
                      </a:cubicBezTo>
                      <a:cubicBezTo>
                        <a:pt x="99" y="300"/>
                        <a:pt x="147" y="297"/>
                        <a:pt x="206" y="289"/>
                      </a:cubicBezTo>
                      <a:cubicBezTo>
                        <a:pt x="270" y="281"/>
                        <a:pt x="345" y="263"/>
                        <a:pt x="425" y="238"/>
                      </a:cubicBezTo>
                      <a:cubicBezTo>
                        <a:pt x="464" y="225"/>
                        <a:pt x="507" y="210"/>
                        <a:pt x="550" y="185"/>
                      </a:cubicBezTo>
                      <a:cubicBezTo>
                        <a:pt x="569" y="170"/>
                        <a:pt x="593" y="152"/>
                        <a:pt x="600" y="120"/>
                      </a:cubicBezTo>
                      <a:cubicBezTo>
                        <a:pt x="607" y="88"/>
                        <a:pt x="590" y="56"/>
                        <a:pt x="569" y="38"/>
                      </a:cubicBezTo>
                      <a:cubicBezTo>
                        <a:pt x="514" y="11"/>
                        <a:pt x="460" y="0"/>
                        <a:pt x="40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9"/>
                <p:cNvSpPr/>
                <p:nvPr/>
              </p:nvSpPr>
              <p:spPr>
                <a:xfrm flipH="1">
                  <a:off x="8275008" y="4939136"/>
                  <a:ext cx="22430" cy="28468"/>
                </a:xfrm>
                <a:custGeom>
                  <a:avLst/>
                  <a:gdLst/>
                  <a:ahLst/>
                  <a:cxnLst/>
                  <a:rect l="l" t="t" r="r" b="b"/>
                  <a:pathLst>
                    <a:path w="312" h="396" extrusionOk="0">
                      <a:moveTo>
                        <a:pt x="75" y="0"/>
                      </a:moveTo>
                      <a:cubicBezTo>
                        <a:pt x="73" y="0"/>
                        <a:pt x="71" y="0"/>
                        <a:pt x="68" y="0"/>
                      </a:cubicBezTo>
                      <a:cubicBezTo>
                        <a:pt x="22" y="7"/>
                        <a:pt x="0" y="62"/>
                        <a:pt x="7" y="97"/>
                      </a:cubicBezTo>
                      <a:cubicBezTo>
                        <a:pt x="10" y="133"/>
                        <a:pt x="29" y="162"/>
                        <a:pt x="43" y="187"/>
                      </a:cubicBezTo>
                      <a:cubicBezTo>
                        <a:pt x="75" y="237"/>
                        <a:pt x="111" y="280"/>
                        <a:pt x="143" y="312"/>
                      </a:cubicBezTo>
                      <a:cubicBezTo>
                        <a:pt x="203" y="369"/>
                        <a:pt x="252" y="392"/>
                        <a:pt x="261" y="392"/>
                      </a:cubicBezTo>
                      <a:cubicBezTo>
                        <a:pt x="261" y="392"/>
                        <a:pt x="262" y="392"/>
                        <a:pt x="262" y="392"/>
                      </a:cubicBezTo>
                      <a:cubicBezTo>
                        <a:pt x="265" y="388"/>
                        <a:pt x="219" y="355"/>
                        <a:pt x="161" y="291"/>
                      </a:cubicBezTo>
                      <a:cubicBezTo>
                        <a:pt x="133" y="259"/>
                        <a:pt x="104" y="219"/>
                        <a:pt x="75" y="169"/>
                      </a:cubicBezTo>
                      <a:cubicBezTo>
                        <a:pt x="47" y="126"/>
                        <a:pt x="25" y="50"/>
                        <a:pt x="75" y="40"/>
                      </a:cubicBezTo>
                      <a:cubicBezTo>
                        <a:pt x="79" y="40"/>
                        <a:pt x="83" y="39"/>
                        <a:pt x="86" y="39"/>
                      </a:cubicBezTo>
                      <a:cubicBezTo>
                        <a:pt x="136" y="39"/>
                        <a:pt x="182" y="86"/>
                        <a:pt x="212" y="123"/>
                      </a:cubicBezTo>
                      <a:cubicBezTo>
                        <a:pt x="247" y="169"/>
                        <a:pt x="265" y="216"/>
                        <a:pt x="272" y="255"/>
                      </a:cubicBezTo>
                      <a:cubicBezTo>
                        <a:pt x="290" y="342"/>
                        <a:pt x="272" y="395"/>
                        <a:pt x="280" y="395"/>
                      </a:cubicBezTo>
                      <a:cubicBezTo>
                        <a:pt x="280" y="395"/>
                        <a:pt x="280" y="395"/>
                        <a:pt x="280" y="395"/>
                      </a:cubicBezTo>
                      <a:cubicBezTo>
                        <a:pt x="285" y="395"/>
                        <a:pt x="312" y="342"/>
                        <a:pt x="302" y="252"/>
                      </a:cubicBezTo>
                      <a:cubicBezTo>
                        <a:pt x="294" y="209"/>
                        <a:pt x="277" y="155"/>
                        <a:pt x="240" y="105"/>
                      </a:cubicBezTo>
                      <a:cubicBezTo>
                        <a:pt x="205" y="59"/>
                        <a:pt x="160" y="0"/>
                        <a:pt x="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9"/>
                <p:cNvSpPr/>
                <p:nvPr/>
              </p:nvSpPr>
              <p:spPr>
                <a:xfrm flipH="1">
                  <a:off x="8443739" y="4954305"/>
                  <a:ext cx="83105" cy="65420"/>
                </a:xfrm>
                <a:custGeom>
                  <a:avLst/>
                  <a:gdLst/>
                  <a:ahLst/>
                  <a:cxnLst/>
                  <a:rect l="l" t="t" r="r" b="b"/>
                  <a:pathLst>
                    <a:path w="1156" h="910" extrusionOk="0">
                      <a:moveTo>
                        <a:pt x="183" y="0"/>
                      </a:moveTo>
                      <a:cubicBezTo>
                        <a:pt x="134" y="0"/>
                        <a:pt x="93" y="3"/>
                        <a:pt x="65" y="8"/>
                      </a:cubicBezTo>
                      <a:cubicBezTo>
                        <a:pt x="22" y="15"/>
                        <a:pt x="0" y="23"/>
                        <a:pt x="0" y="23"/>
                      </a:cubicBezTo>
                      <a:cubicBezTo>
                        <a:pt x="0" y="25"/>
                        <a:pt x="5" y="25"/>
                        <a:pt x="13" y="25"/>
                      </a:cubicBezTo>
                      <a:cubicBezTo>
                        <a:pt x="21" y="25"/>
                        <a:pt x="34" y="25"/>
                        <a:pt x="50" y="23"/>
                      </a:cubicBezTo>
                      <a:cubicBezTo>
                        <a:pt x="70" y="23"/>
                        <a:pt x="96" y="22"/>
                        <a:pt x="128" y="22"/>
                      </a:cubicBezTo>
                      <a:cubicBezTo>
                        <a:pt x="159" y="22"/>
                        <a:pt x="196" y="23"/>
                        <a:pt x="237" y="26"/>
                      </a:cubicBezTo>
                      <a:cubicBezTo>
                        <a:pt x="380" y="41"/>
                        <a:pt x="582" y="98"/>
                        <a:pt x="758" y="231"/>
                      </a:cubicBezTo>
                      <a:cubicBezTo>
                        <a:pt x="933" y="367"/>
                        <a:pt x="1038" y="547"/>
                        <a:pt x="1088" y="683"/>
                      </a:cubicBezTo>
                      <a:cubicBezTo>
                        <a:pt x="1137" y="817"/>
                        <a:pt x="1145" y="909"/>
                        <a:pt x="1152" y="909"/>
                      </a:cubicBezTo>
                      <a:cubicBezTo>
                        <a:pt x="1152" y="909"/>
                        <a:pt x="1152" y="909"/>
                        <a:pt x="1152" y="909"/>
                      </a:cubicBezTo>
                      <a:cubicBezTo>
                        <a:pt x="1152" y="909"/>
                        <a:pt x="1156" y="888"/>
                        <a:pt x="1152" y="845"/>
                      </a:cubicBezTo>
                      <a:cubicBezTo>
                        <a:pt x="1145" y="805"/>
                        <a:pt x="1134" y="744"/>
                        <a:pt x="1112" y="672"/>
                      </a:cubicBezTo>
                      <a:cubicBezTo>
                        <a:pt x="1069" y="532"/>
                        <a:pt x="965" y="343"/>
                        <a:pt x="783" y="202"/>
                      </a:cubicBezTo>
                      <a:cubicBezTo>
                        <a:pt x="599" y="63"/>
                        <a:pt x="388" y="8"/>
                        <a:pt x="241" y="1"/>
                      </a:cubicBezTo>
                      <a:cubicBezTo>
                        <a:pt x="220" y="0"/>
                        <a:pt x="201"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9"/>
                <p:cNvSpPr/>
                <p:nvPr/>
              </p:nvSpPr>
              <p:spPr>
                <a:xfrm flipH="1">
                  <a:off x="8502832" y="4859911"/>
                  <a:ext cx="2876" cy="94535"/>
                </a:xfrm>
                <a:custGeom>
                  <a:avLst/>
                  <a:gdLst/>
                  <a:ahLst/>
                  <a:cxnLst/>
                  <a:rect l="l" t="t" r="r" b="b"/>
                  <a:pathLst>
                    <a:path w="40" h="1315" extrusionOk="0">
                      <a:moveTo>
                        <a:pt x="18" y="1"/>
                      </a:moveTo>
                      <a:cubicBezTo>
                        <a:pt x="18" y="1"/>
                        <a:pt x="18" y="1"/>
                        <a:pt x="18" y="1"/>
                      </a:cubicBezTo>
                      <a:cubicBezTo>
                        <a:pt x="8" y="1"/>
                        <a:pt x="0" y="294"/>
                        <a:pt x="0" y="657"/>
                      </a:cubicBezTo>
                      <a:cubicBezTo>
                        <a:pt x="0" y="1020"/>
                        <a:pt x="11" y="1314"/>
                        <a:pt x="22" y="1314"/>
                      </a:cubicBezTo>
                      <a:cubicBezTo>
                        <a:pt x="33" y="1314"/>
                        <a:pt x="40" y="1020"/>
                        <a:pt x="40" y="657"/>
                      </a:cubicBezTo>
                      <a:cubicBezTo>
                        <a:pt x="40" y="297"/>
                        <a:pt x="30" y="1"/>
                        <a:pt x="1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9"/>
                <p:cNvSpPr/>
                <p:nvPr/>
              </p:nvSpPr>
              <p:spPr>
                <a:xfrm flipH="1">
                  <a:off x="8347763" y="4997440"/>
                  <a:ext cx="67361" cy="3666"/>
                </a:xfrm>
                <a:custGeom>
                  <a:avLst/>
                  <a:gdLst/>
                  <a:ahLst/>
                  <a:cxnLst/>
                  <a:rect l="l" t="t" r="r" b="b"/>
                  <a:pathLst>
                    <a:path w="937" h="51" extrusionOk="0">
                      <a:moveTo>
                        <a:pt x="894" y="0"/>
                      </a:moveTo>
                      <a:cubicBezTo>
                        <a:pt x="820" y="0"/>
                        <a:pt x="657" y="9"/>
                        <a:pt x="471" y="11"/>
                      </a:cubicBezTo>
                      <a:cubicBezTo>
                        <a:pt x="298" y="11"/>
                        <a:pt x="147" y="7"/>
                        <a:pt x="65" y="7"/>
                      </a:cubicBezTo>
                      <a:cubicBezTo>
                        <a:pt x="24" y="7"/>
                        <a:pt x="0" y="8"/>
                        <a:pt x="0" y="11"/>
                      </a:cubicBezTo>
                      <a:cubicBezTo>
                        <a:pt x="0" y="22"/>
                        <a:pt x="208" y="51"/>
                        <a:pt x="471" y="51"/>
                      </a:cubicBezTo>
                      <a:cubicBezTo>
                        <a:pt x="729" y="47"/>
                        <a:pt x="937" y="15"/>
                        <a:pt x="937" y="4"/>
                      </a:cubicBezTo>
                      <a:cubicBezTo>
                        <a:pt x="937" y="1"/>
                        <a:pt x="922" y="0"/>
                        <a:pt x="89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9"/>
                <p:cNvSpPr/>
                <p:nvPr/>
              </p:nvSpPr>
              <p:spPr>
                <a:xfrm flipH="1">
                  <a:off x="8453011" y="4998662"/>
                  <a:ext cx="7836" cy="13300"/>
                </a:xfrm>
                <a:custGeom>
                  <a:avLst/>
                  <a:gdLst/>
                  <a:ahLst/>
                  <a:cxnLst/>
                  <a:rect l="l" t="t" r="r" b="b"/>
                  <a:pathLst>
                    <a:path w="109" h="185" extrusionOk="0">
                      <a:moveTo>
                        <a:pt x="11" y="0"/>
                      </a:moveTo>
                      <a:cubicBezTo>
                        <a:pt x="10" y="0"/>
                        <a:pt x="9" y="0"/>
                        <a:pt x="8" y="1"/>
                      </a:cubicBezTo>
                      <a:cubicBezTo>
                        <a:pt x="1" y="9"/>
                        <a:pt x="26" y="49"/>
                        <a:pt x="47" y="95"/>
                      </a:cubicBezTo>
                      <a:cubicBezTo>
                        <a:pt x="73" y="142"/>
                        <a:pt x="83" y="185"/>
                        <a:pt x="95" y="185"/>
                      </a:cubicBezTo>
                      <a:cubicBezTo>
                        <a:pt x="105" y="185"/>
                        <a:pt x="108" y="130"/>
                        <a:pt x="83" y="77"/>
                      </a:cubicBezTo>
                      <a:cubicBezTo>
                        <a:pt x="61" y="28"/>
                        <a:pt x="24" y="0"/>
                        <a:pt x="1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9"/>
                <p:cNvSpPr/>
                <p:nvPr/>
              </p:nvSpPr>
              <p:spPr>
                <a:xfrm flipH="1">
                  <a:off x="8468252" y="4977741"/>
                  <a:ext cx="9849" cy="9058"/>
                </a:xfrm>
                <a:custGeom>
                  <a:avLst/>
                  <a:gdLst/>
                  <a:ahLst/>
                  <a:cxnLst/>
                  <a:rect l="l" t="t" r="r" b="b"/>
                  <a:pathLst>
                    <a:path w="137" h="126" extrusionOk="0">
                      <a:moveTo>
                        <a:pt x="11" y="1"/>
                      </a:moveTo>
                      <a:cubicBezTo>
                        <a:pt x="10" y="1"/>
                        <a:pt x="8" y="1"/>
                        <a:pt x="7" y="2"/>
                      </a:cubicBezTo>
                      <a:cubicBezTo>
                        <a:pt x="0" y="9"/>
                        <a:pt x="22" y="45"/>
                        <a:pt x="55" y="77"/>
                      </a:cubicBezTo>
                      <a:cubicBezTo>
                        <a:pt x="85" y="105"/>
                        <a:pt x="114" y="125"/>
                        <a:pt x="126" y="125"/>
                      </a:cubicBezTo>
                      <a:cubicBezTo>
                        <a:pt x="127" y="125"/>
                        <a:pt x="129" y="125"/>
                        <a:pt x="130" y="124"/>
                      </a:cubicBezTo>
                      <a:cubicBezTo>
                        <a:pt x="136" y="116"/>
                        <a:pt x="115" y="81"/>
                        <a:pt x="83" y="48"/>
                      </a:cubicBezTo>
                      <a:cubicBezTo>
                        <a:pt x="54" y="21"/>
                        <a:pt x="24" y="1"/>
                        <a:pt x="1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9"/>
                <p:cNvSpPr/>
                <p:nvPr/>
              </p:nvSpPr>
              <p:spPr>
                <a:xfrm flipH="1">
                  <a:off x="8488382" y="4967245"/>
                  <a:ext cx="13947" cy="5823"/>
                </a:xfrm>
                <a:custGeom>
                  <a:avLst/>
                  <a:gdLst/>
                  <a:ahLst/>
                  <a:cxnLst/>
                  <a:rect l="l" t="t" r="r" b="b"/>
                  <a:pathLst>
                    <a:path w="194" h="81" extrusionOk="0">
                      <a:moveTo>
                        <a:pt x="63" y="1"/>
                      </a:moveTo>
                      <a:cubicBezTo>
                        <a:pt x="27" y="1"/>
                        <a:pt x="1" y="14"/>
                        <a:pt x="4" y="19"/>
                      </a:cubicBezTo>
                      <a:cubicBezTo>
                        <a:pt x="7" y="29"/>
                        <a:pt x="50" y="29"/>
                        <a:pt x="97" y="44"/>
                      </a:cubicBezTo>
                      <a:cubicBezTo>
                        <a:pt x="138" y="60"/>
                        <a:pt x="171" y="81"/>
                        <a:pt x="183" y="81"/>
                      </a:cubicBezTo>
                      <a:cubicBezTo>
                        <a:pt x="185" y="81"/>
                        <a:pt x="186" y="81"/>
                        <a:pt x="187" y="80"/>
                      </a:cubicBezTo>
                      <a:cubicBezTo>
                        <a:pt x="193" y="72"/>
                        <a:pt x="168" y="26"/>
                        <a:pt x="107" y="7"/>
                      </a:cubicBezTo>
                      <a:cubicBezTo>
                        <a:pt x="92" y="3"/>
                        <a:pt x="77" y="1"/>
                        <a:pt x="6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9"/>
                <p:cNvSpPr/>
                <p:nvPr/>
              </p:nvSpPr>
              <p:spPr>
                <a:xfrm flipH="1">
                  <a:off x="8512106" y="4963866"/>
                  <a:ext cx="7548" cy="3666"/>
                </a:xfrm>
                <a:custGeom>
                  <a:avLst/>
                  <a:gdLst/>
                  <a:ahLst/>
                  <a:cxnLst/>
                  <a:rect l="l" t="t" r="r" b="b"/>
                  <a:pathLst>
                    <a:path w="105" h="51" extrusionOk="0">
                      <a:moveTo>
                        <a:pt x="23" y="0"/>
                      </a:moveTo>
                      <a:cubicBezTo>
                        <a:pt x="13" y="0"/>
                        <a:pt x="6" y="3"/>
                        <a:pt x="4" y="8"/>
                      </a:cubicBezTo>
                      <a:cubicBezTo>
                        <a:pt x="0" y="19"/>
                        <a:pt x="18" y="33"/>
                        <a:pt x="43" y="44"/>
                      </a:cubicBezTo>
                      <a:cubicBezTo>
                        <a:pt x="57" y="49"/>
                        <a:pt x="69" y="51"/>
                        <a:pt x="79" y="51"/>
                      </a:cubicBezTo>
                      <a:cubicBezTo>
                        <a:pt x="91" y="51"/>
                        <a:pt x="99" y="48"/>
                        <a:pt x="101" y="44"/>
                      </a:cubicBezTo>
                      <a:cubicBezTo>
                        <a:pt x="105" y="33"/>
                        <a:pt x="86" y="16"/>
                        <a:pt x="58" y="8"/>
                      </a:cubicBezTo>
                      <a:cubicBezTo>
                        <a:pt x="46" y="3"/>
                        <a:pt x="33" y="0"/>
                        <a:pt x="2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9"/>
                <p:cNvSpPr/>
                <p:nvPr/>
              </p:nvSpPr>
              <p:spPr>
                <a:xfrm flipH="1">
                  <a:off x="8296647" y="4914836"/>
                  <a:ext cx="791" cy="27462"/>
                </a:xfrm>
                <a:custGeom>
                  <a:avLst/>
                  <a:gdLst/>
                  <a:ahLst/>
                  <a:cxnLst/>
                  <a:rect l="l" t="t" r="r" b="b"/>
                  <a:pathLst>
                    <a:path w="11" h="382" extrusionOk="0">
                      <a:moveTo>
                        <a:pt x="0" y="1"/>
                      </a:moveTo>
                      <a:lnTo>
                        <a:pt x="7" y="382"/>
                      </a:lnTo>
                      <a:lnTo>
                        <a:pt x="10" y="382"/>
                      </a:lnTo>
                      <a:lnTo>
                        <a:pt x="0"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9"/>
                <p:cNvSpPr/>
                <p:nvPr/>
              </p:nvSpPr>
              <p:spPr>
                <a:xfrm flipH="1">
                  <a:off x="8296867" y="4914621"/>
                  <a:ext cx="206540" cy="34363"/>
                </a:xfrm>
                <a:custGeom>
                  <a:avLst/>
                  <a:gdLst/>
                  <a:ahLst/>
                  <a:cxnLst/>
                  <a:rect l="l" t="t" r="r" b="b"/>
                  <a:pathLst>
                    <a:path w="2873" h="478" extrusionOk="0">
                      <a:moveTo>
                        <a:pt x="2865" y="0"/>
                      </a:moveTo>
                      <a:lnTo>
                        <a:pt x="4" y="255"/>
                      </a:lnTo>
                      <a:cubicBezTo>
                        <a:pt x="4" y="348"/>
                        <a:pt x="1" y="428"/>
                        <a:pt x="1" y="478"/>
                      </a:cubicBezTo>
                      <a:lnTo>
                        <a:pt x="2567" y="395"/>
                      </a:lnTo>
                      <a:cubicBezTo>
                        <a:pt x="2524" y="385"/>
                        <a:pt x="2496" y="370"/>
                        <a:pt x="2496" y="363"/>
                      </a:cubicBezTo>
                      <a:cubicBezTo>
                        <a:pt x="2499" y="360"/>
                        <a:pt x="2502" y="360"/>
                        <a:pt x="2509" y="360"/>
                      </a:cubicBezTo>
                      <a:cubicBezTo>
                        <a:pt x="2539" y="360"/>
                        <a:pt x="2607" y="370"/>
                        <a:pt x="2685" y="378"/>
                      </a:cubicBezTo>
                      <a:cubicBezTo>
                        <a:pt x="2779" y="381"/>
                        <a:pt x="2857" y="378"/>
                        <a:pt x="2872" y="385"/>
                      </a:cubicBezTo>
                      <a:lnTo>
                        <a:pt x="2865" y="4"/>
                      </a:lnTo>
                      <a:lnTo>
                        <a:pt x="2865" y="0"/>
                      </a:ln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9"/>
                <p:cNvSpPr/>
                <p:nvPr/>
              </p:nvSpPr>
              <p:spPr>
                <a:xfrm flipH="1">
                  <a:off x="8296647" y="4940430"/>
                  <a:ext cx="27390" cy="2588"/>
                </a:xfrm>
                <a:custGeom>
                  <a:avLst/>
                  <a:gdLst/>
                  <a:ahLst/>
                  <a:cxnLst/>
                  <a:rect l="l" t="t" r="r" b="b"/>
                  <a:pathLst>
                    <a:path w="381" h="36" extrusionOk="0">
                      <a:moveTo>
                        <a:pt x="14" y="1"/>
                      </a:moveTo>
                      <a:cubicBezTo>
                        <a:pt x="7" y="1"/>
                        <a:pt x="4" y="1"/>
                        <a:pt x="1" y="4"/>
                      </a:cubicBezTo>
                      <a:cubicBezTo>
                        <a:pt x="1" y="11"/>
                        <a:pt x="29" y="26"/>
                        <a:pt x="72" y="36"/>
                      </a:cubicBezTo>
                      <a:lnTo>
                        <a:pt x="380" y="26"/>
                      </a:lnTo>
                      <a:lnTo>
                        <a:pt x="377" y="26"/>
                      </a:lnTo>
                      <a:cubicBezTo>
                        <a:pt x="362" y="19"/>
                        <a:pt x="284" y="22"/>
                        <a:pt x="190" y="19"/>
                      </a:cubicBezTo>
                      <a:cubicBezTo>
                        <a:pt x="112" y="11"/>
                        <a:pt x="44" y="1"/>
                        <a:pt x="14" y="1"/>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9"/>
                <p:cNvSpPr/>
                <p:nvPr/>
              </p:nvSpPr>
              <p:spPr>
                <a:xfrm flipH="1">
                  <a:off x="8528066" y="4935254"/>
                  <a:ext cx="647" cy="3163"/>
                </a:xfrm>
                <a:custGeom>
                  <a:avLst/>
                  <a:gdLst/>
                  <a:ahLst/>
                  <a:cxnLst/>
                  <a:rect l="l" t="t" r="r" b="b"/>
                  <a:pathLst>
                    <a:path w="9" h="44" extrusionOk="0">
                      <a:moveTo>
                        <a:pt x="1" y="0"/>
                      </a:moveTo>
                      <a:lnTo>
                        <a:pt x="8" y="43"/>
                      </a:lnTo>
                      <a:lnTo>
                        <a:pt x="8"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9"/>
                <p:cNvSpPr/>
                <p:nvPr/>
              </p:nvSpPr>
              <p:spPr>
                <a:xfrm flipH="1">
                  <a:off x="8504630" y="4933169"/>
                  <a:ext cx="23508" cy="16607"/>
                </a:xfrm>
                <a:custGeom>
                  <a:avLst/>
                  <a:gdLst/>
                  <a:ahLst/>
                  <a:cxnLst/>
                  <a:rect l="l" t="t" r="r" b="b"/>
                  <a:pathLst>
                    <a:path w="327" h="231" extrusionOk="0">
                      <a:moveTo>
                        <a:pt x="316" y="1"/>
                      </a:moveTo>
                      <a:lnTo>
                        <a:pt x="0" y="29"/>
                      </a:lnTo>
                      <a:lnTo>
                        <a:pt x="0" y="72"/>
                      </a:lnTo>
                      <a:lnTo>
                        <a:pt x="22" y="231"/>
                      </a:lnTo>
                      <a:lnTo>
                        <a:pt x="327" y="223"/>
                      </a:lnTo>
                      <a:cubicBezTo>
                        <a:pt x="323" y="170"/>
                        <a:pt x="320" y="94"/>
                        <a:pt x="316"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9"/>
                <p:cNvSpPr/>
                <p:nvPr/>
              </p:nvSpPr>
              <p:spPr>
                <a:xfrm flipH="1">
                  <a:off x="8503048" y="4932953"/>
                  <a:ext cx="2444" cy="16319"/>
                </a:xfrm>
                <a:custGeom>
                  <a:avLst/>
                  <a:gdLst/>
                  <a:ahLst/>
                  <a:cxnLst/>
                  <a:rect l="l" t="t" r="r" b="b"/>
                  <a:pathLst>
                    <a:path w="34" h="227" extrusionOk="0">
                      <a:moveTo>
                        <a:pt x="33" y="0"/>
                      </a:moveTo>
                      <a:lnTo>
                        <a:pt x="1" y="4"/>
                      </a:lnTo>
                      <a:cubicBezTo>
                        <a:pt x="5" y="97"/>
                        <a:pt x="8" y="173"/>
                        <a:pt x="12" y="226"/>
                      </a:cubicBezTo>
                      <a:lnTo>
                        <a:pt x="30" y="223"/>
                      </a:lnTo>
                      <a:cubicBezTo>
                        <a:pt x="30" y="173"/>
                        <a:pt x="33" y="93"/>
                        <a:pt x="33" y="0"/>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9"/>
                <p:cNvSpPr/>
                <p:nvPr/>
              </p:nvSpPr>
              <p:spPr>
                <a:xfrm flipH="1">
                  <a:off x="7605347" y="4840573"/>
                  <a:ext cx="430190" cy="187633"/>
                </a:xfrm>
                <a:custGeom>
                  <a:avLst/>
                  <a:gdLst/>
                  <a:ahLst/>
                  <a:cxnLst/>
                  <a:rect l="l" t="t" r="r" b="b"/>
                  <a:pathLst>
                    <a:path w="5984" h="2610" extrusionOk="0">
                      <a:moveTo>
                        <a:pt x="3202" y="0"/>
                      </a:moveTo>
                      <a:lnTo>
                        <a:pt x="0" y="68"/>
                      </a:lnTo>
                      <a:lnTo>
                        <a:pt x="43" y="2571"/>
                      </a:lnTo>
                      <a:lnTo>
                        <a:pt x="240" y="2577"/>
                      </a:lnTo>
                      <a:cubicBezTo>
                        <a:pt x="641" y="2590"/>
                        <a:pt x="1598" y="2610"/>
                        <a:pt x="2581" y="2610"/>
                      </a:cubicBezTo>
                      <a:cubicBezTo>
                        <a:pt x="3774" y="2610"/>
                        <a:pt x="5006" y="2581"/>
                        <a:pt x="5326" y="2477"/>
                      </a:cubicBezTo>
                      <a:cubicBezTo>
                        <a:pt x="5984" y="2261"/>
                        <a:pt x="3249" y="1709"/>
                        <a:pt x="3249" y="1709"/>
                      </a:cubicBezTo>
                      <a:lnTo>
                        <a:pt x="3202"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9"/>
                <p:cNvSpPr/>
                <p:nvPr/>
              </p:nvSpPr>
              <p:spPr>
                <a:xfrm flipH="1">
                  <a:off x="7644303" y="4986081"/>
                  <a:ext cx="61466" cy="28468"/>
                </a:xfrm>
                <a:custGeom>
                  <a:avLst/>
                  <a:gdLst/>
                  <a:ahLst/>
                  <a:cxnLst/>
                  <a:rect l="l" t="t" r="r" b="b"/>
                  <a:pathLst>
                    <a:path w="855" h="396" extrusionOk="0">
                      <a:moveTo>
                        <a:pt x="0" y="0"/>
                      </a:moveTo>
                      <a:lnTo>
                        <a:pt x="0" y="0"/>
                      </a:lnTo>
                      <a:cubicBezTo>
                        <a:pt x="11" y="4"/>
                        <a:pt x="101" y="30"/>
                        <a:pt x="223" y="68"/>
                      </a:cubicBezTo>
                      <a:cubicBezTo>
                        <a:pt x="151" y="44"/>
                        <a:pt x="75" y="22"/>
                        <a:pt x="0" y="0"/>
                      </a:cubicBezTo>
                      <a:close/>
                      <a:moveTo>
                        <a:pt x="833" y="345"/>
                      </a:moveTo>
                      <a:cubicBezTo>
                        <a:pt x="844" y="363"/>
                        <a:pt x="844" y="381"/>
                        <a:pt x="833" y="396"/>
                      </a:cubicBezTo>
                      <a:lnTo>
                        <a:pt x="851" y="396"/>
                      </a:lnTo>
                      <a:cubicBezTo>
                        <a:pt x="855" y="381"/>
                        <a:pt x="847" y="363"/>
                        <a:pt x="833" y="34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9"/>
                <p:cNvSpPr/>
                <p:nvPr/>
              </p:nvSpPr>
              <p:spPr>
                <a:xfrm flipH="1">
                  <a:off x="7811239" y="5025334"/>
                  <a:ext cx="221206" cy="3666"/>
                </a:xfrm>
                <a:custGeom>
                  <a:avLst/>
                  <a:gdLst/>
                  <a:ahLst/>
                  <a:cxnLst/>
                  <a:rect l="l" t="t" r="r" b="b"/>
                  <a:pathLst>
                    <a:path w="3077" h="51" extrusionOk="0">
                      <a:moveTo>
                        <a:pt x="0" y="1"/>
                      </a:moveTo>
                      <a:cubicBezTo>
                        <a:pt x="517" y="32"/>
                        <a:pt x="1242" y="51"/>
                        <a:pt x="1996" y="51"/>
                      </a:cubicBezTo>
                      <a:cubicBezTo>
                        <a:pt x="2355" y="51"/>
                        <a:pt x="2724" y="47"/>
                        <a:pt x="3076" y="39"/>
                      </a:cubicBezTo>
                      <a:lnTo>
                        <a:pt x="2530" y="39"/>
                      </a:lnTo>
                      <a:cubicBezTo>
                        <a:pt x="1551" y="39"/>
                        <a:pt x="596" y="22"/>
                        <a:pt x="197" y="7"/>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9"/>
                <p:cNvSpPr/>
                <p:nvPr/>
              </p:nvSpPr>
              <p:spPr>
                <a:xfrm flipH="1">
                  <a:off x="7645102" y="4986081"/>
                  <a:ext cx="387343" cy="42128"/>
                </a:xfrm>
                <a:custGeom>
                  <a:avLst/>
                  <a:gdLst/>
                  <a:ahLst/>
                  <a:cxnLst/>
                  <a:rect l="l" t="t" r="r" b="b"/>
                  <a:pathLst>
                    <a:path w="5388" h="586" extrusionOk="0">
                      <a:moveTo>
                        <a:pt x="4541" y="0"/>
                      </a:moveTo>
                      <a:cubicBezTo>
                        <a:pt x="4357" y="15"/>
                        <a:pt x="4268" y="421"/>
                        <a:pt x="4268" y="421"/>
                      </a:cubicBezTo>
                      <a:lnTo>
                        <a:pt x="1156" y="460"/>
                      </a:lnTo>
                      <a:lnTo>
                        <a:pt x="1156" y="478"/>
                      </a:lnTo>
                      <a:cubicBezTo>
                        <a:pt x="1152" y="478"/>
                        <a:pt x="1152" y="471"/>
                        <a:pt x="1148" y="460"/>
                      </a:cubicBezTo>
                      <a:lnTo>
                        <a:pt x="4" y="474"/>
                      </a:lnTo>
                      <a:lnTo>
                        <a:pt x="0" y="547"/>
                      </a:lnTo>
                      <a:lnTo>
                        <a:pt x="197" y="553"/>
                      </a:lnTo>
                      <a:cubicBezTo>
                        <a:pt x="596" y="568"/>
                        <a:pt x="1551" y="585"/>
                        <a:pt x="2530" y="585"/>
                      </a:cubicBezTo>
                      <a:lnTo>
                        <a:pt x="3076" y="585"/>
                      </a:lnTo>
                      <a:cubicBezTo>
                        <a:pt x="4059" y="564"/>
                        <a:pt x="4935" y="521"/>
                        <a:pt x="5255" y="460"/>
                      </a:cubicBezTo>
                      <a:cubicBezTo>
                        <a:pt x="5265" y="456"/>
                        <a:pt x="5276" y="456"/>
                        <a:pt x="5283" y="453"/>
                      </a:cubicBezTo>
                      <a:cubicBezTo>
                        <a:pt x="5334" y="435"/>
                        <a:pt x="5366" y="417"/>
                        <a:pt x="5377" y="396"/>
                      </a:cubicBezTo>
                      <a:cubicBezTo>
                        <a:pt x="5388" y="381"/>
                        <a:pt x="5388" y="363"/>
                        <a:pt x="5377" y="345"/>
                      </a:cubicBezTo>
                      <a:cubicBezTo>
                        <a:pt x="5298" y="249"/>
                        <a:pt x="4985" y="137"/>
                        <a:pt x="4767" y="68"/>
                      </a:cubicBezTo>
                      <a:cubicBezTo>
                        <a:pt x="4695" y="44"/>
                        <a:pt x="4619" y="22"/>
                        <a:pt x="4544" y="0"/>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9"/>
                <p:cNvSpPr/>
                <p:nvPr/>
              </p:nvSpPr>
              <p:spPr>
                <a:xfrm flipH="1">
                  <a:off x="7645317" y="5011962"/>
                  <a:ext cx="390506" cy="10136"/>
                </a:xfrm>
                <a:custGeom>
                  <a:avLst/>
                  <a:gdLst/>
                  <a:ahLst/>
                  <a:cxnLst/>
                  <a:rect l="l" t="t" r="r" b="b"/>
                  <a:pathLst>
                    <a:path w="5432" h="141" extrusionOk="0">
                      <a:moveTo>
                        <a:pt x="5418" y="1"/>
                      </a:moveTo>
                      <a:cubicBezTo>
                        <a:pt x="5409" y="1"/>
                        <a:pt x="5395" y="1"/>
                        <a:pt x="5377" y="3"/>
                      </a:cubicBezTo>
                      <a:cubicBezTo>
                        <a:pt x="5330" y="3"/>
                        <a:pt x="5277" y="7"/>
                        <a:pt x="5219" y="7"/>
                      </a:cubicBezTo>
                      <a:cubicBezTo>
                        <a:pt x="5062" y="14"/>
                        <a:pt x="4868" y="21"/>
                        <a:pt x="4638" y="32"/>
                      </a:cubicBezTo>
                      <a:cubicBezTo>
                        <a:pt x="4146" y="50"/>
                        <a:pt x="3468" y="75"/>
                        <a:pt x="2718" y="89"/>
                      </a:cubicBezTo>
                      <a:cubicBezTo>
                        <a:pt x="2134" y="103"/>
                        <a:pt x="1594" y="109"/>
                        <a:pt x="1152" y="109"/>
                      </a:cubicBezTo>
                      <a:cubicBezTo>
                        <a:pt x="1025" y="109"/>
                        <a:pt x="907" y="108"/>
                        <a:pt x="798" y="107"/>
                      </a:cubicBezTo>
                      <a:lnTo>
                        <a:pt x="213" y="107"/>
                      </a:lnTo>
                      <a:cubicBezTo>
                        <a:pt x="155" y="107"/>
                        <a:pt x="105" y="107"/>
                        <a:pt x="54" y="111"/>
                      </a:cubicBezTo>
                      <a:lnTo>
                        <a:pt x="1" y="111"/>
                      </a:lnTo>
                      <a:cubicBezTo>
                        <a:pt x="1" y="114"/>
                        <a:pt x="19" y="114"/>
                        <a:pt x="54" y="118"/>
                      </a:cubicBezTo>
                      <a:cubicBezTo>
                        <a:pt x="101" y="118"/>
                        <a:pt x="155" y="122"/>
                        <a:pt x="213" y="122"/>
                      </a:cubicBezTo>
                      <a:cubicBezTo>
                        <a:pt x="370" y="125"/>
                        <a:pt x="568" y="132"/>
                        <a:pt x="798" y="136"/>
                      </a:cubicBezTo>
                      <a:cubicBezTo>
                        <a:pt x="1005" y="139"/>
                        <a:pt x="1245" y="141"/>
                        <a:pt x="1510" y="141"/>
                      </a:cubicBezTo>
                      <a:cubicBezTo>
                        <a:pt x="1873" y="141"/>
                        <a:pt x="2283" y="137"/>
                        <a:pt x="2718" y="129"/>
                      </a:cubicBezTo>
                      <a:cubicBezTo>
                        <a:pt x="3468" y="114"/>
                        <a:pt x="4146" y="86"/>
                        <a:pt x="4638" y="57"/>
                      </a:cubicBezTo>
                      <a:cubicBezTo>
                        <a:pt x="4868" y="43"/>
                        <a:pt x="5062" y="32"/>
                        <a:pt x="5219" y="21"/>
                      </a:cubicBezTo>
                      <a:cubicBezTo>
                        <a:pt x="5280" y="18"/>
                        <a:pt x="5330" y="14"/>
                        <a:pt x="5377" y="10"/>
                      </a:cubicBezTo>
                      <a:cubicBezTo>
                        <a:pt x="5413" y="7"/>
                        <a:pt x="5431" y="3"/>
                        <a:pt x="5431" y="3"/>
                      </a:cubicBezTo>
                      <a:cubicBezTo>
                        <a:pt x="5431" y="1"/>
                        <a:pt x="5427" y="1"/>
                        <a:pt x="541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9"/>
                <p:cNvSpPr/>
                <p:nvPr/>
              </p:nvSpPr>
              <p:spPr>
                <a:xfrm flipH="1">
                  <a:off x="7703685" y="4983421"/>
                  <a:ext cx="23508" cy="36520"/>
                </a:xfrm>
                <a:custGeom>
                  <a:avLst/>
                  <a:gdLst/>
                  <a:ahLst/>
                  <a:cxnLst/>
                  <a:rect l="l" t="t" r="r" b="b"/>
                  <a:pathLst>
                    <a:path w="327" h="508" extrusionOk="0">
                      <a:moveTo>
                        <a:pt x="317" y="1"/>
                      </a:moveTo>
                      <a:cubicBezTo>
                        <a:pt x="296" y="1"/>
                        <a:pt x="173" y="64"/>
                        <a:pt x="90" y="206"/>
                      </a:cubicBezTo>
                      <a:cubicBezTo>
                        <a:pt x="0" y="360"/>
                        <a:pt x="11" y="508"/>
                        <a:pt x="22" y="508"/>
                      </a:cubicBezTo>
                      <a:cubicBezTo>
                        <a:pt x="33" y="508"/>
                        <a:pt x="40" y="368"/>
                        <a:pt x="126" y="228"/>
                      </a:cubicBezTo>
                      <a:cubicBezTo>
                        <a:pt x="209" y="84"/>
                        <a:pt x="327" y="9"/>
                        <a:pt x="320" y="2"/>
                      </a:cubicBezTo>
                      <a:cubicBezTo>
                        <a:pt x="320" y="1"/>
                        <a:pt x="318" y="1"/>
                        <a:pt x="3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9"/>
                <p:cNvSpPr/>
                <p:nvPr/>
              </p:nvSpPr>
              <p:spPr>
                <a:xfrm flipH="1">
                  <a:off x="7781831" y="4967461"/>
                  <a:ext cx="13012" cy="19482"/>
                </a:xfrm>
                <a:custGeom>
                  <a:avLst/>
                  <a:gdLst/>
                  <a:ahLst/>
                  <a:cxnLst/>
                  <a:rect l="l" t="t" r="r" b="b"/>
                  <a:pathLst>
                    <a:path w="181" h="271" extrusionOk="0">
                      <a:moveTo>
                        <a:pt x="171" y="0"/>
                      </a:moveTo>
                      <a:cubicBezTo>
                        <a:pt x="158" y="0"/>
                        <a:pt x="117" y="56"/>
                        <a:pt x="73" y="123"/>
                      </a:cubicBezTo>
                      <a:cubicBezTo>
                        <a:pt x="30" y="198"/>
                        <a:pt x="1" y="263"/>
                        <a:pt x="8" y="271"/>
                      </a:cubicBezTo>
                      <a:cubicBezTo>
                        <a:pt x="9" y="271"/>
                        <a:pt x="9" y="271"/>
                        <a:pt x="9" y="271"/>
                      </a:cubicBezTo>
                      <a:cubicBezTo>
                        <a:pt x="21" y="271"/>
                        <a:pt x="63" y="218"/>
                        <a:pt x="105" y="145"/>
                      </a:cubicBezTo>
                      <a:cubicBezTo>
                        <a:pt x="151" y="69"/>
                        <a:pt x="181" y="4"/>
                        <a:pt x="173" y="1"/>
                      </a:cubicBezTo>
                      <a:cubicBezTo>
                        <a:pt x="172" y="1"/>
                        <a:pt x="172" y="0"/>
                        <a:pt x="1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9"/>
                <p:cNvSpPr/>
                <p:nvPr/>
              </p:nvSpPr>
              <p:spPr>
                <a:xfrm flipH="1">
                  <a:off x="7798366" y="4964082"/>
                  <a:ext cx="15313" cy="13372"/>
                </a:xfrm>
                <a:custGeom>
                  <a:avLst/>
                  <a:gdLst/>
                  <a:ahLst/>
                  <a:cxnLst/>
                  <a:rect l="l" t="t" r="r" b="b"/>
                  <a:pathLst>
                    <a:path w="213" h="186" extrusionOk="0">
                      <a:moveTo>
                        <a:pt x="203" y="1"/>
                      </a:moveTo>
                      <a:cubicBezTo>
                        <a:pt x="189" y="1"/>
                        <a:pt x="143" y="31"/>
                        <a:pt x="95" y="81"/>
                      </a:cubicBezTo>
                      <a:cubicBezTo>
                        <a:pt x="40" y="131"/>
                        <a:pt x="1" y="177"/>
                        <a:pt x="8" y="185"/>
                      </a:cubicBezTo>
                      <a:cubicBezTo>
                        <a:pt x="9" y="186"/>
                        <a:pt x="10" y="186"/>
                        <a:pt x="11" y="186"/>
                      </a:cubicBezTo>
                      <a:cubicBezTo>
                        <a:pt x="24" y="186"/>
                        <a:pt x="70" y="154"/>
                        <a:pt x="120" y="106"/>
                      </a:cubicBezTo>
                      <a:cubicBezTo>
                        <a:pt x="173" y="56"/>
                        <a:pt x="213" y="8"/>
                        <a:pt x="206" y="1"/>
                      </a:cubicBezTo>
                      <a:cubicBezTo>
                        <a:pt x="205" y="1"/>
                        <a:pt x="204" y="1"/>
                        <a:pt x="20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9"/>
                <p:cNvSpPr/>
                <p:nvPr/>
              </p:nvSpPr>
              <p:spPr>
                <a:xfrm flipH="1">
                  <a:off x="7801242" y="4954377"/>
                  <a:ext cx="24011" cy="2876"/>
                </a:xfrm>
                <a:custGeom>
                  <a:avLst/>
                  <a:gdLst/>
                  <a:ahLst/>
                  <a:cxnLst/>
                  <a:rect l="l" t="t" r="r" b="b"/>
                  <a:pathLst>
                    <a:path w="334" h="40" extrusionOk="0">
                      <a:moveTo>
                        <a:pt x="165" y="0"/>
                      </a:moveTo>
                      <a:cubicBezTo>
                        <a:pt x="72" y="0"/>
                        <a:pt x="1" y="11"/>
                        <a:pt x="1" y="22"/>
                      </a:cubicBezTo>
                      <a:cubicBezTo>
                        <a:pt x="1" y="32"/>
                        <a:pt x="76" y="40"/>
                        <a:pt x="165" y="40"/>
                      </a:cubicBezTo>
                      <a:cubicBezTo>
                        <a:pt x="259" y="40"/>
                        <a:pt x="334" y="29"/>
                        <a:pt x="334" y="18"/>
                      </a:cubicBezTo>
                      <a:cubicBezTo>
                        <a:pt x="334" y="7"/>
                        <a:pt x="259" y="0"/>
                        <a:pt x="16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9"/>
                <p:cNvSpPr/>
                <p:nvPr/>
              </p:nvSpPr>
              <p:spPr>
                <a:xfrm flipH="1">
                  <a:off x="7802249" y="4940430"/>
                  <a:ext cx="27678" cy="4026"/>
                </a:xfrm>
                <a:custGeom>
                  <a:avLst/>
                  <a:gdLst/>
                  <a:ahLst/>
                  <a:cxnLst/>
                  <a:rect l="l" t="t" r="r" b="b"/>
                  <a:pathLst>
                    <a:path w="385" h="56" extrusionOk="0">
                      <a:moveTo>
                        <a:pt x="19" y="0"/>
                      </a:moveTo>
                      <a:cubicBezTo>
                        <a:pt x="10" y="0"/>
                        <a:pt x="5" y="1"/>
                        <a:pt x="4" y="4"/>
                      </a:cubicBezTo>
                      <a:cubicBezTo>
                        <a:pt x="1" y="14"/>
                        <a:pt x="84" y="47"/>
                        <a:pt x="191" y="54"/>
                      </a:cubicBezTo>
                      <a:cubicBezTo>
                        <a:pt x="204" y="55"/>
                        <a:pt x="216" y="55"/>
                        <a:pt x="228" y="55"/>
                      </a:cubicBezTo>
                      <a:cubicBezTo>
                        <a:pt x="318" y="55"/>
                        <a:pt x="385" y="32"/>
                        <a:pt x="381" y="26"/>
                      </a:cubicBezTo>
                      <a:cubicBezTo>
                        <a:pt x="381" y="14"/>
                        <a:pt x="295" y="22"/>
                        <a:pt x="195" y="14"/>
                      </a:cubicBezTo>
                      <a:cubicBezTo>
                        <a:pt x="115" y="12"/>
                        <a:pt x="47" y="0"/>
                        <a:pt x="1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9"/>
                <p:cNvSpPr/>
                <p:nvPr/>
              </p:nvSpPr>
              <p:spPr>
                <a:xfrm flipH="1">
                  <a:off x="7743370" y="4945247"/>
                  <a:ext cx="43422" cy="25449"/>
                </a:xfrm>
                <a:custGeom>
                  <a:avLst/>
                  <a:gdLst/>
                  <a:ahLst/>
                  <a:cxnLst/>
                  <a:rect l="l" t="t" r="r" b="b"/>
                  <a:pathLst>
                    <a:path w="604" h="354" extrusionOk="0">
                      <a:moveTo>
                        <a:pt x="410" y="38"/>
                      </a:moveTo>
                      <a:cubicBezTo>
                        <a:pt x="456" y="38"/>
                        <a:pt x="502" y="47"/>
                        <a:pt x="539" y="70"/>
                      </a:cubicBezTo>
                      <a:cubicBezTo>
                        <a:pt x="574" y="91"/>
                        <a:pt x="560" y="131"/>
                        <a:pt x="524" y="152"/>
                      </a:cubicBezTo>
                      <a:cubicBezTo>
                        <a:pt x="492" y="174"/>
                        <a:pt x="448" y="189"/>
                        <a:pt x="410" y="206"/>
                      </a:cubicBezTo>
                      <a:cubicBezTo>
                        <a:pt x="334" y="235"/>
                        <a:pt x="262" y="253"/>
                        <a:pt x="201" y="263"/>
                      </a:cubicBezTo>
                      <a:cubicBezTo>
                        <a:pt x="139" y="276"/>
                        <a:pt x="89" y="283"/>
                        <a:pt x="55" y="287"/>
                      </a:cubicBezTo>
                      <a:lnTo>
                        <a:pt x="55" y="287"/>
                      </a:lnTo>
                      <a:cubicBezTo>
                        <a:pt x="67" y="256"/>
                        <a:pt x="87" y="216"/>
                        <a:pt x="122" y="174"/>
                      </a:cubicBezTo>
                      <a:cubicBezTo>
                        <a:pt x="158" y="127"/>
                        <a:pt x="219" y="81"/>
                        <a:pt x="294" y="55"/>
                      </a:cubicBezTo>
                      <a:cubicBezTo>
                        <a:pt x="328" y="45"/>
                        <a:pt x="369" y="38"/>
                        <a:pt x="410" y="38"/>
                      </a:cubicBezTo>
                      <a:close/>
                      <a:moveTo>
                        <a:pt x="408" y="1"/>
                      </a:moveTo>
                      <a:cubicBezTo>
                        <a:pt x="270" y="1"/>
                        <a:pt x="150" y="83"/>
                        <a:pt x="100" y="159"/>
                      </a:cubicBezTo>
                      <a:cubicBezTo>
                        <a:pt x="63" y="207"/>
                        <a:pt x="46" y="254"/>
                        <a:pt x="37" y="290"/>
                      </a:cubicBezTo>
                      <a:lnTo>
                        <a:pt x="37" y="290"/>
                      </a:lnTo>
                      <a:cubicBezTo>
                        <a:pt x="13" y="293"/>
                        <a:pt x="1" y="294"/>
                        <a:pt x="1" y="296"/>
                      </a:cubicBezTo>
                      <a:cubicBezTo>
                        <a:pt x="1" y="299"/>
                        <a:pt x="12" y="302"/>
                        <a:pt x="35" y="303"/>
                      </a:cubicBezTo>
                      <a:lnTo>
                        <a:pt x="35" y="303"/>
                      </a:lnTo>
                      <a:cubicBezTo>
                        <a:pt x="29" y="334"/>
                        <a:pt x="29" y="353"/>
                        <a:pt x="32" y="353"/>
                      </a:cubicBezTo>
                      <a:cubicBezTo>
                        <a:pt x="36" y="353"/>
                        <a:pt x="38" y="334"/>
                        <a:pt x="49" y="303"/>
                      </a:cubicBezTo>
                      <a:lnTo>
                        <a:pt x="49" y="303"/>
                      </a:lnTo>
                      <a:cubicBezTo>
                        <a:pt x="53" y="303"/>
                        <a:pt x="57" y="303"/>
                        <a:pt x="61" y="303"/>
                      </a:cubicBezTo>
                      <a:cubicBezTo>
                        <a:pt x="96" y="303"/>
                        <a:pt x="145" y="300"/>
                        <a:pt x="205" y="292"/>
                      </a:cubicBezTo>
                      <a:cubicBezTo>
                        <a:pt x="269" y="282"/>
                        <a:pt x="341" y="267"/>
                        <a:pt x="423" y="239"/>
                      </a:cubicBezTo>
                      <a:cubicBezTo>
                        <a:pt x="463" y="224"/>
                        <a:pt x="503" y="214"/>
                        <a:pt x="546" y="184"/>
                      </a:cubicBezTo>
                      <a:cubicBezTo>
                        <a:pt x="567" y="170"/>
                        <a:pt x="589" y="152"/>
                        <a:pt x="596" y="120"/>
                      </a:cubicBezTo>
                      <a:cubicBezTo>
                        <a:pt x="604" y="88"/>
                        <a:pt x="589" y="55"/>
                        <a:pt x="564" y="38"/>
                      </a:cubicBezTo>
                      <a:cubicBezTo>
                        <a:pt x="511" y="12"/>
                        <a:pt x="458" y="1"/>
                        <a:pt x="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9"/>
                <p:cNvSpPr/>
                <p:nvPr/>
              </p:nvSpPr>
              <p:spPr>
                <a:xfrm flipH="1">
                  <a:off x="7780537" y="4938848"/>
                  <a:ext cx="22789" cy="28468"/>
                </a:xfrm>
                <a:custGeom>
                  <a:avLst/>
                  <a:gdLst/>
                  <a:ahLst/>
                  <a:cxnLst/>
                  <a:rect l="l" t="t" r="r" b="b"/>
                  <a:pathLst>
                    <a:path w="317" h="396" extrusionOk="0">
                      <a:moveTo>
                        <a:pt x="79" y="1"/>
                      </a:moveTo>
                      <a:cubicBezTo>
                        <a:pt x="77" y="1"/>
                        <a:pt x="74" y="1"/>
                        <a:pt x="72" y="1"/>
                      </a:cubicBezTo>
                      <a:cubicBezTo>
                        <a:pt x="22" y="8"/>
                        <a:pt x="1" y="62"/>
                        <a:pt x="7" y="97"/>
                      </a:cubicBezTo>
                      <a:cubicBezTo>
                        <a:pt x="15" y="134"/>
                        <a:pt x="29" y="166"/>
                        <a:pt x="47" y="187"/>
                      </a:cubicBezTo>
                      <a:cubicBezTo>
                        <a:pt x="80" y="241"/>
                        <a:pt x="112" y="281"/>
                        <a:pt x="144" y="313"/>
                      </a:cubicBezTo>
                      <a:cubicBezTo>
                        <a:pt x="208" y="370"/>
                        <a:pt x="256" y="392"/>
                        <a:pt x="265" y="392"/>
                      </a:cubicBezTo>
                      <a:cubicBezTo>
                        <a:pt x="265" y="392"/>
                        <a:pt x="266" y="392"/>
                        <a:pt x="266" y="392"/>
                      </a:cubicBezTo>
                      <a:cubicBezTo>
                        <a:pt x="269" y="389"/>
                        <a:pt x="223" y="356"/>
                        <a:pt x="166" y="291"/>
                      </a:cubicBezTo>
                      <a:cubicBezTo>
                        <a:pt x="137" y="259"/>
                        <a:pt x="105" y="220"/>
                        <a:pt x="75" y="170"/>
                      </a:cubicBezTo>
                      <a:cubicBezTo>
                        <a:pt x="47" y="127"/>
                        <a:pt x="25" y="51"/>
                        <a:pt x="80" y="41"/>
                      </a:cubicBezTo>
                      <a:cubicBezTo>
                        <a:pt x="83" y="40"/>
                        <a:pt x="87" y="40"/>
                        <a:pt x="90" y="40"/>
                      </a:cubicBezTo>
                      <a:cubicBezTo>
                        <a:pt x="137" y="40"/>
                        <a:pt x="185" y="86"/>
                        <a:pt x="216" y="122"/>
                      </a:cubicBezTo>
                      <a:cubicBezTo>
                        <a:pt x="248" y="170"/>
                        <a:pt x="266" y="216"/>
                        <a:pt x="277" y="256"/>
                      </a:cubicBezTo>
                      <a:cubicBezTo>
                        <a:pt x="295" y="338"/>
                        <a:pt x="277" y="392"/>
                        <a:pt x="284" y="396"/>
                      </a:cubicBezTo>
                      <a:cubicBezTo>
                        <a:pt x="284" y="396"/>
                        <a:pt x="317" y="346"/>
                        <a:pt x="302" y="252"/>
                      </a:cubicBezTo>
                      <a:cubicBezTo>
                        <a:pt x="299" y="205"/>
                        <a:pt x="280" y="152"/>
                        <a:pt x="244" y="101"/>
                      </a:cubicBezTo>
                      <a:cubicBezTo>
                        <a:pt x="206" y="59"/>
                        <a:pt x="161" y="1"/>
                        <a:pt x="7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9"/>
                <p:cNvSpPr/>
                <p:nvPr/>
              </p:nvSpPr>
              <p:spPr>
                <a:xfrm flipH="1">
                  <a:off x="7949053" y="4955024"/>
                  <a:ext cx="83392" cy="65420"/>
                </a:xfrm>
                <a:custGeom>
                  <a:avLst/>
                  <a:gdLst/>
                  <a:ahLst/>
                  <a:cxnLst/>
                  <a:rect l="l" t="t" r="r" b="b"/>
                  <a:pathLst>
                    <a:path w="1160" h="910" extrusionOk="0">
                      <a:moveTo>
                        <a:pt x="199" y="1"/>
                      </a:moveTo>
                      <a:cubicBezTo>
                        <a:pt x="144" y="1"/>
                        <a:pt x="97" y="7"/>
                        <a:pt x="61" y="13"/>
                      </a:cubicBezTo>
                      <a:cubicBezTo>
                        <a:pt x="22" y="16"/>
                        <a:pt x="0" y="23"/>
                        <a:pt x="0" y="27"/>
                      </a:cubicBezTo>
                      <a:cubicBezTo>
                        <a:pt x="0" y="28"/>
                        <a:pt x="2" y="29"/>
                        <a:pt x="6" y="29"/>
                      </a:cubicBezTo>
                      <a:cubicBezTo>
                        <a:pt x="14" y="29"/>
                        <a:pt x="29" y="27"/>
                        <a:pt x="50" y="27"/>
                      </a:cubicBezTo>
                      <a:cubicBezTo>
                        <a:pt x="66" y="25"/>
                        <a:pt x="86" y="24"/>
                        <a:pt x="109" y="24"/>
                      </a:cubicBezTo>
                      <a:cubicBezTo>
                        <a:pt x="144" y="24"/>
                        <a:pt x="187" y="26"/>
                        <a:pt x="237" y="31"/>
                      </a:cubicBezTo>
                      <a:cubicBezTo>
                        <a:pt x="381" y="45"/>
                        <a:pt x="582" y="99"/>
                        <a:pt x="757" y="232"/>
                      </a:cubicBezTo>
                      <a:cubicBezTo>
                        <a:pt x="933" y="368"/>
                        <a:pt x="1037" y="548"/>
                        <a:pt x="1087" y="681"/>
                      </a:cubicBezTo>
                      <a:cubicBezTo>
                        <a:pt x="1142" y="817"/>
                        <a:pt x="1148" y="910"/>
                        <a:pt x="1156" y="910"/>
                      </a:cubicBezTo>
                      <a:cubicBezTo>
                        <a:pt x="1156" y="910"/>
                        <a:pt x="1160" y="885"/>
                        <a:pt x="1152" y="845"/>
                      </a:cubicBezTo>
                      <a:cubicBezTo>
                        <a:pt x="1148" y="802"/>
                        <a:pt x="1138" y="742"/>
                        <a:pt x="1117" y="673"/>
                      </a:cubicBezTo>
                      <a:cubicBezTo>
                        <a:pt x="1070" y="530"/>
                        <a:pt x="966" y="343"/>
                        <a:pt x="779" y="203"/>
                      </a:cubicBezTo>
                      <a:cubicBezTo>
                        <a:pt x="596" y="63"/>
                        <a:pt x="388" y="9"/>
                        <a:pt x="237" y="2"/>
                      </a:cubicBezTo>
                      <a:cubicBezTo>
                        <a:pt x="224" y="1"/>
                        <a:pt x="211" y="1"/>
                        <a:pt x="19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9"/>
                <p:cNvSpPr/>
                <p:nvPr/>
              </p:nvSpPr>
              <p:spPr>
                <a:xfrm flipH="1">
                  <a:off x="8008649" y="4860702"/>
                  <a:ext cx="3163" cy="94751"/>
                </a:xfrm>
                <a:custGeom>
                  <a:avLst/>
                  <a:gdLst/>
                  <a:ahLst/>
                  <a:cxnLst/>
                  <a:rect l="l" t="t" r="r" b="b"/>
                  <a:pathLst>
                    <a:path w="44" h="1318" extrusionOk="0">
                      <a:moveTo>
                        <a:pt x="18" y="0"/>
                      </a:moveTo>
                      <a:cubicBezTo>
                        <a:pt x="8" y="0"/>
                        <a:pt x="0" y="295"/>
                        <a:pt x="4" y="657"/>
                      </a:cubicBezTo>
                      <a:cubicBezTo>
                        <a:pt x="8" y="1020"/>
                        <a:pt x="18" y="1317"/>
                        <a:pt x="29" y="1317"/>
                      </a:cubicBezTo>
                      <a:cubicBezTo>
                        <a:pt x="40" y="1314"/>
                        <a:pt x="43" y="1020"/>
                        <a:pt x="43" y="657"/>
                      </a:cubicBezTo>
                      <a:cubicBezTo>
                        <a:pt x="40" y="295"/>
                        <a:pt x="29" y="0"/>
                        <a:pt x="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9"/>
                <p:cNvSpPr/>
                <p:nvPr/>
              </p:nvSpPr>
              <p:spPr>
                <a:xfrm flipH="1">
                  <a:off x="7853077" y="4997440"/>
                  <a:ext cx="67648" cy="3954"/>
                </a:xfrm>
                <a:custGeom>
                  <a:avLst/>
                  <a:gdLst/>
                  <a:ahLst/>
                  <a:cxnLst/>
                  <a:rect l="l" t="t" r="r" b="b"/>
                  <a:pathLst>
                    <a:path w="941" h="55" extrusionOk="0">
                      <a:moveTo>
                        <a:pt x="906" y="1"/>
                      </a:moveTo>
                      <a:cubicBezTo>
                        <a:pt x="838" y="1"/>
                        <a:pt x="669" y="12"/>
                        <a:pt x="471" y="15"/>
                      </a:cubicBezTo>
                      <a:cubicBezTo>
                        <a:pt x="441" y="15"/>
                        <a:pt x="411" y="15"/>
                        <a:pt x="383" y="15"/>
                      </a:cubicBezTo>
                      <a:cubicBezTo>
                        <a:pt x="236" y="15"/>
                        <a:pt x="113" y="11"/>
                        <a:pt x="50" y="11"/>
                      </a:cubicBezTo>
                      <a:cubicBezTo>
                        <a:pt x="20" y="11"/>
                        <a:pt x="4" y="12"/>
                        <a:pt x="4" y="15"/>
                      </a:cubicBezTo>
                      <a:cubicBezTo>
                        <a:pt x="0" y="26"/>
                        <a:pt x="212" y="54"/>
                        <a:pt x="471" y="54"/>
                      </a:cubicBezTo>
                      <a:cubicBezTo>
                        <a:pt x="732" y="51"/>
                        <a:pt x="941" y="15"/>
                        <a:pt x="937" y="4"/>
                      </a:cubicBezTo>
                      <a:cubicBezTo>
                        <a:pt x="937" y="2"/>
                        <a:pt x="926" y="1"/>
                        <a:pt x="90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9"/>
                <p:cNvSpPr/>
                <p:nvPr/>
              </p:nvSpPr>
              <p:spPr>
                <a:xfrm flipH="1">
                  <a:off x="7958325" y="4999453"/>
                  <a:ext cx="7836" cy="13012"/>
                </a:xfrm>
                <a:custGeom>
                  <a:avLst/>
                  <a:gdLst/>
                  <a:ahLst/>
                  <a:cxnLst/>
                  <a:rect l="l" t="t" r="r" b="b"/>
                  <a:pathLst>
                    <a:path w="109" h="181" extrusionOk="0">
                      <a:moveTo>
                        <a:pt x="11" y="0"/>
                      </a:moveTo>
                      <a:cubicBezTo>
                        <a:pt x="10" y="0"/>
                        <a:pt x="8" y="1"/>
                        <a:pt x="8" y="1"/>
                      </a:cubicBezTo>
                      <a:cubicBezTo>
                        <a:pt x="1" y="8"/>
                        <a:pt x="26" y="44"/>
                        <a:pt x="47" y="91"/>
                      </a:cubicBezTo>
                      <a:cubicBezTo>
                        <a:pt x="69" y="137"/>
                        <a:pt x="84" y="181"/>
                        <a:pt x="94" y="181"/>
                      </a:cubicBezTo>
                      <a:cubicBezTo>
                        <a:pt x="105" y="181"/>
                        <a:pt x="108" y="131"/>
                        <a:pt x="84" y="76"/>
                      </a:cubicBezTo>
                      <a:cubicBezTo>
                        <a:pt x="60" y="26"/>
                        <a:pt x="24" y="0"/>
                        <a:pt x="1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9"/>
                <p:cNvSpPr/>
                <p:nvPr/>
              </p:nvSpPr>
              <p:spPr>
                <a:xfrm flipH="1">
                  <a:off x="7973782" y="4978460"/>
                  <a:ext cx="9921" cy="8842"/>
                </a:xfrm>
                <a:custGeom>
                  <a:avLst/>
                  <a:gdLst/>
                  <a:ahLst/>
                  <a:cxnLst/>
                  <a:rect l="l" t="t" r="r" b="b"/>
                  <a:pathLst>
                    <a:path w="138" h="123" extrusionOk="0">
                      <a:moveTo>
                        <a:pt x="12" y="1"/>
                      </a:moveTo>
                      <a:cubicBezTo>
                        <a:pt x="10" y="1"/>
                        <a:pt x="9" y="1"/>
                        <a:pt x="8" y="2"/>
                      </a:cubicBezTo>
                      <a:cubicBezTo>
                        <a:pt x="0" y="10"/>
                        <a:pt x="22" y="42"/>
                        <a:pt x="54" y="78"/>
                      </a:cubicBezTo>
                      <a:cubicBezTo>
                        <a:pt x="85" y="105"/>
                        <a:pt x="113" y="123"/>
                        <a:pt x="125" y="123"/>
                      </a:cubicBezTo>
                      <a:cubicBezTo>
                        <a:pt x="127" y="123"/>
                        <a:pt x="128" y="122"/>
                        <a:pt x="129" y="121"/>
                      </a:cubicBezTo>
                      <a:cubicBezTo>
                        <a:pt x="137" y="114"/>
                        <a:pt x="116" y="81"/>
                        <a:pt x="83" y="50"/>
                      </a:cubicBezTo>
                      <a:cubicBezTo>
                        <a:pt x="55" y="21"/>
                        <a:pt x="24" y="1"/>
                        <a:pt x="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9"/>
                <p:cNvSpPr/>
                <p:nvPr/>
              </p:nvSpPr>
              <p:spPr>
                <a:xfrm flipH="1">
                  <a:off x="7993911" y="4968036"/>
                  <a:ext cx="13947" cy="5823"/>
                </a:xfrm>
                <a:custGeom>
                  <a:avLst/>
                  <a:gdLst/>
                  <a:ahLst/>
                  <a:cxnLst/>
                  <a:rect l="l" t="t" r="r" b="b"/>
                  <a:pathLst>
                    <a:path w="194" h="81" extrusionOk="0">
                      <a:moveTo>
                        <a:pt x="62" y="1"/>
                      </a:moveTo>
                      <a:cubicBezTo>
                        <a:pt x="26" y="1"/>
                        <a:pt x="0" y="14"/>
                        <a:pt x="3" y="22"/>
                      </a:cubicBezTo>
                      <a:cubicBezTo>
                        <a:pt x="6" y="33"/>
                        <a:pt x="49" y="29"/>
                        <a:pt x="96" y="47"/>
                      </a:cubicBezTo>
                      <a:cubicBezTo>
                        <a:pt x="136" y="59"/>
                        <a:pt x="169" y="81"/>
                        <a:pt x="181" y="81"/>
                      </a:cubicBezTo>
                      <a:cubicBezTo>
                        <a:pt x="183" y="81"/>
                        <a:pt x="185" y="80"/>
                        <a:pt x="185" y="79"/>
                      </a:cubicBezTo>
                      <a:cubicBezTo>
                        <a:pt x="193" y="72"/>
                        <a:pt x="168" y="26"/>
                        <a:pt x="107" y="8"/>
                      </a:cubicBezTo>
                      <a:cubicBezTo>
                        <a:pt x="91" y="3"/>
                        <a:pt x="76" y="1"/>
                        <a:pt x="6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9"/>
                <p:cNvSpPr/>
                <p:nvPr/>
              </p:nvSpPr>
              <p:spPr>
                <a:xfrm flipH="1">
                  <a:off x="8017707" y="4964657"/>
                  <a:ext cx="7548" cy="3738"/>
                </a:xfrm>
                <a:custGeom>
                  <a:avLst/>
                  <a:gdLst/>
                  <a:ahLst/>
                  <a:cxnLst/>
                  <a:rect l="l" t="t" r="r" b="b"/>
                  <a:pathLst>
                    <a:path w="105" h="52" extrusionOk="0">
                      <a:moveTo>
                        <a:pt x="26" y="1"/>
                      </a:moveTo>
                      <a:cubicBezTo>
                        <a:pt x="15" y="1"/>
                        <a:pt x="6" y="4"/>
                        <a:pt x="4" y="8"/>
                      </a:cubicBezTo>
                      <a:cubicBezTo>
                        <a:pt x="1" y="18"/>
                        <a:pt x="18" y="37"/>
                        <a:pt x="44" y="43"/>
                      </a:cubicBezTo>
                      <a:cubicBezTo>
                        <a:pt x="58" y="49"/>
                        <a:pt x="72" y="52"/>
                        <a:pt x="82" y="52"/>
                      </a:cubicBezTo>
                      <a:cubicBezTo>
                        <a:pt x="92" y="52"/>
                        <a:pt x="99" y="49"/>
                        <a:pt x="101" y="43"/>
                      </a:cubicBezTo>
                      <a:cubicBezTo>
                        <a:pt x="104" y="33"/>
                        <a:pt x="83" y="18"/>
                        <a:pt x="58" y="8"/>
                      </a:cubicBezTo>
                      <a:cubicBezTo>
                        <a:pt x="46" y="3"/>
                        <a:pt x="35" y="1"/>
                        <a:pt x="2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9"/>
                <p:cNvSpPr/>
                <p:nvPr/>
              </p:nvSpPr>
              <p:spPr>
                <a:xfrm flipH="1">
                  <a:off x="7802535" y="4914333"/>
                  <a:ext cx="791" cy="27965"/>
                </a:xfrm>
                <a:custGeom>
                  <a:avLst/>
                  <a:gdLst/>
                  <a:ahLst/>
                  <a:cxnLst/>
                  <a:rect l="l" t="t" r="r" b="b"/>
                  <a:pathLst>
                    <a:path w="11" h="389" extrusionOk="0">
                      <a:moveTo>
                        <a:pt x="1" y="1"/>
                      </a:moveTo>
                      <a:lnTo>
                        <a:pt x="11" y="389"/>
                      </a:lnTo>
                      <a:lnTo>
                        <a:pt x="11" y="385"/>
                      </a:lnTo>
                      <a:lnTo>
                        <a:pt x="1"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9"/>
                <p:cNvSpPr/>
                <p:nvPr/>
              </p:nvSpPr>
              <p:spPr>
                <a:xfrm flipH="1">
                  <a:off x="7802540" y="4914333"/>
                  <a:ext cx="206684" cy="35729"/>
                </a:xfrm>
                <a:custGeom>
                  <a:avLst/>
                  <a:gdLst/>
                  <a:ahLst/>
                  <a:cxnLst/>
                  <a:rect l="l" t="t" r="r" b="b"/>
                  <a:pathLst>
                    <a:path w="2875" h="497" extrusionOk="0">
                      <a:moveTo>
                        <a:pt x="2865" y="1"/>
                      </a:moveTo>
                      <a:lnTo>
                        <a:pt x="7" y="270"/>
                      </a:lnTo>
                      <a:cubicBezTo>
                        <a:pt x="4" y="367"/>
                        <a:pt x="4" y="442"/>
                        <a:pt x="0" y="496"/>
                      </a:cubicBezTo>
                      <a:lnTo>
                        <a:pt x="2566" y="399"/>
                      </a:lnTo>
                      <a:cubicBezTo>
                        <a:pt x="2523" y="385"/>
                        <a:pt x="2495" y="370"/>
                        <a:pt x="2498" y="367"/>
                      </a:cubicBezTo>
                      <a:cubicBezTo>
                        <a:pt x="2498" y="364"/>
                        <a:pt x="2502" y="364"/>
                        <a:pt x="2513" y="364"/>
                      </a:cubicBezTo>
                      <a:cubicBezTo>
                        <a:pt x="2541" y="364"/>
                        <a:pt x="2606" y="374"/>
                        <a:pt x="2689" y="377"/>
                      </a:cubicBezTo>
                      <a:cubicBezTo>
                        <a:pt x="2735" y="381"/>
                        <a:pt x="2778" y="381"/>
                        <a:pt x="2812" y="381"/>
                      </a:cubicBezTo>
                      <a:cubicBezTo>
                        <a:pt x="2845" y="381"/>
                        <a:pt x="2868" y="381"/>
                        <a:pt x="2875" y="385"/>
                      </a:cubicBezTo>
                      <a:lnTo>
                        <a:pt x="2865" y="1"/>
                      </a:ln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9"/>
                <p:cNvSpPr/>
                <p:nvPr/>
              </p:nvSpPr>
              <p:spPr>
                <a:xfrm flipH="1">
                  <a:off x="7802536" y="4940430"/>
                  <a:ext cx="27390" cy="2588"/>
                </a:xfrm>
                <a:custGeom>
                  <a:avLst/>
                  <a:gdLst/>
                  <a:ahLst/>
                  <a:cxnLst/>
                  <a:rect l="l" t="t" r="r" b="b"/>
                  <a:pathLst>
                    <a:path w="381" h="36" extrusionOk="0">
                      <a:moveTo>
                        <a:pt x="19" y="1"/>
                      </a:moveTo>
                      <a:cubicBezTo>
                        <a:pt x="8" y="1"/>
                        <a:pt x="4" y="1"/>
                        <a:pt x="4" y="4"/>
                      </a:cubicBezTo>
                      <a:cubicBezTo>
                        <a:pt x="1" y="7"/>
                        <a:pt x="29" y="22"/>
                        <a:pt x="72" y="36"/>
                      </a:cubicBezTo>
                      <a:lnTo>
                        <a:pt x="381" y="26"/>
                      </a:lnTo>
                      <a:lnTo>
                        <a:pt x="381" y="22"/>
                      </a:lnTo>
                      <a:cubicBezTo>
                        <a:pt x="374" y="18"/>
                        <a:pt x="351" y="18"/>
                        <a:pt x="318" y="18"/>
                      </a:cubicBezTo>
                      <a:cubicBezTo>
                        <a:pt x="284" y="18"/>
                        <a:pt x="241" y="18"/>
                        <a:pt x="195" y="14"/>
                      </a:cubicBezTo>
                      <a:cubicBezTo>
                        <a:pt x="112" y="11"/>
                        <a:pt x="47" y="1"/>
                        <a:pt x="19" y="1"/>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9"/>
                <p:cNvSpPr/>
                <p:nvPr/>
              </p:nvSpPr>
              <p:spPr>
                <a:xfrm flipH="1">
                  <a:off x="8033955" y="4936260"/>
                  <a:ext cx="575" cy="2947"/>
                </a:xfrm>
                <a:custGeom>
                  <a:avLst/>
                  <a:gdLst/>
                  <a:ahLst/>
                  <a:cxnLst/>
                  <a:rect l="l" t="t" r="r" b="b"/>
                  <a:pathLst>
                    <a:path w="8" h="41" extrusionOk="0">
                      <a:moveTo>
                        <a:pt x="1" y="1"/>
                      </a:moveTo>
                      <a:lnTo>
                        <a:pt x="8" y="40"/>
                      </a:lnTo>
                      <a:lnTo>
                        <a:pt x="8"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9"/>
                <p:cNvSpPr/>
                <p:nvPr/>
              </p:nvSpPr>
              <p:spPr>
                <a:xfrm flipH="1">
                  <a:off x="8010447" y="4933960"/>
                  <a:ext cx="23580" cy="16822"/>
                </a:xfrm>
                <a:custGeom>
                  <a:avLst/>
                  <a:gdLst/>
                  <a:ahLst/>
                  <a:cxnLst/>
                  <a:rect l="l" t="t" r="r" b="b"/>
                  <a:pathLst>
                    <a:path w="328" h="234" extrusionOk="0">
                      <a:moveTo>
                        <a:pt x="320" y="1"/>
                      </a:moveTo>
                      <a:lnTo>
                        <a:pt x="1" y="33"/>
                      </a:lnTo>
                      <a:lnTo>
                        <a:pt x="1" y="72"/>
                      </a:lnTo>
                      <a:lnTo>
                        <a:pt x="26" y="234"/>
                      </a:lnTo>
                      <a:lnTo>
                        <a:pt x="327" y="223"/>
                      </a:lnTo>
                      <a:cubicBezTo>
                        <a:pt x="324" y="169"/>
                        <a:pt x="320" y="94"/>
                        <a:pt x="320"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9"/>
                <p:cNvSpPr/>
                <p:nvPr/>
              </p:nvSpPr>
              <p:spPr>
                <a:xfrm flipH="1">
                  <a:off x="8008649" y="4933672"/>
                  <a:ext cx="2372" cy="16391"/>
                </a:xfrm>
                <a:custGeom>
                  <a:avLst/>
                  <a:gdLst/>
                  <a:ahLst/>
                  <a:cxnLst/>
                  <a:rect l="l" t="t" r="r" b="b"/>
                  <a:pathLst>
                    <a:path w="33" h="228" extrusionOk="0">
                      <a:moveTo>
                        <a:pt x="32" y="1"/>
                      </a:moveTo>
                      <a:lnTo>
                        <a:pt x="0" y="5"/>
                      </a:lnTo>
                      <a:cubicBezTo>
                        <a:pt x="0" y="98"/>
                        <a:pt x="4" y="173"/>
                        <a:pt x="7" y="227"/>
                      </a:cubicBezTo>
                      <a:lnTo>
                        <a:pt x="25" y="227"/>
                      </a:lnTo>
                      <a:cubicBezTo>
                        <a:pt x="29" y="173"/>
                        <a:pt x="29" y="98"/>
                        <a:pt x="32" y="1"/>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2" name="Google Shape;592;p29"/>
              <p:cNvSpPr/>
              <p:nvPr/>
            </p:nvSpPr>
            <p:spPr>
              <a:xfrm flipH="1">
                <a:off x="7352169" y="2317256"/>
                <a:ext cx="531159" cy="563531"/>
              </a:xfrm>
              <a:custGeom>
                <a:avLst/>
                <a:gdLst/>
                <a:ahLst/>
                <a:cxnLst/>
                <a:rect l="l" t="t" r="r" b="b"/>
                <a:pathLst>
                  <a:path w="10967" h="11636" extrusionOk="0">
                    <a:moveTo>
                      <a:pt x="9968" y="0"/>
                    </a:moveTo>
                    <a:cubicBezTo>
                      <a:pt x="9815" y="0"/>
                      <a:pt x="9735" y="286"/>
                      <a:pt x="9735" y="286"/>
                    </a:cubicBezTo>
                    <a:cubicBezTo>
                      <a:pt x="9735" y="286"/>
                      <a:pt x="9081" y="1726"/>
                      <a:pt x="8906" y="1726"/>
                    </a:cubicBezTo>
                    <a:cubicBezTo>
                      <a:pt x="8902" y="1726"/>
                      <a:pt x="8899" y="1726"/>
                      <a:pt x="8895" y="1724"/>
                    </a:cubicBezTo>
                    <a:cubicBezTo>
                      <a:pt x="8737" y="1660"/>
                      <a:pt x="9111" y="763"/>
                      <a:pt x="9257" y="468"/>
                    </a:cubicBezTo>
                    <a:cubicBezTo>
                      <a:pt x="9387" y="206"/>
                      <a:pt x="9335" y="28"/>
                      <a:pt x="9189" y="28"/>
                    </a:cubicBezTo>
                    <a:cubicBezTo>
                      <a:pt x="9173" y="28"/>
                      <a:pt x="9157" y="30"/>
                      <a:pt x="9139" y="34"/>
                    </a:cubicBezTo>
                    <a:cubicBezTo>
                      <a:pt x="9017" y="63"/>
                      <a:pt x="8543" y="953"/>
                      <a:pt x="8407" y="1247"/>
                    </a:cubicBezTo>
                    <a:cubicBezTo>
                      <a:pt x="8300" y="1471"/>
                      <a:pt x="8064" y="1992"/>
                      <a:pt x="7894" y="1992"/>
                    </a:cubicBezTo>
                    <a:cubicBezTo>
                      <a:pt x="7839" y="1992"/>
                      <a:pt x="7792" y="1939"/>
                      <a:pt x="7757" y="1807"/>
                    </a:cubicBezTo>
                    <a:cubicBezTo>
                      <a:pt x="7610" y="1258"/>
                      <a:pt x="7290" y="892"/>
                      <a:pt x="7136" y="853"/>
                    </a:cubicBezTo>
                    <a:cubicBezTo>
                      <a:pt x="7123" y="849"/>
                      <a:pt x="7110" y="848"/>
                      <a:pt x="7098" y="848"/>
                    </a:cubicBezTo>
                    <a:cubicBezTo>
                      <a:pt x="6965" y="848"/>
                      <a:pt x="6881" y="1029"/>
                      <a:pt x="6985" y="1151"/>
                    </a:cubicBezTo>
                    <a:cubicBezTo>
                      <a:pt x="7075" y="1262"/>
                      <a:pt x="7168" y="1492"/>
                      <a:pt x="7233" y="1664"/>
                    </a:cubicBezTo>
                    <a:cubicBezTo>
                      <a:pt x="7287" y="1811"/>
                      <a:pt x="7315" y="1961"/>
                      <a:pt x="7315" y="2116"/>
                    </a:cubicBezTo>
                    <a:cubicBezTo>
                      <a:pt x="7319" y="2612"/>
                      <a:pt x="7272" y="2920"/>
                      <a:pt x="7254" y="3010"/>
                    </a:cubicBezTo>
                    <a:lnTo>
                      <a:pt x="3224" y="8340"/>
                    </a:lnTo>
                    <a:lnTo>
                      <a:pt x="1555" y="7335"/>
                    </a:lnTo>
                    <a:lnTo>
                      <a:pt x="1" y="10034"/>
                    </a:lnTo>
                    <a:lnTo>
                      <a:pt x="2244" y="11304"/>
                    </a:lnTo>
                    <a:cubicBezTo>
                      <a:pt x="2639" y="11529"/>
                      <a:pt x="3069" y="11636"/>
                      <a:pt x="3494" y="11636"/>
                    </a:cubicBezTo>
                    <a:cubicBezTo>
                      <a:pt x="4341" y="11636"/>
                      <a:pt x="5166" y="11211"/>
                      <a:pt x="5647" y="10446"/>
                    </a:cubicBezTo>
                    <a:lnTo>
                      <a:pt x="9800" y="3031"/>
                    </a:lnTo>
                    <a:cubicBezTo>
                      <a:pt x="10094" y="2662"/>
                      <a:pt x="10367" y="2306"/>
                      <a:pt x="10517" y="2066"/>
                    </a:cubicBezTo>
                    <a:cubicBezTo>
                      <a:pt x="10966" y="1351"/>
                      <a:pt x="10902" y="1308"/>
                      <a:pt x="10812" y="1272"/>
                    </a:cubicBezTo>
                    <a:cubicBezTo>
                      <a:pt x="10803" y="1268"/>
                      <a:pt x="10793" y="1266"/>
                      <a:pt x="10783" y="1266"/>
                    </a:cubicBezTo>
                    <a:cubicBezTo>
                      <a:pt x="10553" y="1266"/>
                      <a:pt x="10105" y="2199"/>
                      <a:pt x="9972" y="2199"/>
                    </a:cubicBezTo>
                    <a:cubicBezTo>
                      <a:pt x="9953" y="2199"/>
                      <a:pt x="9941" y="2181"/>
                      <a:pt x="9936" y="2138"/>
                    </a:cubicBezTo>
                    <a:cubicBezTo>
                      <a:pt x="9896" y="1779"/>
                      <a:pt x="10844" y="598"/>
                      <a:pt x="10582" y="501"/>
                    </a:cubicBezTo>
                    <a:cubicBezTo>
                      <a:pt x="10567" y="496"/>
                      <a:pt x="10552" y="493"/>
                      <a:pt x="10536" y="493"/>
                    </a:cubicBezTo>
                    <a:cubicBezTo>
                      <a:pt x="10188" y="493"/>
                      <a:pt x="9647" y="1784"/>
                      <a:pt x="9591" y="1893"/>
                    </a:cubicBezTo>
                    <a:cubicBezTo>
                      <a:pt x="9571" y="1932"/>
                      <a:pt x="9537" y="1948"/>
                      <a:pt x="9504" y="1948"/>
                    </a:cubicBezTo>
                    <a:cubicBezTo>
                      <a:pt x="9443" y="1948"/>
                      <a:pt x="9385" y="1894"/>
                      <a:pt x="9422" y="1829"/>
                    </a:cubicBezTo>
                    <a:cubicBezTo>
                      <a:pt x="9505" y="1681"/>
                      <a:pt x="10352" y="135"/>
                      <a:pt x="10015" y="9"/>
                    </a:cubicBezTo>
                    <a:cubicBezTo>
                      <a:pt x="9999" y="3"/>
                      <a:pt x="9983" y="0"/>
                      <a:pt x="9968"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9"/>
              <p:cNvSpPr/>
              <p:nvPr/>
            </p:nvSpPr>
            <p:spPr>
              <a:xfrm flipH="1">
                <a:off x="8108534" y="2060426"/>
                <a:ext cx="254077" cy="497618"/>
              </a:xfrm>
              <a:custGeom>
                <a:avLst/>
                <a:gdLst/>
                <a:ahLst/>
                <a:cxnLst/>
                <a:rect l="l" t="t" r="r" b="b"/>
                <a:pathLst>
                  <a:path w="5246" h="10275" extrusionOk="0">
                    <a:moveTo>
                      <a:pt x="2880" y="0"/>
                    </a:moveTo>
                    <a:cubicBezTo>
                      <a:pt x="1946" y="0"/>
                      <a:pt x="1019" y="263"/>
                      <a:pt x="220" y="804"/>
                    </a:cubicBezTo>
                    <a:lnTo>
                      <a:pt x="1" y="951"/>
                    </a:lnTo>
                    <a:lnTo>
                      <a:pt x="72" y="8561"/>
                    </a:lnTo>
                    <a:cubicBezTo>
                      <a:pt x="84" y="9457"/>
                      <a:pt x="776" y="10201"/>
                      <a:pt x="1670" y="10269"/>
                    </a:cubicBezTo>
                    <a:cubicBezTo>
                      <a:pt x="1715" y="10272"/>
                      <a:pt x="1760" y="10274"/>
                      <a:pt x="1805" y="10274"/>
                    </a:cubicBezTo>
                    <a:cubicBezTo>
                      <a:pt x="2726" y="10274"/>
                      <a:pt x="3498" y="9545"/>
                      <a:pt x="3536" y="8611"/>
                    </a:cubicBezTo>
                    <a:cubicBezTo>
                      <a:pt x="3572" y="7667"/>
                      <a:pt x="3604" y="6712"/>
                      <a:pt x="3604" y="6712"/>
                    </a:cubicBezTo>
                    <a:cubicBezTo>
                      <a:pt x="3604" y="6712"/>
                      <a:pt x="5033" y="6579"/>
                      <a:pt x="5141" y="5165"/>
                    </a:cubicBezTo>
                    <a:cubicBezTo>
                      <a:pt x="5245" y="3750"/>
                      <a:pt x="5166" y="574"/>
                      <a:pt x="5166" y="574"/>
                    </a:cubicBezTo>
                    <a:lnTo>
                      <a:pt x="5209" y="560"/>
                    </a:lnTo>
                    <a:cubicBezTo>
                      <a:pt x="4476" y="190"/>
                      <a:pt x="3676" y="0"/>
                      <a:pt x="2880"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9"/>
              <p:cNvSpPr/>
              <p:nvPr/>
            </p:nvSpPr>
            <p:spPr>
              <a:xfrm flipH="1">
                <a:off x="8125245" y="2187557"/>
                <a:ext cx="22134" cy="20002"/>
              </a:xfrm>
              <a:custGeom>
                <a:avLst/>
                <a:gdLst/>
                <a:ahLst/>
                <a:cxnLst/>
                <a:rect l="l" t="t" r="r" b="b"/>
                <a:pathLst>
                  <a:path w="457" h="413" extrusionOk="0">
                    <a:moveTo>
                      <a:pt x="228" y="1"/>
                    </a:moveTo>
                    <a:cubicBezTo>
                      <a:pt x="176" y="1"/>
                      <a:pt x="124" y="21"/>
                      <a:pt x="83" y="60"/>
                    </a:cubicBezTo>
                    <a:cubicBezTo>
                      <a:pt x="4" y="138"/>
                      <a:pt x="0" y="267"/>
                      <a:pt x="79" y="350"/>
                    </a:cubicBezTo>
                    <a:cubicBezTo>
                      <a:pt x="119" y="392"/>
                      <a:pt x="173" y="413"/>
                      <a:pt x="227" y="413"/>
                    </a:cubicBezTo>
                    <a:cubicBezTo>
                      <a:pt x="280" y="413"/>
                      <a:pt x="333" y="393"/>
                      <a:pt x="374" y="354"/>
                    </a:cubicBezTo>
                    <a:cubicBezTo>
                      <a:pt x="452" y="275"/>
                      <a:pt x="457" y="146"/>
                      <a:pt x="377" y="63"/>
                    </a:cubicBezTo>
                    <a:cubicBezTo>
                      <a:pt x="336" y="22"/>
                      <a:pt x="282" y="1"/>
                      <a:pt x="2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9"/>
              <p:cNvSpPr/>
              <p:nvPr/>
            </p:nvSpPr>
            <p:spPr>
              <a:xfrm flipH="1">
                <a:off x="8116237" y="2182036"/>
                <a:ext cx="35501" cy="11139"/>
              </a:xfrm>
              <a:custGeom>
                <a:avLst/>
                <a:gdLst/>
                <a:ahLst/>
                <a:cxnLst/>
                <a:rect l="l" t="t" r="r" b="b"/>
                <a:pathLst>
                  <a:path w="733" h="230" extrusionOk="0">
                    <a:moveTo>
                      <a:pt x="350" y="1"/>
                    </a:moveTo>
                    <a:cubicBezTo>
                      <a:pt x="241" y="1"/>
                      <a:pt x="146" y="37"/>
                      <a:pt x="87" y="77"/>
                    </a:cubicBezTo>
                    <a:cubicBezTo>
                      <a:pt x="22" y="120"/>
                      <a:pt x="1" y="163"/>
                      <a:pt x="8" y="174"/>
                    </a:cubicBezTo>
                    <a:cubicBezTo>
                      <a:pt x="11" y="177"/>
                      <a:pt x="15" y="178"/>
                      <a:pt x="21" y="178"/>
                    </a:cubicBezTo>
                    <a:cubicBezTo>
                      <a:pt x="62" y="178"/>
                      <a:pt x="179" y="118"/>
                      <a:pt x="330" y="118"/>
                    </a:cubicBezTo>
                    <a:cubicBezTo>
                      <a:pt x="343" y="118"/>
                      <a:pt x="357" y="119"/>
                      <a:pt x="370" y="120"/>
                    </a:cubicBezTo>
                    <a:cubicBezTo>
                      <a:pt x="551" y="133"/>
                      <a:pt x="675" y="230"/>
                      <a:pt x="714" y="230"/>
                    </a:cubicBezTo>
                    <a:cubicBezTo>
                      <a:pt x="717" y="230"/>
                      <a:pt x="720" y="229"/>
                      <a:pt x="722" y="227"/>
                    </a:cubicBezTo>
                    <a:cubicBezTo>
                      <a:pt x="733" y="217"/>
                      <a:pt x="715" y="170"/>
                      <a:pt x="658" y="116"/>
                    </a:cubicBezTo>
                    <a:cubicBezTo>
                      <a:pt x="600" y="66"/>
                      <a:pt x="504" y="12"/>
                      <a:pt x="381" y="2"/>
                    </a:cubicBezTo>
                    <a:cubicBezTo>
                      <a:pt x="371" y="1"/>
                      <a:pt x="361" y="1"/>
                      <a:pt x="35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9"/>
              <p:cNvSpPr/>
              <p:nvPr/>
            </p:nvSpPr>
            <p:spPr>
              <a:xfrm flipH="1">
                <a:off x="8227291" y="2189688"/>
                <a:ext cx="22812" cy="19953"/>
              </a:xfrm>
              <a:custGeom>
                <a:avLst/>
                <a:gdLst/>
                <a:ahLst/>
                <a:cxnLst/>
                <a:rect l="l" t="t" r="r" b="b"/>
                <a:pathLst>
                  <a:path w="471" h="412" extrusionOk="0">
                    <a:moveTo>
                      <a:pt x="236" y="0"/>
                    </a:moveTo>
                    <a:cubicBezTo>
                      <a:pt x="172" y="0"/>
                      <a:pt x="108" y="30"/>
                      <a:pt x="68" y="87"/>
                    </a:cubicBezTo>
                    <a:cubicBezTo>
                      <a:pt x="0" y="180"/>
                      <a:pt x="25" y="310"/>
                      <a:pt x="118" y="374"/>
                    </a:cubicBezTo>
                    <a:cubicBezTo>
                      <a:pt x="155" y="399"/>
                      <a:pt x="196" y="411"/>
                      <a:pt x="237" y="411"/>
                    </a:cubicBezTo>
                    <a:cubicBezTo>
                      <a:pt x="301" y="411"/>
                      <a:pt x="364" y="381"/>
                      <a:pt x="406" y="324"/>
                    </a:cubicBezTo>
                    <a:cubicBezTo>
                      <a:pt x="471" y="231"/>
                      <a:pt x="449" y="105"/>
                      <a:pt x="355" y="37"/>
                    </a:cubicBezTo>
                    <a:cubicBezTo>
                      <a:pt x="319" y="12"/>
                      <a:pt x="278" y="0"/>
                      <a:pt x="2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9"/>
              <p:cNvSpPr/>
              <p:nvPr/>
            </p:nvSpPr>
            <p:spPr>
              <a:xfrm flipH="1">
                <a:off x="8219106" y="2184264"/>
                <a:ext cx="35743" cy="11042"/>
              </a:xfrm>
              <a:custGeom>
                <a:avLst/>
                <a:gdLst/>
                <a:ahLst/>
                <a:cxnLst/>
                <a:rect l="l" t="t" r="r" b="b"/>
                <a:pathLst>
                  <a:path w="738" h="228" extrusionOk="0">
                    <a:moveTo>
                      <a:pt x="340" y="0"/>
                    </a:moveTo>
                    <a:cubicBezTo>
                      <a:pt x="236" y="0"/>
                      <a:pt x="148" y="36"/>
                      <a:pt x="91" y="74"/>
                    </a:cubicBezTo>
                    <a:cubicBezTo>
                      <a:pt x="27" y="117"/>
                      <a:pt x="1" y="160"/>
                      <a:pt x="12" y="171"/>
                    </a:cubicBezTo>
                    <a:cubicBezTo>
                      <a:pt x="14" y="174"/>
                      <a:pt x="18" y="175"/>
                      <a:pt x="24" y="175"/>
                    </a:cubicBezTo>
                    <a:cubicBezTo>
                      <a:pt x="63" y="175"/>
                      <a:pt x="183" y="115"/>
                      <a:pt x="335" y="115"/>
                    </a:cubicBezTo>
                    <a:cubicBezTo>
                      <a:pt x="348" y="115"/>
                      <a:pt x="361" y="116"/>
                      <a:pt x="375" y="117"/>
                    </a:cubicBezTo>
                    <a:cubicBezTo>
                      <a:pt x="552" y="130"/>
                      <a:pt x="678" y="227"/>
                      <a:pt x="718" y="227"/>
                    </a:cubicBezTo>
                    <a:cubicBezTo>
                      <a:pt x="721" y="227"/>
                      <a:pt x="724" y="226"/>
                      <a:pt x="726" y="224"/>
                    </a:cubicBezTo>
                    <a:cubicBezTo>
                      <a:pt x="737" y="214"/>
                      <a:pt x="719" y="168"/>
                      <a:pt x="662" y="117"/>
                    </a:cubicBezTo>
                    <a:cubicBezTo>
                      <a:pt x="604" y="63"/>
                      <a:pt x="504" y="9"/>
                      <a:pt x="382" y="2"/>
                    </a:cubicBezTo>
                    <a:cubicBezTo>
                      <a:pt x="367" y="1"/>
                      <a:pt x="353" y="0"/>
                      <a:pt x="34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9"/>
              <p:cNvSpPr/>
              <p:nvPr/>
            </p:nvSpPr>
            <p:spPr>
              <a:xfrm flipH="1">
                <a:off x="8110277" y="2038196"/>
                <a:ext cx="255433" cy="208249"/>
              </a:xfrm>
              <a:custGeom>
                <a:avLst/>
                <a:gdLst/>
                <a:ahLst/>
                <a:cxnLst/>
                <a:rect l="l" t="t" r="r" b="b"/>
                <a:pathLst>
                  <a:path w="5274" h="4300" extrusionOk="0">
                    <a:moveTo>
                      <a:pt x="2832" y="0"/>
                    </a:moveTo>
                    <a:cubicBezTo>
                      <a:pt x="2374" y="0"/>
                      <a:pt x="1874" y="49"/>
                      <a:pt x="1350" y="175"/>
                    </a:cubicBezTo>
                    <a:cubicBezTo>
                      <a:pt x="1350" y="175"/>
                      <a:pt x="126" y="631"/>
                      <a:pt x="65" y="1281"/>
                    </a:cubicBezTo>
                    <a:cubicBezTo>
                      <a:pt x="0" y="1930"/>
                      <a:pt x="79" y="3007"/>
                      <a:pt x="79" y="3007"/>
                    </a:cubicBezTo>
                    <a:lnTo>
                      <a:pt x="154" y="3015"/>
                    </a:lnTo>
                    <a:lnTo>
                      <a:pt x="123" y="4299"/>
                    </a:lnTo>
                    <a:lnTo>
                      <a:pt x="600" y="4231"/>
                    </a:lnTo>
                    <a:lnTo>
                      <a:pt x="668" y="2630"/>
                    </a:lnTo>
                    <a:cubicBezTo>
                      <a:pt x="668" y="2630"/>
                      <a:pt x="1501" y="2056"/>
                      <a:pt x="1515" y="1163"/>
                    </a:cubicBezTo>
                    <a:cubicBezTo>
                      <a:pt x="1731" y="1134"/>
                      <a:pt x="2388" y="1054"/>
                      <a:pt x="3160" y="1054"/>
                    </a:cubicBezTo>
                    <a:cubicBezTo>
                      <a:pt x="3851" y="1054"/>
                      <a:pt x="4633" y="1118"/>
                      <a:pt x="5273" y="1338"/>
                    </a:cubicBezTo>
                    <a:lnTo>
                      <a:pt x="5273" y="1019"/>
                    </a:lnTo>
                    <a:cubicBezTo>
                      <a:pt x="5273" y="821"/>
                      <a:pt x="5129" y="423"/>
                      <a:pt x="4943" y="355"/>
                    </a:cubicBezTo>
                    <a:cubicBezTo>
                      <a:pt x="4535" y="205"/>
                      <a:pt x="3774" y="0"/>
                      <a:pt x="283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9"/>
              <p:cNvSpPr/>
              <p:nvPr/>
            </p:nvSpPr>
            <p:spPr>
              <a:xfrm flipH="1">
                <a:off x="8186995" y="2351061"/>
                <a:ext cx="87275" cy="52353"/>
              </a:xfrm>
              <a:custGeom>
                <a:avLst/>
                <a:gdLst/>
                <a:ahLst/>
                <a:cxnLst/>
                <a:rect l="l" t="t" r="r" b="b"/>
                <a:pathLst>
                  <a:path w="1802" h="1081" extrusionOk="0">
                    <a:moveTo>
                      <a:pt x="0" y="0"/>
                    </a:moveTo>
                    <a:cubicBezTo>
                      <a:pt x="1" y="1"/>
                      <a:pt x="337" y="1066"/>
                      <a:pt x="1770" y="1081"/>
                    </a:cubicBezTo>
                    <a:lnTo>
                      <a:pt x="1802" y="711"/>
                    </a:lnTo>
                    <a:cubicBezTo>
                      <a:pt x="1802" y="711"/>
                      <a:pt x="897" y="693"/>
                      <a:pt x="0" y="0"/>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9"/>
              <p:cNvSpPr/>
              <p:nvPr/>
            </p:nvSpPr>
            <p:spPr>
              <a:xfrm flipH="1">
                <a:off x="8220172" y="2167119"/>
                <a:ext cx="35888" cy="5521"/>
              </a:xfrm>
              <a:custGeom>
                <a:avLst/>
                <a:gdLst/>
                <a:ahLst/>
                <a:cxnLst/>
                <a:rect l="l" t="t" r="r" b="b"/>
                <a:pathLst>
                  <a:path w="741" h="114" extrusionOk="0">
                    <a:moveTo>
                      <a:pt x="554" y="1"/>
                    </a:moveTo>
                    <a:cubicBezTo>
                      <a:pt x="499" y="1"/>
                      <a:pt x="435" y="3"/>
                      <a:pt x="367" y="8"/>
                    </a:cubicBezTo>
                    <a:cubicBezTo>
                      <a:pt x="163" y="26"/>
                      <a:pt x="1" y="62"/>
                      <a:pt x="4" y="86"/>
                    </a:cubicBezTo>
                    <a:cubicBezTo>
                      <a:pt x="4" y="103"/>
                      <a:pt x="77" y="114"/>
                      <a:pt x="183" y="114"/>
                    </a:cubicBezTo>
                    <a:cubicBezTo>
                      <a:pt x="239" y="114"/>
                      <a:pt x="305" y="111"/>
                      <a:pt x="375" y="105"/>
                    </a:cubicBezTo>
                    <a:cubicBezTo>
                      <a:pt x="576" y="91"/>
                      <a:pt x="741" y="55"/>
                      <a:pt x="737" y="30"/>
                    </a:cubicBezTo>
                    <a:cubicBezTo>
                      <a:pt x="734" y="10"/>
                      <a:pt x="661" y="1"/>
                      <a:pt x="55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9"/>
              <p:cNvSpPr/>
              <p:nvPr/>
            </p:nvSpPr>
            <p:spPr>
              <a:xfrm flipH="1">
                <a:off x="8121855" y="2150992"/>
                <a:ext cx="35259" cy="8863"/>
              </a:xfrm>
              <a:custGeom>
                <a:avLst/>
                <a:gdLst/>
                <a:ahLst/>
                <a:cxnLst/>
                <a:rect l="l" t="t" r="r" b="b"/>
                <a:pathLst>
                  <a:path w="728" h="183" extrusionOk="0">
                    <a:moveTo>
                      <a:pt x="409" y="1"/>
                    </a:moveTo>
                    <a:cubicBezTo>
                      <a:pt x="390" y="1"/>
                      <a:pt x="371" y="2"/>
                      <a:pt x="352" y="3"/>
                    </a:cubicBezTo>
                    <a:cubicBezTo>
                      <a:pt x="130" y="22"/>
                      <a:pt x="0" y="161"/>
                      <a:pt x="22" y="179"/>
                    </a:cubicBezTo>
                    <a:cubicBezTo>
                      <a:pt x="24" y="182"/>
                      <a:pt x="27" y="183"/>
                      <a:pt x="31" y="183"/>
                    </a:cubicBezTo>
                    <a:cubicBezTo>
                      <a:pt x="67" y="183"/>
                      <a:pt x="194" y="113"/>
                      <a:pt x="363" y="101"/>
                    </a:cubicBezTo>
                    <a:cubicBezTo>
                      <a:pt x="392" y="97"/>
                      <a:pt x="421" y="96"/>
                      <a:pt x="448" y="96"/>
                    </a:cubicBezTo>
                    <a:cubicBezTo>
                      <a:pt x="563" y="96"/>
                      <a:pt x="655" y="121"/>
                      <a:pt x="693" y="121"/>
                    </a:cubicBezTo>
                    <a:cubicBezTo>
                      <a:pt x="703" y="121"/>
                      <a:pt x="709" y="119"/>
                      <a:pt x="711" y="115"/>
                    </a:cubicBezTo>
                    <a:cubicBezTo>
                      <a:pt x="728" y="95"/>
                      <a:pt x="601" y="1"/>
                      <a:pt x="4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9"/>
              <p:cNvSpPr/>
              <p:nvPr/>
            </p:nvSpPr>
            <p:spPr>
              <a:xfrm flipH="1">
                <a:off x="8173241" y="2285291"/>
                <a:ext cx="42475" cy="14965"/>
              </a:xfrm>
              <a:custGeom>
                <a:avLst/>
                <a:gdLst/>
                <a:ahLst/>
                <a:cxnLst/>
                <a:rect l="l" t="t" r="r" b="b"/>
                <a:pathLst>
                  <a:path w="877" h="309" extrusionOk="0">
                    <a:moveTo>
                      <a:pt x="31" y="0"/>
                    </a:moveTo>
                    <a:cubicBezTo>
                      <a:pt x="29" y="0"/>
                      <a:pt x="27" y="1"/>
                      <a:pt x="26" y="2"/>
                    </a:cubicBezTo>
                    <a:cubicBezTo>
                      <a:pt x="1" y="15"/>
                      <a:pt x="134" y="209"/>
                      <a:pt x="399" y="282"/>
                    </a:cubicBezTo>
                    <a:cubicBezTo>
                      <a:pt x="469" y="301"/>
                      <a:pt x="536" y="309"/>
                      <a:pt x="596" y="309"/>
                    </a:cubicBezTo>
                    <a:cubicBezTo>
                      <a:pt x="763" y="309"/>
                      <a:pt x="877" y="250"/>
                      <a:pt x="866" y="231"/>
                    </a:cubicBezTo>
                    <a:cubicBezTo>
                      <a:pt x="864" y="224"/>
                      <a:pt x="849" y="223"/>
                      <a:pt x="823" y="223"/>
                    </a:cubicBezTo>
                    <a:cubicBezTo>
                      <a:pt x="798" y="223"/>
                      <a:pt x="763" y="224"/>
                      <a:pt x="720" y="224"/>
                    </a:cubicBezTo>
                    <a:cubicBezTo>
                      <a:pt x="641" y="224"/>
                      <a:pt x="536" y="219"/>
                      <a:pt x="425" y="188"/>
                    </a:cubicBezTo>
                    <a:cubicBezTo>
                      <a:pt x="205" y="131"/>
                      <a:pt x="65" y="0"/>
                      <a:pt x="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9"/>
              <p:cNvSpPr/>
              <p:nvPr/>
            </p:nvSpPr>
            <p:spPr>
              <a:xfrm flipH="1">
                <a:off x="8315292" y="1999451"/>
                <a:ext cx="80495" cy="77682"/>
              </a:xfrm>
              <a:custGeom>
                <a:avLst/>
                <a:gdLst/>
                <a:ahLst/>
                <a:cxnLst/>
                <a:rect l="l" t="t" r="r" b="b"/>
                <a:pathLst>
                  <a:path w="1662" h="1604" extrusionOk="0">
                    <a:moveTo>
                      <a:pt x="1415" y="1366"/>
                    </a:moveTo>
                    <a:lnTo>
                      <a:pt x="1369" y="1399"/>
                    </a:lnTo>
                    <a:lnTo>
                      <a:pt x="1369" y="1399"/>
                    </a:lnTo>
                    <a:cubicBezTo>
                      <a:pt x="1385" y="1389"/>
                      <a:pt x="1400" y="1378"/>
                      <a:pt x="1415" y="1366"/>
                    </a:cubicBezTo>
                    <a:close/>
                    <a:moveTo>
                      <a:pt x="769" y="0"/>
                    </a:moveTo>
                    <a:cubicBezTo>
                      <a:pt x="731" y="0"/>
                      <a:pt x="692" y="3"/>
                      <a:pt x="654" y="10"/>
                    </a:cubicBezTo>
                    <a:cubicBezTo>
                      <a:pt x="331" y="60"/>
                      <a:pt x="65" y="351"/>
                      <a:pt x="33" y="677"/>
                    </a:cubicBezTo>
                    <a:cubicBezTo>
                      <a:pt x="0" y="1000"/>
                      <a:pt x="197" y="1330"/>
                      <a:pt x="489" y="1474"/>
                    </a:cubicBezTo>
                    <a:cubicBezTo>
                      <a:pt x="602" y="1530"/>
                      <a:pt x="728" y="1556"/>
                      <a:pt x="854" y="1556"/>
                    </a:cubicBezTo>
                    <a:cubicBezTo>
                      <a:pt x="981" y="1556"/>
                      <a:pt x="1109" y="1529"/>
                      <a:pt x="1226" y="1478"/>
                    </a:cubicBezTo>
                    <a:lnTo>
                      <a:pt x="1226" y="1478"/>
                    </a:lnTo>
                    <a:cubicBezTo>
                      <a:pt x="1181" y="1521"/>
                      <a:pt x="1135" y="1563"/>
                      <a:pt x="1088" y="1603"/>
                    </a:cubicBezTo>
                    <a:lnTo>
                      <a:pt x="1369" y="1399"/>
                    </a:lnTo>
                    <a:lnTo>
                      <a:pt x="1369" y="1399"/>
                    </a:lnTo>
                    <a:cubicBezTo>
                      <a:pt x="1324" y="1430"/>
                      <a:pt x="1276" y="1456"/>
                      <a:pt x="1226" y="1478"/>
                    </a:cubicBezTo>
                    <a:lnTo>
                      <a:pt x="1226" y="1478"/>
                    </a:lnTo>
                    <a:cubicBezTo>
                      <a:pt x="1343" y="1366"/>
                      <a:pt x="1450" y="1244"/>
                      <a:pt x="1526" y="1101"/>
                    </a:cubicBezTo>
                    <a:cubicBezTo>
                      <a:pt x="1627" y="904"/>
                      <a:pt x="1662" y="656"/>
                      <a:pt x="1565" y="455"/>
                    </a:cubicBezTo>
                    <a:cubicBezTo>
                      <a:pt x="1497" y="311"/>
                      <a:pt x="1365" y="200"/>
                      <a:pt x="1224" y="124"/>
                    </a:cubicBezTo>
                    <a:cubicBezTo>
                      <a:pt x="1083" y="50"/>
                      <a:pt x="926" y="0"/>
                      <a:pt x="76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9"/>
              <p:cNvSpPr/>
              <p:nvPr/>
            </p:nvSpPr>
            <p:spPr>
              <a:xfrm flipH="1">
                <a:off x="8355587" y="2171817"/>
                <a:ext cx="47900" cy="78892"/>
              </a:xfrm>
              <a:custGeom>
                <a:avLst/>
                <a:gdLst/>
                <a:ahLst/>
                <a:cxnLst/>
                <a:rect l="l" t="t" r="r" b="b"/>
                <a:pathLst>
                  <a:path w="989" h="1629" extrusionOk="0">
                    <a:moveTo>
                      <a:pt x="750" y="0"/>
                    </a:moveTo>
                    <a:cubicBezTo>
                      <a:pt x="486" y="0"/>
                      <a:pt x="75" y="118"/>
                      <a:pt x="38" y="826"/>
                    </a:cubicBezTo>
                    <a:cubicBezTo>
                      <a:pt x="1" y="1497"/>
                      <a:pt x="402" y="1628"/>
                      <a:pt x="694" y="1628"/>
                    </a:cubicBezTo>
                    <a:cubicBezTo>
                      <a:pt x="856" y="1628"/>
                      <a:pt x="984" y="1588"/>
                      <a:pt x="985" y="1576"/>
                    </a:cubicBezTo>
                    <a:cubicBezTo>
                      <a:pt x="989" y="1555"/>
                      <a:pt x="981" y="618"/>
                      <a:pt x="977" y="213"/>
                    </a:cubicBezTo>
                    <a:cubicBezTo>
                      <a:pt x="977" y="101"/>
                      <a:pt x="888" y="4"/>
                      <a:pt x="773" y="1"/>
                    </a:cubicBezTo>
                    <a:cubicBezTo>
                      <a:pt x="766" y="0"/>
                      <a:pt x="758" y="0"/>
                      <a:pt x="750"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9"/>
              <p:cNvSpPr/>
              <p:nvPr/>
            </p:nvSpPr>
            <p:spPr>
              <a:xfrm flipH="1">
                <a:off x="8366727" y="2187945"/>
                <a:ext cx="21940" cy="44168"/>
              </a:xfrm>
              <a:custGeom>
                <a:avLst/>
                <a:gdLst/>
                <a:ahLst/>
                <a:cxnLst/>
                <a:rect l="l" t="t" r="r" b="b"/>
                <a:pathLst>
                  <a:path w="453" h="912" extrusionOk="0">
                    <a:moveTo>
                      <a:pt x="295" y="1"/>
                    </a:moveTo>
                    <a:cubicBezTo>
                      <a:pt x="291" y="1"/>
                      <a:pt x="287" y="1"/>
                      <a:pt x="284" y="1"/>
                    </a:cubicBezTo>
                    <a:cubicBezTo>
                      <a:pt x="201" y="1"/>
                      <a:pt x="126" y="73"/>
                      <a:pt x="83" y="152"/>
                    </a:cubicBezTo>
                    <a:cubicBezTo>
                      <a:pt x="40" y="231"/>
                      <a:pt x="7" y="332"/>
                      <a:pt x="4" y="440"/>
                    </a:cubicBezTo>
                    <a:cubicBezTo>
                      <a:pt x="0" y="647"/>
                      <a:pt x="98" y="852"/>
                      <a:pt x="244" y="902"/>
                    </a:cubicBezTo>
                    <a:cubicBezTo>
                      <a:pt x="267" y="909"/>
                      <a:pt x="289" y="912"/>
                      <a:pt x="310" y="912"/>
                    </a:cubicBezTo>
                    <a:cubicBezTo>
                      <a:pt x="354" y="912"/>
                      <a:pt x="391" y="899"/>
                      <a:pt x="413" y="884"/>
                    </a:cubicBezTo>
                    <a:cubicBezTo>
                      <a:pt x="446" y="859"/>
                      <a:pt x="453" y="838"/>
                      <a:pt x="449" y="834"/>
                    </a:cubicBezTo>
                    <a:cubicBezTo>
                      <a:pt x="449" y="834"/>
                      <a:pt x="449" y="834"/>
                      <a:pt x="448" y="834"/>
                    </a:cubicBezTo>
                    <a:cubicBezTo>
                      <a:pt x="443" y="834"/>
                      <a:pt x="428" y="850"/>
                      <a:pt x="399" y="859"/>
                    </a:cubicBezTo>
                    <a:cubicBezTo>
                      <a:pt x="382" y="865"/>
                      <a:pt x="360" y="870"/>
                      <a:pt x="335" y="870"/>
                    </a:cubicBezTo>
                    <a:cubicBezTo>
                      <a:pt x="313" y="870"/>
                      <a:pt x="288" y="866"/>
                      <a:pt x="262" y="856"/>
                    </a:cubicBezTo>
                    <a:cubicBezTo>
                      <a:pt x="155" y="809"/>
                      <a:pt x="72" y="630"/>
                      <a:pt x="80" y="440"/>
                    </a:cubicBezTo>
                    <a:cubicBezTo>
                      <a:pt x="80" y="346"/>
                      <a:pt x="105" y="256"/>
                      <a:pt x="144" y="185"/>
                    </a:cubicBezTo>
                    <a:cubicBezTo>
                      <a:pt x="180" y="109"/>
                      <a:pt x="230" y="59"/>
                      <a:pt x="287" y="52"/>
                    </a:cubicBezTo>
                    <a:cubicBezTo>
                      <a:pt x="294" y="50"/>
                      <a:pt x="301" y="50"/>
                      <a:pt x="307" y="50"/>
                    </a:cubicBezTo>
                    <a:cubicBezTo>
                      <a:pt x="351" y="50"/>
                      <a:pt x="382" y="81"/>
                      <a:pt x="392" y="109"/>
                    </a:cubicBezTo>
                    <a:cubicBezTo>
                      <a:pt x="403" y="138"/>
                      <a:pt x="395" y="160"/>
                      <a:pt x="403" y="160"/>
                    </a:cubicBezTo>
                    <a:cubicBezTo>
                      <a:pt x="403" y="160"/>
                      <a:pt x="403" y="160"/>
                      <a:pt x="404" y="160"/>
                    </a:cubicBezTo>
                    <a:cubicBezTo>
                      <a:pt x="409" y="160"/>
                      <a:pt x="424" y="141"/>
                      <a:pt x="421" y="102"/>
                    </a:cubicBezTo>
                    <a:cubicBezTo>
                      <a:pt x="417" y="80"/>
                      <a:pt x="406" y="55"/>
                      <a:pt x="381" y="34"/>
                    </a:cubicBezTo>
                    <a:cubicBezTo>
                      <a:pt x="362" y="14"/>
                      <a:pt x="328" y="1"/>
                      <a:pt x="295"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9"/>
              <p:cNvSpPr/>
              <p:nvPr/>
            </p:nvSpPr>
            <p:spPr>
              <a:xfrm flipH="1">
                <a:off x="7720053" y="2405110"/>
                <a:ext cx="955428" cy="792751"/>
              </a:xfrm>
              <a:custGeom>
                <a:avLst/>
                <a:gdLst/>
                <a:ahLst/>
                <a:cxnLst/>
                <a:rect l="l" t="t" r="r" b="b"/>
                <a:pathLst>
                  <a:path w="19727" h="16369" extrusionOk="0">
                    <a:moveTo>
                      <a:pt x="10287" y="1"/>
                    </a:moveTo>
                    <a:cubicBezTo>
                      <a:pt x="9167" y="112"/>
                      <a:pt x="8586" y="1436"/>
                      <a:pt x="8586" y="1436"/>
                    </a:cubicBezTo>
                    <a:cubicBezTo>
                      <a:pt x="8123" y="316"/>
                      <a:pt x="6378" y="152"/>
                      <a:pt x="6378" y="152"/>
                    </a:cubicBezTo>
                    <a:lnTo>
                      <a:pt x="6378" y="152"/>
                    </a:lnTo>
                    <a:lnTo>
                      <a:pt x="6411" y="1310"/>
                    </a:lnTo>
                    <a:cubicBezTo>
                      <a:pt x="5851" y="1346"/>
                      <a:pt x="5008" y="1490"/>
                      <a:pt x="4584" y="1644"/>
                    </a:cubicBezTo>
                    <a:cubicBezTo>
                      <a:pt x="3611" y="1996"/>
                      <a:pt x="2757" y="2470"/>
                      <a:pt x="2092" y="3248"/>
                    </a:cubicBezTo>
                    <a:cubicBezTo>
                      <a:pt x="1536" y="3899"/>
                      <a:pt x="1199" y="4706"/>
                      <a:pt x="1070" y="5553"/>
                    </a:cubicBezTo>
                    <a:lnTo>
                      <a:pt x="0" y="12474"/>
                    </a:lnTo>
                    <a:lnTo>
                      <a:pt x="3877" y="12843"/>
                    </a:lnTo>
                    <a:lnTo>
                      <a:pt x="4501" y="7588"/>
                    </a:lnTo>
                    <a:lnTo>
                      <a:pt x="4584" y="11526"/>
                    </a:lnTo>
                    <a:lnTo>
                      <a:pt x="4627" y="15794"/>
                    </a:lnTo>
                    <a:lnTo>
                      <a:pt x="14699" y="16368"/>
                    </a:lnTo>
                    <a:lnTo>
                      <a:pt x="14699" y="16368"/>
                    </a:lnTo>
                    <a:lnTo>
                      <a:pt x="14027" y="11677"/>
                    </a:lnTo>
                    <a:lnTo>
                      <a:pt x="13482" y="6831"/>
                    </a:lnTo>
                    <a:lnTo>
                      <a:pt x="13482" y="6831"/>
                    </a:lnTo>
                    <a:lnTo>
                      <a:pt x="17527" y="9110"/>
                    </a:lnTo>
                    <a:lnTo>
                      <a:pt x="19727" y="6296"/>
                    </a:lnTo>
                    <a:cubicBezTo>
                      <a:pt x="19727" y="6296"/>
                      <a:pt x="14763" y="2962"/>
                      <a:pt x="14278" y="2682"/>
                    </a:cubicBezTo>
                    <a:cubicBezTo>
                      <a:pt x="12067" y="1389"/>
                      <a:pt x="10947" y="1296"/>
                      <a:pt x="10280" y="1260"/>
                    </a:cubicBezTo>
                    <a:lnTo>
                      <a:pt x="10287"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9"/>
              <p:cNvSpPr/>
              <p:nvPr/>
            </p:nvSpPr>
            <p:spPr>
              <a:xfrm flipH="1">
                <a:off x="8407070" y="2495676"/>
                <a:ext cx="61025" cy="275567"/>
              </a:xfrm>
              <a:custGeom>
                <a:avLst/>
                <a:gdLst/>
                <a:ahLst/>
                <a:cxnLst/>
                <a:rect l="l" t="t" r="r" b="b"/>
                <a:pathLst>
                  <a:path w="1260" h="5690" extrusionOk="0">
                    <a:moveTo>
                      <a:pt x="18" y="0"/>
                    </a:moveTo>
                    <a:cubicBezTo>
                      <a:pt x="0" y="22"/>
                      <a:pt x="359" y="141"/>
                      <a:pt x="689" y="596"/>
                    </a:cubicBezTo>
                    <a:cubicBezTo>
                      <a:pt x="855" y="823"/>
                      <a:pt x="1001" y="1128"/>
                      <a:pt x="1080" y="1486"/>
                    </a:cubicBezTo>
                    <a:cubicBezTo>
                      <a:pt x="1160" y="1845"/>
                      <a:pt x="1163" y="2258"/>
                      <a:pt x="1102" y="2678"/>
                    </a:cubicBezTo>
                    <a:cubicBezTo>
                      <a:pt x="969" y="3529"/>
                      <a:pt x="661" y="4254"/>
                      <a:pt x="499" y="4796"/>
                    </a:cubicBezTo>
                    <a:cubicBezTo>
                      <a:pt x="413" y="5069"/>
                      <a:pt x="352" y="5291"/>
                      <a:pt x="320" y="5445"/>
                    </a:cubicBezTo>
                    <a:cubicBezTo>
                      <a:pt x="284" y="5599"/>
                      <a:pt x="273" y="5686"/>
                      <a:pt x="280" y="5690"/>
                    </a:cubicBezTo>
                    <a:cubicBezTo>
                      <a:pt x="287" y="5690"/>
                      <a:pt x="312" y="5607"/>
                      <a:pt x="355" y="5453"/>
                    </a:cubicBezTo>
                    <a:cubicBezTo>
                      <a:pt x="403" y="5302"/>
                      <a:pt x="471" y="5087"/>
                      <a:pt x="564" y="4817"/>
                    </a:cubicBezTo>
                    <a:cubicBezTo>
                      <a:pt x="657" y="4552"/>
                      <a:pt x="776" y="4236"/>
                      <a:pt x="894" y="3881"/>
                    </a:cubicBezTo>
                    <a:cubicBezTo>
                      <a:pt x="1016" y="3525"/>
                      <a:pt x="1135" y="3127"/>
                      <a:pt x="1195" y="2692"/>
                    </a:cubicBezTo>
                    <a:cubicBezTo>
                      <a:pt x="1260" y="2261"/>
                      <a:pt x="1256" y="1838"/>
                      <a:pt x="1167" y="1465"/>
                    </a:cubicBezTo>
                    <a:cubicBezTo>
                      <a:pt x="1080" y="1095"/>
                      <a:pt x="923" y="783"/>
                      <a:pt x="747" y="557"/>
                    </a:cubicBezTo>
                    <a:cubicBezTo>
                      <a:pt x="567" y="327"/>
                      <a:pt x="381" y="184"/>
                      <a:pt x="244" y="104"/>
                    </a:cubicBezTo>
                    <a:cubicBezTo>
                      <a:pt x="173" y="65"/>
                      <a:pt x="118" y="36"/>
                      <a:pt x="80" y="22"/>
                    </a:cubicBezTo>
                    <a:cubicBezTo>
                      <a:pt x="40" y="8"/>
                      <a:pt x="18" y="0"/>
                      <a:pt x="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9"/>
              <p:cNvSpPr/>
              <p:nvPr/>
            </p:nvSpPr>
            <p:spPr>
              <a:xfrm flipH="1">
                <a:off x="8016273" y="2499309"/>
                <a:ext cx="35985" cy="288643"/>
              </a:xfrm>
              <a:custGeom>
                <a:avLst/>
                <a:gdLst/>
                <a:ahLst/>
                <a:cxnLst/>
                <a:rect l="l" t="t" r="r" b="b"/>
                <a:pathLst>
                  <a:path w="743" h="5960" extrusionOk="0">
                    <a:moveTo>
                      <a:pt x="7" y="1"/>
                    </a:moveTo>
                    <a:cubicBezTo>
                      <a:pt x="7" y="1"/>
                      <a:pt x="7" y="1"/>
                      <a:pt x="7" y="1"/>
                    </a:cubicBezTo>
                    <a:cubicBezTo>
                      <a:pt x="0" y="1"/>
                      <a:pt x="7" y="87"/>
                      <a:pt x="25" y="234"/>
                    </a:cubicBezTo>
                    <a:cubicBezTo>
                      <a:pt x="47" y="407"/>
                      <a:pt x="72" y="622"/>
                      <a:pt x="104" y="873"/>
                    </a:cubicBezTo>
                    <a:cubicBezTo>
                      <a:pt x="172" y="1433"/>
                      <a:pt x="259" y="2169"/>
                      <a:pt x="359" y="2980"/>
                    </a:cubicBezTo>
                    <a:cubicBezTo>
                      <a:pt x="456" y="3795"/>
                      <a:pt x="545" y="4530"/>
                      <a:pt x="614" y="5087"/>
                    </a:cubicBezTo>
                    <a:cubicBezTo>
                      <a:pt x="646" y="5342"/>
                      <a:pt x="675" y="5557"/>
                      <a:pt x="696" y="5726"/>
                    </a:cubicBezTo>
                    <a:cubicBezTo>
                      <a:pt x="714" y="5877"/>
                      <a:pt x="728" y="5959"/>
                      <a:pt x="736" y="5959"/>
                    </a:cubicBezTo>
                    <a:cubicBezTo>
                      <a:pt x="743" y="5959"/>
                      <a:pt x="739" y="5877"/>
                      <a:pt x="732" y="5723"/>
                    </a:cubicBezTo>
                    <a:cubicBezTo>
                      <a:pt x="725" y="5572"/>
                      <a:pt x="707" y="5352"/>
                      <a:pt x="682" y="5080"/>
                    </a:cubicBezTo>
                    <a:cubicBezTo>
                      <a:pt x="635" y="4542"/>
                      <a:pt x="552" y="3795"/>
                      <a:pt x="456" y="2969"/>
                    </a:cubicBezTo>
                    <a:cubicBezTo>
                      <a:pt x="355" y="2148"/>
                      <a:pt x="254" y="1401"/>
                      <a:pt x="168" y="866"/>
                    </a:cubicBezTo>
                    <a:cubicBezTo>
                      <a:pt x="129" y="597"/>
                      <a:pt x="90" y="382"/>
                      <a:pt x="60" y="231"/>
                    </a:cubicBezTo>
                    <a:cubicBezTo>
                      <a:pt x="33" y="83"/>
                      <a:pt x="15" y="1"/>
                      <a:pt x="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9"/>
              <p:cNvSpPr/>
              <p:nvPr/>
            </p:nvSpPr>
            <p:spPr>
              <a:xfrm flipH="1">
                <a:off x="8275432" y="2450296"/>
                <a:ext cx="90617" cy="42279"/>
              </a:xfrm>
              <a:custGeom>
                <a:avLst/>
                <a:gdLst/>
                <a:ahLst/>
                <a:cxnLst/>
                <a:rect l="l" t="t" r="r" b="b"/>
                <a:pathLst>
                  <a:path w="1871" h="873" extrusionOk="0">
                    <a:moveTo>
                      <a:pt x="1697" y="1"/>
                    </a:moveTo>
                    <a:cubicBezTo>
                      <a:pt x="1642" y="1"/>
                      <a:pt x="1576" y="12"/>
                      <a:pt x="1508" y="44"/>
                    </a:cubicBezTo>
                    <a:cubicBezTo>
                      <a:pt x="1400" y="90"/>
                      <a:pt x="1296" y="198"/>
                      <a:pt x="1228" y="334"/>
                    </a:cubicBezTo>
                    <a:cubicBezTo>
                      <a:pt x="1195" y="403"/>
                      <a:pt x="1167" y="478"/>
                      <a:pt x="1145" y="554"/>
                    </a:cubicBezTo>
                    <a:cubicBezTo>
                      <a:pt x="1120" y="629"/>
                      <a:pt x="1109" y="726"/>
                      <a:pt x="1074" y="761"/>
                    </a:cubicBezTo>
                    <a:cubicBezTo>
                      <a:pt x="1066" y="771"/>
                      <a:pt x="1058" y="775"/>
                      <a:pt x="1048" y="775"/>
                    </a:cubicBezTo>
                    <a:cubicBezTo>
                      <a:pt x="1039" y="775"/>
                      <a:pt x="1028" y="772"/>
                      <a:pt x="1013" y="765"/>
                    </a:cubicBezTo>
                    <a:cubicBezTo>
                      <a:pt x="976" y="751"/>
                      <a:pt x="940" y="733"/>
                      <a:pt x="905" y="718"/>
                    </a:cubicBezTo>
                    <a:cubicBezTo>
                      <a:pt x="832" y="686"/>
                      <a:pt x="764" y="654"/>
                      <a:pt x="696" y="622"/>
                    </a:cubicBezTo>
                    <a:cubicBezTo>
                      <a:pt x="574" y="568"/>
                      <a:pt x="456" y="514"/>
                      <a:pt x="341" y="463"/>
                    </a:cubicBezTo>
                    <a:cubicBezTo>
                      <a:pt x="160" y="386"/>
                      <a:pt x="37" y="340"/>
                      <a:pt x="12" y="340"/>
                    </a:cubicBezTo>
                    <a:cubicBezTo>
                      <a:pt x="9" y="340"/>
                      <a:pt x="8" y="341"/>
                      <a:pt x="7" y="342"/>
                    </a:cubicBezTo>
                    <a:cubicBezTo>
                      <a:pt x="0" y="356"/>
                      <a:pt x="118" y="425"/>
                      <a:pt x="312" y="525"/>
                    </a:cubicBezTo>
                    <a:cubicBezTo>
                      <a:pt x="423" y="582"/>
                      <a:pt x="539" y="640"/>
                      <a:pt x="657" y="700"/>
                    </a:cubicBezTo>
                    <a:cubicBezTo>
                      <a:pt x="725" y="736"/>
                      <a:pt x="794" y="769"/>
                      <a:pt x="865" y="804"/>
                    </a:cubicBezTo>
                    <a:cubicBezTo>
                      <a:pt x="901" y="819"/>
                      <a:pt x="933" y="837"/>
                      <a:pt x="976" y="855"/>
                    </a:cubicBezTo>
                    <a:cubicBezTo>
                      <a:pt x="998" y="866"/>
                      <a:pt x="1023" y="873"/>
                      <a:pt x="1056" y="873"/>
                    </a:cubicBezTo>
                    <a:cubicBezTo>
                      <a:pt x="1091" y="869"/>
                      <a:pt x="1124" y="851"/>
                      <a:pt x="1142" y="829"/>
                    </a:cubicBezTo>
                    <a:cubicBezTo>
                      <a:pt x="1185" y="783"/>
                      <a:pt x="1195" y="736"/>
                      <a:pt x="1206" y="697"/>
                    </a:cubicBezTo>
                    <a:cubicBezTo>
                      <a:pt x="1217" y="657"/>
                      <a:pt x="1224" y="618"/>
                      <a:pt x="1235" y="582"/>
                    </a:cubicBezTo>
                    <a:cubicBezTo>
                      <a:pt x="1256" y="506"/>
                      <a:pt x="1278" y="435"/>
                      <a:pt x="1311" y="374"/>
                    </a:cubicBezTo>
                    <a:cubicBezTo>
                      <a:pt x="1364" y="245"/>
                      <a:pt x="1450" y="152"/>
                      <a:pt x="1540" y="105"/>
                    </a:cubicBezTo>
                    <a:cubicBezTo>
                      <a:pt x="1619" y="59"/>
                      <a:pt x="1689" y="47"/>
                      <a:pt x="1745" y="47"/>
                    </a:cubicBezTo>
                    <a:cubicBezTo>
                      <a:pt x="1809" y="47"/>
                      <a:pt x="1852" y="64"/>
                      <a:pt x="1863" y="64"/>
                    </a:cubicBezTo>
                    <a:cubicBezTo>
                      <a:pt x="1865" y="64"/>
                      <a:pt x="1866" y="63"/>
                      <a:pt x="1866" y="62"/>
                    </a:cubicBezTo>
                    <a:cubicBezTo>
                      <a:pt x="1871" y="58"/>
                      <a:pt x="1845" y="29"/>
                      <a:pt x="1780" y="11"/>
                    </a:cubicBezTo>
                    <a:cubicBezTo>
                      <a:pt x="1758" y="5"/>
                      <a:pt x="1729" y="1"/>
                      <a:pt x="169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9"/>
              <p:cNvSpPr/>
              <p:nvPr/>
            </p:nvSpPr>
            <p:spPr>
              <a:xfrm flipH="1">
                <a:off x="8175662" y="2446277"/>
                <a:ext cx="68338" cy="49108"/>
              </a:xfrm>
              <a:custGeom>
                <a:avLst/>
                <a:gdLst/>
                <a:ahLst/>
                <a:cxnLst/>
                <a:rect l="l" t="t" r="r" b="b"/>
                <a:pathLst>
                  <a:path w="1411" h="1014" extrusionOk="0">
                    <a:moveTo>
                      <a:pt x="29" y="0"/>
                    </a:moveTo>
                    <a:cubicBezTo>
                      <a:pt x="12" y="0"/>
                      <a:pt x="3" y="3"/>
                      <a:pt x="3" y="5"/>
                    </a:cubicBezTo>
                    <a:cubicBezTo>
                      <a:pt x="0" y="23"/>
                      <a:pt x="126" y="37"/>
                      <a:pt x="262" y="170"/>
                    </a:cubicBezTo>
                    <a:cubicBezTo>
                      <a:pt x="401" y="296"/>
                      <a:pt x="502" y="543"/>
                      <a:pt x="545" y="838"/>
                    </a:cubicBezTo>
                    <a:cubicBezTo>
                      <a:pt x="552" y="869"/>
                      <a:pt x="557" y="906"/>
                      <a:pt x="563" y="934"/>
                    </a:cubicBezTo>
                    <a:lnTo>
                      <a:pt x="578" y="1013"/>
                    </a:lnTo>
                    <a:lnTo>
                      <a:pt x="638" y="967"/>
                    </a:lnTo>
                    <a:cubicBezTo>
                      <a:pt x="1080" y="632"/>
                      <a:pt x="1410" y="360"/>
                      <a:pt x="1396" y="339"/>
                    </a:cubicBezTo>
                    <a:cubicBezTo>
                      <a:pt x="1396" y="338"/>
                      <a:pt x="1395" y="337"/>
                      <a:pt x="1393" y="337"/>
                    </a:cubicBezTo>
                    <a:cubicBezTo>
                      <a:pt x="1354" y="337"/>
                      <a:pt x="1039" y="551"/>
                      <a:pt x="645" y="841"/>
                    </a:cubicBezTo>
                    <a:lnTo>
                      <a:pt x="645" y="841"/>
                    </a:lnTo>
                    <a:cubicBezTo>
                      <a:pt x="644" y="834"/>
                      <a:pt x="643" y="827"/>
                      <a:pt x="643" y="819"/>
                    </a:cubicBezTo>
                    <a:cubicBezTo>
                      <a:pt x="613" y="672"/>
                      <a:pt x="578" y="529"/>
                      <a:pt x="524" y="407"/>
                    </a:cubicBezTo>
                    <a:cubicBezTo>
                      <a:pt x="466" y="281"/>
                      <a:pt x="388" y="185"/>
                      <a:pt x="308" y="120"/>
                    </a:cubicBezTo>
                    <a:cubicBezTo>
                      <a:pt x="186" y="19"/>
                      <a:pt x="77" y="0"/>
                      <a:pt x="2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9"/>
              <p:cNvSpPr/>
              <p:nvPr/>
            </p:nvSpPr>
            <p:spPr>
              <a:xfrm flipH="1">
                <a:off x="8248311" y="2475335"/>
                <a:ext cx="15014" cy="131148"/>
              </a:xfrm>
              <a:custGeom>
                <a:avLst/>
                <a:gdLst/>
                <a:ahLst/>
                <a:cxnLst/>
                <a:rect l="l" t="t" r="r" b="b"/>
                <a:pathLst>
                  <a:path w="310" h="2708" extrusionOk="0">
                    <a:moveTo>
                      <a:pt x="15" y="1"/>
                    </a:moveTo>
                    <a:cubicBezTo>
                      <a:pt x="0" y="4"/>
                      <a:pt x="4" y="155"/>
                      <a:pt x="22" y="403"/>
                    </a:cubicBezTo>
                    <a:cubicBezTo>
                      <a:pt x="40" y="647"/>
                      <a:pt x="68" y="988"/>
                      <a:pt x="104" y="1361"/>
                    </a:cubicBezTo>
                    <a:cubicBezTo>
                      <a:pt x="172" y="2000"/>
                      <a:pt x="241" y="2535"/>
                      <a:pt x="277" y="2671"/>
                    </a:cubicBezTo>
                    <a:lnTo>
                      <a:pt x="280" y="2675"/>
                    </a:lnTo>
                    <a:cubicBezTo>
                      <a:pt x="291" y="2696"/>
                      <a:pt x="298" y="2707"/>
                      <a:pt x="302" y="2707"/>
                    </a:cubicBezTo>
                    <a:cubicBezTo>
                      <a:pt x="305" y="2703"/>
                      <a:pt x="305" y="2693"/>
                      <a:pt x="298" y="2668"/>
                    </a:cubicBezTo>
                    <a:lnTo>
                      <a:pt x="302" y="2668"/>
                    </a:lnTo>
                    <a:cubicBezTo>
                      <a:pt x="309" y="2531"/>
                      <a:pt x="270" y="1992"/>
                      <a:pt x="202" y="1350"/>
                    </a:cubicBezTo>
                    <a:cubicBezTo>
                      <a:pt x="166" y="977"/>
                      <a:pt x="123" y="635"/>
                      <a:pt x="90" y="395"/>
                    </a:cubicBezTo>
                    <a:cubicBezTo>
                      <a:pt x="58" y="151"/>
                      <a:pt x="29" y="1"/>
                      <a:pt x="1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9"/>
              <p:cNvSpPr/>
              <p:nvPr/>
            </p:nvSpPr>
            <p:spPr>
              <a:xfrm flipH="1">
                <a:off x="8495167" y="2979504"/>
                <a:ext cx="156195" cy="39519"/>
              </a:xfrm>
              <a:custGeom>
                <a:avLst/>
                <a:gdLst/>
                <a:ahLst/>
                <a:cxnLst/>
                <a:rect l="l" t="t" r="r" b="b"/>
                <a:pathLst>
                  <a:path w="3225" h="816" extrusionOk="0">
                    <a:moveTo>
                      <a:pt x="47" y="1"/>
                    </a:moveTo>
                    <a:cubicBezTo>
                      <a:pt x="19" y="1"/>
                      <a:pt x="4" y="3"/>
                      <a:pt x="4" y="7"/>
                    </a:cubicBezTo>
                    <a:cubicBezTo>
                      <a:pt x="1" y="21"/>
                      <a:pt x="184" y="54"/>
                      <a:pt x="478" y="110"/>
                    </a:cubicBezTo>
                    <a:cubicBezTo>
                      <a:pt x="773" y="172"/>
                      <a:pt x="1178" y="254"/>
                      <a:pt x="1624" y="365"/>
                    </a:cubicBezTo>
                    <a:cubicBezTo>
                      <a:pt x="2065" y="477"/>
                      <a:pt x="2464" y="595"/>
                      <a:pt x="2751" y="682"/>
                    </a:cubicBezTo>
                    <a:cubicBezTo>
                      <a:pt x="3009" y="763"/>
                      <a:pt x="3181" y="816"/>
                      <a:pt x="3212" y="816"/>
                    </a:cubicBezTo>
                    <a:cubicBezTo>
                      <a:pt x="3215" y="816"/>
                      <a:pt x="3217" y="815"/>
                      <a:pt x="3217" y="814"/>
                    </a:cubicBezTo>
                    <a:cubicBezTo>
                      <a:pt x="3224" y="800"/>
                      <a:pt x="3052" y="725"/>
                      <a:pt x="2772" y="617"/>
                    </a:cubicBezTo>
                    <a:cubicBezTo>
                      <a:pt x="2489" y="513"/>
                      <a:pt x="2090" y="384"/>
                      <a:pt x="1645" y="272"/>
                    </a:cubicBezTo>
                    <a:cubicBezTo>
                      <a:pt x="1200" y="161"/>
                      <a:pt x="787" y="85"/>
                      <a:pt x="489" y="46"/>
                    </a:cubicBezTo>
                    <a:cubicBezTo>
                      <a:pt x="275" y="15"/>
                      <a:pt x="118" y="1"/>
                      <a:pt x="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9"/>
              <p:cNvSpPr/>
              <p:nvPr/>
            </p:nvSpPr>
            <p:spPr>
              <a:xfrm flipH="1">
                <a:off x="8493811" y="2960180"/>
                <a:ext cx="142392" cy="59666"/>
              </a:xfrm>
              <a:custGeom>
                <a:avLst/>
                <a:gdLst/>
                <a:ahLst/>
                <a:cxnLst/>
                <a:rect l="l" t="t" r="r" b="b"/>
                <a:pathLst>
                  <a:path w="2940" h="1232" extrusionOk="0">
                    <a:moveTo>
                      <a:pt x="17" y="1"/>
                    </a:moveTo>
                    <a:cubicBezTo>
                      <a:pt x="9" y="1"/>
                      <a:pt x="4" y="2"/>
                      <a:pt x="4" y="4"/>
                    </a:cubicBezTo>
                    <a:cubicBezTo>
                      <a:pt x="1" y="18"/>
                      <a:pt x="173" y="75"/>
                      <a:pt x="449" y="165"/>
                    </a:cubicBezTo>
                    <a:cubicBezTo>
                      <a:pt x="725" y="255"/>
                      <a:pt x="1109" y="377"/>
                      <a:pt x="1526" y="524"/>
                    </a:cubicBezTo>
                    <a:cubicBezTo>
                      <a:pt x="1734" y="600"/>
                      <a:pt x="1931" y="671"/>
                      <a:pt x="2114" y="736"/>
                    </a:cubicBezTo>
                    <a:cubicBezTo>
                      <a:pt x="2297" y="804"/>
                      <a:pt x="2459" y="862"/>
                      <a:pt x="2585" y="930"/>
                    </a:cubicBezTo>
                    <a:cubicBezTo>
                      <a:pt x="2835" y="1060"/>
                      <a:pt x="2912" y="1232"/>
                      <a:pt x="2925" y="1232"/>
                    </a:cubicBezTo>
                    <a:cubicBezTo>
                      <a:pt x="2926" y="1232"/>
                      <a:pt x="2926" y="1231"/>
                      <a:pt x="2926" y="1231"/>
                    </a:cubicBezTo>
                    <a:cubicBezTo>
                      <a:pt x="2940" y="1231"/>
                      <a:pt x="2883" y="1031"/>
                      <a:pt x="2617" y="872"/>
                    </a:cubicBezTo>
                    <a:cubicBezTo>
                      <a:pt x="2491" y="789"/>
                      <a:pt x="2326" y="725"/>
                      <a:pt x="2146" y="653"/>
                    </a:cubicBezTo>
                    <a:cubicBezTo>
                      <a:pt x="1967" y="582"/>
                      <a:pt x="1770" y="506"/>
                      <a:pt x="1558" y="435"/>
                    </a:cubicBezTo>
                    <a:cubicBezTo>
                      <a:pt x="1138" y="287"/>
                      <a:pt x="751" y="173"/>
                      <a:pt x="467" y="97"/>
                    </a:cubicBezTo>
                    <a:cubicBezTo>
                      <a:pt x="228" y="36"/>
                      <a:pt x="62" y="1"/>
                      <a:pt x="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9"/>
              <p:cNvSpPr/>
              <p:nvPr/>
            </p:nvSpPr>
            <p:spPr>
              <a:xfrm flipH="1">
                <a:off x="7734980" y="2699911"/>
                <a:ext cx="77250" cy="110469"/>
              </a:xfrm>
              <a:custGeom>
                <a:avLst/>
                <a:gdLst/>
                <a:ahLst/>
                <a:cxnLst/>
                <a:rect l="l" t="t" r="r" b="b"/>
                <a:pathLst>
                  <a:path w="1595" h="2281" extrusionOk="0">
                    <a:moveTo>
                      <a:pt x="1572" y="0"/>
                    </a:moveTo>
                    <a:cubicBezTo>
                      <a:pt x="1555" y="0"/>
                      <a:pt x="1446" y="107"/>
                      <a:pt x="1285" y="288"/>
                    </a:cubicBezTo>
                    <a:cubicBezTo>
                      <a:pt x="1121" y="478"/>
                      <a:pt x="902" y="751"/>
                      <a:pt x="687" y="1067"/>
                    </a:cubicBezTo>
                    <a:cubicBezTo>
                      <a:pt x="467" y="1382"/>
                      <a:pt x="291" y="1684"/>
                      <a:pt x="177" y="1907"/>
                    </a:cubicBezTo>
                    <a:cubicBezTo>
                      <a:pt x="58" y="2129"/>
                      <a:pt x="1" y="2273"/>
                      <a:pt x="11" y="2280"/>
                    </a:cubicBezTo>
                    <a:cubicBezTo>
                      <a:pt x="11" y="2280"/>
                      <a:pt x="12" y="2280"/>
                      <a:pt x="12" y="2280"/>
                    </a:cubicBezTo>
                    <a:cubicBezTo>
                      <a:pt x="42" y="2280"/>
                      <a:pt x="335" y="1742"/>
                      <a:pt x="765" y="1121"/>
                    </a:cubicBezTo>
                    <a:cubicBezTo>
                      <a:pt x="1192" y="493"/>
                      <a:pt x="1595" y="22"/>
                      <a:pt x="1573" y="1"/>
                    </a:cubicBezTo>
                    <a:cubicBezTo>
                      <a:pt x="1573" y="1"/>
                      <a:pt x="1572" y="0"/>
                      <a:pt x="157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9"/>
              <p:cNvSpPr/>
              <p:nvPr/>
            </p:nvSpPr>
            <p:spPr>
              <a:xfrm flipH="1">
                <a:off x="7738128" y="2702332"/>
                <a:ext cx="88196" cy="85963"/>
              </a:xfrm>
              <a:custGeom>
                <a:avLst/>
                <a:gdLst/>
                <a:ahLst/>
                <a:cxnLst/>
                <a:rect l="l" t="t" r="r" b="b"/>
                <a:pathLst>
                  <a:path w="1821" h="1775" extrusionOk="0">
                    <a:moveTo>
                      <a:pt x="1799" y="0"/>
                    </a:moveTo>
                    <a:cubicBezTo>
                      <a:pt x="1777" y="0"/>
                      <a:pt x="1650" y="58"/>
                      <a:pt x="1465" y="166"/>
                    </a:cubicBezTo>
                    <a:cubicBezTo>
                      <a:pt x="1268" y="288"/>
                      <a:pt x="1006" y="479"/>
                      <a:pt x="754" y="729"/>
                    </a:cubicBezTo>
                    <a:cubicBezTo>
                      <a:pt x="499" y="981"/>
                      <a:pt x="306" y="1239"/>
                      <a:pt x="184" y="1437"/>
                    </a:cubicBezTo>
                    <a:cubicBezTo>
                      <a:pt x="58" y="1634"/>
                      <a:pt x="1" y="1767"/>
                      <a:pt x="12" y="1774"/>
                    </a:cubicBezTo>
                    <a:cubicBezTo>
                      <a:pt x="12" y="1775"/>
                      <a:pt x="13" y="1775"/>
                      <a:pt x="13" y="1775"/>
                    </a:cubicBezTo>
                    <a:cubicBezTo>
                      <a:pt x="48" y="1775"/>
                      <a:pt x="327" y="1282"/>
                      <a:pt x="823" y="798"/>
                    </a:cubicBezTo>
                    <a:cubicBezTo>
                      <a:pt x="1318" y="306"/>
                      <a:pt x="1821" y="27"/>
                      <a:pt x="1803" y="2"/>
                    </a:cubicBezTo>
                    <a:cubicBezTo>
                      <a:pt x="1803" y="1"/>
                      <a:pt x="1801" y="0"/>
                      <a:pt x="179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9"/>
              <p:cNvSpPr/>
              <p:nvPr/>
            </p:nvSpPr>
            <p:spPr>
              <a:xfrm flipH="1">
                <a:off x="8307785" y="2605131"/>
                <a:ext cx="42136" cy="39906"/>
              </a:xfrm>
              <a:custGeom>
                <a:avLst/>
                <a:gdLst/>
                <a:ahLst/>
                <a:cxnLst/>
                <a:rect l="l" t="t" r="r" b="b"/>
                <a:pathLst>
                  <a:path w="870" h="824" extrusionOk="0">
                    <a:moveTo>
                      <a:pt x="451" y="1"/>
                    </a:moveTo>
                    <a:cubicBezTo>
                      <a:pt x="401" y="1"/>
                      <a:pt x="348" y="16"/>
                      <a:pt x="302" y="38"/>
                    </a:cubicBezTo>
                    <a:lnTo>
                      <a:pt x="234" y="74"/>
                    </a:lnTo>
                    <a:cubicBezTo>
                      <a:pt x="148" y="113"/>
                      <a:pt x="77" y="181"/>
                      <a:pt x="52" y="271"/>
                    </a:cubicBezTo>
                    <a:cubicBezTo>
                      <a:pt x="1" y="458"/>
                      <a:pt x="80" y="695"/>
                      <a:pt x="249" y="784"/>
                    </a:cubicBezTo>
                    <a:cubicBezTo>
                      <a:pt x="301" y="811"/>
                      <a:pt x="357" y="824"/>
                      <a:pt x="415" y="824"/>
                    </a:cubicBezTo>
                    <a:cubicBezTo>
                      <a:pt x="608" y="824"/>
                      <a:pt x="807" y="684"/>
                      <a:pt x="837" y="490"/>
                    </a:cubicBezTo>
                    <a:cubicBezTo>
                      <a:pt x="870" y="278"/>
                      <a:pt x="704" y="52"/>
                      <a:pt x="499" y="6"/>
                    </a:cubicBezTo>
                    <a:cubicBezTo>
                      <a:pt x="484" y="2"/>
                      <a:pt x="468" y="1"/>
                      <a:pt x="4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9"/>
              <p:cNvSpPr/>
              <p:nvPr/>
            </p:nvSpPr>
            <p:spPr>
              <a:xfrm flipH="1">
                <a:off x="8571303" y="2808493"/>
                <a:ext cx="42330" cy="39858"/>
              </a:xfrm>
              <a:custGeom>
                <a:avLst/>
                <a:gdLst/>
                <a:ahLst/>
                <a:cxnLst/>
                <a:rect l="l" t="t" r="r" b="b"/>
                <a:pathLst>
                  <a:path w="874" h="823" extrusionOk="0">
                    <a:moveTo>
                      <a:pt x="448" y="1"/>
                    </a:moveTo>
                    <a:cubicBezTo>
                      <a:pt x="398" y="1"/>
                      <a:pt x="347" y="15"/>
                      <a:pt x="302" y="38"/>
                    </a:cubicBezTo>
                    <a:lnTo>
                      <a:pt x="234" y="71"/>
                    </a:lnTo>
                    <a:cubicBezTo>
                      <a:pt x="148" y="110"/>
                      <a:pt x="76" y="182"/>
                      <a:pt x="51" y="272"/>
                    </a:cubicBezTo>
                    <a:cubicBezTo>
                      <a:pt x="1" y="454"/>
                      <a:pt x="80" y="691"/>
                      <a:pt x="249" y="781"/>
                    </a:cubicBezTo>
                    <a:cubicBezTo>
                      <a:pt x="301" y="810"/>
                      <a:pt x="359" y="823"/>
                      <a:pt x="418" y="823"/>
                    </a:cubicBezTo>
                    <a:cubicBezTo>
                      <a:pt x="610" y="823"/>
                      <a:pt x="807" y="682"/>
                      <a:pt x="837" y="487"/>
                    </a:cubicBezTo>
                    <a:cubicBezTo>
                      <a:pt x="873" y="278"/>
                      <a:pt x="704" y="49"/>
                      <a:pt x="500" y="6"/>
                    </a:cubicBezTo>
                    <a:cubicBezTo>
                      <a:pt x="483" y="2"/>
                      <a:pt x="466" y="1"/>
                      <a:pt x="4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9"/>
              <p:cNvSpPr/>
              <p:nvPr/>
            </p:nvSpPr>
            <p:spPr>
              <a:xfrm flipH="1">
                <a:off x="7945853" y="2606293"/>
                <a:ext cx="42136" cy="39906"/>
              </a:xfrm>
              <a:custGeom>
                <a:avLst/>
                <a:gdLst/>
                <a:ahLst/>
                <a:cxnLst/>
                <a:rect l="l" t="t" r="r" b="b"/>
                <a:pathLst>
                  <a:path w="870" h="824" extrusionOk="0">
                    <a:moveTo>
                      <a:pt x="446" y="1"/>
                    </a:moveTo>
                    <a:cubicBezTo>
                      <a:pt x="396" y="1"/>
                      <a:pt x="347" y="15"/>
                      <a:pt x="302" y="39"/>
                    </a:cubicBezTo>
                    <a:lnTo>
                      <a:pt x="234" y="71"/>
                    </a:lnTo>
                    <a:cubicBezTo>
                      <a:pt x="148" y="111"/>
                      <a:pt x="76" y="182"/>
                      <a:pt x="51" y="272"/>
                    </a:cubicBezTo>
                    <a:cubicBezTo>
                      <a:pt x="1" y="456"/>
                      <a:pt x="80" y="692"/>
                      <a:pt x="249" y="782"/>
                    </a:cubicBezTo>
                    <a:cubicBezTo>
                      <a:pt x="301" y="810"/>
                      <a:pt x="359" y="823"/>
                      <a:pt x="418" y="823"/>
                    </a:cubicBezTo>
                    <a:cubicBezTo>
                      <a:pt x="610" y="823"/>
                      <a:pt x="807" y="683"/>
                      <a:pt x="837" y="487"/>
                    </a:cubicBezTo>
                    <a:cubicBezTo>
                      <a:pt x="870" y="279"/>
                      <a:pt x="704" y="50"/>
                      <a:pt x="499" y="7"/>
                    </a:cubicBezTo>
                    <a:cubicBezTo>
                      <a:pt x="481" y="3"/>
                      <a:pt x="463" y="1"/>
                      <a:pt x="4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9"/>
              <p:cNvSpPr/>
              <p:nvPr/>
            </p:nvSpPr>
            <p:spPr>
              <a:xfrm flipH="1">
                <a:off x="8026880" y="3084357"/>
                <a:ext cx="42282" cy="39955"/>
              </a:xfrm>
              <a:custGeom>
                <a:avLst/>
                <a:gdLst/>
                <a:ahLst/>
                <a:cxnLst/>
                <a:rect l="l" t="t" r="r" b="b"/>
                <a:pathLst>
                  <a:path w="873" h="825" extrusionOk="0">
                    <a:moveTo>
                      <a:pt x="452" y="1"/>
                    </a:moveTo>
                    <a:cubicBezTo>
                      <a:pt x="401" y="1"/>
                      <a:pt x="348" y="17"/>
                      <a:pt x="302" y="39"/>
                    </a:cubicBezTo>
                    <a:lnTo>
                      <a:pt x="234" y="71"/>
                    </a:lnTo>
                    <a:cubicBezTo>
                      <a:pt x="148" y="114"/>
                      <a:pt x="76" y="182"/>
                      <a:pt x="51" y="271"/>
                    </a:cubicBezTo>
                    <a:cubicBezTo>
                      <a:pt x="0" y="458"/>
                      <a:pt x="80" y="692"/>
                      <a:pt x="248" y="785"/>
                    </a:cubicBezTo>
                    <a:cubicBezTo>
                      <a:pt x="300" y="812"/>
                      <a:pt x="357" y="825"/>
                      <a:pt x="415" y="825"/>
                    </a:cubicBezTo>
                    <a:cubicBezTo>
                      <a:pt x="608" y="825"/>
                      <a:pt x="806" y="684"/>
                      <a:pt x="837" y="491"/>
                    </a:cubicBezTo>
                    <a:cubicBezTo>
                      <a:pt x="873" y="279"/>
                      <a:pt x="704" y="53"/>
                      <a:pt x="500" y="6"/>
                    </a:cubicBezTo>
                    <a:cubicBezTo>
                      <a:pt x="484" y="2"/>
                      <a:pt x="468" y="1"/>
                      <a:pt x="4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9"/>
              <p:cNvSpPr/>
              <p:nvPr/>
            </p:nvSpPr>
            <p:spPr>
              <a:xfrm flipH="1">
                <a:off x="8335585" y="3084357"/>
                <a:ext cx="42330" cy="39955"/>
              </a:xfrm>
              <a:custGeom>
                <a:avLst/>
                <a:gdLst/>
                <a:ahLst/>
                <a:cxnLst/>
                <a:rect l="l" t="t" r="r" b="b"/>
                <a:pathLst>
                  <a:path w="874" h="825" extrusionOk="0">
                    <a:moveTo>
                      <a:pt x="454" y="1"/>
                    </a:moveTo>
                    <a:cubicBezTo>
                      <a:pt x="403" y="1"/>
                      <a:pt x="352" y="17"/>
                      <a:pt x="306" y="39"/>
                    </a:cubicBezTo>
                    <a:lnTo>
                      <a:pt x="234" y="71"/>
                    </a:lnTo>
                    <a:cubicBezTo>
                      <a:pt x="151" y="114"/>
                      <a:pt x="80" y="182"/>
                      <a:pt x="55" y="271"/>
                    </a:cubicBezTo>
                    <a:cubicBezTo>
                      <a:pt x="1" y="458"/>
                      <a:pt x="80" y="692"/>
                      <a:pt x="252" y="785"/>
                    </a:cubicBezTo>
                    <a:cubicBezTo>
                      <a:pt x="304" y="812"/>
                      <a:pt x="361" y="825"/>
                      <a:pt x="419" y="825"/>
                    </a:cubicBezTo>
                    <a:cubicBezTo>
                      <a:pt x="612" y="825"/>
                      <a:pt x="811" y="684"/>
                      <a:pt x="841" y="491"/>
                    </a:cubicBezTo>
                    <a:cubicBezTo>
                      <a:pt x="873" y="279"/>
                      <a:pt x="704" y="53"/>
                      <a:pt x="504" y="6"/>
                    </a:cubicBezTo>
                    <a:cubicBezTo>
                      <a:pt x="487" y="2"/>
                      <a:pt x="471" y="1"/>
                      <a:pt x="454"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9"/>
              <p:cNvSpPr/>
              <p:nvPr/>
            </p:nvSpPr>
            <p:spPr>
              <a:xfrm flipH="1">
                <a:off x="8212519" y="2910732"/>
                <a:ext cx="42330" cy="39858"/>
              </a:xfrm>
              <a:custGeom>
                <a:avLst/>
                <a:gdLst/>
                <a:ahLst/>
                <a:cxnLst/>
                <a:rect l="l" t="t" r="r" b="b"/>
                <a:pathLst>
                  <a:path w="874" h="823" extrusionOk="0">
                    <a:moveTo>
                      <a:pt x="449" y="0"/>
                    </a:moveTo>
                    <a:cubicBezTo>
                      <a:pt x="398" y="0"/>
                      <a:pt x="347" y="14"/>
                      <a:pt x="302" y="38"/>
                    </a:cubicBezTo>
                    <a:lnTo>
                      <a:pt x="234" y="70"/>
                    </a:lnTo>
                    <a:cubicBezTo>
                      <a:pt x="148" y="109"/>
                      <a:pt x="77" y="181"/>
                      <a:pt x="52" y="271"/>
                    </a:cubicBezTo>
                    <a:cubicBezTo>
                      <a:pt x="1" y="454"/>
                      <a:pt x="80" y="691"/>
                      <a:pt x="252" y="781"/>
                    </a:cubicBezTo>
                    <a:cubicBezTo>
                      <a:pt x="305" y="809"/>
                      <a:pt x="363" y="822"/>
                      <a:pt x="421" y="822"/>
                    </a:cubicBezTo>
                    <a:cubicBezTo>
                      <a:pt x="612" y="822"/>
                      <a:pt x="807" y="682"/>
                      <a:pt x="837" y="486"/>
                    </a:cubicBezTo>
                    <a:cubicBezTo>
                      <a:pt x="874" y="278"/>
                      <a:pt x="705" y="49"/>
                      <a:pt x="504" y="6"/>
                    </a:cubicBezTo>
                    <a:cubicBezTo>
                      <a:pt x="486" y="2"/>
                      <a:pt x="468" y="0"/>
                      <a:pt x="4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9"/>
              <p:cNvSpPr/>
              <p:nvPr/>
            </p:nvSpPr>
            <p:spPr>
              <a:xfrm flipH="1">
                <a:off x="8151689" y="2708047"/>
                <a:ext cx="23683" cy="22423"/>
              </a:xfrm>
              <a:custGeom>
                <a:avLst/>
                <a:gdLst/>
                <a:ahLst/>
                <a:cxnLst/>
                <a:rect l="l" t="t" r="r" b="b"/>
                <a:pathLst>
                  <a:path w="489" h="463" extrusionOk="0">
                    <a:moveTo>
                      <a:pt x="251" y="1"/>
                    </a:moveTo>
                    <a:cubicBezTo>
                      <a:pt x="223" y="1"/>
                      <a:pt x="195" y="10"/>
                      <a:pt x="169" y="23"/>
                    </a:cubicBezTo>
                    <a:lnTo>
                      <a:pt x="130" y="41"/>
                    </a:lnTo>
                    <a:cubicBezTo>
                      <a:pt x="83" y="63"/>
                      <a:pt x="44" y="102"/>
                      <a:pt x="29" y="152"/>
                    </a:cubicBezTo>
                    <a:cubicBezTo>
                      <a:pt x="1" y="257"/>
                      <a:pt x="44" y="389"/>
                      <a:pt x="140" y="439"/>
                    </a:cubicBezTo>
                    <a:cubicBezTo>
                      <a:pt x="170" y="455"/>
                      <a:pt x="203" y="463"/>
                      <a:pt x="236" y="463"/>
                    </a:cubicBezTo>
                    <a:cubicBezTo>
                      <a:pt x="343" y="463"/>
                      <a:pt x="454" y="384"/>
                      <a:pt x="470" y="275"/>
                    </a:cubicBezTo>
                    <a:cubicBezTo>
                      <a:pt x="489" y="156"/>
                      <a:pt x="395" y="30"/>
                      <a:pt x="281" y="5"/>
                    </a:cubicBezTo>
                    <a:cubicBezTo>
                      <a:pt x="271" y="2"/>
                      <a:pt x="261" y="1"/>
                      <a:pt x="2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9"/>
              <p:cNvSpPr/>
              <p:nvPr/>
            </p:nvSpPr>
            <p:spPr>
              <a:xfrm flipH="1">
                <a:off x="8117448" y="2554666"/>
                <a:ext cx="23683" cy="22472"/>
              </a:xfrm>
              <a:custGeom>
                <a:avLst/>
                <a:gdLst/>
                <a:ahLst/>
                <a:cxnLst/>
                <a:rect l="l" t="t" r="r" b="b"/>
                <a:pathLst>
                  <a:path w="489" h="464" extrusionOk="0">
                    <a:moveTo>
                      <a:pt x="257" y="1"/>
                    </a:moveTo>
                    <a:cubicBezTo>
                      <a:pt x="228" y="1"/>
                      <a:pt x="198" y="10"/>
                      <a:pt x="169" y="24"/>
                    </a:cubicBezTo>
                    <a:lnTo>
                      <a:pt x="130" y="42"/>
                    </a:lnTo>
                    <a:cubicBezTo>
                      <a:pt x="83" y="64"/>
                      <a:pt x="43" y="104"/>
                      <a:pt x="30" y="154"/>
                    </a:cubicBezTo>
                    <a:cubicBezTo>
                      <a:pt x="0" y="258"/>
                      <a:pt x="43" y="390"/>
                      <a:pt x="141" y="440"/>
                    </a:cubicBezTo>
                    <a:cubicBezTo>
                      <a:pt x="170" y="457"/>
                      <a:pt x="203" y="464"/>
                      <a:pt x="236" y="464"/>
                    </a:cubicBezTo>
                    <a:cubicBezTo>
                      <a:pt x="343" y="464"/>
                      <a:pt x="454" y="385"/>
                      <a:pt x="471" y="276"/>
                    </a:cubicBezTo>
                    <a:cubicBezTo>
                      <a:pt x="489" y="157"/>
                      <a:pt x="396" y="28"/>
                      <a:pt x="280" y="3"/>
                    </a:cubicBezTo>
                    <a:cubicBezTo>
                      <a:pt x="273" y="1"/>
                      <a:pt x="265" y="1"/>
                      <a:pt x="2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9"/>
              <p:cNvSpPr/>
              <p:nvPr/>
            </p:nvSpPr>
            <p:spPr>
              <a:xfrm flipH="1">
                <a:off x="8336457" y="2823846"/>
                <a:ext cx="23732" cy="22423"/>
              </a:xfrm>
              <a:custGeom>
                <a:avLst/>
                <a:gdLst/>
                <a:ahLst/>
                <a:cxnLst/>
                <a:rect l="l" t="t" r="r" b="b"/>
                <a:pathLst>
                  <a:path w="490" h="463" extrusionOk="0">
                    <a:moveTo>
                      <a:pt x="251" y="0"/>
                    </a:moveTo>
                    <a:cubicBezTo>
                      <a:pt x="224" y="0"/>
                      <a:pt x="196" y="9"/>
                      <a:pt x="170" y="23"/>
                    </a:cubicBezTo>
                    <a:lnTo>
                      <a:pt x="134" y="41"/>
                    </a:lnTo>
                    <a:cubicBezTo>
                      <a:pt x="83" y="62"/>
                      <a:pt x="44" y="102"/>
                      <a:pt x="30" y="152"/>
                    </a:cubicBezTo>
                    <a:cubicBezTo>
                      <a:pt x="1" y="256"/>
                      <a:pt x="44" y="389"/>
                      <a:pt x="141" y="439"/>
                    </a:cubicBezTo>
                    <a:cubicBezTo>
                      <a:pt x="171" y="455"/>
                      <a:pt x="203" y="462"/>
                      <a:pt x="236" y="462"/>
                    </a:cubicBezTo>
                    <a:cubicBezTo>
                      <a:pt x="344" y="462"/>
                      <a:pt x="455" y="384"/>
                      <a:pt x="471" y="274"/>
                    </a:cubicBezTo>
                    <a:cubicBezTo>
                      <a:pt x="489" y="155"/>
                      <a:pt x="396" y="29"/>
                      <a:pt x="281" y="4"/>
                    </a:cubicBezTo>
                    <a:cubicBezTo>
                      <a:pt x="271" y="2"/>
                      <a:pt x="261" y="0"/>
                      <a:pt x="2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9"/>
              <p:cNvSpPr/>
              <p:nvPr/>
            </p:nvSpPr>
            <p:spPr>
              <a:xfrm flipH="1">
                <a:off x="8526988" y="2603823"/>
                <a:ext cx="23829" cy="22375"/>
              </a:xfrm>
              <a:custGeom>
                <a:avLst/>
                <a:gdLst/>
                <a:ahLst/>
                <a:cxnLst/>
                <a:rect l="l" t="t" r="r" b="b"/>
                <a:pathLst>
                  <a:path w="492" h="462" extrusionOk="0">
                    <a:moveTo>
                      <a:pt x="253" y="1"/>
                    </a:moveTo>
                    <a:cubicBezTo>
                      <a:pt x="224" y="1"/>
                      <a:pt x="196" y="8"/>
                      <a:pt x="172" y="22"/>
                    </a:cubicBezTo>
                    <a:lnTo>
                      <a:pt x="133" y="40"/>
                    </a:lnTo>
                    <a:cubicBezTo>
                      <a:pt x="86" y="61"/>
                      <a:pt x="43" y="101"/>
                      <a:pt x="28" y="154"/>
                    </a:cubicBezTo>
                    <a:cubicBezTo>
                      <a:pt x="0" y="255"/>
                      <a:pt x="47" y="388"/>
                      <a:pt x="140" y="438"/>
                    </a:cubicBezTo>
                    <a:cubicBezTo>
                      <a:pt x="170" y="454"/>
                      <a:pt x="203" y="461"/>
                      <a:pt x="236" y="461"/>
                    </a:cubicBezTo>
                    <a:cubicBezTo>
                      <a:pt x="344" y="461"/>
                      <a:pt x="453" y="383"/>
                      <a:pt x="470" y="276"/>
                    </a:cubicBezTo>
                    <a:cubicBezTo>
                      <a:pt x="491" y="158"/>
                      <a:pt x="395" y="28"/>
                      <a:pt x="283" y="3"/>
                    </a:cubicBezTo>
                    <a:cubicBezTo>
                      <a:pt x="273" y="2"/>
                      <a:pt x="263"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9"/>
              <p:cNvSpPr/>
              <p:nvPr/>
            </p:nvSpPr>
            <p:spPr>
              <a:xfrm flipH="1">
                <a:off x="8177213" y="3063145"/>
                <a:ext cx="23732" cy="22375"/>
              </a:xfrm>
              <a:custGeom>
                <a:avLst/>
                <a:gdLst/>
                <a:ahLst/>
                <a:cxnLst/>
                <a:rect l="l" t="t" r="r" b="b"/>
                <a:pathLst>
                  <a:path w="490" h="462" extrusionOk="0">
                    <a:moveTo>
                      <a:pt x="256" y="0"/>
                    </a:moveTo>
                    <a:cubicBezTo>
                      <a:pt x="227" y="0"/>
                      <a:pt x="198" y="10"/>
                      <a:pt x="170" y="20"/>
                    </a:cubicBezTo>
                    <a:lnTo>
                      <a:pt x="130" y="38"/>
                    </a:lnTo>
                    <a:cubicBezTo>
                      <a:pt x="84" y="63"/>
                      <a:pt x="44" y="103"/>
                      <a:pt x="29" y="154"/>
                    </a:cubicBezTo>
                    <a:cubicBezTo>
                      <a:pt x="1" y="257"/>
                      <a:pt x="44" y="391"/>
                      <a:pt x="141" y="441"/>
                    </a:cubicBezTo>
                    <a:cubicBezTo>
                      <a:pt x="170" y="455"/>
                      <a:pt x="201" y="462"/>
                      <a:pt x="233" y="462"/>
                    </a:cubicBezTo>
                    <a:cubicBezTo>
                      <a:pt x="341" y="462"/>
                      <a:pt x="455" y="384"/>
                      <a:pt x="471" y="275"/>
                    </a:cubicBezTo>
                    <a:cubicBezTo>
                      <a:pt x="489" y="157"/>
                      <a:pt x="395" y="28"/>
                      <a:pt x="281" y="3"/>
                    </a:cubicBezTo>
                    <a:cubicBezTo>
                      <a:pt x="273" y="1"/>
                      <a:pt x="264" y="0"/>
                      <a:pt x="256"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9"/>
              <p:cNvSpPr/>
              <p:nvPr/>
            </p:nvSpPr>
            <p:spPr>
              <a:xfrm flipH="1">
                <a:off x="8084417" y="2897365"/>
                <a:ext cx="23683" cy="22423"/>
              </a:xfrm>
              <a:custGeom>
                <a:avLst/>
                <a:gdLst/>
                <a:ahLst/>
                <a:cxnLst/>
                <a:rect l="l" t="t" r="r" b="b"/>
                <a:pathLst>
                  <a:path w="489" h="463" extrusionOk="0">
                    <a:moveTo>
                      <a:pt x="250" y="1"/>
                    </a:moveTo>
                    <a:cubicBezTo>
                      <a:pt x="223" y="1"/>
                      <a:pt x="196" y="10"/>
                      <a:pt x="169" y="23"/>
                    </a:cubicBezTo>
                    <a:lnTo>
                      <a:pt x="133" y="41"/>
                    </a:lnTo>
                    <a:cubicBezTo>
                      <a:pt x="83" y="62"/>
                      <a:pt x="44" y="102"/>
                      <a:pt x="29" y="153"/>
                    </a:cubicBezTo>
                    <a:cubicBezTo>
                      <a:pt x="1" y="256"/>
                      <a:pt x="44" y="389"/>
                      <a:pt x="141" y="439"/>
                    </a:cubicBezTo>
                    <a:cubicBezTo>
                      <a:pt x="170" y="455"/>
                      <a:pt x="203" y="463"/>
                      <a:pt x="235" y="463"/>
                    </a:cubicBezTo>
                    <a:cubicBezTo>
                      <a:pt x="343" y="463"/>
                      <a:pt x="454" y="384"/>
                      <a:pt x="471" y="274"/>
                    </a:cubicBezTo>
                    <a:cubicBezTo>
                      <a:pt x="489" y="156"/>
                      <a:pt x="395" y="27"/>
                      <a:pt x="281" y="5"/>
                    </a:cubicBezTo>
                    <a:cubicBezTo>
                      <a:pt x="271" y="2"/>
                      <a:pt x="260" y="1"/>
                      <a:pt x="2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9"/>
              <p:cNvSpPr/>
              <p:nvPr/>
            </p:nvSpPr>
            <p:spPr>
              <a:xfrm flipH="1">
                <a:off x="7857555" y="3164991"/>
                <a:ext cx="593008" cy="1690546"/>
              </a:xfrm>
              <a:custGeom>
                <a:avLst/>
                <a:gdLst/>
                <a:ahLst/>
                <a:cxnLst/>
                <a:rect l="l" t="t" r="r" b="b"/>
                <a:pathLst>
                  <a:path w="12244" h="34907" extrusionOk="0">
                    <a:moveTo>
                      <a:pt x="1" y="0"/>
                    </a:moveTo>
                    <a:lnTo>
                      <a:pt x="1" y="34907"/>
                    </a:lnTo>
                    <a:lnTo>
                      <a:pt x="5062" y="34713"/>
                    </a:lnTo>
                    <a:lnTo>
                      <a:pt x="5496" y="4799"/>
                    </a:lnTo>
                    <a:lnTo>
                      <a:pt x="7212" y="34832"/>
                    </a:lnTo>
                    <a:lnTo>
                      <a:pt x="12244" y="34713"/>
                    </a:lnTo>
                    <a:lnTo>
                      <a:pt x="10055" y="611"/>
                    </a:lnTo>
                    <a:lnTo>
                      <a:pt x="1"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9"/>
              <p:cNvSpPr/>
              <p:nvPr/>
            </p:nvSpPr>
            <p:spPr>
              <a:xfrm flipH="1">
                <a:off x="8316988" y="3177442"/>
                <a:ext cx="4940" cy="1671271"/>
              </a:xfrm>
              <a:custGeom>
                <a:avLst/>
                <a:gdLst/>
                <a:ahLst/>
                <a:cxnLst/>
                <a:rect l="l" t="t" r="r" b="b"/>
                <a:pathLst>
                  <a:path w="102" h="34509" extrusionOk="0">
                    <a:moveTo>
                      <a:pt x="47" y="1"/>
                    </a:moveTo>
                    <a:cubicBezTo>
                      <a:pt x="22" y="1"/>
                      <a:pt x="1" y="7725"/>
                      <a:pt x="1" y="17254"/>
                    </a:cubicBezTo>
                    <a:cubicBezTo>
                      <a:pt x="4" y="26784"/>
                      <a:pt x="26" y="34508"/>
                      <a:pt x="51" y="34508"/>
                    </a:cubicBezTo>
                    <a:cubicBezTo>
                      <a:pt x="80" y="34508"/>
                      <a:pt x="102" y="26784"/>
                      <a:pt x="98" y="17254"/>
                    </a:cubicBezTo>
                    <a:cubicBezTo>
                      <a:pt x="98" y="7725"/>
                      <a:pt x="77" y="1"/>
                      <a:pt x="47" y="1"/>
                    </a:cubicBezTo>
                    <a:close/>
                  </a:path>
                </a:pathLst>
              </a:custGeom>
              <a:solidFill>
                <a:srgbClr val="FFF2CC"/>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9"/>
              <p:cNvSpPr/>
              <p:nvPr/>
            </p:nvSpPr>
            <p:spPr>
              <a:xfrm flipH="1">
                <a:off x="7980481" y="3191729"/>
                <a:ext cx="90084" cy="1656984"/>
              </a:xfrm>
              <a:custGeom>
                <a:avLst/>
                <a:gdLst/>
                <a:ahLst/>
                <a:cxnLst/>
                <a:rect l="l" t="t" r="r" b="b"/>
                <a:pathLst>
                  <a:path w="1860" h="34214" extrusionOk="0">
                    <a:moveTo>
                      <a:pt x="1" y="0"/>
                    </a:moveTo>
                    <a:lnTo>
                      <a:pt x="1" y="90"/>
                    </a:lnTo>
                    <a:cubicBezTo>
                      <a:pt x="1" y="151"/>
                      <a:pt x="4" y="237"/>
                      <a:pt x="4" y="348"/>
                    </a:cubicBezTo>
                    <a:cubicBezTo>
                      <a:pt x="12" y="582"/>
                      <a:pt x="22" y="915"/>
                      <a:pt x="37" y="1346"/>
                    </a:cubicBezTo>
                    <a:cubicBezTo>
                      <a:pt x="65" y="2211"/>
                      <a:pt x="115" y="3468"/>
                      <a:pt x="184" y="5015"/>
                    </a:cubicBezTo>
                    <a:cubicBezTo>
                      <a:pt x="320" y="8112"/>
                      <a:pt x="536" y="12390"/>
                      <a:pt x="801" y="17114"/>
                    </a:cubicBezTo>
                    <a:cubicBezTo>
                      <a:pt x="1067" y="21838"/>
                      <a:pt x="1321" y="26112"/>
                      <a:pt x="1520" y="29206"/>
                    </a:cubicBezTo>
                    <a:cubicBezTo>
                      <a:pt x="1620" y="30750"/>
                      <a:pt x="1699" y="31999"/>
                      <a:pt x="1756" y="32871"/>
                    </a:cubicBezTo>
                    <a:cubicBezTo>
                      <a:pt x="1785" y="33298"/>
                      <a:pt x="1810" y="33636"/>
                      <a:pt x="1828" y="33865"/>
                    </a:cubicBezTo>
                    <a:cubicBezTo>
                      <a:pt x="1835" y="33976"/>
                      <a:pt x="1843" y="34062"/>
                      <a:pt x="1846" y="34123"/>
                    </a:cubicBezTo>
                    <a:cubicBezTo>
                      <a:pt x="1853" y="34185"/>
                      <a:pt x="1856" y="34213"/>
                      <a:pt x="1856" y="34213"/>
                    </a:cubicBezTo>
                    <a:cubicBezTo>
                      <a:pt x="1856" y="34213"/>
                      <a:pt x="1860" y="34181"/>
                      <a:pt x="1856" y="34123"/>
                    </a:cubicBezTo>
                    <a:cubicBezTo>
                      <a:pt x="1853" y="34062"/>
                      <a:pt x="1850" y="33976"/>
                      <a:pt x="1846" y="33865"/>
                    </a:cubicBezTo>
                    <a:cubicBezTo>
                      <a:pt x="1835" y="33632"/>
                      <a:pt x="1817" y="33298"/>
                      <a:pt x="1792" y="32867"/>
                    </a:cubicBezTo>
                    <a:cubicBezTo>
                      <a:pt x="1745" y="31999"/>
                      <a:pt x="1674" y="30746"/>
                      <a:pt x="1588" y="29203"/>
                    </a:cubicBezTo>
                    <a:cubicBezTo>
                      <a:pt x="1412" y="26102"/>
                      <a:pt x="1167" y="21830"/>
                      <a:pt x="898" y="17110"/>
                    </a:cubicBezTo>
                    <a:cubicBezTo>
                      <a:pt x="632" y="12383"/>
                      <a:pt x="407" y="8108"/>
                      <a:pt x="252" y="5010"/>
                    </a:cubicBezTo>
                    <a:cubicBezTo>
                      <a:pt x="177" y="3468"/>
                      <a:pt x="115" y="2215"/>
                      <a:pt x="72" y="1346"/>
                    </a:cubicBezTo>
                    <a:cubicBezTo>
                      <a:pt x="55" y="915"/>
                      <a:pt x="37" y="582"/>
                      <a:pt x="26" y="348"/>
                    </a:cubicBezTo>
                    <a:cubicBezTo>
                      <a:pt x="19" y="237"/>
                      <a:pt x="16" y="151"/>
                      <a:pt x="12" y="90"/>
                    </a:cubicBezTo>
                    <a:cubicBezTo>
                      <a:pt x="8" y="29"/>
                      <a:pt x="1" y="0"/>
                      <a:pt x="1" y="0"/>
                    </a:cubicBezTo>
                    <a:close/>
                  </a:path>
                </a:pathLst>
              </a:custGeom>
              <a:solidFill>
                <a:srgbClr val="FFF2CC"/>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9"/>
              <p:cNvSpPr/>
              <p:nvPr/>
            </p:nvSpPr>
            <p:spPr>
              <a:xfrm flipH="1">
                <a:off x="8159680" y="3181268"/>
                <a:ext cx="26493" cy="182823"/>
              </a:xfrm>
              <a:custGeom>
                <a:avLst/>
                <a:gdLst/>
                <a:ahLst/>
                <a:cxnLst/>
                <a:rect l="l" t="t" r="r" b="b"/>
                <a:pathLst>
                  <a:path w="547" h="3775" extrusionOk="0">
                    <a:moveTo>
                      <a:pt x="464" y="1"/>
                    </a:moveTo>
                    <a:cubicBezTo>
                      <a:pt x="450" y="1"/>
                      <a:pt x="443" y="223"/>
                      <a:pt x="439" y="586"/>
                    </a:cubicBezTo>
                    <a:cubicBezTo>
                      <a:pt x="435" y="945"/>
                      <a:pt x="435" y="1440"/>
                      <a:pt x="443" y="1989"/>
                    </a:cubicBezTo>
                    <a:cubicBezTo>
                      <a:pt x="450" y="2262"/>
                      <a:pt x="453" y="2524"/>
                      <a:pt x="457" y="2764"/>
                    </a:cubicBezTo>
                    <a:cubicBezTo>
                      <a:pt x="464" y="3001"/>
                      <a:pt x="446" y="3210"/>
                      <a:pt x="378" y="3371"/>
                    </a:cubicBezTo>
                    <a:cubicBezTo>
                      <a:pt x="314" y="3533"/>
                      <a:pt x="213" y="3641"/>
                      <a:pt x="133" y="3694"/>
                    </a:cubicBezTo>
                    <a:cubicBezTo>
                      <a:pt x="55" y="3752"/>
                      <a:pt x="1" y="3766"/>
                      <a:pt x="4" y="3773"/>
                    </a:cubicBezTo>
                    <a:cubicBezTo>
                      <a:pt x="4" y="3774"/>
                      <a:pt x="7" y="3774"/>
                      <a:pt x="12" y="3774"/>
                    </a:cubicBezTo>
                    <a:cubicBezTo>
                      <a:pt x="30" y="3774"/>
                      <a:pt x="81" y="3766"/>
                      <a:pt x="155" y="3727"/>
                    </a:cubicBezTo>
                    <a:cubicBezTo>
                      <a:pt x="245" y="3676"/>
                      <a:pt x="363" y="3568"/>
                      <a:pt x="443" y="3400"/>
                    </a:cubicBezTo>
                    <a:cubicBezTo>
                      <a:pt x="521" y="3228"/>
                      <a:pt x="547" y="3001"/>
                      <a:pt x="547" y="2764"/>
                    </a:cubicBezTo>
                    <a:cubicBezTo>
                      <a:pt x="547" y="2524"/>
                      <a:pt x="543" y="2262"/>
                      <a:pt x="539" y="1989"/>
                    </a:cubicBezTo>
                    <a:cubicBezTo>
                      <a:pt x="532" y="1440"/>
                      <a:pt x="521" y="945"/>
                      <a:pt x="507" y="582"/>
                    </a:cubicBezTo>
                    <a:cubicBezTo>
                      <a:pt x="493" y="223"/>
                      <a:pt x="478" y="1"/>
                      <a:pt x="464" y="1"/>
                    </a:cubicBezTo>
                    <a:close/>
                  </a:path>
                </a:pathLst>
              </a:custGeom>
              <a:solidFill>
                <a:srgbClr val="FFF2CC"/>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9"/>
              <p:cNvSpPr/>
              <p:nvPr/>
            </p:nvSpPr>
            <p:spPr>
              <a:xfrm flipH="1">
                <a:off x="8189224" y="3198606"/>
                <a:ext cx="25572" cy="24651"/>
              </a:xfrm>
              <a:custGeom>
                <a:avLst/>
                <a:gdLst/>
                <a:ahLst/>
                <a:cxnLst/>
                <a:rect l="l" t="t" r="r" b="b"/>
                <a:pathLst>
                  <a:path w="528" h="509" extrusionOk="0">
                    <a:moveTo>
                      <a:pt x="217" y="61"/>
                    </a:moveTo>
                    <a:cubicBezTo>
                      <a:pt x="262" y="61"/>
                      <a:pt x="317" y="76"/>
                      <a:pt x="366" y="120"/>
                    </a:cubicBezTo>
                    <a:cubicBezTo>
                      <a:pt x="441" y="178"/>
                      <a:pt x="456" y="307"/>
                      <a:pt x="355" y="375"/>
                    </a:cubicBezTo>
                    <a:cubicBezTo>
                      <a:pt x="319" y="401"/>
                      <a:pt x="276" y="415"/>
                      <a:pt x="236" y="415"/>
                    </a:cubicBezTo>
                    <a:cubicBezTo>
                      <a:pt x="204" y="415"/>
                      <a:pt x="174" y="406"/>
                      <a:pt x="151" y="389"/>
                    </a:cubicBezTo>
                    <a:cubicBezTo>
                      <a:pt x="100" y="354"/>
                      <a:pt x="78" y="281"/>
                      <a:pt x="78" y="228"/>
                    </a:cubicBezTo>
                    <a:cubicBezTo>
                      <a:pt x="82" y="143"/>
                      <a:pt x="121" y="96"/>
                      <a:pt x="140" y="72"/>
                    </a:cubicBezTo>
                    <a:lnTo>
                      <a:pt x="140" y="72"/>
                    </a:lnTo>
                    <a:lnTo>
                      <a:pt x="147" y="74"/>
                    </a:lnTo>
                    <a:cubicBezTo>
                      <a:pt x="174" y="78"/>
                      <a:pt x="195" y="81"/>
                      <a:pt x="207" y="81"/>
                    </a:cubicBezTo>
                    <a:cubicBezTo>
                      <a:pt x="215" y="81"/>
                      <a:pt x="219" y="80"/>
                      <a:pt x="219" y="77"/>
                    </a:cubicBezTo>
                    <a:cubicBezTo>
                      <a:pt x="221" y="74"/>
                      <a:pt x="216" y="68"/>
                      <a:pt x="206" y="61"/>
                    </a:cubicBezTo>
                    <a:lnTo>
                      <a:pt x="206" y="61"/>
                    </a:lnTo>
                    <a:cubicBezTo>
                      <a:pt x="209" y="61"/>
                      <a:pt x="213" y="61"/>
                      <a:pt x="217" y="61"/>
                    </a:cubicBezTo>
                    <a:close/>
                    <a:moveTo>
                      <a:pt x="257" y="0"/>
                    </a:moveTo>
                    <a:cubicBezTo>
                      <a:pt x="209" y="0"/>
                      <a:pt x="168" y="15"/>
                      <a:pt x="143" y="34"/>
                    </a:cubicBezTo>
                    <a:lnTo>
                      <a:pt x="104" y="62"/>
                    </a:lnTo>
                    <a:lnTo>
                      <a:pt x="109" y="64"/>
                    </a:lnTo>
                    <a:lnTo>
                      <a:pt x="109" y="64"/>
                    </a:lnTo>
                    <a:cubicBezTo>
                      <a:pt x="104" y="67"/>
                      <a:pt x="99" y="70"/>
                      <a:pt x="93" y="74"/>
                    </a:cubicBezTo>
                    <a:cubicBezTo>
                      <a:pt x="61" y="99"/>
                      <a:pt x="25" y="149"/>
                      <a:pt x="10" y="221"/>
                    </a:cubicBezTo>
                    <a:cubicBezTo>
                      <a:pt x="0" y="289"/>
                      <a:pt x="14" y="393"/>
                      <a:pt x="100" y="461"/>
                    </a:cubicBezTo>
                    <a:cubicBezTo>
                      <a:pt x="139" y="494"/>
                      <a:pt x="190" y="509"/>
                      <a:pt x="243" y="509"/>
                    </a:cubicBezTo>
                    <a:cubicBezTo>
                      <a:pt x="302" y="509"/>
                      <a:pt x="364" y="490"/>
                      <a:pt x="413" y="454"/>
                    </a:cubicBezTo>
                    <a:cubicBezTo>
                      <a:pt x="481" y="407"/>
                      <a:pt x="527" y="321"/>
                      <a:pt x="520" y="238"/>
                    </a:cubicBezTo>
                    <a:cubicBezTo>
                      <a:pt x="517" y="156"/>
                      <a:pt x="466" y="95"/>
                      <a:pt x="416" y="56"/>
                    </a:cubicBezTo>
                    <a:cubicBezTo>
                      <a:pt x="363" y="15"/>
                      <a:pt x="307" y="0"/>
                      <a:pt x="257" y="0"/>
                    </a:cubicBezTo>
                    <a:close/>
                  </a:path>
                </a:pathLst>
              </a:custGeom>
              <a:solidFill>
                <a:srgbClr val="FFF2CC"/>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9"/>
              <p:cNvSpPr/>
              <p:nvPr/>
            </p:nvSpPr>
            <p:spPr>
              <a:xfrm flipH="1">
                <a:off x="8016411" y="2913589"/>
                <a:ext cx="669289" cy="285204"/>
              </a:xfrm>
              <a:custGeom>
                <a:avLst/>
                <a:gdLst/>
                <a:ahLst/>
                <a:cxnLst/>
                <a:rect l="l" t="t" r="r" b="b"/>
                <a:pathLst>
                  <a:path w="13819" h="5889" extrusionOk="0">
                    <a:moveTo>
                      <a:pt x="12124" y="1"/>
                    </a:moveTo>
                    <a:cubicBezTo>
                      <a:pt x="11688" y="1"/>
                      <a:pt x="11071" y="405"/>
                      <a:pt x="10828" y="632"/>
                    </a:cubicBezTo>
                    <a:cubicBezTo>
                      <a:pt x="10739" y="718"/>
                      <a:pt x="10689" y="833"/>
                      <a:pt x="10663" y="959"/>
                    </a:cubicBezTo>
                    <a:lnTo>
                      <a:pt x="4088" y="2344"/>
                    </a:lnTo>
                    <a:lnTo>
                      <a:pt x="420" y="1971"/>
                    </a:lnTo>
                    <a:cubicBezTo>
                      <a:pt x="420" y="1971"/>
                      <a:pt x="344" y="2603"/>
                      <a:pt x="161" y="3797"/>
                    </a:cubicBezTo>
                    <a:cubicBezTo>
                      <a:pt x="0" y="4851"/>
                      <a:pt x="1610" y="5888"/>
                      <a:pt x="2758" y="5888"/>
                    </a:cubicBezTo>
                    <a:cubicBezTo>
                      <a:pt x="2839" y="5888"/>
                      <a:pt x="2917" y="5883"/>
                      <a:pt x="2993" y="5873"/>
                    </a:cubicBezTo>
                    <a:cubicBezTo>
                      <a:pt x="4044" y="5725"/>
                      <a:pt x="10473" y="3898"/>
                      <a:pt x="11564" y="3586"/>
                    </a:cubicBezTo>
                    <a:cubicBezTo>
                      <a:pt x="11668" y="3554"/>
                      <a:pt x="11722" y="3539"/>
                      <a:pt x="11722" y="3539"/>
                    </a:cubicBezTo>
                    <a:lnTo>
                      <a:pt x="11722" y="3532"/>
                    </a:lnTo>
                    <a:cubicBezTo>
                      <a:pt x="12077" y="3410"/>
                      <a:pt x="12921" y="3105"/>
                      <a:pt x="13010" y="2954"/>
                    </a:cubicBezTo>
                    <a:cubicBezTo>
                      <a:pt x="13122" y="2760"/>
                      <a:pt x="13093" y="1239"/>
                      <a:pt x="13093" y="1239"/>
                    </a:cubicBezTo>
                    <a:lnTo>
                      <a:pt x="13696" y="969"/>
                    </a:lnTo>
                    <a:cubicBezTo>
                      <a:pt x="13696" y="969"/>
                      <a:pt x="13818" y="729"/>
                      <a:pt x="13682" y="553"/>
                    </a:cubicBezTo>
                    <a:cubicBezTo>
                      <a:pt x="13649" y="511"/>
                      <a:pt x="13532" y="495"/>
                      <a:pt x="13371" y="495"/>
                    </a:cubicBezTo>
                    <a:cubicBezTo>
                      <a:pt x="12860" y="495"/>
                      <a:pt x="11916" y="657"/>
                      <a:pt x="11916" y="657"/>
                    </a:cubicBezTo>
                    <a:lnTo>
                      <a:pt x="12511" y="205"/>
                    </a:lnTo>
                    <a:cubicBezTo>
                      <a:pt x="12428" y="59"/>
                      <a:pt x="12289" y="1"/>
                      <a:pt x="12124"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4" name="Google Shape;634;p29"/>
            <p:cNvSpPr/>
            <p:nvPr/>
          </p:nvSpPr>
          <p:spPr>
            <a:xfrm rot="-5400000">
              <a:off x="8133000" y="2006075"/>
              <a:ext cx="87600" cy="27900"/>
            </a:xfrm>
            <a:prstGeom prst="rtTriangle">
              <a:avLst/>
            </a:pr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 name="Google Shape;635;p29"/>
          <p:cNvGrpSpPr/>
          <p:nvPr/>
        </p:nvGrpSpPr>
        <p:grpSpPr>
          <a:xfrm>
            <a:off x="591096" y="2830324"/>
            <a:ext cx="519733" cy="485268"/>
            <a:chOff x="4694531" y="2250235"/>
            <a:chExt cx="1090502" cy="1018186"/>
          </a:xfrm>
        </p:grpSpPr>
        <p:sp>
          <p:nvSpPr>
            <p:cNvPr id="636" name="Google Shape;636;p29"/>
            <p:cNvSpPr/>
            <p:nvPr/>
          </p:nvSpPr>
          <p:spPr>
            <a:xfrm>
              <a:off x="4694531" y="2250235"/>
              <a:ext cx="1090502" cy="1018186"/>
            </a:xfrm>
            <a:custGeom>
              <a:avLst/>
              <a:gdLst/>
              <a:ahLst/>
              <a:cxnLst/>
              <a:rect l="l" t="t" r="r" b="b"/>
              <a:pathLst>
                <a:path w="24565" h="22936" extrusionOk="0">
                  <a:moveTo>
                    <a:pt x="12304" y="1"/>
                  </a:moveTo>
                  <a:cubicBezTo>
                    <a:pt x="11753" y="1"/>
                    <a:pt x="11196" y="40"/>
                    <a:pt x="10635" y="122"/>
                  </a:cubicBezTo>
                  <a:cubicBezTo>
                    <a:pt x="4354" y="1033"/>
                    <a:pt x="0" y="6855"/>
                    <a:pt x="912" y="13122"/>
                  </a:cubicBezTo>
                  <a:cubicBezTo>
                    <a:pt x="1738" y="18828"/>
                    <a:pt x="6647" y="22935"/>
                    <a:pt x="12259" y="22935"/>
                  </a:cubicBezTo>
                  <a:cubicBezTo>
                    <a:pt x="12812" y="22935"/>
                    <a:pt x="13371" y="22895"/>
                    <a:pt x="13934" y="22813"/>
                  </a:cubicBezTo>
                  <a:cubicBezTo>
                    <a:pt x="20211" y="21901"/>
                    <a:pt x="24565" y="16083"/>
                    <a:pt x="23657" y="9816"/>
                  </a:cubicBezTo>
                  <a:cubicBezTo>
                    <a:pt x="22827" y="4109"/>
                    <a:pt x="17918" y="1"/>
                    <a:pt x="1230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9"/>
            <p:cNvSpPr/>
            <p:nvPr/>
          </p:nvSpPr>
          <p:spPr>
            <a:xfrm>
              <a:off x="4824199" y="2371334"/>
              <a:ext cx="831161" cy="775937"/>
            </a:xfrm>
            <a:custGeom>
              <a:avLst/>
              <a:gdLst/>
              <a:ahLst/>
              <a:cxnLst/>
              <a:rect l="l" t="t" r="r" b="b"/>
              <a:pathLst>
                <a:path w="18723" h="17479" extrusionOk="0">
                  <a:moveTo>
                    <a:pt x="9375" y="1"/>
                  </a:moveTo>
                  <a:cubicBezTo>
                    <a:pt x="8956" y="1"/>
                    <a:pt x="8532" y="31"/>
                    <a:pt x="8106" y="92"/>
                  </a:cubicBezTo>
                  <a:cubicBezTo>
                    <a:pt x="3320" y="789"/>
                    <a:pt x="0" y="5226"/>
                    <a:pt x="697" y="9999"/>
                  </a:cubicBezTo>
                  <a:cubicBezTo>
                    <a:pt x="1328" y="14348"/>
                    <a:pt x="5067" y="17478"/>
                    <a:pt x="9342" y="17478"/>
                  </a:cubicBezTo>
                  <a:cubicBezTo>
                    <a:pt x="9763" y="17478"/>
                    <a:pt x="10189" y="17448"/>
                    <a:pt x="10617" y="17386"/>
                  </a:cubicBezTo>
                  <a:cubicBezTo>
                    <a:pt x="15406" y="16690"/>
                    <a:pt x="18723" y="12257"/>
                    <a:pt x="18029" y="7479"/>
                  </a:cubicBezTo>
                  <a:cubicBezTo>
                    <a:pt x="17395" y="3131"/>
                    <a:pt x="13655" y="1"/>
                    <a:pt x="937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9"/>
            <p:cNvSpPr/>
            <p:nvPr/>
          </p:nvSpPr>
          <p:spPr>
            <a:xfrm>
              <a:off x="4841911" y="2356596"/>
              <a:ext cx="782507" cy="470782"/>
            </a:xfrm>
            <a:custGeom>
              <a:avLst/>
              <a:gdLst/>
              <a:ahLst/>
              <a:cxnLst/>
              <a:rect l="l" t="t" r="r" b="b"/>
              <a:pathLst>
                <a:path w="17627" h="10605" extrusionOk="0">
                  <a:moveTo>
                    <a:pt x="8959" y="0"/>
                  </a:moveTo>
                  <a:cubicBezTo>
                    <a:pt x="8916" y="0"/>
                    <a:pt x="8873" y="1"/>
                    <a:pt x="8830" y="1"/>
                  </a:cubicBezTo>
                  <a:cubicBezTo>
                    <a:pt x="8348" y="12"/>
                    <a:pt x="7864" y="55"/>
                    <a:pt x="7379" y="141"/>
                  </a:cubicBezTo>
                  <a:cubicBezTo>
                    <a:pt x="6895" y="227"/>
                    <a:pt x="6421" y="353"/>
                    <a:pt x="5969" y="511"/>
                  </a:cubicBezTo>
                  <a:cubicBezTo>
                    <a:pt x="5513" y="665"/>
                    <a:pt x="5083" y="866"/>
                    <a:pt x="4673" y="1085"/>
                  </a:cubicBezTo>
                  <a:cubicBezTo>
                    <a:pt x="4264" y="1301"/>
                    <a:pt x="3880" y="1556"/>
                    <a:pt x="3524" y="1824"/>
                  </a:cubicBezTo>
                  <a:cubicBezTo>
                    <a:pt x="3169" y="2094"/>
                    <a:pt x="2843" y="2384"/>
                    <a:pt x="2545" y="2689"/>
                  </a:cubicBezTo>
                  <a:cubicBezTo>
                    <a:pt x="1949" y="3296"/>
                    <a:pt x="1478" y="3964"/>
                    <a:pt x="1112" y="4620"/>
                  </a:cubicBezTo>
                  <a:cubicBezTo>
                    <a:pt x="750" y="5281"/>
                    <a:pt x="499" y="5941"/>
                    <a:pt x="334" y="6559"/>
                  </a:cubicBezTo>
                  <a:cubicBezTo>
                    <a:pt x="0" y="7793"/>
                    <a:pt x="14" y="8842"/>
                    <a:pt x="90" y="9538"/>
                  </a:cubicBezTo>
                  <a:cubicBezTo>
                    <a:pt x="172" y="10235"/>
                    <a:pt x="303" y="10604"/>
                    <a:pt x="340" y="10604"/>
                  </a:cubicBezTo>
                  <a:cubicBezTo>
                    <a:pt x="341" y="10604"/>
                    <a:pt x="341" y="10604"/>
                    <a:pt x="341" y="10604"/>
                  </a:cubicBezTo>
                  <a:cubicBezTo>
                    <a:pt x="395" y="10593"/>
                    <a:pt x="352" y="10209"/>
                    <a:pt x="352" y="9524"/>
                  </a:cubicBezTo>
                  <a:cubicBezTo>
                    <a:pt x="355" y="8842"/>
                    <a:pt x="416" y="7844"/>
                    <a:pt x="786" y="6691"/>
                  </a:cubicBezTo>
                  <a:cubicBezTo>
                    <a:pt x="973" y="6118"/>
                    <a:pt x="1235" y="5503"/>
                    <a:pt x="1594" y="4894"/>
                  </a:cubicBezTo>
                  <a:cubicBezTo>
                    <a:pt x="1960" y="4291"/>
                    <a:pt x="2416" y="3680"/>
                    <a:pt x="2982" y="3124"/>
                  </a:cubicBezTo>
                  <a:cubicBezTo>
                    <a:pt x="3266" y="2848"/>
                    <a:pt x="3575" y="2578"/>
                    <a:pt x="3908" y="2338"/>
                  </a:cubicBezTo>
                  <a:cubicBezTo>
                    <a:pt x="4246" y="2090"/>
                    <a:pt x="4601" y="1860"/>
                    <a:pt x="4985" y="1663"/>
                  </a:cubicBezTo>
                  <a:cubicBezTo>
                    <a:pt x="5366" y="1462"/>
                    <a:pt x="5764" y="1282"/>
                    <a:pt x="6188" y="1139"/>
                  </a:cubicBezTo>
                  <a:cubicBezTo>
                    <a:pt x="6608" y="996"/>
                    <a:pt x="7046" y="880"/>
                    <a:pt x="7495" y="798"/>
                  </a:cubicBezTo>
                  <a:cubicBezTo>
                    <a:pt x="7947" y="722"/>
                    <a:pt x="8396" y="679"/>
                    <a:pt x="8840" y="669"/>
                  </a:cubicBezTo>
                  <a:cubicBezTo>
                    <a:pt x="8899" y="668"/>
                    <a:pt x="8958" y="667"/>
                    <a:pt x="9016" y="667"/>
                  </a:cubicBezTo>
                  <a:cubicBezTo>
                    <a:pt x="9401" y="667"/>
                    <a:pt x="9780" y="698"/>
                    <a:pt x="10150" y="744"/>
                  </a:cubicBezTo>
                  <a:cubicBezTo>
                    <a:pt x="10578" y="798"/>
                    <a:pt x="10994" y="895"/>
                    <a:pt x="11393" y="1009"/>
                  </a:cubicBezTo>
                  <a:cubicBezTo>
                    <a:pt x="11791" y="1121"/>
                    <a:pt x="12171" y="1268"/>
                    <a:pt x="12531" y="1430"/>
                  </a:cubicBezTo>
                  <a:cubicBezTo>
                    <a:pt x="13255" y="1753"/>
                    <a:pt x="13894" y="2169"/>
                    <a:pt x="14447" y="2614"/>
                  </a:cubicBezTo>
                  <a:cubicBezTo>
                    <a:pt x="14993" y="3063"/>
                    <a:pt x="15448" y="3547"/>
                    <a:pt x="15821" y="4021"/>
                  </a:cubicBezTo>
                  <a:cubicBezTo>
                    <a:pt x="16568" y="4976"/>
                    <a:pt x="16970" y="5895"/>
                    <a:pt x="17207" y="6534"/>
                  </a:cubicBezTo>
                  <a:cubicBezTo>
                    <a:pt x="17442" y="7171"/>
                    <a:pt x="17536" y="7543"/>
                    <a:pt x="17586" y="7543"/>
                  </a:cubicBezTo>
                  <a:cubicBezTo>
                    <a:pt x="17586" y="7543"/>
                    <a:pt x="17587" y="7543"/>
                    <a:pt x="17587" y="7542"/>
                  </a:cubicBezTo>
                  <a:cubicBezTo>
                    <a:pt x="17627" y="7535"/>
                    <a:pt x="17623" y="7144"/>
                    <a:pt x="17458" y="6454"/>
                  </a:cubicBezTo>
                  <a:cubicBezTo>
                    <a:pt x="17290" y="5773"/>
                    <a:pt x="16941" y="4786"/>
                    <a:pt x="16205" y="3741"/>
                  </a:cubicBezTo>
                  <a:cubicBezTo>
                    <a:pt x="15836" y="3221"/>
                    <a:pt x="15373" y="2686"/>
                    <a:pt x="14806" y="2190"/>
                  </a:cubicBezTo>
                  <a:cubicBezTo>
                    <a:pt x="14235" y="1699"/>
                    <a:pt x="13564" y="1236"/>
                    <a:pt x="12792" y="870"/>
                  </a:cubicBezTo>
                  <a:cubicBezTo>
                    <a:pt x="12408" y="686"/>
                    <a:pt x="12002" y="525"/>
                    <a:pt x="11575" y="396"/>
                  </a:cubicBezTo>
                  <a:cubicBezTo>
                    <a:pt x="11148" y="267"/>
                    <a:pt x="10703" y="159"/>
                    <a:pt x="10243" y="95"/>
                  </a:cubicBezTo>
                  <a:cubicBezTo>
                    <a:pt x="9825" y="36"/>
                    <a:pt x="9395" y="0"/>
                    <a:pt x="8959"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9"/>
            <p:cNvSpPr/>
            <p:nvPr/>
          </p:nvSpPr>
          <p:spPr>
            <a:xfrm>
              <a:off x="5058586" y="2488083"/>
              <a:ext cx="386747" cy="570799"/>
            </a:xfrm>
            <a:custGeom>
              <a:avLst/>
              <a:gdLst/>
              <a:ahLst/>
              <a:cxnLst/>
              <a:rect l="l" t="t" r="r" b="b"/>
              <a:pathLst>
                <a:path w="8712" h="12858" extrusionOk="0">
                  <a:moveTo>
                    <a:pt x="3209" y="3500"/>
                  </a:moveTo>
                  <a:lnTo>
                    <a:pt x="3518" y="5409"/>
                  </a:lnTo>
                  <a:cubicBezTo>
                    <a:pt x="2894" y="5316"/>
                    <a:pt x="2452" y="5122"/>
                    <a:pt x="2377" y="4652"/>
                  </a:cubicBezTo>
                  <a:cubicBezTo>
                    <a:pt x="2304" y="4211"/>
                    <a:pt x="2524" y="3772"/>
                    <a:pt x="3209" y="3500"/>
                  </a:cubicBezTo>
                  <a:close/>
                  <a:moveTo>
                    <a:pt x="5233" y="7506"/>
                  </a:moveTo>
                  <a:cubicBezTo>
                    <a:pt x="5844" y="7617"/>
                    <a:pt x="6275" y="7807"/>
                    <a:pt x="6350" y="8277"/>
                  </a:cubicBezTo>
                  <a:cubicBezTo>
                    <a:pt x="6418" y="8708"/>
                    <a:pt x="6177" y="9106"/>
                    <a:pt x="5528" y="9361"/>
                  </a:cubicBezTo>
                  <a:lnTo>
                    <a:pt x="5233" y="7506"/>
                  </a:lnTo>
                  <a:close/>
                  <a:moveTo>
                    <a:pt x="4032" y="0"/>
                  </a:moveTo>
                  <a:lnTo>
                    <a:pt x="2685" y="216"/>
                  </a:lnTo>
                  <a:lnTo>
                    <a:pt x="2925" y="1708"/>
                  </a:lnTo>
                  <a:cubicBezTo>
                    <a:pt x="840" y="2290"/>
                    <a:pt x="0" y="3683"/>
                    <a:pt x="227" y="5108"/>
                  </a:cubicBezTo>
                  <a:cubicBezTo>
                    <a:pt x="535" y="7032"/>
                    <a:pt x="2283" y="7261"/>
                    <a:pt x="3833" y="7384"/>
                  </a:cubicBezTo>
                  <a:lnTo>
                    <a:pt x="4193" y="9630"/>
                  </a:lnTo>
                  <a:cubicBezTo>
                    <a:pt x="4079" y="9637"/>
                    <a:pt x="3965" y="9641"/>
                    <a:pt x="3850" y="9641"/>
                  </a:cubicBezTo>
                  <a:cubicBezTo>
                    <a:pt x="2975" y="9641"/>
                    <a:pt x="2096" y="9438"/>
                    <a:pt x="1433" y="9092"/>
                  </a:cubicBezTo>
                  <a:lnTo>
                    <a:pt x="955" y="10854"/>
                  </a:lnTo>
                  <a:cubicBezTo>
                    <a:pt x="1623" y="11223"/>
                    <a:pt x="2619" y="11432"/>
                    <a:pt x="3681" y="11432"/>
                  </a:cubicBezTo>
                  <a:cubicBezTo>
                    <a:pt x="3943" y="11432"/>
                    <a:pt x="4210" y="11419"/>
                    <a:pt x="4476" y="11393"/>
                  </a:cubicBezTo>
                  <a:lnTo>
                    <a:pt x="4709" y="12857"/>
                  </a:lnTo>
                  <a:lnTo>
                    <a:pt x="6056" y="12642"/>
                  </a:lnTo>
                  <a:lnTo>
                    <a:pt x="5815" y="11138"/>
                  </a:lnTo>
                  <a:cubicBezTo>
                    <a:pt x="7882" y="10542"/>
                    <a:pt x="8712" y="9171"/>
                    <a:pt x="8489" y="7771"/>
                  </a:cubicBezTo>
                  <a:cubicBezTo>
                    <a:pt x="8184" y="5876"/>
                    <a:pt x="6465" y="5639"/>
                    <a:pt x="4915" y="5528"/>
                  </a:cubicBezTo>
                  <a:lnTo>
                    <a:pt x="4548" y="3242"/>
                  </a:lnTo>
                  <a:cubicBezTo>
                    <a:pt x="4611" y="3239"/>
                    <a:pt x="4673" y="3238"/>
                    <a:pt x="4736" y="3238"/>
                  </a:cubicBezTo>
                  <a:cubicBezTo>
                    <a:pt x="5367" y="3238"/>
                    <a:pt x="6038" y="3357"/>
                    <a:pt x="6719" y="3611"/>
                  </a:cubicBezTo>
                  <a:lnTo>
                    <a:pt x="7125" y="1849"/>
                  </a:lnTo>
                  <a:cubicBezTo>
                    <a:pt x="6479" y="1570"/>
                    <a:pt x="5703" y="1442"/>
                    <a:pt x="4899" y="1442"/>
                  </a:cubicBezTo>
                  <a:cubicBezTo>
                    <a:pt x="4689" y="1442"/>
                    <a:pt x="4476" y="1451"/>
                    <a:pt x="4264" y="1468"/>
                  </a:cubicBezTo>
                  <a:lnTo>
                    <a:pt x="403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29"/>
          <p:cNvGrpSpPr/>
          <p:nvPr/>
        </p:nvGrpSpPr>
        <p:grpSpPr>
          <a:xfrm>
            <a:off x="1433177" y="4004850"/>
            <a:ext cx="335765" cy="313500"/>
            <a:chOff x="4694531" y="2250235"/>
            <a:chExt cx="1090502" cy="1018186"/>
          </a:xfrm>
        </p:grpSpPr>
        <p:sp>
          <p:nvSpPr>
            <p:cNvPr id="641" name="Google Shape;641;p29"/>
            <p:cNvSpPr/>
            <p:nvPr/>
          </p:nvSpPr>
          <p:spPr>
            <a:xfrm>
              <a:off x="4694531" y="2250235"/>
              <a:ext cx="1090502" cy="1018186"/>
            </a:xfrm>
            <a:custGeom>
              <a:avLst/>
              <a:gdLst/>
              <a:ahLst/>
              <a:cxnLst/>
              <a:rect l="l" t="t" r="r" b="b"/>
              <a:pathLst>
                <a:path w="24565" h="22936" extrusionOk="0">
                  <a:moveTo>
                    <a:pt x="12304" y="1"/>
                  </a:moveTo>
                  <a:cubicBezTo>
                    <a:pt x="11753" y="1"/>
                    <a:pt x="11196" y="40"/>
                    <a:pt x="10635" y="122"/>
                  </a:cubicBezTo>
                  <a:cubicBezTo>
                    <a:pt x="4354" y="1033"/>
                    <a:pt x="0" y="6855"/>
                    <a:pt x="912" y="13122"/>
                  </a:cubicBezTo>
                  <a:cubicBezTo>
                    <a:pt x="1738" y="18828"/>
                    <a:pt x="6647" y="22935"/>
                    <a:pt x="12259" y="22935"/>
                  </a:cubicBezTo>
                  <a:cubicBezTo>
                    <a:pt x="12812" y="22935"/>
                    <a:pt x="13371" y="22895"/>
                    <a:pt x="13934" y="22813"/>
                  </a:cubicBezTo>
                  <a:cubicBezTo>
                    <a:pt x="20211" y="21901"/>
                    <a:pt x="24565" y="16083"/>
                    <a:pt x="23657" y="9816"/>
                  </a:cubicBezTo>
                  <a:cubicBezTo>
                    <a:pt x="22827" y="4109"/>
                    <a:pt x="17918" y="1"/>
                    <a:pt x="1230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9"/>
            <p:cNvSpPr/>
            <p:nvPr/>
          </p:nvSpPr>
          <p:spPr>
            <a:xfrm>
              <a:off x="4824199" y="2371334"/>
              <a:ext cx="831161" cy="775937"/>
            </a:xfrm>
            <a:custGeom>
              <a:avLst/>
              <a:gdLst/>
              <a:ahLst/>
              <a:cxnLst/>
              <a:rect l="l" t="t" r="r" b="b"/>
              <a:pathLst>
                <a:path w="18723" h="17479" extrusionOk="0">
                  <a:moveTo>
                    <a:pt x="9375" y="1"/>
                  </a:moveTo>
                  <a:cubicBezTo>
                    <a:pt x="8956" y="1"/>
                    <a:pt x="8532" y="31"/>
                    <a:pt x="8106" y="92"/>
                  </a:cubicBezTo>
                  <a:cubicBezTo>
                    <a:pt x="3320" y="789"/>
                    <a:pt x="0" y="5226"/>
                    <a:pt x="697" y="9999"/>
                  </a:cubicBezTo>
                  <a:cubicBezTo>
                    <a:pt x="1328" y="14348"/>
                    <a:pt x="5067" y="17478"/>
                    <a:pt x="9342" y="17478"/>
                  </a:cubicBezTo>
                  <a:cubicBezTo>
                    <a:pt x="9763" y="17478"/>
                    <a:pt x="10189" y="17448"/>
                    <a:pt x="10617" y="17386"/>
                  </a:cubicBezTo>
                  <a:cubicBezTo>
                    <a:pt x="15406" y="16690"/>
                    <a:pt x="18723" y="12257"/>
                    <a:pt x="18029" y="7479"/>
                  </a:cubicBezTo>
                  <a:cubicBezTo>
                    <a:pt x="17395" y="3131"/>
                    <a:pt x="13655" y="1"/>
                    <a:pt x="937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9"/>
            <p:cNvSpPr/>
            <p:nvPr/>
          </p:nvSpPr>
          <p:spPr>
            <a:xfrm>
              <a:off x="4841911" y="2356596"/>
              <a:ext cx="782507" cy="470782"/>
            </a:xfrm>
            <a:custGeom>
              <a:avLst/>
              <a:gdLst/>
              <a:ahLst/>
              <a:cxnLst/>
              <a:rect l="l" t="t" r="r" b="b"/>
              <a:pathLst>
                <a:path w="17627" h="10605" extrusionOk="0">
                  <a:moveTo>
                    <a:pt x="8959" y="0"/>
                  </a:moveTo>
                  <a:cubicBezTo>
                    <a:pt x="8916" y="0"/>
                    <a:pt x="8873" y="1"/>
                    <a:pt x="8830" y="1"/>
                  </a:cubicBezTo>
                  <a:cubicBezTo>
                    <a:pt x="8348" y="12"/>
                    <a:pt x="7864" y="55"/>
                    <a:pt x="7379" y="141"/>
                  </a:cubicBezTo>
                  <a:cubicBezTo>
                    <a:pt x="6895" y="227"/>
                    <a:pt x="6421" y="353"/>
                    <a:pt x="5969" y="511"/>
                  </a:cubicBezTo>
                  <a:cubicBezTo>
                    <a:pt x="5513" y="665"/>
                    <a:pt x="5083" y="866"/>
                    <a:pt x="4673" y="1085"/>
                  </a:cubicBezTo>
                  <a:cubicBezTo>
                    <a:pt x="4264" y="1301"/>
                    <a:pt x="3880" y="1556"/>
                    <a:pt x="3524" y="1824"/>
                  </a:cubicBezTo>
                  <a:cubicBezTo>
                    <a:pt x="3169" y="2094"/>
                    <a:pt x="2843" y="2384"/>
                    <a:pt x="2545" y="2689"/>
                  </a:cubicBezTo>
                  <a:cubicBezTo>
                    <a:pt x="1949" y="3296"/>
                    <a:pt x="1478" y="3964"/>
                    <a:pt x="1112" y="4620"/>
                  </a:cubicBezTo>
                  <a:cubicBezTo>
                    <a:pt x="750" y="5281"/>
                    <a:pt x="499" y="5941"/>
                    <a:pt x="334" y="6559"/>
                  </a:cubicBezTo>
                  <a:cubicBezTo>
                    <a:pt x="0" y="7793"/>
                    <a:pt x="14" y="8842"/>
                    <a:pt x="90" y="9538"/>
                  </a:cubicBezTo>
                  <a:cubicBezTo>
                    <a:pt x="172" y="10235"/>
                    <a:pt x="303" y="10604"/>
                    <a:pt x="340" y="10604"/>
                  </a:cubicBezTo>
                  <a:cubicBezTo>
                    <a:pt x="341" y="10604"/>
                    <a:pt x="341" y="10604"/>
                    <a:pt x="341" y="10604"/>
                  </a:cubicBezTo>
                  <a:cubicBezTo>
                    <a:pt x="395" y="10593"/>
                    <a:pt x="352" y="10209"/>
                    <a:pt x="352" y="9524"/>
                  </a:cubicBezTo>
                  <a:cubicBezTo>
                    <a:pt x="355" y="8842"/>
                    <a:pt x="416" y="7844"/>
                    <a:pt x="786" y="6691"/>
                  </a:cubicBezTo>
                  <a:cubicBezTo>
                    <a:pt x="973" y="6118"/>
                    <a:pt x="1235" y="5503"/>
                    <a:pt x="1594" y="4894"/>
                  </a:cubicBezTo>
                  <a:cubicBezTo>
                    <a:pt x="1960" y="4291"/>
                    <a:pt x="2416" y="3680"/>
                    <a:pt x="2982" y="3124"/>
                  </a:cubicBezTo>
                  <a:cubicBezTo>
                    <a:pt x="3266" y="2848"/>
                    <a:pt x="3575" y="2578"/>
                    <a:pt x="3908" y="2338"/>
                  </a:cubicBezTo>
                  <a:cubicBezTo>
                    <a:pt x="4246" y="2090"/>
                    <a:pt x="4601" y="1860"/>
                    <a:pt x="4985" y="1663"/>
                  </a:cubicBezTo>
                  <a:cubicBezTo>
                    <a:pt x="5366" y="1462"/>
                    <a:pt x="5764" y="1282"/>
                    <a:pt x="6188" y="1139"/>
                  </a:cubicBezTo>
                  <a:cubicBezTo>
                    <a:pt x="6608" y="996"/>
                    <a:pt x="7046" y="880"/>
                    <a:pt x="7495" y="798"/>
                  </a:cubicBezTo>
                  <a:cubicBezTo>
                    <a:pt x="7947" y="722"/>
                    <a:pt x="8396" y="679"/>
                    <a:pt x="8840" y="669"/>
                  </a:cubicBezTo>
                  <a:cubicBezTo>
                    <a:pt x="8899" y="668"/>
                    <a:pt x="8958" y="667"/>
                    <a:pt x="9016" y="667"/>
                  </a:cubicBezTo>
                  <a:cubicBezTo>
                    <a:pt x="9401" y="667"/>
                    <a:pt x="9780" y="698"/>
                    <a:pt x="10150" y="744"/>
                  </a:cubicBezTo>
                  <a:cubicBezTo>
                    <a:pt x="10578" y="798"/>
                    <a:pt x="10994" y="895"/>
                    <a:pt x="11393" y="1009"/>
                  </a:cubicBezTo>
                  <a:cubicBezTo>
                    <a:pt x="11791" y="1121"/>
                    <a:pt x="12171" y="1268"/>
                    <a:pt x="12531" y="1430"/>
                  </a:cubicBezTo>
                  <a:cubicBezTo>
                    <a:pt x="13255" y="1753"/>
                    <a:pt x="13894" y="2169"/>
                    <a:pt x="14447" y="2614"/>
                  </a:cubicBezTo>
                  <a:cubicBezTo>
                    <a:pt x="14993" y="3063"/>
                    <a:pt x="15448" y="3547"/>
                    <a:pt x="15821" y="4021"/>
                  </a:cubicBezTo>
                  <a:cubicBezTo>
                    <a:pt x="16568" y="4976"/>
                    <a:pt x="16970" y="5895"/>
                    <a:pt x="17207" y="6534"/>
                  </a:cubicBezTo>
                  <a:cubicBezTo>
                    <a:pt x="17442" y="7171"/>
                    <a:pt x="17536" y="7543"/>
                    <a:pt x="17586" y="7543"/>
                  </a:cubicBezTo>
                  <a:cubicBezTo>
                    <a:pt x="17586" y="7543"/>
                    <a:pt x="17587" y="7543"/>
                    <a:pt x="17587" y="7542"/>
                  </a:cubicBezTo>
                  <a:cubicBezTo>
                    <a:pt x="17627" y="7535"/>
                    <a:pt x="17623" y="7144"/>
                    <a:pt x="17458" y="6454"/>
                  </a:cubicBezTo>
                  <a:cubicBezTo>
                    <a:pt x="17290" y="5773"/>
                    <a:pt x="16941" y="4786"/>
                    <a:pt x="16205" y="3741"/>
                  </a:cubicBezTo>
                  <a:cubicBezTo>
                    <a:pt x="15836" y="3221"/>
                    <a:pt x="15373" y="2686"/>
                    <a:pt x="14806" y="2190"/>
                  </a:cubicBezTo>
                  <a:cubicBezTo>
                    <a:pt x="14235" y="1699"/>
                    <a:pt x="13564" y="1236"/>
                    <a:pt x="12792" y="870"/>
                  </a:cubicBezTo>
                  <a:cubicBezTo>
                    <a:pt x="12408" y="686"/>
                    <a:pt x="12002" y="525"/>
                    <a:pt x="11575" y="396"/>
                  </a:cubicBezTo>
                  <a:cubicBezTo>
                    <a:pt x="11148" y="267"/>
                    <a:pt x="10703" y="159"/>
                    <a:pt x="10243" y="95"/>
                  </a:cubicBezTo>
                  <a:cubicBezTo>
                    <a:pt x="9825" y="36"/>
                    <a:pt x="9395" y="0"/>
                    <a:pt x="8959"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9"/>
            <p:cNvSpPr/>
            <p:nvPr/>
          </p:nvSpPr>
          <p:spPr>
            <a:xfrm>
              <a:off x="5058586" y="2488083"/>
              <a:ext cx="386747" cy="570799"/>
            </a:xfrm>
            <a:custGeom>
              <a:avLst/>
              <a:gdLst/>
              <a:ahLst/>
              <a:cxnLst/>
              <a:rect l="l" t="t" r="r" b="b"/>
              <a:pathLst>
                <a:path w="8712" h="12858" extrusionOk="0">
                  <a:moveTo>
                    <a:pt x="3209" y="3500"/>
                  </a:moveTo>
                  <a:lnTo>
                    <a:pt x="3518" y="5409"/>
                  </a:lnTo>
                  <a:cubicBezTo>
                    <a:pt x="2894" y="5316"/>
                    <a:pt x="2452" y="5122"/>
                    <a:pt x="2377" y="4652"/>
                  </a:cubicBezTo>
                  <a:cubicBezTo>
                    <a:pt x="2304" y="4211"/>
                    <a:pt x="2524" y="3772"/>
                    <a:pt x="3209" y="3500"/>
                  </a:cubicBezTo>
                  <a:close/>
                  <a:moveTo>
                    <a:pt x="5233" y="7506"/>
                  </a:moveTo>
                  <a:cubicBezTo>
                    <a:pt x="5844" y="7617"/>
                    <a:pt x="6275" y="7807"/>
                    <a:pt x="6350" y="8277"/>
                  </a:cubicBezTo>
                  <a:cubicBezTo>
                    <a:pt x="6418" y="8708"/>
                    <a:pt x="6177" y="9106"/>
                    <a:pt x="5528" y="9361"/>
                  </a:cubicBezTo>
                  <a:lnTo>
                    <a:pt x="5233" y="7506"/>
                  </a:lnTo>
                  <a:close/>
                  <a:moveTo>
                    <a:pt x="4032" y="0"/>
                  </a:moveTo>
                  <a:lnTo>
                    <a:pt x="2685" y="216"/>
                  </a:lnTo>
                  <a:lnTo>
                    <a:pt x="2925" y="1708"/>
                  </a:lnTo>
                  <a:cubicBezTo>
                    <a:pt x="840" y="2290"/>
                    <a:pt x="0" y="3683"/>
                    <a:pt x="227" y="5108"/>
                  </a:cubicBezTo>
                  <a:cubicBezTo>
                    <a:pt x="535" y="7032"/>
                    <a:pt x="2283" y="7261"/>
                    <a:pt x="3833" y="7384"/>
                  </a:cubicBezTo>
                  <a:lnTo>
                    <a:pt x="4193" y="9630"/>
                  </a:lnTo>
                  <a:cubicBezTo>
                    <a:pt x="4079" y="9637"/>
                    <a:pt x="3965" y="9641"/>
                    <a:pt x="3850" y="9641"/>
                  </a:cubicBezTo>
                  <a:cubicBezTo>
                    <a:pt x="2975" y="9641"/>
                    <a:pt x="2096" y="9438"/>
                    <a:pt x="1433" y="9092"/>
                  </a:cubicBezTo>
                  <a:lnTo>
                    <a:pt x="955" y="10854"/>
                  </a:lnTo>
                  <a:cubicBezTo>
                    <a:pt x="1623" y="11223"/>
                    <a:pt x="2619" y="11432"/>
                    <a:pt x="3681" y="11432"/>
                  </a:cubicBezTo>
                  <a:cubicBezTo>
                    <a:pt x="3943" y="11432"/>
                    <a:pt x="4210" y="11419"/>
                    <a:pt x="4476" y="11393"/>
                  </a:cubicBezTo>
                  <a:lnTo>
                    <a:pt x="4709" y="12857"/>
                  </a:lnTo>
                  <a:lnTo>
                    <a:pt x="6056" y="12642"/>
                  </a:lnTo>
                  <a:lnTo>
                    <a:pt x="5815" y="11138"/>
                  </a:lnTo>
                  <a:cubicBezTo>
                    <a:pt x="7882" y="10542"/>
                    <a:pt x="8712" y="9171"/>
                    <a:pt x="8489" y="7771"/>
                  </a:cubicBezTo>
                  <a:cubicBezTo>
                    <a:pt x="8184" y="5876"/>
                    <a:pt x="6465" y="5639"/>
                    <a:pt x="4915" y="5528"/>
                  </a:cubicBezTo>
                  <a:lnTo>
                    <a:pt x="4548" y="3242"/>
                  </a:lnTo>
                  <a:cubicBezTo>
                    <a:pt x="4611" y="3239"/>
                    <a:pt x="4673" y="3238"/>
                    <a:pt x="4736" y="3238"/>
                  </a:cubicBezTo>
                  <a:cubicBezTo>
                    <a:pt x="5367" y="3238"/>
                    <a:pt x="6038" y="3357"/>
                    <a:pt x="6719" y="3611"/>
                  </a:cubicBezTo>
                  <a:lnTo>
                    <a:pt x="7125" y="1849"/>
                  </a:lnTo>
                  <a:cubicBezTo>
                    <a:pt x="6479" y="1570"/>
                    <a:pt x="5703" y="1442"/>
                    <a:pt x="4899" y="1442"/>
                  </a:cubicBezTo>
                  <a:cubicBezTo>
                    <a:pt x="4689" y="1442"/>
                    <a:pt x="4476" y="1451"/>
                    <a:pt x="4264" y="1468"/>
                  </a:cubicBezTo>
                  <a:lnTo>
                    <a:pt x="403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38"/>
        <p:cNvGrpSpPr/>
        <p:nvPr/>
      </p:nvGrpSpPr>
      <p:grpSpPr>
        <a:xfrm>
          <a:off x="0" y="0"/>
          <a:ext cx="0" cy="0"/>
          <a:chOff x="0" y="0"/>
          <a:chExt cx="0" cy="0"/>
        </a:xfrm>
      </p:grpSpPr>
      <p:sp>
        <p:nvSpPr>
          <p:cNvPr id="2439" name="Google Shape;2439;p41"/>
          <p:cNvSpPr/>
          <p:nvPr/>
        </p:nvSpPr>
        <p:spPr>
          <a:xfrm>
            <a:off x="736225" y="2739173"/>
            <a:ext cx="1996500" cy="1928700"/>
          </a:xfrm>
          <a:prstGeom prst="roundRect">
            <a:avLst>
              <a:gd name="adj" fmla="val 4313"/>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1"/>
          <p:cNvSpPr/>
          <p:nvPr/>
        </p:nvSpPr>
        <p:spPr>
          <a:xfrm>
            <a:off x="819350" y="2636700"/>
            <a:ext cx="1996500" cy="1928700"/>
          </a:xfrm>
          <a:prstGeom prst="roundRect">
            <a:avLst>
              <a:gd name="adj" fmla="val 4313"/>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1"/>
          <p:cNvSpPr txBox="1">
            <a:spLocks noGrp="1"/>
          </p:cNvSpPr>
          <p:nvPr>
            <p:ph type="subTitle" idx="1"/>
          </p:nvPr>
        </p:nvSpPr>
        <p:spPr>
          <a:xfrm>
            <a:off x="892261" y="2927713"/>
            <a:ext cx="1827900" cy="167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latin typeface="Lato" panose="020F0502020204030203" pitchFamily="34" charset="0"/>
                <a:ea typeface="Lato" panose="020F0502020204030203" pitchFamily="34" charset="0"/>
                <a:cs typeface="Lato" panose="020F0502020204030203" pitchFamily="34" charset="0"/>
              </a:rPr>
              <a:t>Đăng ký khoản vay từ 1.000 đến 40.000 USD, được thẩm định và nhận tiền sau khi được chấp nhận, trả lại khoản vay trong ba năm với lãi suất cố định.</a:t>
            </a: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2442" name="Google Shape;2442;p41"/>
          <p:cNvSpPr/>
          <p:nvPr/>
        </p:nvSpPr>
        <p:spPr>
          <a:xfrm>
            <a:off x="6891416" y="9187958"/>
            <a:ext cx="28596" cy="32"/>
          </a:xfrm>
          <a:custGeom>
            <a:avLst/>
            <a:gdLst/>
            <a:ahLst/>
            <a:cxnLst/>
            <a:rect l="l" t="t" r="r" b="b"/>
            <a:pathLst>
              <a:path w="893" h="1" fill="none" extrusionOk="0">
                <a:moveTo>
                  <a:pt x="0" y="1"/>
                </a:moveTo>
                <a:lnTo>
                  <a:pt x="892" y="1"/>
                </a:lnTo>
              </a:path>
            </a:pathLst>
          </a:custGeom>
          <a:noFill/>
          <a:ln w="3800" cap="flat" cmpd="sng">
            <a:solidFill>
              <a:srgbClr val="1F1F1F"/>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2443" name="Google Shape;2443;p41"/>
          <p:cNvSpPr txBox="1">
            <a:spLocks noGrp="1"/>
          </p:cNvSpPr>
          <p:nvPr>
            <p:ph type="ctrTitle"/>
          </p:nvPr>
        </p:nvSpPr>
        <p:spPr>
          <a:xfrm>
            <a:off x="563882" y="1582025"/>
            <a:ext cx="2683293" cy="79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2400" dirty="0">
                <a:solidFill>
                  <a:srgbClr val="434343"/>
                </a:solidFill>
                <a:latin typeface="Lato" panose="020F0502020204030203" pitchFamily="34" charset="0"/>
                <a:ea typeface="Lato" panose="020F0502020204030203" pitchFamily="34" charset="0"/>
                <a:cs typeface="Lato" panose="020F0502020204030203" pitchFamily="34" charset="0"/>
              </a:rPr>
              <a:t>NGƯỜI VAY</a:t>
            </a:r>
            <a:endParaRPr sz="2400" dirty="0">
              <a:solidFill>
                <a:srgbClr val="434343"/>
              </a:solidFill>
              <a:latin typeface="Lato" panose="020F0502020204030203" pitchFamily="34" charset="0"/>
              <a:ea typeface="Lato" panose="020F0502020204030203" pitchFamily="34" charset="0"/>
              <a:cs typeface="Lato" panose="020F0502020204030203" pitchFamily="34" charset="0"/>
            </a:endParaRPr>
          </a:p>
        </p:txBody>
      </p:sp>
      <p:sp>
        <p:nvSpPr>
          <p:cNvPr id="2445" name="Google Shape;2445;p41"/>
          <p:cNvSpPr/>
          <p:nvPr/>
        </p:nvSpPr>
        <p:spPr>
          <a:xfrm>
            <a:off x="3490625" y="2739173"/>
            <a:ext cx="1996500" cy="1928700"/>
          </a:xfrm>
          <a:prstGeom prst="roundRect">
            <a:avLst>
              <a:gd name="adj" fmla="val 4313"/>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1"/>
          <p:cNvSpPr/>
          <p:nvPr/>
        </p:nvSpPr>
        <p:spPr>
          <a:xfrm>
            <a:off x="3573750" y="2636700"/>
            <a:ext cx="1996500" cy="1928700"/>
          </a:xfrm>
          <a:prstGeom prst="roundRect">
            <a:avLst>
              <a:gd name="adj" fmla="val 4313"/>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47" name="Google Shape;2447;p41"/>
          <p:cNvCxnSpPr>
            <a:stCxn id="2448" idx="2"/>
            <a:endCxn id="2446" idx="0"/>
          </p:cNvCxnSpPr>
          <p:nvPr/>
        </p:nvCxnSpPr>
        <p:spPr>
          <a:xfrm>
            <a:off x="4572000" y="2374800"/>
            <a:ext cx="0" cy="261900"/>
          </a:xfrm>
          <a:prstGeom prst="straightConnector1">
            <a:avLst/>
          </a:prstGeom>
          <a:noFill/>
          <a:ln w="9525" cap="flat" cmpd="sng">
            <a:solidFill>
              <a:srgbClr val="434343"/>
            </a:solidFill>
            <a:prstDash val="solid"/>
            <a:round/>
            <a:headEnd type="none" w="med" len="med"/>
            <a:tailEnd type="none" w="med" len="med"/>
          </a:ln>
        </p:spPr>
      </p:cxnSp>
      <p:sp>
        <p:nvSpPr>
          <p:cNvPr id="2449" name="Google Shape;2449;p41"/>
          <p:cNvSpPr/>
          <p:nvPr/>
        </p:nvSpPr>
        <p:spPr>
          <a:xfrm>
            <a:off x="6245025" y="2739173"/>
            <a:ext cx="1996500" cy="1928700"/>
          </a:xfrm>
          <a:prstGeom prst="roundRect">
            <a:avLst>
              <a:gd name="adj" fmla="val 4313"/>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1"/>
          <p:cNvSpPr/>
          <p:nvPr/>
        </p:nvSpPr>
        <p:spPr>
          <a:xfrm>
            <a:off x="6328150" y="2636700"/>
            <a:ext cx="1996500" cy="1928700"/>
          </a:xfrm>
          <a:prstGeom prst="roundRect">
            <a:avLst>
              <a:gd name="adj" fmla="val 4313"/>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51" name="Google Shape;2451;p41"/>
          <p:cNvCxnSpPr>
            <a:stCxn id="2452" idx="2"/>
            <a:endCxn id="2450" idx="0"/>
          </p:cNvCxnSpPr>
          <p:nvPr/>
        </p:nvCxnSpPr>
        <p:spPr>
          <a:xfrm>
            <a:off x="7326400" y="2374800"/>
            <a:ext cx="0" cy="261900"/>
          </a:xfrm>
          <a:prstGeom prst="straightConnector1">
            <a:avLst/>
          </a:prstGeom>
          <a:noFill/>
          <a:ln w="9525" cap="flat" cmpd="sng">
            <a:solidFill>
              <a:srgbClr val="434343"/>
            </a:solidFill>
            <a:prstDash val="solid"/>
            <a:round/>
            <a:headEnd type="none" w="med" len="med"/>
            <a:tailEnd type="none" w="med" len="med"/>
          </a:ln>
        </p:spPr>
      </p:cxnSp>
      <p:sp>
        <p:nvSpPr>
          <p:cNvPr id="2453" name="Google Shape;2453;p41"/>
          <p:cNvSpPr txBox="1">
            <a:spLocks noGrp="1"/>
          </p:cNvSpPr>
          <p:nvPr>
            <p:ph type="ctrTitle" idx="2"/>
          </p:nvPr>
        </p:nvSpPr>
        <p:spPr>
          <a:xfrm>
            <a:off x="3247175" y="1582025"/>
            <a:ext cx="2778712" cy="79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2400" dirty="0">
                <a:latin typeface="Lato" panose="020F0502020204030203" pitchFamily="34" charset="0"/>
                <a:ea typeface="Lato" panose="020F0502020204030203" pitchFamily="34" charset="0"/>
                <a:cs typeface="Lato" panose="020F0502020204030203" pitchFamily="34" charset="0"/>
              </a:rPr>
              <a:t>NHÀ ĐẦU TƯ</a:t>
            </a:r>
            <a:endParaRPr sz="2400" dirty="0">
              <a:latin typeface="Lato" panose="020F0502020204030203" pitchFamily="34" charset="0"/>
              <a:ea typeface="Lato" panose="020F0502020204030203" pitchFamily="34" charset="0"/>
              <a:cs typeface="Lato" panose="020F0502020204030203" pitchFamily="34" charset="0"/>
            </a:endParaRPr>
          </a:p>
        </p:txBody>
      </p:sp>
      <p:sp>
        <p:nvSpPr>
          <p:cNvPr id="2454" name="Google Shape;2454;p41"/>
          <p:cNvSpPr txBox="1">
            <a:spLocks noGrp="1"/>
          </p:cNvSpPr>
          <p:nvPr>
            <p:ph type="subTitle" idx="3"/>
          </p:nvPr>
        </p:nvSpPr>
        <p:spPr>
          <a:xfrm>
            <a:off x="3625361" y="2927713"/>
            <a:ext cx="1827900" cy="167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latin typeface="Lato" panose="020F0502020204030203" pitchFamily="34" charset="0"/>
                <a:ea typeface="Lato" panose="020F0502020204030203" pitchFamily="34" charset="0"/>
                <a:cs typeface="Lato" panose="020F0502020204030203" pitchFamily="34" charset="0"/>
              </a:rPr>
              <a:t>Chọn khoản vay để đầu tư dựa trên thông tin người vay, nhận lãi suất từ khoản đầu tư.</a:t>
            </a: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2455" name="Google Shape;2455;p41"/>
          <p:cNvSpPr txBox="1">
            <a:spLocks noGrp="1"/>
          </p:cNvSpPr>
          <p:nvPr>
            <p:ph type="ctrTitle" idx="4"/>
          </p:nvPr>
        </p:nvSpPr>
        <p:spPr>
          <a:xfrm>
            <a:off x="5708840" y="1582025"/>
            <a:ext cx="3099880" cy="79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400">
                <a:latin typeface="Lato" panose="020F0502020204030203" pitchFamily="34" charset="0"/>
                <a:ea typeface="Lato" panose="020F0502020204030203" pitchFamily="34" charset="0"/>
                <a:cs typeface="Lato" panose="020F0502020204030203" pitchFamily="34" charset="0"/>
              </a:rPr>
              <a:t>Lending</a:t>
            </a:r>
            <a:r>
              <a:rPr lang="en-US" sz="2400" dirty="0">
                <a:latin typeface="Lato" panose="020F0502020204030203" pitchFamily="34" charset="0"/>
                <a:ea typeface="Lato" panose="020F0502020204030203" pitchFamily="34" charset="0"/>
                <a:cs typeface="Lato" panose="020F0502020204030203" pitchFamily="34" charset="0"/>
              </a:rPr>
              <a:t> </a:t>
            </a:r>
            <a:r>
              <a:rPr lang="en-US" sz="2400">
                <a:latin typeface="Lato" panose="020F0502020204030203" pitchFamily="34" charset="0"/>
                <a:ea typeface="Lato" panose="020F0502020204030203" pitchFamily="34" charset="0"/>
                <a:cs typeface="Lato" panose="020F0502020204030203" pitchFamily="34" charset="0"/>
              </a:rPr>
              <a:t>Club</a:t>
            </a:r>
            <a:endParaRPr lang="en-US" sz="2400" dirty="0">
              <a:latin typeface="Lato" panose="020F0502020204030203" pitchFamily="34" charset="0"/>
              <a:ea typeface="Lato" panose="020F0502020204030203" pitchFamily="34" charset="0"/>
              <a:cs typeface="Lato" panose="020F0502020204030203" pitchFamily="34" charset="0"/>
            </a:endParaRPr>
          </a:p>
        </p:txBody>
      </p:sp>
      <p:sp>
        <p:nvSpPr>
          <p:cNvPr id="2456" name="Google Shape;2456;p41"/>
          <p:cNvSpPr txBox="1">
            <a:spLocks noGrp="1"/>
          </p:cNvSpPr>
          <p:nvPr>
            <p:ph type="subTitle" idx="5"/>
          </p:nvPr>
        </p:nvSpPr>
        <p:spPr>
          <a:xfrm>
            <a:off x="6384986" y="2927713"/>
            <a:ext cx="1827900" cy="167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latin typeface="Lato" panose="020F0502020204030203" pitchFamily="34" charset="0"/>
                <a:ea typeface="Lato" panose="020F0502020204030203" pitchFamily="34" charset="0"/>
                <a:cs typeface="Lato" panose="020F0502020204030203" pitchFamily="34" charset="0"/>
              </a:rPr>
              <a:t>Thu phí khởi tạo từ người vay và phí dịch vụ từ nhà đầu tư, quản lý các khoản vay và phân phối thanh toán cho nhà đầu tư.</a:t>
            </a: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2457" name="Google Shape;2457;p41"/>
          <p:cNvSpPr txBox="1">
            <a:spLocks noGrp="1"/>
          </p:cNvSpPr>
          <p:nvPr>
            <p:ph type="ctrTitle" idx="6"/>
          </p:nvPr>
        </p:nvSpPr>
        <p:spPr>
          <a:xfrm>
            <a:off x="4427855" y="457300"/>
            <a:ext cx="3947495" cy="48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vi-VN">
                <a:latin typeface="RNS Sans"/>
              </a:rPr>
              <a:t>CÁCH </a:t>
            </a:r>
            <a:r>
              <a:rPr lang="vi-VN" dirty="0">
                <a:latin typeface="RNS Sans"/>
              </a:rPr>
              <a:t>HOẠT ĐỘNG CỦA CÔNG TY</a:t>
            </a:r>
            <a:endParaRPr dirty="0">
              <a:latin typeface="RNS Sans"/>
            </a:endParaRPr>
          </a:p>
        </p:txBody>
      </p:sp>
      <p:grpSp>
        <p:nvGrpSpPr>
          <p:cNvPr id="2" name="Google Shape;510;p29">
            <a:extLst>
              <a:ext uri="{FF2B5EF4-FFF2-40B4-BE49-F238E27FC236}">
                <a16:creationId xmlns:a16="http://schemas.microsoft.com/office/drawing/2014/main" id="{9397CB5B-2695-05FA-D857-F53289A792A7}"/>
              </a:ext>
            </a:extLst>
          </p:cNvPr>
          <p:cNvGrpSpPr/>
          <p:nvPr/>
        </p:nvGrpSpPr>
        <p:grpSpPr>
          <a:xfrm>
            <a:off x="4254346" y="5264963"/>
            <a:ext cx="519733" cy="485268"/>
            <a:chOff x="4694531" y="2250235"/>
            <a:chExt cx="1090502" cy="1018186"/>
          </a:xfrm>
        </p:grpSpPr>
        <p:sp>
          <p:nvSpPr>
            <p:cNvPr id="3" name="Google Shape;511;p29">
              <a:extLst>
                <a:ext uri="{FF2B5EF4-FFF2-40B4-BE49-F238E27FC236}">
                  <a16:creationId xmlns:a16="http://schemas.microsoft.com/office/drawing/2014/main" id="{575282FE-48C2-FA66-2A9C-C39B257E5486}"/>
                </a:ext>
              </a:extLst>
            </p:cNvPr>
            <p:cNvSpPr/>
            <p:nvPr/>
          </p:nvSpPr>
          <p:spPr>
            <a:xfrm>
              <a:off x="4694531" y="2250235"/>
              <a:ext cx="1090502" cy="1018186"/>
            </a:xfrm>
            <a:custGeom>
              <a:avLst/>
              <a:gdLst/>
              <a:ahLst/>
              <a:cxnLst/>
              <a:rect l="l" t="t" r="r" b="b"/>
              <a:pathLst>
                <a:path w="24565" h="22936" extrusionOk="0">
                  <a:moveTo>
                    <a:pt x="12304" y="1"/>
                  </a:moveTo>
                  <a:cubicBezTo>
                    <a:pt x="11753" y="1"/>
                    <a:pt x="11196" y="40"/>
                    <a:pt x="10635" y="122"/>
                  </a:cubicBezTo>
                  <a:cubicBezTo>
                    <a:pt x="4354" y="1033"/>
                    <a:pt x="0" y="6855"/>
                    <a:pt x="912" y="13122"/>
                  </a:cubicBezTo>
                  <a:cubicBezTo>
                    <a:pt x="1738" y="18828"/>
                    <a:pt x="6647" y="22935"/>
                    <a:pt x="12259" y="22935"/>
                  </a:cubicBezTo>
                  <a:cubicBezTo>
                    <a:pt x="12812" y="22935"/>
                    <a:pt x="13371" y="22895"/>
                    <a:pt x="13934" y="22813"/>
                  </a:cubicBezTo>
                  <a:cubicBezTo>
                    <a:pt x="20211" y="21901"/>
                    <a:pt x="24565" y="16083"/>
                    <a:pt x="23657" y="9816"/>
                  </a:cubicBezTo>
                  <a:cubicBezTo>
                    <a:pt x="22827" y="4109"/>
                    <a:pt x="17918" y="1"/>
                    <a:pt x="1230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12;p29">
              <a:extLst>
                <a:ext uri="{FF2B5EF4-FFF2-40B4-BE49-F238E27FC236}">
                  <a16:creationId xmlns:a16="http://schemas.microsoft.com/office/drawing/2014/main" id="{296033FC-B511-1469-4CC7-118C096D24C2}"/>
                </a:ext>
              </a:extLst>
            </p:cNvPr>
            <p:cNvSpPr/>
            <p:nvPr/>
          </p:nvSpPr>
          <p:spPr>
            <a:xfrm>
              <a:off x="4824199" y="2371334"/>
              <a:ext cx="831161" cy="775937"/>
            </a:xfrm>
            <a:custGeom>
              <a:avLst/>
              <a:gdLst/>
              <a:ahLst/>
              <a:cxnLst/>
              <a:rect l="l" t="t" r="r" b="b"/>
              <a:pathLst>
                <a:path w="18723" h="17479" extrusionOk="0">
                  <a:moveTo>
                    <a:pt x="9375" y="1"/>
                  </a:moveTo>
                  <a:cubicBezTo>
                    <a:pt x="8956" y="1"/>
                    <a:pt x="8532" y="31"/>
                    <a:pt x="8106" y="92"/>
                  </a:cubicBezTo>
                  <a:cubicBezTo>
                    <a:pt x="3320" y="789"/>
                    <a:pt x="0" y="5226"/>
                    <a:pt x="697" y="9999"/>
                  </a:cubicBezTo>
                  <a:cubicBezTo>
                    <a:pt x="1328" y="14348"/>
                    <a:pt x="5067" y="17478"/>
                    <a:pt x="9342" y="17478"/>
                  </a:cubicBezTo>
                  <a:cubicBezTo>
                    <a:pt x="9763" y="17478"/>
                    <a:pt x="10189" y="17448"/>
                    <a:pt x="10617" y="17386"/>
                  </a:cubicBezTo>
                  <a:cubicBezTo>
                    <a:pt x="15406" y="16690"/>
                    <a:pt x="18723" y="12257"/>
                    <a:pt x="18029" y="7479"/>
                  </a:cubicBezTo>
                  <a:cubicBezTo>
                    <a:pt x="17395" y="3131"/>
                    <a:pt x="13655" y="1"/>
                    <a:pt x="937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13;p29">
              <a:extLst>
                <a:ext uri="{FF2B5EF4-FFF2-40B4-BE49-F238E27FC236}">
                  <a16:creationId xmlns:a16="http://schemas.microsoft.com/office/drawing/2014/main" id="{20F72B13-C20B-03B3-57C5-FA5AD97ABD89}"/>
                </a:ext>
              </a:extLst>
            </p:cNvPr>
            <p:cNvSpPr/>
            <p:nvPr/>
          </p:nvSpPr>
          <p:spPr>
            <a:xfrm>
              <a:off x="4841911" y="2356596"/>
              <a:ext cx="782507" cy="470782"/>
            </a:xfrm>
            <a:custGeom>
              <a:avLst/>
              <a:gdLst/>
              <a:ahLst/>
              <a:cxnLst/>
              <a:rect l="l" t="t" r="r" b="b"/>
              <a:pathLst>
                <a:path w="17627" h="10605" extrusionOk="0">
                  <a:moveTo>
                    <a:pt x="8959" y="0"/>
                  </a:moveTo>
                  <a:cubicBezTo>
                    <a:pt x="8916" y="0"/>
                    <a:pt x="8873" y="1"/>
                    <a:pt x="8830" y="1"/>
                  </a:cubicBezTo>
                  <a:cubicBezTo>
                    <a:pt x="8348" y="12"/>
                    <a:pt x="7864" y="55"/>
                    <a:pt x="7379" y="141"/>
                  </a:cubicBezTo>
                  <a:cubicBezTo>
                    <a:pt x="6895" y="227"/>
                    <a:pt x="6421" y="353"/>
                    <a:pt x="5969" y="511"/>
                  </a:cubicBezTo>
                  <a:cubicBezTo>
                    <a:pt x="5513" y="665"/>
                    <a:pt x="5083" y="866"/>
                    <a:pt x="4673" y="1085"/>
                  </a:cubicBezTo>
                  <a:cubicBezTo>
                    <a:pt x="4264" y="1301"/>
                    <a:pt x="3880" y="1556"/>
                    <a:pt x="3524" y="1824"/>
                  </a:cubicBezTo>
                  <a:cubicBezTo>
                    <a:pt x="3169" y="2094"/>
                    <a:pt x="2843" y="2384"/>
                    <a:pt x="2545" y="2689"/>
                  </a:cubicBezTo>
                  <a:cubicBezTo>
                    <a:pt x="1949" y="3296"/>
                    <a:pt x="1478" y="3964"/>
                    <a:pt x="1112" y="4620"/>
                  </a:cubicBezTo>
                  <a:cubicBezTo>
                    <a:pt x="750" y="5281"/>
                    <a:pt x="499" y="5941"/>
                    <a:pt x="334" y="6559"/>
                  </a:cubicBezTo>
                  <a:cubicBezTo>
                    <a:pt x="0" y="7793"/>
                    <a:pt x="14" y="8842"/>
                    <a:pt x="90" y="9538"/>
                  </a:cubicBezTo>
                  <a:cubicBezTo>
                    <a:pt x="172" y="10235"/>
                    <a:pt x="303" y="10604"/>
                    <a:pt x="340" y="10604"/>
                  </a:cubicBezTo>
                  <a:cubicBezTo>
                    <a:pt x="341" y="10604"/>
                    <a:pt x="341" y="10604"/>
                    <a:pt x="341" y="10604"/>
                  </a:cubicBezTo>
                  <a:cubicBezTo>
                    <a:pt x="395" y="10593"/>
                    <a:pt x="352" y="10209"/>
                    <a:pt x="352" y="9524"/>
                  </a:cubicBezTo>
                  <a:cubicBezTo>
                    <a:pt x="355" y="8842"/>
                    <a:pt x="416" y="7844"/>
                    <a:pt x="786" y="6691"/>
                  </a:cubicBezTo>
                  <a:cubicBezTo>
                    <a:pt x="973" y="6118"/>
                    <a:pt x="1235" y="5503"/>
                    <a:pt x="1594" y="4894"/>
                  </a:cubicBezTo>
                  <a:cubicBezTo>
                    <a:pt x="1960" y="4291"/>
                    <a:pt x="2416" y="3680"/>
                    <a:pt x="2982" y="3124"/>
                  </a:cubicBezTo>
                  <a:cubicBezTo>
                    <a:pt x="3266" y="2848"/>
                    <a:pt x="3575" y="2578"/>
                    <a:pt x="3908" y="2338"/>
                  </a:cubicBezTo>
                  <a:cubicBezTo>
                    <a:pt x="4246" y="2090"/>
                    <a:pt x="4601" y="1860"/>
                    <a:pt x="4985" y="1663"/>
                  </a:cubicBezTo>
                  <a:cubicBezTo>
                    <a:pt x="5366" y="1462"/>
                    <a:pt x="5764" y="1282"/>
                    <a:pt x="6188" y="1139"/>
                  </a:cubicBezTo>
                  <a:cubicBezTo>
                    <a:pt x="6608" y="996"/>
                    <a:pt x="7046" y="880"/>
                    <a:pt x="7495" y="798"/>
                  </a:cubicBezTo>
                  <a:cubicBezTo>
                    <a:pt x="7947" y="722"/>
                    <a:pt x="8396" y="679"/>
                    <a:pt x="8840" y="669"/>
                  </a:cubicBezTo>
                  <a:cubicBezTo>
                    <a:pt x="8899" y="668"/>
                    <a:pt x="8958" y="667"/>
                    <a:pt x="9016" y="667"/>
                  </a:cubicBezTo>
                  <a:cubicBezTo>
                    <a:pt x="9401" y="667"/>
                    <a:pt x="9780" y="698"/>
                    <a:pt x="10150" y="744"/>
                  </a:cubicBezTo>
                  <a:cubicBezTo>
                    <a:pt x="10578" y="798"/>
                    <a:pt x="10994" y="895"/>
                    <a:pt x="11393" y="1009"/>
                  </a:cubicBezTo>
                  <a:cubicBezTo>
                    <a:pt x="11791" y="1121"/>
                    <a:pt x="12171" y="1268"/>
                    <a:pt x="12531" y="1430"/>
                  </a:cubicBezTo>
                  <a:cubicBezTo>
                    <a:pt x="13255" y="1753"/>
                    <a:pt x="13894" y="2169"/>
                    <a:pt x="14447" y="2614"/>
                  </a:cubicBezTo>
                  <a:cubicBezTo>
                    <a:pt x="14993" y="3063"/>
                    <a:pt x="15448" y="3547"/>
                    <a:pt x="15821" y="4021"/>
                  </a:cubicBezTo>
                  <a:cubicBezTo>
                    <a:pt x="16568" y="4976"/>
                    <a:pt x="16970" y="5895"/>
                    <a:pt x="17207" y="6534"/>
                  </a:cubicBezTo>
                  <a:cubicBezTo>
                    <a:pt x="17442" y="7171"/>
                    <a:pt x="17536" y="7543"/>
                    <a:pt x="17586" y="7543"/>
                  </a:cubicBezTo>
                  <a:cubicBezTo>
                    <a:pt x="17586" y="7543"/>
                    <a:pt x="17587" y="7543"/>
                    <a:pt x="17587" y="7542"/>
                  </a:cubicBezTo>
                  <a:cubicBezTo>
                    <a:pt x="17627" y="7535"/>
                    <a:pt x="17623" y="7144"/>
                    <a:pt x="17458" y="6454"/>
                  </a:cubicBezTo>
                  <a:cubicBezTo>
                    <a:pt x="17290" y="5773"/>
                    <a:pt x="16941" y="4786"/>
                    <a:pt x="16205" y="3741"/>
                  </a:cubicBezTo>
                  <a:cubicBezTo>
                    <a:pt x="15836" y="3221"/>
                    <a:pt x="15373" y="2686"/>
                    <a:pt x="14806" y="2190"/>
                  </a:cubicBezTo>
                  <a:cubicBezTo>
                    <a:pt x="14235" y="1699"/>
                    <a:pt x="13564" y="1236"/>
                    <a:pt x="12792" y="870"/>
                  </a:cubicBezTo>
                  <a:cubicBezTo>
                    <a:pt x="12408" y="686"/>
                    <a:pt x="12002" y="525"/>
                    <a:pt x="11575" y="396"/>
                  </a:cubicBezTo>
                  <a:cubicBezTo>
                    <a:pt x="11148" y="267"/>
                    <a:pt x="10703" y="159"/>
                    <a:pt x="10243" y="95"/>
                  </a:cubicBezTo>
                  <a:cubicBezTo>
                    <a:pt x="9825" y="36"/>
                    <a:pt x="9395" y="0"/>
                    <a:pt x="8959"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14;p29">
              <a:extLst>
                <a:ext uri="{FF2B5EF4-FFF2-40B4-BE49-F238E27FC236}">
                  <a16:creationId xmlns:a16="http://schemas.microsoft.com/office/drawing/2014/main" id="{8A87532A-FBB1-BE75-18A9-42C178CF131A}"/>
                </a:ext>
              </a:extLst>
            </p:cNvPr>
            <p:cNvSpPr/>
            <p:nvPr/>
          </p:nvSpPr>
          <p:spPr>
            <a:xfrm>
              <a:off x="5058586" y="2488083"/>
              <a:ext cx="386747" cy="570799"/>
            </a:xfrm>
            <a:custGeom>
              <a:avLst/>
              <a:gdLst/>
              <a:ahLst/>
              <a:cxnLst/>
              <a:rect l="l" t="t" r="r" b="b"/>
              <a:pathLst>
                <a:path w="8712" h="12858" extrusionOk="0">
                  <a:moveTo>
                    <a:pt x="3209" y="3500"/>
                  </a:moveTo>
                  <a:lnTo>
                    <a:pt x="3518" y="5409"/>
                  </a:lnTo>
                  <a:cubicBezTo>
                    <a:pt x="2894" y="5316"/>
                    <a:pt x="2452" y="5122"/>
                    <a:pt x="2377" y="4652"/>
                  </a:cubicBezTo>
                  <a:cubicBezTo>
                    <a:pt x="2304" y="4211"/>
                    <a:pt x="2524" y="3772"/>
                    <a:pt x="3209" y="3500"/>
                  </a:cubicBezTo>
                  <a:close/>
                  <a:moveTo>
                    <a:pt x="5233" y="7506"/>
                  </a:moveTo>
                  <a:cubicBezTo>
                    <a:pt x="5844" y="7617"/>
                    <a:pt x="6275" y="7807"/>
                    <a:pt x="6350" y="8277"/>
                  </a:cubicBezTo>
                  <a:cubicBezTo>
                    <a:pt x="6418" y="8708"/>
                    <a:pt x="6177" y="9106"/>
                    <a:pt x="5528" y="9361"/>
                  </a:cubicBezTo>
                  <a:lnTo>
                    <a:pt x="5233" y="7506"/>
                  </a:lnTo>
                  <a:close/>
                  <a:moveTo>
                    <a:pt x="4032" y="0"/>
                  </a:moveTo>
                  <a:lnTo>
                    <a:pt x="2685" y="216"/>
                  </a:lnTo>
                  <a:lnTo>
                    <a:pt x="2925" y="1708"/>
                  </a:lnTo>
                  <a:cubicBezTo>
                    <a:pt x="840" y="2290"/>
                    <a:pt x="0" y="3683"/>
                    <a:pt x="227" y="5108"/>
                  </a:cubicBezTo>
                  <a:cubicBezTo>
                    <a:pt x="535" y="7032"/>
                    <a:pt x="2283" y="7261"/>
                    <a:pt x="3833" y="7384"/>
                  </a:cubicBezTo>
                  <a:lnTo>
                    <a:pt x="4193" y="9630"/>
                  </a:lnTo>
                  <a:cubicBezTo>
                    <a:pt x="4079" y="9637"/>
                    <a:pt x="3965" y="9641"/>
                    <a:pt x="3850" y="9641"/>
                  </a:cubicBezTo>
                  <a:cubicBezTo>
                    <a:pt x="2975" y="9641"/>
                    <a:pt x="2096" y="9438"/>
                    <a:pt x="1433" y="9092"/>
                  </a:cubicBezTo>
                  <a:lnTo>
                    <a:pt x="955" y="10854"/>
                  </a:lnTo>
                  <a:cubicBezTo>
                    <a:pt x="1623" y="11223"/>
                    <a:pt x="2619" y="11432"/>
                    <a:pt x="3681" y="11432"/>
                  </a:cubicBezTo>
                  <a:cubicBezTo>
                    <a:pt x="3943" y="11432"/>
                    <a:pt x="4210" y="11419"/>
                    <a:pt x="4476" y="11393"/>
                  </a:cubicBezTo>
                  <a:lnTo>
                    <a:pt x="4709" y="12857"/>
                  </a:lnTo>
                  <a:lnTo>
                    <a:pt x="6056" y="12642"/>
                  </a:lnTo>
                  <a:lnTo>
                    <a:pt x="5815" y="11138"/>
                  </a:lnTo>
                  <a:cubicBezTo>
                    <a:pt x="7882" y="10542"/>
                    <a:pt x="8712" y="9171"/>
                    <a:pt x="8489" y="7771"/>
                  </a:cubicBezTo>
                  <a:cubicBezTo>
                    <a:pt x="8184" y="5876"/>
                    <a:pt x="6465" y="5639"/>
                    <a:pt x="4915" y="5528"/>
                  </a:cubicBezTo>
                  <a:lnTo>
                    <a:pt x="4548" y="3242"/>
                  </a:lnTo>
                  <a:cubicBezTo>
                    <a:pt x="4611" y="3239"/>
                    <a:pt x="4673" y="3238"/>
                    <a:pt x="4736" y="3238"/>
                  </a:cubicBezTo>
                  <a:cubicBezTo>
                    <a:pt x="5367" y="3238"/>
                    <a:pt x="6038" y="3357"/>
                    <a:pt x="6719" y="3611"/>
                  </a:cubicBezTo>
                  <a:lnTo>
                    <a:pt x="7125" y="1849"/>
                  </a:lnTo>
                  <a:cubicBezTo>
                    <a:pt x="6479" y="1570"/>
                    <a:pt x="5703" y="1442"/>
                    <a:pt x="4899" y="1442"/>
                  </a:cubicBezTo>
                  <a:cubicBezTo>
                    <a:pt x="4689" y="1442"/>
                    <a:pt x="4476" y="1451"/>
                    <a:pt x="4264" y="1468"/>
                  </a:cubicBezTo>
                  <a:lnTo>
                    <a:pt x="403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515;p29">
            <a:extLst>
              <a:ext uri="{FF2B5EF4-FFF2-40B4-BE49-F238E27FC236}">
                <a16:creationId xmlns:a16="http://schemas.microsoft.com/office/drawing/2014/main" id="{27C8A572-7629-2686-5803-40F683FA6570}"/>
              </a:ext>
            </a:extLst>
          </p:cNvPr>
          <p:cNvSpPr txBox="1">
            <a:spLocks/>
          </p:cNvSpPr>
          <p:nvPr/>
        </p:nvSpPr>
        <p:spPr>
          <a:xfrm>
            <a:off x="2131590" y="-3266207"/>
            <a:ext cx="4018200" cy="130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72000" lvl="0" indent="-304800" algn="ctr" rtl="0">
              <a:lnSpc>
                <a:spcPct val="100000"/>
              </a:lnSpc>
              <a:spcBef>
                <a:spcPts val="0"/>
              </a:spcBef>
              <a:spcAft>
                <a:spcPts val="0"/>
              </a:spcAft>
              <a:buClr>
                <a:srgbClr val="434343"/>
              </a:buClr>
              <a:buSzPts val="1100"/>
              <a:buFont typeface="Anaheim"/>
              <a:buNone/>
              <a:defRPr sz="1100" b="0" i="0" u="none" strike="noStrike" cap="none">
                <a:solidFill>
                  <a:srgbClr val="434343"/>
                </a:solidFill>
                <a:latin typeface="Anaheim"/>
                <a:ea typeface="Anaheim"/>
                <a:cs typeface="Anaheim"/>
                <a:sym typeface="Anaheim"/>
              </a:defRPr>
            </a:lvl1pPr>
            <a:lvl2pPr marL="914400" marR="0" lvl="1" indent="-304800" algn="ctr" rtl="0">
              <a:lnSpc>
                <a:spcPct val="100000"/>
              </a:lnSpc>
              <a:spcBef>
                <a:spcPts val="0"/>
              </a:spcBef>
              <a:spcAft>
                <a:spcPts val="0"/>
              </a:spcAft>
              <a:buClr>
                <a:srgbClr val="434343"/>
              </a:buClr>
              <a:buSzPts val="1100"/>
              <a:buFont typeface="Anaheim"/>
              <a:buNone/>
              <a:defRPr sz="1100" b="0" i="0" u="none" strike="noStrike" cap="none">
                <a:solidFill>
                  <a:srgbClr val="434343"/>
                </a:solidFill>
                <a:latin typeface="Anaheim"/>
                <a:ea typeface="Anaheim"/>
                <a:cs typeface="Anaheim"/>
                <a:sym typeface="Anaheim"/>
              </a:defRPr>
            </a:lvl2pPr>
            <a:lvl3pPr marL="1371600" marR="0" lvl="2" indent="-304800" algn="ctr" rtl="0">
              <a:lnSpc>
                <a:spcPct val="100000"/>
              </a:lnSpc>
              <a:spcBef>
                <a:spcPts val="0"/>
              </a:spcBef>
              <a:spcAft>
                <a:spcPts val="0"/>
              </a:spcAft>
              <a:buClr>
                <a:srgbClr val="434343"/>
              </a:buClr>
              <a:buSzPts val="1100"/>
              <a:buFont typeface="Anaheim"/>
              <a:buNone/>
              <a:defRPr sz="1100" b="0" i="0" u="none" strike="noStrike" cap="none">
                <a:solidFill>
                  <a:srgbClr val="434343"/>
                </a:solidFill>
                <a:latin typeface="Anaheim"/>
                <a:ea typeface="Anaheim"/>
                <a:cs typeface="Anaheim"/>
                <a:sym typeface="Anaheim"/>
              </a:defRPr>
            </a:lvl3pPr>
            <a:lvl4pPr marL="1828800" marR="0" lvl="3" indent="-304800" algn="ctr" rtl="0">
              <a:lnSpc>
                <a:spcPct val="100000"/>
              </a:lnSpc>
              <a:spcBef>
                <a:spcPts val="0"/>
              </a:spcBef>
              <a:spcAft>
                <a:spcPts val="0"/>
              </a:spcAft>
              <a:buClr>
                <a:srgbClr val="434343"/>
              </a:buClr>
              <a:buSzPts val="1100"/>
              <a:buFont typeface="Anaheim"/>
              <a:buNone/>
              <a:defRPr sz="1100" b="0" i="0" u="none" strike="noStrike" cap="none">
                <a:solidFill>
                  <a:srgbClr val="434343"/>
                </a:solidFill>
                <a:latin typeface="Anaheim"/>
                <a:ea typeface="Anaheim"/>
                <a:cs typeface="Anaheim"/>
                <a:sym typeface="Anaheim"/>
              </a:defRPr>
            </a:lvl4pPr>
            <a:lvl5pPr marL="2286000" marR="0" lvl="4" indent="-304800" algn="ctr" rtl="0">
              <a:lnSpc>
                <a:spcPct val="100000"/>
              </a:lnSpc>
              <a:spcBef>
                <a:spcPts val="0"/>
              </a:spcBef>
              <a:spcAft>
                <a:spcPts val="0"/>
              </a:spcAft>
              <a:buClr>
                <a:srgbClr val="434343"/>
              </a:buClr>
              <a:buSzPts val="1100"/>
              <a:buFont typeface="Anaheim"/>
              <a:buNone/>
              <a:defRPr sz="1100" b="0" i="0" u="none" strike="noStrike" cap="none">
                <a:solidFill>
                  <a:srgbClr val="434343"/>
                </a:solidFill>
                <a:latin typeface="Anaheim"/>
                <a:ea typeface="Anaheim"/>
                <a:cs typeface="Anaheim"/>
                <a:sym typeface="Anaheim"/>
              </a:defRPr>
            </a:lvl5pPr>
            <a:lvl6pPr marL="2743200" marR="0" lvl="5" indent="-304800" algn="ctr" rtl="0">
              <a:lnSpc>
                <a:spcPct val="100000"/>
              </a:lnSpc>
              <a:spcBef>
                <a:spcPts val="0"/>
              </a:spcBef>
              <a:spcAft>
                <a:spcPts val="0"/>
              </a:spcAft>
              <a:buClr>
                <a:srgbClr val="434343"/>
              </a:buClr>
              <a:buSzPts val="1100"/>
              <a:buFont typeface="Anaheim"/>
              <a:buNone/>
              <a:defRPr sz="1100" b="0" i="0" u="none" strike="noStrike" cap="none">
                <a:solidFill>
                  <a:srgbClr val="434343"/>
                </a:solidFill>
                <a:latin typeface="Anaheim"/>
                <a:ea typeface="Anaheim"/>
                <a:cs typeface="Anaheim"/>
                <a:sym typeface="Anaheim"/>
              </a:defRPr>
            </a:lvl6pPr>
            <a:lvl7pPr marL="3200400" marR="0" lvl="6" indent="-304800" algn="ctr" rtl="0">
              <a:lnSpc>
                <a:spcPct val="100000"/>
              </a:lnSpc>
              <a:spcBef>
                <a:spcPts val="0"/>
              </a:spcBef>
              <a:spcAft>
                <a:spcPts val="0"/>
              </a:spcAft>
              <a:buClr>
                <a:srgbClr val="434343"/>
              </a:buClr>
              <a:buSzPts val="1100"/>
              <a:buFont typeface="Anaheim"/>
              <a:buNone/>
              <a:defRPr sz="1100" b="0" i="0" u="none" strike="noStrike" cap="none">
                <a:solidFill>
                  <a:srgbClr val="434343"/>
                </a:solidFill>
                <a:latin typeface="Anaheim"/>
                <a:ea typeface="Anaheim"/>
                <a:cs typeface="Anaheim"/>
                <a:sym typeface="Anaheim"/>
              </a:defRPr>
            </a:lvl7pPr>
            <a:lvl8pPr marL="3657600" marR="0" lvl="7" indent="-304800" algn="ctr" rtl="0">
              <a:lnSpc>
                <a:spcPct val="100000"/>
              </a:lnSpc>
              <a:spcBef>
                <a:spcPts val="0"/>
              </a:spcBef>
              <a:spcAft>
                <a:spcPts val="0"/>
              </a:spcAft>
              <a:buClr>
                <a:srgbClr val="434343"/>
              </a:buClr>
              <a:buSzPts val="1100"/>
              <a:buFont typeface="Anaheim"/>
              <a:buNone/>
              <a:defRPr sz="1100" b="0" i="0" u="none" strike="noStrike" cap="none">
                <a:solidFill>
                  <a:srgbClr val="434343"/>
                </a:solidFill>
                <a:latin typeface="Anaheim"/>
                <a:ea typeface="Anaheim"/>
                <a:cs typeface="Anaheim"/>
                <a:sym typeface="Anaheim"/>
              </a:defRPr>
            </a:lvl8pPr>
            <a:lvl9pPr marL="4114800" marR="0" lvl="8" indent="-304800" algn="ctr" rtl="0">
              <a:lnSpc>
                <a:spcPct val="100000"/>
              </a:lnSpc>
              <a:spcBef>
                <a:spcPts val="0"/>
              </a:spcBef>
              <a:spcAft>
                <a:spcPts val="0"/>
              </a:spcAft>
              <a:buClr>
                <a:srgbClr val="434343"/>
              </a:buClr>
              <a:buSzPts val="1100"/>
              <a:buFont typeface="Anaheim"/>
              <a:buNone/>
              <a:defRPr sz="1100" b="0" i="0" u="none" strike="noStrike" cap="none">
                <a:solidFill>
                  <a:srgbClr val="434343"/>
                </a:solidFill>
                <a:latin typeface="Anaheim"/>
                <a:ea typeface="Anaheim"/>
                <a:cs typeface="Anaheim"/>
                <a:sym typeface="Anaheim"/>
              </a:defRPr>
            </a:lvl9pPr>
          </a:lstStyle>
          <a:p>
            <a:pPr marL="0" indent="0"/>
            <a:r>
              <a:rPr lang="vi-VN"/>
              <a:t>Lending Club là một nền tảng cho vay ngang hàng (peer-to-peer lending) tại Mỹ, cho phép các cá nhân vay tiền trực tiếp từ các nhà đầu tư cá nhân, bỏ qua trung gian tài chính truyền thống như ngân hàng</a:t>
            </a:r>
            <a:endParaRPr lang="en-US" dirty="0"/>
          </a:p>
        </p:txBody>
      </p:sp>
      <p:sp>
        <p:nvSpPr>
          <p:cNvPr id="8" name="Google Shape;516;p29">
            <a:extLst>
              <a:ext uri="{FF2B5EF4-FFF2-40B4-BE49-F238E27FC236}">
                <a16:creationId xmlns:a16="http://schemas.microsoft.com/office/drawing/2014/main" id="{4C1EFA79-BD63-9B69-220F-DE58CDE48BF3}"/>
              </a:ext>
            </a:extLst>
          </p:cNvPr>
          <p:cNvSpPr txBox="1">
            <a:spLocks/>
          </p:cNvSpPr>
          <p:nvPr/>
        </p:nvSpPr>
        <p:spPr>
          <a:xfrm>
            <a:off x="10453567" y="2929232"/>
            <a:ext cx="4669200" cy="384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434343"/>
              </a:buClr>
              <a:buSzPts val="2400"/>
              <a:buFont typeface="Staatliches"/>
              <a:buNone/>
              <a:defRPr sz="3600" b="0" i="0" u="none" strike="noStrike" cap="none">
                <a:solidFill>
                  <a:srgbClr val="434343"/>
                </a:solidFill>
                <a:latin typeface="Staatliches"/>
                <a:ea typeface="Staatliches"/>
                <a:cs typeface="Staatliches"/>
                <a:sym typeface="Staatliches"/>
              </a:defRPr>
            </a:lvl1pPr>
            <a:lvl2pPr marR="0" lvl="1" algn="ctr" rtl="0">
              <a:lnSpc>
                <a:spcPct val="100000"/>
              </a:lnSpc>
              <a:spcBef>
                <a:spcPts val="0"/>
              </a:spcBef>
              <a:spcAft>
                <a:spcPts val="0"/>
              </a:spcAft>
              <a:buClr>
                <a:srgbClr val="434343"/>
              </a:buClr>
              <a:buSzPts val="2400"/>
              <a:buFont typeface="Staatliches"/>
              <a:buNone/>
              <a:defRPr sz="2400" b="0" i="0" u="none" strike="noStrike" cap="none">
                <a:solidFill>
                  <a:srgbClr val="434343"/>
                </a:solidFill>
                <a:latin typeface="Staatliches"/>
                <a:ea typeface="Staatliches"/>
                <a:cs typeface="Staatliches"/>
                <a:sym typeface="Staatliches"/>
              </a:defRPr>
            </a:lvl2pPr>
            <a:lvl3pPr marR="0" lvl="2" algn="ctr" rtl="0">
              <a:lnSpc>
                <a:spcPct val="100000"/>
              </a:lnSpc>
              <a:spcBef>
                <a:spcPts val="0"/>
              </a:spcBef>
              <a:spcAft>
                <a:spcPts val="0"/>
              </a:spcAft>
              <a:buClr>
                <a:srgbClr val="434343"/>
              </a:buClr>
              <a:buSzPts val="2400"/>
              <a:buFont typeface="Staatliches"/>
              <a:buNone/>
              <a:defRPr sz="2400" b="0" i="0" u="none" strike="noStrike" cap="none">
                <a:solidFill>
                  <a:srgbClr val="434343"/>
                </a:solidFill>
                <a:latin typeface="Staatliches"/>
                <a:ea typeface="Staatliches"/>
                <a:cs typeface="Staatliches"/>
                <a:sym typeface="Staatliches"/>
              </a:defRPr>
            </a:lvl3pPr>
            <a:lvl4pPr marR="0" lvl="3" algn="ctr" rtl="0">
              <a:lnSpc>
                <a:spcPct val="100000"/>
              </a:lnSpc>
              <a:spcBef>
                <a:spcPts val="0"/>
              </a:spcBef>
              <a:spcAft>
                <a:spcPts val="0"/>
              </a:spcAft>
              <a:buClr>
                <a:srgbClr val="434343"/>
              </a:buClr>
              <a:buSzPts val="2400"/>
              <a:buFont typeface="Staatliches"/>
              <a:buNone/>
              <a:defRPr sz="2400" b="0" i="0" u="none" strike="noStrike" cap="none">
                <a:solidFill>
                  <a:srgbClr val="434343"/>
                </a:solidFill>
                <a:latin typeface="Staatliches"/>
                <a:ea typeface="Staatliches"/>
                <a:cs typeface="Staatliches"/>
                <a:sym typeface="Staatliches"/>
              </a:defRPr>
            </a:lvl4pPr>
            <a:lvl5pPr marR="0" lvl="4" algn="ctr" rtl="0">
              <a:lnSpc>
                <a:spcPct val="100000"/>
              </a:lnSpc>
              <a:spcBef>
                <a:spcPts val="0"/>
              </a:spcBef>
              <a:spcAft>
                <a:spcPts val="0"/>
              </a:spcAft>
              <a:buClr>
                <a:srgbClr val="434343"/>
              </a:buClr>
              <a:buSzPts val="2400"/>
              <a:buFont typeface="Staatliches"/>
              <a:buNone/>
              <a:defRPr sz="2400" b="0" i="0" u="none" strike="noStrike" cap="none">
                <a:solidFill>
                  <a:srgbClr val="434343"/>
                </a:solidFill>
                <a:latin typeface="Staatliches"/>
                <a:ea typeface="Staatliches"/>
                <a:cs typeface="Staatliches"/>
                <a:sym typeface="Staatliches"/>
              </a:defRPr>
            </a:lvl5pPr>
            <a:lvl6pPr marR="0" lvl="5" algn="ctr" rtl="0">
              <a:lnSpc>
                <a:spcPct val="100000"/>
              </a:lnSpc>
              <a:spcBef>
                <a:spcPts val="0"/>
              </a:spcBef>
              <a:spcAft>
                <a:spcPts val="0"/>
              </a:spcAft>
              <a:buClr>
                <a:srgbClr val="434343"/>
              </a:buClr>
              <a:buSzPts val="2400"/>
              <a:buFont typeface="Staatliches"/>
              <a:buNone/>
              <a:defRPr sz="2400" b="0" i="0" u="none" strike="noStrike" cap="none">
                <a:solidFill>
                  <a:srgbClr val="434343"/>
                </a:solidFill>
                <a:latin typeface="Staatliches"/>
                <a:ea typeface="Staatliches"/>
                <a:cs typeface="Staatliches"/>
                <a:sym typeface="Staatliches"/>
              </a:defRPr>
            </a:lvl6pPr>
            <a:lvl7pPr marR="0" lvl="6" algn="ctr" rtl="0">
              <a:lnSpc>
                <a:spcPct val="100000"/>
              </a:lnSpc>
              <a:spcBef>
                <a:spcPts val="0"/>
              </a:spcBef>
              <a:spcAft>
                <a:spcPts val="0"/>
              </a:spcAft>
              <a:buClr>
                <a:srgbClr val="434343"/>
              </a:buClr>
              <a:buSzPts val="2400"/>
              <a:buFont typeface="Staatliches"/>
              <a:buNone/>
              <a:defRPr sz="2400" b="0" i="0" u="none" strike="noStrike" cap="none">
                <a:solidFill>
                  <a:srgbClr val="434343"/>
                </a:solidFill>
                <a:latin typeface="Staatliches"/>
                <a:ea typeface="Staatliches"/>
                <a:cs typeface="Staatliches"/>
                <a:sym typeface="Staatliches"/>
              </a:defRPr>
            </a:lvl7pPr>
            <a:lvl8pPr marR="0" lvl="7" algn="ctr" rtl="0">
              <a:lnSpc>
                <a:spcPct val="100000"/>
              </a:lnSpc>
              <a:spcBef>
                <a:spcPts val="0"/>
              </a:spcBef>
              <a:spcAft>
                <a:spcPts val="0"/>
              </a:spcAft>
              <a:buClr>
                <a:srgbClr val="434343"/>
              </a:buClr>
              <a:buSzPts val="2400"/>
              <a:buFont typeface="Staatliches"/>
              <a:buNone/>
              <a:defRPr sz="2400" b="0" i="0" u="none" strike="noStrike" cap="none">
                <a:solidFill>
                  <a:srgbClr val="434343"/>
                </a:solidFill>
                <a:latin typeface="Staatliches"/>
                <a:ea typeface="Staatliches"/>
                <a:cs typeface="Staatliches"/>
                <a:sym typeface="Staatliches"/>
              </a:defRPr>
            </a:lvl8pPr>
            <a:lvl9pPr marR="0" lvl="8" algn="ctr" rtl="0">
              <a:lnSpc>
                <a:spcPct val="100000"/>
              </a:lnSpc>
              <a:spcBef>
                <a:spcPts val="0"/>
              </a:spcBef>
              <a:spcAft>
                <a:spcPts val="0"/>
              </a:spcAft>
              <a:buClr>
                <a:srgbClr val="434343"/>
              </a:buClr>
              <a:buSzPts val="2400"/>
              <a:buFont typeface="Staatliches"/>
              <a:buNone/>
              <a:defRPr sz="2400" b="0" i="0" u="none" strike="noStrike" cap="none">
                <a:solidFill>
                  <a:srgbClr val="434343"/>
                </a:solidFill>
                <a:latin typeface="Staatliches"/>
                <a:ea typeface="Staatliches"/>
                <a:cs typeface="Staatliches"/>
                <a:sym typeface="Staatliches"/>
              </a:defRPr>
            </a:lvl9pPr>
          </a:lstStyle>
          <a:p>
            <a:r>
              <a:rPr lang="en-US"/>
              <a:t>LENDING CLUB LOAN​</a:t>
            </a:r>
            <a:endParaRPr lang="en-US" dirty="0"/>
          </a:p>
        </p:txBody>
      </p:sp>
      <p:grpSp>
        <p:nvGrpSpPr>
          <p:cNvPr id="9" name="Google Shape;517;p29">
            <a:extLst>
              <a:ext uri="{FF2B5EF4-FFF2-40B4-BE49-F238E27FC236}">
                <a16:creationId xmlns:a16="http://schemas.microsoft.com/office/drawing/2014/main" id="{FE4AF829-BC83-1E02-E8E9-97EB9C3E8F93}"/>
              </a:ext>
            </a:extLst>
          </p:cNvPr>
          <p:cNvGrpSpPr/>
          <p:nvPr/>
        </p:nvGrpSpPr>
        <p:grpSpPr>
          <a:xfrm>
            <a:off x="-4391644" y="3051275"/>
            <a:ext cx="2371910" cy="1507092"/>
            <a:chOff x="4857224" y="3518946"/>
            <a:chExt cx="2371910" cy="1507092"/>
          </a:xfrm>
        </p:grpSpPr>
        <p:sp>
          <p:nvSpPr>
            <p:cNvPr id="10" name="Google Shape;518;p29">
              <a:extLst>
                <a:ext uri="{FF2B5EF4-FFF2-40B4-BE49-F238E27FC236}">
                  <a16:creationId xmlns:a16="http://schemas.microsoft.com/office/drawing/2014/main" id="{E83F0A6E-57B1-11BE-3F08-92A5DEF45B01}"/>
                </a:ext>
              </a:extLst>
            </p:cNvPr>
            <p:cNvSpPr/>
            <p:nvPr/>
          </p:nvSpPr>
          <p:spPr>
            <a:xfrm flipH="1">
              <a:off x="6620122" y="4175756"/>
              <a:ext cx="454956" cy="850283"/>
            </a:xfrm>
            <a:custGeom>
              <a:avLst/>
              <a:gdLst/>
              <a:ahLst/>
              <a:cxnLst/>
              <a:rect l="l" t="t" r="r" b="b"/>
              <a:pathLst>
                <a:path w="9415" h="17596" extrusionOk="0">
                  <a:moveTo>
                    <a:pt x="0" y="1"/>
                  </a:moveTo>
                  <a:lnTo>
                    <a:pt x="0" y="15912"/>
                  </a:lnTo>
                  <a:cubicBezTo>
                    <a:pt x="0" y="16842"/>
                    <a:pt x="620" y="17595"/>
                    <a:pt x="1382" y="17595"/>
                  </a:cubicBezTo>
                  <a:lnTo>
                    <a:pt x="8029" y="17595"/>
                  </a:lnTo>
                  <a:cubicBezTo>
                    <a:pt x="8794" y="17595"/>
                    <a:pt x="9415" y="16842"/>
                    <a:pt x="9415" y="15912"/>
                  </a:cubicBezTo>
                  <a:lnTo>
                    <a:pt x="9415" y="1"/>
                  </a:lnTo>
                  <a:lnTo>
                    <a:pt x="9228" y="1"/>
                  </a:lnTo>
                  <a:lnTo>
                    <a:pt x="9228" y="15912"/>
                  </a:lnTo>
                  <a:cubicBezTo>
                    <a:pt x="9228" y="16737"/>
                    <a:pt x="8693" y="17413"/>
                    <a:pt x="8029" y="17413"/>
                  </a:cubicBezTo>
                  <a:lnTo>
                    <a:pt x="1382" y="17413"/>
                  </a:lnTo>
                  <a:cubicBezTo>
                    <a:pt x="721" y="17413"/>
                    <a:pt x="183" y="16737"/>
                    <a:pt x="183" y="15912"/>
                  </a:cubicBezTo>
                  <a:lnTo>
                    <a:pt x="183"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9;p29">
              <a:extLst>
                <a:ext uri="{FF2B5EF4-FFF2-40B4-BE49-F238E27FC236}">
                  <a16:creationId xmlns:a16="http://schemas.microsoft.com/office/drawing/2014/main" id="{92A7C0D4-8D70-5AD8-C710-09F74BB9B01C}"/>
                </a:ext>
              </a:extLst>
            </p:cNvPr>
            <p:cNvSpPr/>
            <p:nvPr/>
          </p:nvSpPr>
          <p:spPr>
            <a:xfrm flipH="1">
              <a:off x="4865016" y="4175756"/>
              <a:ext cx="455005" cy="850283"/>
            </a:xfrm>
            <a:custGeom>
              <a:avLst/>
              <a:gdLst/>
              <a:ahLst/>
              <a:cxnLst/>
              <a:rect l="l" t="t" r="r" b="b"/>
              <a:pathLst>
                <a:path w="9416" h="17596" extrusionOk="0">
                  <a:moveTo>
                    <a:pt x="1" y="1"/>
                  </a:moveTo>
                  <a:lnTo>
                    <a:pt x="1" y="15912"/>
                  </a:lnTo>
                  <a:cubicBezTo>
                    <a:pt x="1" y="16842"/>
                    <a:pt x="622" y="17595"/>
                    <a:pt x="1383" y="17595"/>
                  </a:cubicBezTo>
                  <a:lnTo>
                    <a:pt x="8030" y="17595"/>
                  </a:lnTo>
                  <a:cubicBezTo>
                    <a:pt x="8794" y="17595"/>
                    <a:pt x="9415" y="16842"/>
                    <a:pt x="9415" y="15912"/>
                  </a:cubicBezTo>
                  <a:lnTo>
                    <a:pt x="9415" y="1"/>
                  </a:lnTo>
                  <a:lnTo>
                    <a:pt x="9229" y="1"/>
                  </a:lnTo>
                  <a:lnTo>
                    <a:pt x="9229" y="15912"/>
                  </a:lnTo>
                  <a:cubicBezTo>
                    <a:pt x="9229" y="16737"/>
                    <a:pt x="8694" y="17413"/>
                    <a:pt x="8030" y="17413"/>
                  </a:cubicBezTo>
                  <a:lnTo>
                    <a:pt x="1383" y="17413"/>
                  </a:lnTo>
                  <a:cubicBezTo>
                    <a:pt x="723" y="17413"/>
                    <a:pt x="184" y="16737"/>
                    <a:pt x="184" y="15912"/>
                  </a:cubicBezTo>
                  <a:lnTo>
                    <a:pt x="184"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20;p29">
              <a:extLst>
                <a:ext uri="{FF2B5EF4-FFF2-40B4-BE49-F238E27FC236}">
                  <a16:creationId xmlns:a16="http://schemas.microsoft.com/office/drawing/2014/main" id="{6E8EED57-9229-DD6B-DC31-8D80442B387C}"/>
                </a:ext>
              </a:extLst>
            </p:cNvPr>
            <p:cNvSpPr/>
            <p:nvPr/>
          </p:nvSpPr>
          <p:spPr>
            <a:xfrm flipH="1">
              <a:off x="4857224" y="3925297"/>
              <a:ext cx="2371910" cy="250504"/>
            </a:xfrm>
            <a:custGeom>
              <a:avLst/>
              <a:gdLst/>
              <a:ahLst/>
              <a:cxnLst/>
              <a:rect l="l" t="t" r="r" b="b"/>
              <a:pathLst>
                <a:path w="49085" h="5184" extrusionOk="0">
                  <a:moveTo>
                    <a:pt x="1" y="0"/>
                  </a:moveTo>
                  <a:lnTo>
                    <a:pt x="1" y="5184"/>
                  </a:lnTo>
                  <a:lnTo>
                    <a:pt x="49084" y="5184"/>
                  </a:lnTo>
                  <a:lnTo>
                    <a:pt x="49084"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21;p29">
              <a:extLst>
                <a:ext uri="{FF2B5EF4-FFF2-40B4-BE49-F238E27FC236}">
                  <a16:creationId xmlns:a16="http://schemas.microsoft.com/office/drawing/2014/main" id="{EC9FA9E7-0078-F67A-5BF8-678E9C0F2C33}"/>
                </a:ext>
              </a:extLst>
            </p:cNvPr>
            <p:cNvSpPr/>
            <p:nvPr/>
          </p:nvSpPr>
          <p:spPr>
            <a:xfrm flipH="1">
              <a:off x="6769635" y="4175756"/>
              <a:ext cx="455005" cy="850283"/>
            </a:xfrm>
            <a:custGeom>
              <a:avLst/>
              <a:gdLst/>
              <a:ahLst/>
              <a:cxnLst/>
              <a:rect l="l" t="t" r="r" b="b"/>
              <a:pathLst>
                <a:path w="9416" h="17596" extrusionOk="0">
                  <a:moveTo>
                    <a:pt x="1" y="1"/>
                  </a:moveTo>
                  <a:lnTo>
                    <a:pt x="1" y="15912"/>
                  </a:lnTo>
                  <a:cubicBezTo>
                    <a:pt x="1" y="16842"/>
                    <a:pt x="622" y="17595"/>
                    <a:pt x="1386" y="17595"/>
                  </a:cubicBezTo>
                  <a:lnTo>
                    <a:pt x="8034" y="17595"/>
                  </a:lnTo>
                  <a:cubicBezTo>
                    <a:pt x="8794" y="17595"/>
                    <a:pt x="9415" y="16842"/>
                    <a:pt x="9415" y="15912"/>
                  </a:cubicBezTo>
                  <a:lnTo>
                    <a:pt x="9415" y="1"/>
                  </a:lnTo>
                  <a:lnTo>
                    <a:pt x="9233" y="1"/>
                  </a:lnTo>
                  <a:lnTo>
                    <a:pt x="9233" y="15912"/>
                  </a:lnTo>
                  <a:cubicBezTo>
                    <a:pt x="9233" y="16737"/>
                    <a:pt x="8694" y="17413"/>
                    <a:pt x="8034" y="17413"/>
                  </a:cubicBezTo>
                  <a:lnTo>
                    <a:pt x="1386" y="17413"/>
                  </a:lnTo>
                  <a:cubicBezTo>
                    <a:pt x="722" y="17413"/>
                    <a:pt x="188" y="16737"/>
                    <a:pt x="188" y="15912"/>
                  </a:cubicBezTo>
                  <a:lnTo>
                    <a:pt x="188"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22;p29">
              <a:extLst>
                <a:ext uri="{FF2B5EF4-FFF2-40B4-BE49-F238E27FC236}">
                  <a16:creationId xmlns:a16="http://schemas.microsoft.com/office/drawing/2014/main" id="{AD5FCDAA-0786-1AD4-CAEA-18BE219F6FC8}"/>
                </a:ext>
              </a:extLst>
            </p:cNvPr>
            <p:cNvSpPr/>
            <p:nvPr/>
          </p:nvSpPr>
          <p:spPr>
            <a:xfrm flipH="1">
              <a:off x="5039125" y="4175756"/>
              <a:ext cx="455005" cy="850283"/>
            </a:xfrm>
            <a:custGeom>
              <a:avLst/>
              <a:gdLst/>
              <a:ahLst/>
              <a:cxnLst/>
              <a:rect l="l" t="t" r="r" b="b"/>
              <a:pathLst>
                <a:path w="9416" h="17596" extrusionOk="0">
                  <a:moveTo>
                    <a:pt x="0" y="1"/>
                  </a:moveTo>
                  <a:lnTo>
                    <a:pt x="0" y="15912"/>
                  </a:lnTo>
                  <a:cubicBezTo>
                    <a:pt x="0" y="16842"/>
                    <a:pt x="622" y="17595"/>
                    <a:pt x="1382" y="17595"/>
                  </a:cubicBezTo>
                  <a:lnTo>
                    <a:pt x="8033" y="17595"/>
                  </a:lnTo>
                  <a:cubicBezTo>
                    <a:pt x="8794" y="17595"/>
                    <a:pt x="9415" y="16842"/>
                    <a:pt x="9415" y="15912"/>
                  </a:cubicBezTo>
                  <a:lnTo>
                    <a:pt x="9415" y="1"/>
                  </a:lnTo>
                  <a:lnTo>
                    <a:pt x="9232" y="1"/>
                  </a:lnTo>
                  <a:lnTo>
                    <a:pt x="9232" y="15912"/>
                  </a:lnTo>
                  <a:cubicBezTo>
                    <a:pt x="9232" y="16737"/>
                    <a:pt x="8693" y="17413"/>
                    <a:pt x="8033" y="17413"/>
                  </a:cubicBezTo>
                  <a:lnTo>
                    <a:pt x="1382" y="17413"/>
                  </a:lnTo>
                  <a:cubicBezTo>
                    <a:pt x="721" y="17413"/>
                    <a:pt x="183" y="16737"/>
                    <a:pt x="183" y="15912"/>
                  </a:cubicBezTo>
                  <a:lnTo>
                    <a:pt x="183"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23;p29">
              <a:extLst>
                <a:ext uri="{FF2B5EF4-FFF2-40B4-BE49-F238E27FC236}">
                  <a16:creationId xmlns:a16="http://schemas.microsoft.com/office/drawing/2014/main" id="{4ACB3EEC-299E-9C65-70DC-D140F04608FE}"/>
                </a:ext>
              </a:extLst>
            </p:cNvPr>
            <p:cNvSpPr/>
            <p:nvPr/>
          </p:nvSpPr>
          <p:spPr>
            <a:xfrm flipH="1">
              <a:off x="5686280" y="3518946"/>
              <a:ext cx="881692" cy="406392"/>
            </a:xfrm>
            <a:custGeom>
              <a:avLst/>
              <a:gdLst/>
              <a:ahLst/>
              <a:cxnLst/>
              <a:rect l="l" t="t" r="r" b="b"/>
              <a:pathLst>
                <a:path w="18246" h="8410" extrusionOk="0">
                  <a:moveTo>
                    <a:pt x="6106" y="0"/>
                  </a:moveTo>
                  <a:lnTo>
                    <a:pt x="4096" y="8004"/>
                  </a:lnTo>
                  <a:lnTo>
                    <a:pt x="1" y="8004"/>
                  </a:lnTo>
                  <a:lnTo>
                    <a:pt x="1" y="8409"/>
                  </a:lnTo>
                  <a:lnTo>
                    <a:pt x="16490" y="8409"/>
                  </a:lnTo>
                  <a:lnTo>
                    <a:pt x="18245"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24;p29">
              <a:extLst>
                <a:ext uri="{FF2B5EF4-FFF2-40B4-BE49-F238E27FC236}">
                  <a16:creationId xmlns:a16="http://schemas.microsoft.com/office/drawing/2014/main" id="{7BB92D35-BF88-2DFA-A90A-FB6C7F6E17EE}"/>
                </a:ext>
              </a:extLst>
            </p:cNvPr>
            <p:cNvSpPr/>
            <p:nvPr/>
          </p:nvSpPr>
          <p:spPr>
            <a:xfrm flipH="1">
              <a:off x="5968474" y="3699820"/>
              <a:ext cx="57455" cy="57455"/>
            </a:xfrm>
            <a:custGeom>
              <a:avLst/>
              <a:gdLst/>
              <a:ahLst/>
              <a:cxnLst/>
              <a:rect l="l" t="t" r="r" b="b"/>
              <a:pathLst>
                <a:path w="1189" h="1189" extrusionOk="0">
                  <a:moveTo>
                    <a:pt x="592" y="1"/>
                  </a:moveTo>
                  <a:cubicBezTo>
                    <a:pt x="266" y="1"/>
                    <a:pt x="1" y="266"/>
                    <a:pt x="1" y="593"/>
                  </a:cubicBezTo>
                  <a:cubicBezTo>
                    <a:pt x="1" y="923"/>
                    <a:pt x="266" y="1189"/>
                    <a:pt x="592" y="1189"/>
                  </a:cubicBezTo>
                  <a:cubicBezTo>
                    <a:pt x="923" y="1189"/>
                    <a:pt x="1189" y="923"/>
                    <a:pt x="1189" y="593"/>
                  </a:cubicBezTo>
                  <a:cubicBezTo>
                    <a:pt x="1189" y="266"/>
                    <a:pt x="923" y="1"/>
                    <a:pt x="592"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25;p29">
              <a:extLst>
                <a:ext uri="{FF2B5EF4-FFF2-40B4-BE49-F238E27FC236}">
                  <a16:creationId xmlns:a16="http://schemas.microsoft.com/office/drawing/2014/main" id="{121BDAD2-DB0C-C9B4-19A7-D29EA9E7CDB5}"/>
                </a:ext>
              </a:extLst>
            </p:cNvPr>
            <p:cNvSpPr/>
            <p:nvPr/>
          </p:nvSpPr>
          <p:spPr>
            <a:xfrm flipH="1">
              <a:off x="5488240" y="3848994"/>
              <a:ext cx="284136" cy="169805"/>
            </a:xfrm>
            <a:custGeom>
              <a:avLst/>
              <a:gdLst/>
              <a:ahLst/>
              <a:cxnLst/>
              <a:rect l="l" t="t" r="r" b="b"/>
              <a:pathLst>
                <a:path w="5880" h="3514" extrusionOk="0">
                  <a:moveTo>
                    <a:pt x="2620" y="1414"/>
                  </a:moveTo>
                  <a:cubicBezTo>
                    <a:pt x="2664" y="1527"/>
                    <a:pt x="2706" y="1643"/>
                    <a:pt x="2747" y="1763"/>
                  </a:cubicBezTo>
                  <a:cubicBezTo>
                    <a:pt x="2865" y="2104"/>
                    <a:pt x="2998" y="2484"/>
                    <a:pt x="2905" y="2861"/>
                  </a:cubicBezTo>
                  <a:cubicBezTo>
                    <a:pt x="2858" y="3044"/>
                    <a:pt x="2754" y="3224"/>
                    <a:pt x="2593" y="3328"/>
                  </a:cubicBezTo>
                  <a:cubicBezTo>
                    <a:pt x="2503" y="3388"/>
                    <a:pt x="2397" y="3417"/>
                    <a:pt x="2289" y="3417"/>
                  </a:cubicBezTo>
                  <a:cubicBezTo>
                    <a:pt x="2204" y="3417"/>
                    <a:pt x="2117" y="3398"/>
                    <a:pt x="2036" y="3363"/>
                  </a:cubicBezTo>
                  <a:cubicBezTo>
                    <a:pt x="1853" y="3288"/>
                    <a:pt x="1699" y="3141"/>
                    <a:pt x="1616" y="2965"/>
                  </a:cubicBezTo>
                  <a:cubicBezTo>
                    <a:pt x="1537" y="2790"/>
                    <a:pt x="1530" y="2585"/>
                    <a:pt x="1577" y="2402"/>
                  </a:cubicBezTo>
                  <a:cubicBezTo>
                    <a:pt x="1674" y="2025"/>
                    <a:pt x="1954" y="1734"/>
                    <a:pt x="2270" y="1566"/>
                  </a:cubicBezTo>
                  <a:cubicBezTo>
                    <a:pt x="2384" y="1503"/>
                    <a:pt x="2501" y="1454"/>
                    <a:pt x="2620" y="1414"/>
                  </a:cubicBezTo>
                  <a:close/>
                  <a:moveTo>
                    <a:pt x="999" y="0"/>
                  </a:moveTo>
                  <a:cubicBezTo>
                    <a:pt x="776" y="4"/>
                    <a:pt x="586" y="40"/>
                    <a:pt x="436" y="83"/>
                  </a:cubicBezTo>
                  <a:cubicBezTo>
                    <a:pt x="285" y="126"/>
                    <a:pt x="173" y="184"/>
                    <a:pt x="101" y="227"/>
                  </a:cubicBezTo>
                  <a:cubicBezTo>
                    <a:pt x="33" y="270"/>
                    <a:pt x="1" y="298"/>
                    <a:pt x="1" y="298"/>
                  </a:cubicBezTo>
                  <a:cubicBezTo>
                    <a:pt x="1" y="299"/>
                    <a:pt x="2" y="299"/>
                    <a:pt x="2" y="299"/>
                  </a:cubicBezTo>
                  <a:cubicBezTo>
                    <a:pt x="21" y="299"/>
                    <a:pt x="158" y="194"/>
                    <a:pt x="446" y="119"/>
                  </a:cubicBezTo>
                  <a:cubicBezTo>
                    <a:pt x="593" y="83"/>
                    <a:pt x="780" y="55"/>
                    <a:pt x="999" y="55"/>
                  </a:cubicBezTo>
                  <a:cubicBezTo>
                    <a:pt x="1218" y="58"/>
                    <a:pt x="1469" y="83"/>
                    <a:pt x="1717" y="194"/>
                  </a:cubicBezTo>
                  <a:cubicBezTo>
                    <a:pt x="1842" y="248"/>
                    <a:pt x="1950" y="338"/>
                    <a:pt x="2051" y="446"/>
                  </a:cubicBezTo>
                  <a:cubicBezTo>
                    <a:pt x="2154" y="557"/>
                    <a:pt x="2248" y="679"/>
                    <a:pt x="2331" y="815"/>
                  </a:cubicBezTo>
                  <a:cubicBezTo>
                    <a:pt x="2428" y="975"/>
                    <a:pt x="2511" y="1149"/>
                    <a:pt x="2588" y="1335"/>
                  </a:cubicBezTo>
                  <a:lnTo>
                    <a:pt x="2588" y="1335"/>
                  </a:lnTo>
                  <a:cubicBezTo>
                    <a:pt x="2467" y="1376"/>
                    <a:pt x="2345" y="1426"/>
                    <a:pt x="2227" y="1490"/>
                  </a:cubicBezTo>
                  <a:cubicBezTo>
                    <a:pt x="1892" y="1659"/>
                    <a:pt x="1591" y="1971"/>
                    <a:pt x="1487" y="2376"/>
                  </a:cubicBezTo>
                  <a:cubicBezTo>
                    <a:pt x="1433" y="2578"/>
                    <a:pt x="1437" y="2803"/>
                    <a:pt x="1530" y="3005"/>
                  </a:cubicBezTo>
                  <a:cubicBezTo>
                    <a:pt x="1624" y="3206"/>
                    <a:pt x="1792" y="3367"/>
                    <a:pt x="2000" y="3453"/>
                  </a:cubicBezTo>
                  <a:cubicBezTo>
                    <a:pt x="2090" y="3493"/>
                    <a:pt x="2189" y="3513"/>
                    <a:pt x="2288" y="3513"/>
                  </a:cubicBezTo>
                  <a:cubicBezTo>
                    <a:pt x="2415" y="3513"/>
                    <a:pt x="2541" y="3479"/>
                    <a:pt x="2646" y="3406"/>
                  </a:cubicBezTo>
                  <a:cubicBezTo>
                    <a:pt x="2833" y="3285"/>
                    <a:pt x="2944" y="3083"/>
                    <a:pt x="2994" y="2883"/>
                  </a:cubicBezTo>
                  <a:cubicBezTo>
                    <a:pt x="3048" y="2678"/>
                    <a:pt x="3034" y="2470"/>
                    <a:pt x="2994" y="2280"/>
                  </a:cubicBezTo>
                  <a:cubicBezTo>
                    <a:pt x="2955" y="2086"/>
                    <a:pt x="2894" y="1907"/>
                    <a:pt x="2833" y="1730"/>
                  </a:cubicBezTo>
                  <a:cubicBezTo>
                    <a:pt x="2792" y="1614"/>
                    <a:pt x="2749" y="1499"/>
                    <a:pt x="2703" y="1387"/>
                  </a:cubicBezTo>
                  <a:lnTo>
                    <a:pt x="2703" y="1387"/>
                  </a:lnTo>
                  <a:cubicBezTo>
                    <a:pt x="2885" y="1332"/>
                    <a:pt x="3069" y="1297"/>
                    <a:pt x="3246" y="1267"/>
                  </a:cubicBezTo>
                  <a:cubicBezTo>
                    <a:pt x="3547" y="1221"/>
                    <a:pt x="3829" y="1199"/>
                    <a:pt x="4089" y="1199"/>
                  </a:cubicBezTo>
                  <a:cubicBezTo>
                    <a:pt x="4109" y="1199"/>
                    <a:pt x="4128" y="1199"/>
                    <a:pt x="4147" y="1199"/>
                  </a:cubicBezTo>
                  <a:cubicBezTo>
                    <a:pt x="4700" y="1203"/>
                    <a:pt x="5141" y="1304"/>
                    <a:pt x="5432" y="1404"/>
                  </a:cubicBezTo>
                  <a:cubicBezTo>
                    <a:pt x="5713" y="1497"/>
                    <a:pt x="5864" y="1580"/>
                    <a:pt x="5879" y="1580"/>
                  </a:cubicBezTo>
                  <a:cubicBezTo>
                    <a:pt x="5879" y="1580"/>
                    <a:pt x="5880" y="1580"/>
                    <a:pt x="5880" y="1579"/>
                  </a:cubicBezTo>
                  <a:cubicBezTo>
                    <a:pt x="5880" y="1576"/>
                    <a:pt x="5845" y="1554"/>
                    <a:pt x="5772" y="1515"/>
                  </a:cubicBezTo>
                  <a:cubicBezTo>
                    <a:pt x="5701" y="1476"/>
                    <a:pt x="5590" y="1422"/>
                    <a:pt x="5446" y="1368"/>
                  </a:cubicBezTo>
                  <a:cubicBezTo>
                    <a:pt x="5152" y="1256"/>
                    <a:pt x="4707" y="1145"/>
                    <a:pt x="4147" y="1131"/>
                  </a:cubicBezTo>
                  <a:cubicBezTo>
                    <a:pt x="4105" y="1130"/>
                    <a:pt x="4063" y="1130"/>
                    <a:pt x="4020" y="1130"/>
                  </a:cubicBezTo>
                  <a:cubicBezTo>
                    <a:pt x="3775" y="1130"/>
                    <a:pt x="3513" y="1149"/>
                    <a:pt x="3235" y="1188"/>
                  </a:cubicBezTo>
                  <a:cubicBezTo>
                    <a:pt x="3054" y="1217"/>
                    <a:pt x="2863" y="1252"/>
                    <a:pt x="2671" y="1309"/>
                  </a:cubicBezTo>
                  <a:lnTo>
                    <a:pt x="2671" y="1309"/>
                  </a:lnTo>
                  <a:cubicBezTo>
                    <a:pt x="2590" y="1119"/>
                    <a:pt x="2501" y="939"/>
                    <a:pt x="2399" y="776"/>
                  </a:cubicBezTo>
                  <a:cubicBezTo>
                    <a:pt x="2313" y="636"/>
                    <a:pt x="2212" y="507"/>
                    <a:pt x="2104" y="395"/>
                  </a:cubicBezTo>
                  <a:cubicBezTo>
                    <a:pt x="2000" y="284"/>
                    <a:pt x="1879" y="187"/>
                    <a:pt x="1745" y="133"/>
                  </a:cubicBezTo>
                  <a:cubicBezTo>
                    <a:pt x="1483" y="18"/>
                    <a:pt x="1221" y="0"/>
                    <a:pt x="99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526;p29">
            <a:extLst>
              <a:ext uri="{FF2B5EF4-FFF2-40B4-BE49-F238E27FC236}">
                <a16:creationId xmlns:a16="http://schemas.microsoft.com/office/drawing/2014/main" id="{6D942711-5945-F4B9-EC67-248E13CE861F}"/>
              </a:ext>
            </a:extLst>
          </p:cNvPr>
          <p:cNvSpPr/>
          <p:nvPr/>
        </p:nvSpPr>
        <p:spPr>
          <a:xfrm flipH="1">
            <a:off x="5458118" y="9894930"/>
            <a:ext cx="6829" cy="3196"/>
          </a:xfrm>
          <a:custGeom>
            <a:avLst/>
            <a:gdLst/>
            <a:ahLst/>
            <a:cxnLst/>
            <a:rect l="l" t="t" r="r" b="b"/>
            <a:pathLst>
              <a:path w="141" h="66" extrusionOk="0">
                <a:moveTo>
                  <a:pt x="123" y="1"/>
                </a:moveTo>
                <a:cubicBezTo>
                  <a:pt x="112" y="22"/>
                  <a:pt x="80" y="40"/>
                  <a:pt x="29" y="58"/>
                </a:cubicBezTo>
                <a:cubicBezTo>
                  <a:pt x="22" y="61"/>
                  <a:pt x="11" y="61"/>
                  <a:pt x="1" y="65"/>
                </a:cubicBezTo>
                <a:cubicBezTo>
                  <a:pt x="76" y="51"/>
                  <a:pt x="119" y="36"/>
                  <a:pt x="130" y="22"/>
                </a:cubicBezTo>
                <a:cubicBezTo>
                  <a:pt x="137" y="15"/>
                  <a:pt x="141" y="8"/>
                  <a:pt x="141" y="1"/>
                </a:cubicBezTo>
                <a:close/>
              </a:path>
            </a:pathLst>
          </a:custGeom>
          <a:solidFill>
            <a:srgbClr val="7D84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527;p29">
            <a:extLst>
              <a:ext uri="{FF2B5EF4-FFF2-40B4-BE49-F238E27FC236}">
                <a16:creationId xmlns:a16="http://schemas.microsoft.com/office/drawing/2014/main" id="{BE0ACC88-6A5C-3627-EEEE-6289587BC4FD}"/>
              </a:ext>
            </a:extLst>
          </p:cNvPr>
          <p:cNvGrpSpPr/>
          <p:nvPr/>
        </p:nvGrpSpPr>
        <p:grpSpPr>
          <a:xfrm>
            <a:off x="-4865885" y="4558370"/>
            <a:ext cx="4600713" cy="150450"/>
            <a:chOff x="0" y="4397412"/>
            <a:chExt cx="4600713" cy="150450"/>
          </a:xfrm>
        </p:grpSpPr>
        <p:sp>
          <p:nvSpPr>
            <p:cNvPr id="20" name="Google Shape;528;p29">
              <a:extLst>
                <a:ext uri="{FF2B5EF4-FFF2-40B4-BE49-F238E27FC236}">
                  <a16:creationId xmlns:a16="http://schemas.microsoft.com/office/drawing/2014/main" id="{EA9EC3E7-C7DD-672E-CDBC-52098EF8BCDD}"/>
                </a:ext>
              </a:extLst>
            </p:cNvPr>
            <p:cNvSpPr/>
            <p:nvPr/>
          </p:nvSpPr>
          <p:spPr>
            <a:xfrm>
              <a:off x="0" y="4397412"/>
              <a:ext cx="4600713" cy="2416"/>
            </a:xfrm>
            <a:custGeom>
              <a:avLst/>
              <a:gdLst/>
              <a:ahLst/>
              <a:cxnLst/>
              <a:rect l="l" t="t" r="r" b="b"/>
              <a:pathLst>
                <a:path w="131402" h="69" extrusionOk="0">
                  <a:moveTo>
                    <a:pt x="0" y="1"/>
                  </a:moveTo>
                  <a:lnTo>
                    <a:pt x="0" y="69"/>
                  </a:lnTo>
                  <a:lnTo>
                    <a:pt x="131401" y="69"/>
                  </a:lnTo>
                  <a:lnTo>
                    <a:pt x="131401"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29;p29">
              <a:extLst>
                <a:ext uri="{FF2B5EF4-FFF2-40B4-BE49-F238E27FC236}">
                  <a16:creationId xmlns:a16="http://schemas.microsoft.com/office/drawing/2014/main" id="{281AE1B3-40CF-4CA5-FEC4-78D6F12561AF}"/>
                </a:ext>
              </a:extLst>
            </p:cNvPr>
            <p:cNvSpPr/>
            <p:nvPr/>
          </p:nvSpPr>
          <p:spPr>
            <a:xfrm>
              <a:off x="755786" y="4545586"/>
              <a:ext cx="305519" cy="2276"/>
            </a:xfrm>
            <a:custGeom>
              <a:avLst/>
              <a:gdLst/>
              <a:ahLst/>
              <a:cxnLst/>
              <a:rect l="l" t="t" r="r" b="b"/>
              <a:pathLst>
                <a:path w="8726" h="65" extrusionOk="0">
                  <a:moveTo>
                    <a:pt x="0" y="0"/>
                  </a:moveTo>
                  <a:lnTo>
                    <a:pt x="0" y="65"/>
                  </a:lnTo>
                  <a:lnTo>
                    <a:pt x="8726" y="65"/>
                  </a:lnTo>
                  <a:lnTo>
                    <a:pt x="8726" y="0"/>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30;p29">
              <a:extLst>
                <a:ext uri="{FF2B5EF4-FFF2-40B4-BE49-F238E27FC236}">
                  <a16:creationId xmlns:a16="http://schemas.microsoft.com/office/drawing/2014/main" id="{E80E2740-3861-8662-04CE-5306726E7730}"/>
                </a:ext>
              </a:extLst>
            </p:cNvPr>
            <p:cNvSpPr/>
            <p:nvPr/>
          </p:nvSpPr>
          <p:spPr>
            <a:xfrm>
              <a:off x="1619552" y="4536412"/>
              <a:ext cx="497808" cy="2276"/>
            </a:xfrm>
            <a:custGeom>
              <a:avLst/>
              <a:gdLst/>
              <a:ahLst/>
              <a:cxnLst/>
              <a:rect l="l" t="t" r="r" b="b"/>
              <a:pathLst>
                <a:path w="14218" h="65" extrusionOk="0">
                  <a:moveTo>
                    <a:pt x="0" y="0"/>
                  </a:moveTo>
                  <a:lnTo>
                    <a:pt x="0" y="65"/>
                  </a:lnTo>
                  <a:lnTo>
                    <a:pt x="14217" y="65"/>
                  </a:lnTo>
                  <a:lnTo>
                    <a:pt x="14217" y="0"/>
                  </a:lnTo>
                  <a:close/>
                </a:path>
              </a:pathLst>
            </a:custGeom>
            <a:solidFill>
              <a:srgbClr val="EBEBEB"/>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31;p29">
              <a:extLst>
                <a:ext uri="{FF2B5EF4-FFF2-40B4-BE49-F238E27FC236}">
                  <a16:creationId xmlns:a16="http://schemas.microsoft.com/office/drawing/2014/main" id="{93EB40CB-DE31-B8B2-11E7-9431EFFDE922}"/>
                </a:ext>
              </a:extLst>
            </p:cNvPr>
            <p:cNvSpPr/>
            <p:nvPr/>
          </p:nvSpPr>
          <p:spPr>
            <a:xfrm>
              <a:off x="1070481" y="4460119"/>
              <a:ext cx="175833" cy="2311"/>
            </a:xfrm>
            <a:custGeom>
              <a:avLst/>
              <a:gdLst/>
              <a:ahLst/>
              <a:cxnLst/>
              <a:rect l="l" t="t" r="r" b="b"/>
              <a:pathLst>
                <a:path w="5022" h="66" extrusionOk="0">
                  <a:moveTo>
                    <a:pt x="1" y="1"/>
                  </a:moveTo>
                  <a:lnTo>
                    <a:pt x="1" y="65"/>
                  </a:lnTo>
                  <a:lnTo>
                    <a:pt x="5022" y="65"/>
                  </a:lnTo>
                  <a:lnTo>
                    <a:pt x="5022"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32;p29">
              <a:extLst>
                <a:ext uri="{FF2B5EF4-FFF2-40B4-BE49-F238E27FC236}">
                  <a16:creationId xmlns:a16="http://schemas.microsoft.com/office/drawing/2014/main" id="{E05112A1-2366-8B16-5CB8-7B33A6AEF753}"/>
                </a:ext>
              </a:extLst>
            </p:cNvPr>
            <p:cNvSpPr/>
            <p:nvPr/>
          </p:nvSpPr>
          <p:spPr>
            <a:xfrm>
              <a:off x="2732853" y="4514424"/>
              <a:ext cx="418259" cy="2276"/>
            </a:xfrm>
            <a:custGeom>
              <a:avLst/>
              <a:gdLst/>
              <a:ahLst/>
              <a:cxnLst/>
              <a:rect l="l" t="t" r="r" b="b"/>
              <a:pathLst>
                <a:path w="11946" h="65" extrusionOk="0">
                  <a:moveTo>
                    <a:pt x="0" y="0"/>
                  </a:moveTo>
                  <a:lnTo>
                    <a:pt x="0" y="65"/>
                  </a:lnTo>
                  <a:lnTo>
                    <a:pt x="11946" y="65"/>
                  </a:lnTo>
                  <a:lnTo>
                    <a:pt x="11946" y="0"/>
                  </a:lnTo>
                  <a:close/>
                </a:path>
              </a:pathLst>
            </a:custGeom>
            <a:solidFill>
              <a:srgbClr val="EBEBE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533;p29">
            <a:extLst>
              <a:ext uri="{FF2B5EF4-FFF2-40B4-BE49-F238E27FC236}">
                <a16:creationId xmlns:a16="http://schemas.microsoft.com/office/drawing/2014/main" id="{CC17EAB3-C6B3-C246-9615-D880B4F49E8C}"/>
              </a:ext>
            </a:extLst>
          </p:cNvPr>
          <p:cNvGrpSpPr/>
          <p:nvPr/>
        </p:nvGrpSpPr>
        <p:grpSpPr>
          <a:xfrm>
            <a:off x="4994626" y="6178617"/>
            <a:ext cx="1000385" cy="883233"/>
            <a:chOff x="6472501" y="1326053"/>
            <a:chExt cx="1000385" cy="883233"/>
          </a:xfrm>
        </p:grpSpPr>
        <p:sp>
          <p:nvSpPr>
            <p:cNvPr id="26" name="Google Shape;534;p29">
              <a:extLst>
                <a:ext uri="{FF2B5EF4-FFF2-40B4-BE49-F238E27FC236}">
                  <a16:creationId xmlns:a16="http://schemas.microsoft.com/office/drawing/2014/main" id="{E9D65A93-B66E-3510-C6FF-7119677093AA}"/>
                </a:ext>
              </a:extLst>
            </p:cNvPr>
            <p:cNvSpPr/>
            <p:nvPr/>
          </p:nvSpPr>
          <p:spPr>
            <a:xfrm>
              <a:off x="6472501" y="1326053"/>
              <a:ext cx="1000385" cy="883233"/>
            </a:xfrm>
            <a:custGeom>
              <a:avLst/>
              <a:gdLst/>
              <a:ahLst/>
              <a:cxnLst/>
              <a:rect l="l" t="t" r="r" b="b"/>
              <a:pathLst>
                <a:path w="22535" h="19896" extrusionOk="0">
                  <a:moveTo>
                    <a:pt x="11255" y="0"/>
                  </a:moveTo>
                  <a:cubicBezTo>
                    <a:pt x="8227" y="0"/>
                    <a:pt x="5239" y="1376"/>
                    <a:pt x="3289" y="3985"/>
                  </a:cubicBezTo>
                  <a:cubicBezTo>
                    <a:pt x="1" y="8378"/>
                    <a:pt x="913" y="14612"/>
                    <a:pt x="5316" y="17907"/>
                  </a:cubicBezTo>
                  <a:cubicBezTo>
                    <a:pt x="7110" y="19248"/>
                    <a:pt x="9206" y="19895"/>
                    <a:pt x="11284" y="19895"/>
                  </a:cubicBezTo>
                  <a:cubicBezTo>
                    <a:pt x="14312" y="19895"/>
                    <a:pt x="17299" y="18520"/>
                    <a:pt x="19247" y="15912"/>
                  </a:cubicBezTo>
                  <a:cubicBezTo>
                    <a:pt x="22535" y="11515"/>
                    <a:pt x="21627" y="5281"/>
                    <a:pt x="17219" y="1986"/>
                  </a:cubicBezTo>
                  <a:cubicBezTo>
                    <a:pt x="15426" y="647"/>
                    <a:pt x="13331" y="0"/>
                    <a:pt x="11255"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35;p29">
              <a:extLst>
                <a:ext uri="{FF2B5EF4-FFF2-40B4-BE49-F238E27FC236}">
                  <a16:creationId xmlns:a16="http://schemas.microsoft.com/office/drawing/2014/main" id="{19936830-A8C5-5DB5-7A34-816D868AAC1F}"/>
                </a:ext>
              </a:extLst>
            </p:cNvPr>
            <p:cNvSpPr/>
            <p:nvPr/>
          </p:nvSpPr>
          <p:spPr>
            <a:xfrm>
              <a:off x="6591559" y="1431083"/>
              <a:ext cx="762308" cy="673123"/>
            </a:xfrm>
            <a:custGeom>
              <a:avLst/>
              <a:gdLst/>
              <a:ahLst/>
              <a:cxnLst/>
              <a:rect l="l" t="t" r="r" b="b"/>
              <a:pathLst>
                <a:path w="17172" h="15163" extrusionOk="0">
                  <a:moveTo>
                    <a:pt x="8574" y="0"/>
                  </a:moveTo>
                  <a:cubicBezTo>
                    <a:pt x="6268" y="0"/>
                    <a:pt x="3991" y="1048"/>
                    <a:pt x="2505" y="3036"/>
                  </a:cubicBezTo>
                  <a:cubicBezTo>
                    <a:pt x="0" y="6385"/>
                    <a:pt x="693" y="11138"/>
                    <a:pt x="4052" y="13646"/>
                  </a:cubicBezTo>
                  <a:cubicBezTo>
                    <a:pt x="5418" y="14669"/>
                    <a:pt x="7014" y="15162"/>
                    <a:pt x="8596" y="15162"/>
                  </a:cubicBezTo>
                  <a:cubicBezTo>
                    <a:pt x="10903" y="15162"/>
                    <a:pt x="13180" y="14113"/>
                    <a:pt x="14666" y="12124"/>
                  </a:cubicBezTo>
                  <a:cubicBezTo>
                    <a:pt x="17171" y="8776"/>
                    <a:pt x="16479" y="4023"/>
                    <a:pt x="13119" y="1515"/>
                  </a:cubicBezTo>
                  <a:cubicBezTo>
                    <a:pt x="11753" y="494"/>
                    <a:pt x="10157" y="0"/>
                    <a:pt x="8574"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36;p29">
              <a:extLst>
                <a:ext uri="{FF2B5EF4-FFF2-40B4-BE49-F238E27FC236}">
                  <a16:creationId xmlns:a16="http://schemas.microsoft.com/office/drawing/2014/main" id="{9B718DC0-2394-D6A9-2B38-23D75781682D}"/>
                </a:ext>
              </a:extLst>
            </p:cNvPr>
            <p:cNvSpPr/>
            <p:nvPr/>
          </p:nvSpPr>
          <p:spPr>
            <a:xfrm>
              <a:off x="6695435" y="1419230"/>
              <a:ext cx="625446" cy="541722"/>
            </a:xfrm>
            <a:custGeom>
              <a:avLst/>
              <a:gdLst/>
              <a:ahLst/>
              <a:cxnLst/>
              <a:rect l="l" t="t" r="r" b="b"/>
              <a:pathLst>
                <a:path w="14089" h="12203" extrusionOk="0">
                  <a:moveTo>
                    <a:pt x="6307" y="1"/>
                  </a:moveTo>
                  <a:cubicBezTo>
                    <a:pt x="6282" y="1"/>
                    <a:pt x="6257" y="1"/>
                    <a:pt x="6231" y="1"/>
                  </a:cubicBezTo>
                  <a:cubicBezTo>
                    <a:pt x="5492" y="8"/>
                    <a:pt x="4795" y="127"/>
                    <a:pt x="4167" y="306"/>
                  </a:cubicBezTo>
                  <a:cubicBezTo>
                    <a:pt x="3539" y="490"/>
                    <a:pt x="2983" y="737"/>
                    <a:pt x="2502" y="1013"/>
                  </a:cubicBezTo>
                  <a:cubicBezTo>
                    <a:pt x="1540" y="1566"/>
                    <a:pt x="909" y="2216"/>
                    <a:pt x="528" y="2690"/>
                  </a:cubicBezTo>
                  <a:cubicBezTo>
                    <a:pt x="147" y="3170"/>
                    <a:pt x="1" y="3480"/>
                    <a:pt x="29" y="3497"/>
                  </a:cubicBezTo>
                  <a:cubicBezTo>
                    <a:pt x="31" y="3498"/>
                    <a:pt x="33" y="3499"/>
                    <a:pt x="35" y="3499"/>
                  </a:cubicBezTo>
                  <a:cubicBezTo>
                    <a:pt x="85" y="3499"/>
                    <a:pt x="292" y="3245"/>
                    <a:pt x="693" y="2844"/>
                  </a:cubicBezTo>
                  <a:cubicBezTo>
                    <a:pt x="1116" y="2428"/>
                    <a:pt x="1767" y="1853"/>
                    <a:pt x="2700" y="1376"/>
                  </a:cubicBezTo>
                  <a:cubicBezTo>
                    <a:pt x="3166" y="1136"/>
                    <a:pt x="3701" y="924"/>
                    <a:pt x="4297" y="770"/>
                  </a:cubicBezTo>
                  <a:cubicBezTo>
                    <a:pt x="4863" y="630"/>
                    <a:pt x="5480" y="539"/>
                    <a:pt x="6128" y="539"/>
                  </a:cubicBezTo>
                  <a:cubicBezTo>
                    <a:pt x="6162" y="539"/>
                    <a:pt x="6197" y="539"/>
                    <a:pt x="6231" y="540"/>
                  </a:cubicBezTo>
                  <a:cubicBezTo>
                    <a:pt x="6576" y="543"/>
                    <a:pt x="6928" y="565"/>
                    <a:pt x="7283" y="622"/>
                  </a:cubicBezTo>
                  <a:cubicBezTo>
                    <a:pt x="7638" y="680"/>
                    <a:pt x="7997" y="755"/>
                    <a:pt x="8357" y="869"/>
                  </a:cubicBezTo>
                  <a:cubicBezTo>
                    <a:pt x="8712" y="981"/>
                    <a:pt x="9067" y="1114"/>
                    <a:pt x="9412" y="1286"/>
                  </a:cubicBezTo>
                  <a:cubicBezTo>
                    <a:pt x="9760" y="1459"/>
                    <a:pt x="10097" y="1656"/>
                    <a:pt x="10424" y="1882"/>
                  </a:cubicBezTo>
                  <a:cubicBezTo>
                    <a:pt x="10747" y="2112"/>
                    <a:pt x="11049" y="2360"/>
                    <a:pt x="11324" y="2625"/>
                  </a:cubicBezTo>
                  <a:cubicBezTo>
                    <a:pt x="11604" y="2890"/>
                    <a:pt x="11856" y="3182"/>
                    <a:pt x="12082" y="3475"/>
                  </a:cubicBezTo>
                  <a:cubicBezTo>
                    <a:pt x="12311" y="3773"/>
                    <a:pt x="12505" y="4083"/>
                    <a:pt x="12678" y="4398"/>
                  </a:cubicBezTo>
                  <a:cubicBezTo>
                    <a:pt x="12853" y="4714"/>
                    <a:pt x="12997" y="5034"/>
                    <a:pt x="13120" y="5357"/>
                  </a:cubicBezTo>
                  <a:cubicBezTo>
                    <a:pt x="13363" y="5999"/>
                    <a:pt x="13499" y="6645"/>
                    <a:pt x="13564" y="7255"/>
                  </a:cubicBezTo>
                  <a:cubicBezTo>
                    <a:pt x="13625" y="7865"/>
                    <a:pt x="13607" y="8443"/>
                    <a:pt x="13547" y="8960"/>
                  </a:cubicBezTo>
                  <a:cubicBezTo>
                    <a:pt x="13418" y="10005"/>
                    <a:pt x="13098" y="10812"/>
                    <a:pt x="12853" y="11351"/>
                  </a:cubicBezTo>
                  <a:cubicBezTo>
                    <a:pt x="12603" y="11889"/>
                    <a:pt x="12430" y="12176"/>
                    <a:pt x="12466" y="12202"/>
                  </a:cubicBezTo>
                  <a:cubicBezTo>
                    <a:pt x="12467" y="12202"/>
                    <a:pt x="12468" y="12202"/>
                    <a:pt x="12469" y="12202"/>
                  </a:cubicBezTo>
                  <a:cubicBezTo>
                    <a:pt x="12511" y="12202"/>
                    <a:pt x="12743" y="11961"/>
                    <a:pt x="13055" y="11455"/>
                  </a:cubicBezTo>
                  <a:cubicBezTo>
                    <a:pt x="13367" y="10934"/>
                    <a:pt x="13762" y="10116"/>
                    <a:pt x="13952" y="9025"/>
                  </a:cubicBezTo>
                  <a:cubicBezTo>
                    <a:pt x="14046" y="8479"/>
                    <a:pt x="14089" y="7869"/>
                    <a:pt x="14046" y="7216"/>
                  </a:cubicBezTo>
                  <a:cubicBezTo>
                    <a:pt x="13999" y="6566"/>
                    <a:pt x="13873" y="5870"/>
                    <a:pt x="13622" y="5173"/>
                  </a:cubicBezTo>
                  <a:cubicBezTo>
                    <a:pt x="13499" y="4829"/>
                    <a:pt x="13353" y="4477"/>
                    <a:pt x="13169" y="4136"/>
                  </a:cubicBezTo>
                  <a:cubicBezTo>
                    <a:pt x="12987" y="3795"/>
                    <a:pt x="12782" y="3458"/>
                    <a:pt x="12538" y="3135"/>
                  </a:cubicBezTo>
                  <a:cubicBezTo>
                    <a:pt x="12293" y="2815"/>
                    <a:pt x="12028" y="2499"/>
                    <a:pt x="11730" y="2212"/>
                  </a:cubicBezTo>
                  <a:cubicBezTo>
                    <a:pt x="11429" y="1921"/>
                    <a:pt x="11102" y="1652"/>
                    <a:pt x="10754" y="1404"/>
                  </a:cubicBezTo>
                  <a:cubicBezTo>
                    <a:pt x="10403" y="1164"/>
                    <a:pt x="10040" y="949"/>
                    <a:pt x="9663" y="766"/>
                  </a:cubicBezTo>
                  <a:cubicBezTo>
                    <a:pt x="9290" y="583"/>
                    <a:pt x="8905" y="443"/>
                    <a:pt x="8518" y="324"/>
                  </a:cubicBezTo>
                  <a:cubicBezTo>
                    <a:pt x="8134" y="206"/>
                    <a:pt x="7746" y="127"/>
                    <a:pt x="7362" y="73"/>
                  </a:cubicBezTo>
                  <a:cubicBezTo>
                    <a:pt x="7005" y="23"/>
                    <a:pt x="6653" y="1"/>
                    <a:pt x="630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37;p29">
              <a:extLst>
                <a:ext uri="{FF2B5EF4-FFF2-40B4-BE49-F238E27FC236}">
                  <a16:creationId xmlns:a16="http://schemas.microsoft.com/office/drawing/2014/main" id="{72921D0B-2F60-1A60-571F-9FBD5B5FEA2C}"/>
                </a:ext>
              </a:extLst>
            </p:cNvPr>
            <p:cNvSpPr/>
            <p:nvPr/>
          </p:nvSpPr>
          <p:spPr>
            <a:xfrm>
              <a:off x="6758560" y="1569362"/>
              <a:ext cx="413028" cy="429586"/>
            </a:xfrm>
            <a:custGeom>
              <a:avLst/>
              <a:gdLst/>
              <a:ahLst/>
              <a:cxnLst/>
              <a:rect l="l" t="t" r="r" b="b"/>
              <a:pathLst>
                <a:path w="9304" h="9677" extrusionOk="0">
                  <a:moveTo>
                    <a:pt x="5325" y="2199"/>
                  </a:moveTo>
                  <a:cubicBezTo>
                    <a:pt x="5490" y="2199"/>
                    <a:pt x="5679" y="2241"/>
                    <a:pt x="5893" y="2333"/>
                  </a:cubicBezTo>
                  <a:lnTo>
                    <a:pt x="4910" y="3690"/>
                  </a:lnTo>
                  <a:cubicBezTo>
                    <a:pt x="4587" y="3252"/>
                    <a:pt x="4429" y="2861"/>
                    <a:pt x="4673" y="2527"/>
                  </a:cubicBezTo>
                  <a:cubicBezTo>
                    <a:pt x="4819" y="2326"/>
                    <a:pt x="5035" y="2199"/>
                    <a:pt x="5325" y="2199"/>
                  </a:cubicBezTo>
                  <a:close/>
                  <a:moveTo>
                    <a:pt x="4673" y="6027"/>
                  </a:moveTo>
                  <a:cubicBezTo>
                    <a:pt x="4978" y="6468"/>
                    <a:pt x="5126" y="6849"/>
                    <a:pt x="4881" y="7186"/>
                  </a:cubicBezTo>
                  <a:cubicBezTo>
                    <a:pt x="4747" y="7373"/>
                    <a:pt x="4548" y="7482"/>
                    <a:pt x="4286" y="7482"/>
                  </a:cubicBezTo>
                  <a:cubicBezTo>
                    <a:pt x="4121" y="7482"/>
                    <a:pt x="3930" y="7438"/>
                    <a:pt x="3715" y="7344"/>
                  </a:cubicBezTo>
                  <a:lnTo>
                    <a:pt x="4673" y="6027"/>
                  </a:lnTo>
                  <a:close/>
                  <a:moveTo>
                    <a:pt x="7584" y="0"/>
                  </a:moveTo>
                  <a:lnTo>
                    <a:pt x="6816" y="1059"/>
                  </a:lnTo>
                  <a:cubicBezTo>
                    <a:pt x="6155" y="686"/>
                    <a:pt x="5538" y="519"/>
                    <a:pt x="4989" y="519"/>
                  </a:cubicBezTo>
                  <a:cubicBezTo>
                    <a:pt x="4180" y="519"/>
                    <a:pt x="3518" y="883"/>
                    <a:pt x="3080" y="1486"/>
                  </a:cubicBezTo>
                  <a:cubicBezTo>
                    <a:pt x="2089" y="2854"/>
                    <a:pt x="3015" y="4067"/>
                    <a:pt x="3890" y="5094"/>
                  </a:cubicBezTo>
                  <a:lnTo>
                    <a:pt x="2731" y="6691"/>
                  </a:lnTo>
                  <a:cubicBezTo>
                    <a:pt x="2093" y="6123"/>
                    <a:pt x="1594" y="5366"/>
                    <a:pt x="1371" y="4667"/>
                  </a:cubicBezTo>
                  <a:lnTo>
                    <a:pt x="0" y="5452"/>
                  </a:lnTo>
                  <a:cubicBezTo>
                    <a:pt x="226" y="6246"/>
                    <a:pt x="918" y="7200"/>
                    <a:pt x="1823" y="7944"/>
                  </a:cubicBezTo>
                  <a:lnTo>
                    <a:pt x="1069" y="8984"/>
                  </a:lnTo>
                  <a:lnTo>
                    <a:pt x="2024" y="9677"/>
                  </a:lnTo>
                  <a:lnTo>
                    <a:pt x="2800" y="8608"/>
                  </a:lnTo>
                  <a:cubicBezTo>
                    <a:pt x="3458" y="8973"/>
                    <a:pt x="4071" y="9136"/>
                    <a:pt x="4614" y="9136"/>
                  </a:cubicBezTo>
                  <a:cubicBezTo>
                    <a:pt x="5419" y="9136"/>
                    <a:pt x="6073" y="8778"/>
                    <a:pt x="6504" y="8187"/>
                  </a:cubicBezTo>
                  <a:cubicBezTo>
                    <a:pt x="7480" y="6838"/>
                    <a:pt x="6572" y="5639"/>
                    <a:pt x="5692" y="4620"/>
                  </a:cubicBezTo>
                  <a:lnTo>
                    <a:pt x="6870" y="2997"/>
                  </a:lnTo>
                  <a:cubicBezTo>
                    <a:pt x="7308" y="3399"/>
                    <a:pt x="7684" y="3923"/>
                    <a:pt x="7972" y="4556"/>
                  </a:cubicBezTo>
                  <a:lnTo>
                    <a:pt x="9304" y="3726"/>
                  </a:lnTo>
                  <a:cubicBezTo>
                    <a:pt x="9019" y="3008"/>
                    <a:pt x="8459" y="2311"/>
                    <a:pt x="7785" y="1734"/>
                  </a:cubicBezTo>
                  <a:lnTo>
                    <a:pt x="8539" y="693"/>
                  </a:lnTo>
                  <a:lnTo>
                    <a:pt x="7584"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538;p29">
            <a:extLst>
              <a:ext uri="{FF2B5EF4-FFF2-40B4-BE49-F238E27FC236}">
                <a16:creationId xmlns:a16="http://schemas.microsoft.com/office/drawing/2014/main" id="{B7571440-0E45-9C07-10C2-FECFF64E7CD8}"/>
              </a:ext>
            </a:extLst>
          </p:cNvPr>
          <p:cNvGrpSpPr/>
          <p:nvPr/>
        </p:nvGrpSpPr>
        <p:grpSpPr>
          <a:xfrm>
            <a:off x="4994619" y="6781315"/>
            <a:ext cx="1333531" cy="2916217"/>
            <a:chOff x="7352169" y="1792626"/>
            <a:chExt cx="1333531" cy="2916217"/>
          </a:xfrm>
        </p:grpSpPr>
        <p:grpSp>
          <p:nvGrpSpPr>
            <p:cNvPr id="31" name="Google Shape;539;p29">
              <a:extLst>
                <a:ext uri="{FF2B5EF4-FFF2-40B4-BE49-F238E27FC236}">
                  <a16:creationId xmlns:a16="http://schemas.microsoft.com/office/drawing/2014/main" id="{9F474898-853F-3FE6-DD70-505513B59F33}"/>
                </a:ext>
              </a:extLst>
            </p:cNvPr>
            <p:cNvGrpSpPr/>
            <p:nvPr/>
          </p:nvGrpSpPr>
          <p:grpSpPr>
            <a:xfrm>
              <a:off x="7352169" y="1792626"/>
              <a:ext cx="1333531" cy="2916217"/>
              <a:chOff x="7352169" y="1999451"/>
              <a:chExt cx="1333531" cy="2916217"/>
            </a:xfrm>
          </p:grpSpPr>
          <p:grpSp>
            <p:nvGrpSpPr>
              <p:cNvPr id="33" name="Google Shape;540;p29">
                <a:extLst>
                  <a:ext uri="{FF2B5EF4-FFF2-40B4-BE49-F238E27FC236}">
                    <a16:creationId xmlns:a16="http://schemas.microsoft.com/office/drawing/2014/main" id="{98C05D34-25CC-4314-BF63-E09C8F9930F3}"/>
                  </a:ext>
                </a:extLst>
              </p:cNvPr>
              <p:cNvGrpSpPr/>
              <p:nvPr/>
            </p:nvGrpSpPr>
            <p:grpSpPr>
              <a:xfrm>
                <a:off x="7788625" y="4788743"/>
                <a:ext cx="623190" cy="126925"/>
                <a:chOff x="7605347" y="4840573"/>
                <a:chExt cx="925164" cy="188427"/>
              </a:xfrm>
            </p:grpSpPr>
            <p:sp>
              <p:nvSpPr>
                <p:cNvPr id="2461" name="Google Shape;541;p29">
                  <a:extLst>
                    <a:ext uri="{FF2B5EF4-FFF2-40B4-BE49-F238E27FC236}">
                      <a16:creationId xmlns:a16="http://schemas.microsoft.com/office/drawing/2014/main" id="{1A162041-E294-1057-D2E0-89D9A3C1AD32}"/>
                    </a:ext>
                  </a:extLst>
                </p:cNvPr>
                <p:cNvSpPr/>
                <p:nvPr/>
              </p:nvSpPr>
              <p:spPr>
                <a:xfrm flipH="1">
                  <a:off x="8100033" y="4840573"/>
                  <a:ext cx="429399" cy="187705"/>
                </a:xfrm>
                <a:custGeom>
                  <a:avLst/>
                  <a:gdLst/>
                  <a:ahLst/>
                  <a:cxnLst/>
                  <a:rect l="l" t="t" r="r" b="b"/>
                  <a:pathLst>
                    <a:path w="5973" h="2611" extrusionOk="0">
                      <a:moveTo>
                        <a:pt x="3202" y="0"/>
                      </a:moveTo>
                      <a:lnTo>
                        <a:pt x="0" y="54"/>
                      </a:lnTo>
                      <a:lnTo>
                        <a:pt x="32" y="2556"/>
                      </a:lnTo>
                      <a:lnTo>
                        <a:pt x="230" y="2563"/>
                      </a:lnTo>
                      <a:cubicBezTo>
                        <a:pt x="681" y="2581"/>
                        <a:pt x="1837" y="2611"/>
                        <a:pt x="2942" y="2611"/>
                      </a:cubicBezTo>
                      <a:cubicBezTo>
                        <a:pt x="4010" y="2611"/>
                        <a:pt x="5029" y="2583"/>
                        <a:pt x="5316" y="2491"/>
                      </a:cubicBezTo>
                      <a:cubicBezTo>
                        <a:pt x="5973" y="2279"/>
                        <a:pt x="3241" y="1713"/>
                        <a:pt x="3241" y="1713"/>
                      </a:cubicBezTo>
                      <a:lnTo>
                        <a:pt x="3202"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542;p29">
                  <a:extLst>
                    <a:ext uri="{FF2B5EF4-FFF2-40B4-BE49-F238E27FC236}">
                      <a16:creationId xmlns:a16="http://schemas.microsoft.com/office/drawing/2014/main" id="{6A2B32C2-44F0-1A54-E990-AC1FC1ED91CB}"/>
                    </a:ext>
                  </a:extLst>
                </p:cNvPr>
                <p:cNvSpPr/>
                <p:nvPr/>
              </p:nvSpPr>
              <p:spPr>
                <a:xfrm flipH="1">
                  <a:off x="8139206" y="4986872"/>
                  <a:ext cx="61250" cy="27965"/>
                </a:xfrm>
                <a:custGeom>
                  <a:avLst/>
                  <a:gdLst/>
                  <a:ahLst/>
                  <a:cxnLst/>
                  <a:rect l="l" t="t" r="r" b="b"/>
                  <a:pathLst>
                    <a:path w="852" h="389" extrusionOk="0">
                      <a:moveTo>
                        <a:pt x="0" y="1"/>
                      </a:moveTo>
                      <a:cubicBezTo>
                        <a:pt x="79" y="22"/>
                        <a:pt x="155" y="47"/>
                        <a:pt x="227" y="69"/>
                      </a:cubicBezTo>
                      <a:cubicBezTo>
                        <a:pt x="98" y="26"/>
                        <a:pt x="0" y="1"/>
                        <a:pt x="0" y="1"/>
                      </a:cubicBezTo>
                      <a:close/>
                      <a:moveTo>
                        <a:pt x="833" y="349"/>
                      </a:moveTo>
                      <a:cubicBezTo>
                        <a:pt x="844" y="363"/>
                        <a:pt x="844" y="374"/>
                        <a:pt x="840" y="388"/>
                      </a:cubicBezTo>
                      <a:lnTo>
                        <a:pt x="851" y="388"/>
                      </a:lnTo>
                      <a:cubicBezTo>
                        <a:pt x="851" y="374"/>
                        <a:pt x="844" y="363"/>
                        <a:pt x="833" y="34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543;p29">
                  <a:extLst>
                    <a:ext uri="{FF2B5EF4-FFF2-40B4-BE49-F238E27FC236}">
                      <a16:creationId xmlns:a16="http://schemas.microsoft.com/office/drawing/2014/main" id="{6B2D5915-C891-9046-B47D-7CA27B364F84}"/>
                    </a:ext>
                  </a:extLst>
                </p:cNvPr>
                <p:cNvSpPr/>
                <p:nvPr/>
              </p:nvSpPr>
              <p:spPr>
                <a:xfrm flipH="1">
                  <a:off x="8138989" y="5014766"/>
                  <a:ext cx="10065" cy="5464"/>
                </a:xfrm>
                <a:custGeom>
                  <a:avLst/>
                  <a:gdLst/>
                  <a:ahLst/>
                  <a:cxnLst/>
                  <a:rect l="l" t="t" r="r" b="b"/>
                  <a:pathLst>
                    <a:path w="140" h="76" extrusionOk="0">
                      <a:moveTo>
                        <a:pt x="125" y="0"/>
                      </a:moveTo>
                      <a:cubicBezTo>
                        <a:pt x="118" y="25"/>
                        <a:pt x="86" y="47"/>
                        <a:pt x="25" y="68"/>
                      </a:cubicBezTo>
                      <a:cubicBezTo>
                        <a:pt x="17" y="68"/>
                        <a:pt x="7" y="72"/>
                        <a:pt x="0" y="75"/>
                      </a:cubicBezTo>
                      <a:cubicBezTo>
                        <a:pt x="72" y="61"/>
                        <a:pt x="118" y="47"/>
                        <a:pt x="129" y="32"/>
                      </a:cubicBezTo>
                      <a:cubicBezTo>
                        <a:pt x="136" y="22"/>
                        <a:pt x="140" y="11"/>
                        <a:pt x="136" y="0"/>
                      </a:cubicBezTo>
                      <a:close/>
                    </a:path>
                  </a:pathLst>
                </a:custGeom>
                <a:solidFill>
                  <a:srgbClr val="7D84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544;p29">
                  <a:extLst>
                    <a:ext uri="{FF2B5EF4-FFF2-40B4-BE49-F238E27FC236}">
                      <a16:creationId xmlns:a16="http://schemas.microsoft.com/office/drawing/2014/main" id="{AD732ACD-2F7C-AFF2-16B9-FD641FD7FA75}"/>
                    </a:ext>
                  </a:extLst>
                </p:cNvPr>
                <p:cNvSpPr/>
                <p:nvPr/>
              </p:nvSpPr>
              <p:spPr>
                <a:xfrm flipH="1">
                  <a:off x="8305710" y="5024255"/>
                  <a:ext cx="221421" cy="4529"/>
                </a:xfrm>
                <a:custGeom>
                  <a:avLst/>
                  <a:gdLst/>
                  <a:ahLst/>
                  <a:cxnLst/>
                  <a:rect l="l" t="t" r="r" b="b"/>
                  <a:pathLst>
                    <a:path w="3080" h="63" extrusionOk="0">
                      <a:moveTo>
                        <a:pt x="0" y="1"/>
                      </a:moveTo>
                      <a:cubicBezTo>
                        <a:pt x="582" y="41"/>
                        <a:pt x="1433" y="62"/>
                        <a:pt x="2283" y="62"/>
                      </a:cubicBezTo>
                      <a:cubicBezTo>
                        <a:pt x="2552" y="62"/>
                        <a:pt x="2818" y="59"/>
                        <a:pt x="3080" y="54"/>
                      </a:cubicBezTo>
                      <a:lnTo>
                        <a:pt x="2882" y="54"/>
                      </a:lnTo>
                      <a:cubicBezTo>
                        <a:pt x="1784" y="54"/>
                        <a:pt x="646" y="26"/>
                        <a:pt x="198" y="8"/>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545;p29">
                  <a:extLst>
                    <a:ext uri="{FF2B5EF4-FFF2-40B4-BE49-F238E27FC236}">
                      <a16:creationId xmlns:a16="http://schemas.microsoft.com/office/drawing/2014/main" id="{831ED7E4-A1DA-7CB7-F754-F3737395F4A1}"/>
                    </a:ext>
                  </a:extLst>
                </p:cNvPr>
                <p:cNvSpPr/>
                <p:nvPr/>
              </p:nvSpPr>
              <p:spPr>
                <a:xfrm flipH="1">
                  <a:off x="8139716" y="4986872"/>
                  <a:ext cx="387415" cy="41337"/>
                </a:xfrm>
                <a:custGeom>
                  <a:avLst/>
                  <a:gdLst/>
                  <a:ahLst/>
                  <a:cxnLst/>
                  <a:rect l="l" t="t" r="r" b="b"/>
                  <a:pathLst>
                    <a:path w="5389" h="575" extrusionOk="0">
                      <a:moveTo>
                        <a:pt x="4544" y="1"/>
                      </a:moveTo>
                      <a:cubicBezTo>
                        <a:pt x="4358" y="11"/>
                        <a:pt x="4268" y="417"/>
                        <a:pt x="4268" y="417"/>
                      </a:cubicBezTo>
                      <a:lnTo>
                        <a:pt x="1156" y="442"/>
                      </a:lnTo>
                      <a:lnTo>
                        <a:pt x="1156" y="456"/>
                      </a:lnTo>
                      <a:cubicBezTo>
                        <a:pt x="1153" y="456"/>
                        <a:pt x="1153" y="453"/>
                        <a:pt x="1149" y="442"/>
                      </a:cubicBezTo>
                      <a:lnTo>
                        <a:pt x="4" y="449"/>
                      </a:lnTo>
                      <a:lnTo>
                        <a:pt x="0" y="521"/>
                      </a:lnTo>
                      <a:lnTo>
                        <a:pt x="198" y="528"/>
                      </a:lnTo>
                      <a:cubicBezTo>
                        <a:pt x="646" y="546"/>
                        <a:pt x="1784" y="574"/>
                        <a:pt x="2882" y="574"/>
                      </a:cubicBezTo>
                      <a:lnTo>
                        <a:pt x="3080" y="574"/>
                      </a:lnTo>
                      <a:cubicBezTo>
                        <a:pt x="4063" y="561"/>
                        <a:pt x="4936" y="521"/>
                        <a:pt x="5259" y="463"/>
                      </a:cubicBezTo>
                      <a:cubicBezTo>
                        <a:pt x="5266" y="460"/>
                        <a:pt x="5276" y="456"/>
                        <a:pt x="5284" y="456"/>
                      </a:cubicBezTo>
                      <a:cubicBezTo>
                        <a:pt x="5345" y="435"/>
                        <a:pt x="5377" y="413"/>
                        <a:pt x="5384" y="388"/>
                      </a:cubicBezTo>
                      <a:cubicBezTo>
                        <a:pt x="5388" y="374"/>
                        <a:pt x="5388" y="363"/>
                        <a:pt x="5377" y="349"/>
                      </a:cubicBezTo>
                      <a:cubicBezTo>
                        <a:pt x="5302" y="251"/>
                        <a:pt x="4989" y="137"/>
                        <a:pt x="4771" y="69"/>
                      </a:cubicBezTo>
                      <a:cubicBezTo>
                        <a:pt x="4699" y="47"/>
                        <a:pt x="4623" y="22"/>
                        <a:pt x="4544"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546;p29">
                  <a:extLst>
                    <a:ext uri="{FF2B5EF4-FFF2-40B4-BE49-F238E27FC236}">
                      <a16:creationId xmlns:a16="http://schemas.microsoft.com/office/drawing/2014/main" id="{D439B917-CFFA-DF8E-93B7-F222F22A8DE5}"/>
                    </a:ext>
                  </a:extLst>
                </p:cNvPr>
                <p:cNvSpPr/>
                <p:nvPr/>
              </p:nvSpPr>
              <p:spPr>
                <a:xfrm flipH="1">
                  <a:off x="8139716" y="5013040"/>
                  <a:ext cx="390794" cy="8699"/>
                </a:xfrm>
                <a:custGeom>
                  <a:avLst/>
                  <a:gdLst/>
                  <a:ahLst/>
                  <a:cxnLst/>
                  <a:rect l="l" t="t" r="r" b="b"/>
                  <a:pathLst>
                    <a:path w="5436" h="121" extrusionOk="0">
                      <a:moveTo>
                        <a:pt x="5420" y="0"/>
                      </a:moveTo>
                      <a:cubicBezTo>
                        <a:pt x="5410" y="0"/>
                        <a:pt x="5396" y="1"/>
                        <a:pt x="5378" y="3"/>
                      </a:cubicBezTo>
                      <a:cubicBezTo>
                        <a:pt x="5331" y="3"/>
                        <a:pt x="5280" y="3"/>
                        <a:pt x="5220" y="6"/>
                      </a:cubicBezTo>
                      <a:cubicBezTo>
                        <a:pt x="5061" y="10"/>
                        <a:pt x="4868" y="17"/>
                        <a:pt x="4639" y="28"/>
                      </a:cubicBezTo>
                      <a:cubicBezTo>
                        <a:pt x="4147" y="46"/>
                        <a:pt x="3468" y="64"/>
                        <a:pt x="2718" y="78"/>
                      </a:cubicBezTo>
                      <a:cubicBezTo>
                        <a:pt x="2235" y="85"/>
                        <a:pt x="1783" y="87"/>
                        <a:pt x="1390" y="87"/>
                      </a:cubicBezTo>
                      <a:cubicBezTo>
                        <a:pt x="1172" y="87"/>
                        <a:pt x="973" y="87"/>
                        <a:pt x="797" y="85"/>
                      </a:cubicBezTo>
                      <a:cubicBezTo>
                        <a:pt x="568" y="81"/>
                        <a:pt x="374" y="81"/>
                        <a:pt x="216" y="81"/>
                      </a:cubicBezTo>
                      <a:lnTo>
                        <a:pt x="55" y="81"/>
                      </a:lnTo>
                      <a:cubicBezTo>
                        <a:pt x="19" y="81"/>
                        <a:pt x="1" y="81"/>
                        <a:pt x="1" y="85"/>
                      </a:cubicBezTo>
                      <a:cubicBezTo>
                        <a:pt x="1" y="85"/>
                        <a:pt x="19" y="85"/>
                        <a:pt x="55" y="89"/>
                      </a:cubicBezTo>
                      <a:cubicBezTo>
                        <a:pt x="105" y="92"/>
                        <a:pt x="155" y="92"/>
                        <a:pt x="212" y="96"/>
                      </a:cubicBezTo>
                      <a:cubicBezTo>
                        <a:pt x="374" y="99"/>
                        <a:pt x="568" y="107"/>
                        <a:pt x="797" y="110"/>
                      </a:cubicBezTo>
                      <a:cubicBezTo>
                        <a:pt x="1083" y="116"/>
                        <a:pt x="1432" y="120"/>
                        <a:pt x="1821" y="120"/>
                      </a:cubicBezTo>
                      <a:cubicBezTo>
                        <a:pt x="2102" y="120"/>
                        <a:pt x="2404" y="118"/>
                        <a:pt x="2718" y="114"/>
                      </a:cubicBezTo>
                      <a:cubicBezTo>
                        <a:pt x="3468" y="103"/>
                        <a:pt x="4150" y="78"/>
                        <a:pt x="4639" y="53"/>
                      </a:cubicBezTo>
                      <a:cubicBezTo>
                        <a:pt x="4868" y="42"/>
                        <a:pt x="5061" y="31"/>
                        <a:pt x="5220" y="21"/>
                      </a:cubicBezTo>
                      <a:cubicBezTo>
                        <a:pt x="5280" y="17"/>
                        <a:pt x="5331" y="13"/>
                        <a:pt x="5378" y="10"/>
                      </a:cubicBezTo>
                      <a:cubicBezTo>
                        <a:pt x="5414" y="6"/>
                        <a:pt x="5435" y="3"/>
                        <a:pt x="5435" y="3"/>
                      </a:cubicBezTo>
                      <a:cubicBezTo>
                        <a:pt x="5435" y="1"/>
                        <a:pt x="5430" y="0"/>
                        <a:pt x="5420" y="0"/>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547;p29">
                  <a:extLst>
                    <a:ext uri="{FF2B5EF4-FFF2-40B4-BE49-F238E27FC236}">
                      <a16:creationId xmlns:a16="http://schemas.microsoft.com/office/drawing/2014/main" id="{01E6270E-8200-8B41-EC6C-42238759D541}"/>
                    </a:ext>
                  </a:extLst>
                </p:cNvPr>
                <p:cNvSpPr/>
                <p:nvPr/>
              </p:nvSpPr>
              <p:spPr>
                <a:xfrm flipH="1">
                  <a:off x="8198300" y="4983996"/>
                  <a:ext cx="23436" cy="36448"/>
                </a:xfrm>
                <a:custGeom>
                  <a:avLst/>
                  <a:gdLst/>
                  <a:ahLst/>
                  <a:cxnLst/>
                  <a:rect l="l" t="t" r="r" b="b"/>
                  <a:pathLst>
                    <a:path w="326" h="507" extrusionOk="0">
                      <a:moveTo>
                        <a:pt x="320" y="0"/>
                      </a:moveTo>
                      <a:cubicBezTo>
                        <a:pt x="304" y="0"/>
                        <a:pt x="177" y="62"/>
                        <a:pt x="92" y="209"/>
                      </a:cubicBezTo>
                      <a:cubicBezTo>
                        <a:pt x="0" y="358"/>
                        <a:pt x="9" y="507"/>
                        <a:pt x="20" y="507"/>
                      </a:cubicBezTo>
                      <a:cubicBezTo>
                        <a:pt x="20" y="507"/>
                        <a:pt x="20" y="507"/>
                        <a:pt x="20" y="507"/>
                      </a:cubicBezTo>
                      <a:cubicBezTo>
                        <a:pt x="31" y="507"/>
                        <a:pt x="38" y="371"/>
                        <a:pt x="124" y="227"/>
                      </a:cubicBezTo>
                      <a:cubicBezTo>
                        <a:pt x="207" y="84"/>
                        <a:pt x="325" y="11"/>
                        <a:pt x="322" y="1"/>
                      </a:cubicBezTo>
                      <a:cubicBezTo>
                        <a:pt x="322" y="1"/>
                        <a:pt x="321" y="0"/>
                        <a:pt x="32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548;p29">
                  <a:extLst>
                    <a:ext uri="{FF2B5EF4-FFF2-40B4-BE49-F238E27FC236}">
                      <a16:creationId xmlns:a16="http://schemas.microsoft.com/office/drawing/2014/main" id="{638F8247-058D-046F-5E5F-6E565FFFF910}"/>
                    </a:ext>
                  </a:extLst>
                </p:cNvPr>
                <p:cNvSpPr/>
                <p:nvPr/>
              </p:nvSpPr>
              <p:spPr>
                <a:xfrm flipH="1">
                  <a:off x="8276302" y="4967677"/>
                  <a:ext cx="13156" cy="19554"/>
                </a:xfrm>
                <a:custGeom>
                  <a:avLst/>
                  <a:gdLst/>
                  <a:ahLst/>
                  <a:cxnLst/>
                  <a:rect l="l" t="t" r="r" b="b"/>
                  <a:pathLst>
                    <a:path w="183" h="272" extrusionOk="0">
                      <a:moveTo>
                        <a:pt x="174" y="1"/>
                      </a:moveTo>
                      <a:cubicBezTo>
                        <a:pt x="161" y="1"/>
                        <a:pt x="120" y="56"/>
                        <a:pt x="75" y="124"/>
                      </a:cubicBezTo>
                      <a:cubicBezTo>
                        <a:pt x="32" y="200"/>
                        <a:pt x="0" y="264"/>
                        <a:pt x="11" y="271"/>
                      </a:cubicBezTo>
                      <a:cubicBezTo>
                        <a:pt x="11" y="271"/>
                        <a:pt x="11" y="271"/>
                        <a:pt x="11" y="271"/>
                      </a:cubicBezTo>
                      <a:cubicBezTo>
                        <a:pt x="21" y="271"/>
                        <a:pt x="66" y="219"/>
                        <a:pt x="108" y="145"/>
                      </a:cubicBezTo>
                      <a:cubicBezTo>
                        <a:pt x="154" y="70"/>
                        <a:pt x="183" y="6"/>
                        <a:pt x="176" y="1"/>
                      </a:cubicBezTo>
                      <a:cubicBezTo>
                        <a:pt x="175" y="1"/>
                        <a:pt x="175" y="1"/>
                        <a:pt x="17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549;p29">
                  <a:extLst>
                    <a:ext uri="{FF2B5EF4-FFF2-40B4-BE49-F238E27FC236}">
                      <a16:creationId xmlns:a16="http://schemas.microsoft.com/office/drawing/2014/main" id="{A4D37F2C-98BE-A702-F40D-455FBA165C11}"/>
                    </a:ext>
                  </a:extLst>
                </p:cNvPr>
                <p:cNvSpPr/>
                <p:nvPr/>
              </p:nvSpPr>
              <p:spPr>
                <a:xfrm flipH="1">
                  <a:off x="8292765" y="4964298"/>
                  <a:ext cx="15313" cy="13443"/>
                </a:xfrm>
                <a:custGeom>
                  <a:avLst/>
                  <a:gdLst/>
                  <a:ahLst/>
                  <a:cxnLst/>
                  <a:rect l="l" t="t" r="r" b="b"/>
                  <a:pathLst>
                    <a:path w="213" h="187" extrusionOk="0">
                      <a:moveTo>
                        <a:pt x="202" y="1"/>
                      </a:moveTo>
                      <a:cubicBezTo>
                        <a:pt x="189" y="1"/>
                        <a:pt x="143" y="32"/>
                        <a:pt x="94" y="78"/>
                      </a:cubicBezTo>
                      <a:cubicBezTo>
                        <a:pt x="40" y="128"/>
                        <a:pt x="1" y="174"/>
                        <a:pt x="8" y="185"/>
                      </a:cubicBezTo>
                      <a:cubicBezTo>
                        <a:pt x="8" y="186"/>
                        <a:pt x="9" y="186"/>
                        <a:pt x="10" y="186"/>
                      </a:cubicBezTo>
                      <a:cubicBezTo>
                        <a:pt x="24" y="186"/>
                        <a:pt x="70" y="152"/>
                        <a:pt x="119" y="106"/>
                      </a:cubicBezTo>
                      <a:cubicBezTo>
                        <a:pt x="173" y="56"/>
                        <a:pt x="213" y="10"/>
                        <a:pt x="205" y="2"/>
                      </a:cubicBezTo>
                      <a:cubicBezTo>
                        <a:pt x="204" y="1"/>
                        <a:pt x="203" y="1"/>
                        <a:pt x="20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550;p29">
                  <a:extLst>
                    <a:ext uri="{FF2B5EF4-FFF2-40B4-BE49-F238E27FC236}">
                      <a16:creationId xmlns:a16="http://schemas.microsoft.com/office/drawing/2014/main" id="{EE6E19AE-4B7E-109B-9AD0-44B4F5C27710}"/>
                    </a:ext>
                  </a:extLst>
                </p:cNvPr>
                <p:cNvSpPr/>
                <p:nvPr/>
              </p:nvSpPr>
              <p:spPr>
                <a:xfrm flipH="1">
                  <a:off x="8295569" y="4954592"/>
                  <a:ext cx="24155" cy="2732"/>
                </a:xfrm>
                <a:custGeom>
                  <a:avLst/>
                  <a:gdLst/>
                  <a:ahLst/>
                  <a:cxnLst/>
                  <a:rect l="l" t="t" r="r" b="b"/>
                  <a:pathLst>
                    <a:path w="336" h="38" extrusionOk="0">
                      <a:moveTo>
                        <a:pt x="205" y="0"/>
                      </a:moveTo>
                      <a:cubicBezTo>
                        <a:pt x="193" y="0"/>
                        <a:pt x="182" y="0"/>
                        <a:pt x="170" y="1"/>
                      </a:cubicBezTo>
                      <a:cubicBezTo>
                        <a:pt x="77" y="1"/>
                        <a:pt x="1" y="8"/>
                        <a:pt x="1" y="19"/>
                      </a:cubicBezTo>
                      <a:cubicBezTo>
                        <a:pt x="1" y="28"/>
                        <a:pt x="59" y="38"/>
                        <a:pt x="135" y="38"/>
                      </a:cubicBezTo>
                      <a:cubicBezTo>
                        <a:pt x="147" y="38"/>
                        <a:pt x="158" y="37"/>
                        <a:pt x="170" y="37"/>
                      </a:cubicBezTo>
                      <a:cubicBezTo>
                        <a:pt x="259" y="37"/>
                        <a:pt x="335" y="29"/>
                        <a:pt x="335" y="19"/>
                      </a:cubicBezTo>
                      <a:cubicBezTo>
                        <a:pt x="335" y="9"/>
                        <a:pt x="278" y="0"/>
                        <a:pt x="2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551;p29">
                  <a:extLst>
                    <a:ext uri="{FF2B5EF4-FFF2-40B4-BE49-F238E27FC236}">
                      <a16:creationId xmlns:a16="http://schemas.microsoft.com/office/drawing/2014/main" id="{AEDE7183-F704-D7B6-32A1-DBEBE1FCB2F4}"/>
                    </a:ext>
                  </a:extLst>
                </p:cNvPr>
                <p:cNvSpPr/>
                <p:nvPr/>
              </p:nvSpPr>
              <p:spPr>
                <a:xfrm flipH="1">
                  <a:off x="8296432" y="4940430"/>
                  <a:ext cx="27893" cy="4026"/>
                </a:xfrm>
                <a:custGeom>
                  <a:avLst/>
                  <a:gdLst/>
                  <a:ahLst/>
                  <a:cxnLst/>
                  <a:rect l="l" t="t" r="r" b="b"/>
                  <a:pathLst>
                    <a:path w="388" h="56" extrusionOk="0">
                      <a:moveTo>
                        <a:pt x="18" y="0"/>
                      </a:moveTo>
                      <a:cubicBezTo>
                        <a:pt x="10" y="0"/>
                        <a:pt x="5" y="1"/>
                        <a:pt x="5" y="4"/>
                      </a:cubicBezTo>
                      <a:cubicBezTo>
                        <a:pt x="0" y="14"/>
                        <a:pt x="83" y="51"/>
                        <a:pt x="194" y="54"/>
                      </a:cubicBezTo>
                      <a:cubicBezTo>
                        <a:pt x="208" y="55"/>
                        <a:pt x="221" y="55"/>
                        <a:pt x="234" y="55"/>
                      </a:cubicBezTo>
                      <a:cubicBezTo>
                        <a:pt x="322" y="55"/>
                        <a:pt x="387" y="35"/>
                        <a:pt x="384" y="26"/>
                      </a:cubicBezTo>
                      <a:cubicBezTo>
                        <a:pt x="384" y="20"/>
                        <a:pt x="365" y="19"/>
                        <a:pt x="334" y="19"/>
                      </a:cubicBezTo>
                      <a:cubicBezTo>
                        <a:pt x="313" y="19"/>
                        <a:pt x="288" y="20"/>
                        <a:pt x="259" y="20"/>
                      </a:cubicBezTo>
                      <a:cubicBezTo>
                        <a:pt x="239" y="20"/>
                        <a:pt x="217" y="19"/>
                        <a:pt x="194" y="19"/>
                      </a:cubicBezTo>
                      <a:cubicBezTo>
                        <a:pt x="114" y="13"/>
                        <a:pt x="46" y="0"/>
                        <a:pt x="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552;p29">
                  <a:extLst>
                    <a:ext uri="{FF2B5EF4-FFF2-40B4-BE49-F238E27FC236}">
                      <a16:creationId xmlns:a16="http://schemas.microsoft.com/office/drawing/2014/main" id="{7FEB8283-172B-AA08-E652-7722CF003DD7}"/>
                    </a:ext>
                  </a:extLst>
                </p:cNvPr>
                <p:cNvSpPr/>
                <p:nvPr/>
              </p:nvSpPr>
              <p:spPr>
                <a:xfrm flipH="1">
                  <a:off x="8237553" y="4945750"/>
                  <a:ext cx="43709" cy="25161"/>
                </a:xfrm>
                <a:custGeom>
                  <a:avLst/>
                  <a:gdLst/>
                  <a:ahLst/>
                  <a:cxnLst/>
                  <a:rect l="l" t="t" r="r" b="b"/>
                  <a:pathLst>
                    <a:path w="608" h="350" extrusionOk="0">
                      <a:moveTo>
                        <a:pt x="415" y="38"/>
                      </a:moveTo>
                      <a:cubicBezTo>
                        <a:pt x="460" y="38"/>
                        <a:pt x="505" y="47"/>
                        <a:pt x="543" y="70"/>
                      </a:cubicBezTo>
                      <a:cubicBezTo>
                        <a:pt x="575" y="91"/>
                        <a:pt x="564" y="131"/>
                        <a:pt x="529" y="152"/>
                      </a:cubicBezTo>
                      <a:cubicBezTo>
                        <a:pt x="493" y="174"/>
                        <a:pt x="450" y="188"/>
                        <a:pt x="413" y="203"/>
                      </a:cubicBezTo>
                      <a:cubicBezTo>
                        <a:pt x="335" y="232"/>
                        <a:pt x="263" y="250"/>
                        <a:pt x="202" y="263"/>
                      </a:cubicBezTo>
                      <a:cubicBezTo>
                        <a:pt x="142" y="274"/>
                        <a:pt x="91" y="281"/>
                        <a:pt x="56" y="285"/>
                      </a:cubicBezTo>
                      <a:lnTo>
                        <a:pt x="56" y="285"/>
                      </a:lnTo>
                      <a:cubicBezTo>
                        <a:pt x="69" y="254"/>
                        <a:pt x="89" y="214"/>
                        <a:pt x="123" y="174"/>
                      </a:cubicBezTo>
                      <a:cubicBezTo>
                        <a:pt x="163" y="124"/>
                        <a:pt x="220" y="81"/>
                        <a:pt x="299" y="56"/>
                      </a:cubicBezTo>
                      <a:cubicBezTo>
                        <a:pt x="333" y="46"/>
                        <a:pt x="374" y="38"/>
                        <a:pt x="415" y="38"/>
                      </a:cubicBezTo>
                      <a:close/>
                      <a:moveTo>
                        <a:pt x="409" y="0"/>
                      </a:moveTo>
                      <a:cubicBezTo>
                        <a:pt x="271" y="0"/>
                        <a:pt x="154" y="80"/>
                        <a:pt x="102" y="156"/>
                      </a:cubicBezTo>
                      <a:cubicBezTo>
                        <a:pt x="64" y="204"/>
                        <a:pt x="46" y="254"/>
                        <a:pt x="38" y="287"/>
                      </a:cubicBezTo>
                      <a:lnTo>
                        <a:pt x="38" y="287"/>
                      </a:lnTo>
                      <a:cubicBezTo>
                        <a:pt x="14" y="290"/>
                        <a:pt x="1" y="291"/>
                        <a:pt x="1" y="293"/>
                      </a:cubicBezTo>
                      <a:cubicBezTo>
                        <a:pt x="1" y="295"/>
                        <a:pt x="13" y="298"/>
                        <a:pt x="36" y="299"/>
                      </a:cubicBezTo>
                      <a:lnTo>
                        <a:pt x="36" y="299"/>
                      </a:lnTo>
                      <a:cubicBezTo>
                        <a:pt x="30" y="331"/>
                        <a:pt x="30" y="350"/>
                        <a:pt x="34" y="350"/>
                      </a:cubicBezTo>
                      <a:cubicBezTo>
                        <a:pt x="34" y="350"/>
                        <a:pt x="34" y="350"/>
                        <a:pt x="34" y="350"/>
                      </a:cubicBezTo>
                      <a:cubicBezTo>
                        <a:pt x="37" y="350"/>
                        <a:pt x="40" y="330"/>
                        <a:pt x="51" y="300"/>
                      </a:cubicBezTo>
                      <a:lnTo>
                        <a:pt x="51" y="300"/>
                      </a:lnTo>
                      <a:cubicBezTo>
                        <a:pt x="55" y="300"/>
                        <a:pt x="59" y="300"/>
                        <a:pt x="64" y="300"/>
                      </a:cubicBezTo>
                      <a:cubicBezTo>
                        <a:pt x="99" y="300"/>
                        <a:pt x="147" y="297"/>
                        <a:pt x="206" y="289"/>
                      </a:cubicBezTo>
                      <a:cubicBezTo>
                        <a:pt x="270" y="281"/>
                        <a:pt x="345" y="263"/>
                        <a:pt x="425" y="238"/>
                      </a:cubicBezTo>
                      <a:cubicBezTo>
                        <a:pt x="464" y="225"/>
                        <a:pt x="507" y="210"/>
                        <a:pt x="550" y="185"/>
                      </a:cubicBezTo>
                      <a:cubicBezTo>
                        <a:pt x="569" y="170"/>
                        <a:pt x="593" y="152"/>
                        <a:pt x="600" y="120"/>
                      </a:cubicBezTo>
                      <a:cubicBezTo>
                        <a:pt x="607" y="88"/>
                        <a:pt x="590" y="56"/>
                        <a:pt x="569" y="38"/>
                      </a:cubicBezTo>
                      <a:cubicBezTo>
                        <a:pt x="514" y="11"/>
                        <a:pt x="460" y="0"/>
                        <a:pt x="40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553;p29">
                  <a:extLst>
                    <a:ext uri="{FF2B5EF4-FFF2-40B4-BE49-F238E27FC236}">
                      <a16:creationId xmlns:a16="http://schemas.microsoft.com/office/drawing/2014/main" id="{151464DC-D691-75B1-FA0C-D32A40BCAE35}"/>
                    </a:ext>
                  </a:extLst>
                </p:cNvPr>
                <p:cNvSpPr/>
                <p:nvPr/>
              </p:nvSpPr>
              <p:spPr>
                <a:xfrm flipH="1">
                  <a:off x="8275008" y="4939136"/>
                  <a:ext cx="22430" cy="28468"/>
                </a:xfrm>
                <a:custGeom>
                  <a:avLst/>
                  <a:gdLst/>
                  <a:ahLst/>
                  <a:cxnLst/>
                  <a:rect l="l" t="t" r="r" b="b"/>
                  <a:pathLst>
                    <a:path w="312" h="396" extrusionOk="0">
                      <a:moveTo>
                        <a:pt x="75" y="0"/>
                      </a:moveTo>
                      <a:cubicBezTo>
                        <a:pt x="73" y="0"/>
                        <a:pt x="71" y="0"/>
                        <a:pt x="68" y="0"/>
                      </a:cubicBezTo>
                      <a:cubicBezTo>
                        <a:pt x="22" y="7"/>
                        <a:pt x="0" y="62"/>
                        <a:pt x="7" y="97"/>
                      </a:cubicBezTo>
                      <a:cubicBezTo>
                        <a:pt x="10" y="133"/>
                        <a:pt x="29" y="162"/>
                        <a:pt x="43" y="187"/>
                      </a:cubicBezTo>
                      <a:cubicBezTo>
                        <a:pt x="75" y="237"/>
                        <a:pt x="111" y="280"/>
                        <a:pt x="143" y="312"/>
                      </a:cubicBezTo>
                      <a:cubicBezTo>
                        <a:pt x="203" y="369"/>
                        <a:pt x="252" y="392"/>
                        <a:pt x="261" y="392"/>
                      </a:cubicBezTo>
                      <a:cubicBezTo>
                        <a:pt x="261" y="392"/>
                        <a:pt x="262" y="392"/>
                        <a:pt x="262" y="392"/>
                      </a:cubicBezTo>
                      <a:cubicBezTo>
                        <a:pt x="265" y="388"/>
                        <a:pt x="219" y="355"/>
                        <a:pt x="161" y="291"/>
                      </a:cubicBezTo>
                      <a:cubicBezTo>
                        <a:pt x="133" y="259"/>
                        <a:pt x="104" y="219"/>
                        <a:pt x="75" y="169"/>
                      </a:cubicBezTo>
                      <a:cubicBezTo>
                        <a:pt x="47" y="126"/>
                        <a:pt x="25" y="50"/>
                        <a:pt x="75" y="40"/>
                      </a:cubicBezTo>
                      <a:cubicBezTo>
                        <a:pt x="79" y="40"/>
                        <a:pt x="83" y="39"/>
                        <a:pt x="86" y="39"/>
                      </a:cubicBezTo>
                      <a:cubicBezTo>
                        <a:pt x="136" y="39"/>
                        <a:pt x="182" y="86"/>
                        <a:pt x="212" y="123"/>
                      </a:cubicBezTo>
                      <a:cubicBezTo>
                        <a:pt x="247" y="169"/>
                        <a:pt x="265" y="216"/>
                        <a:pt x="272" y="255"/>
                      </a:cubicBezTo>
                      <a:cubicBezTo>
                        <a:pt x="290" y="342"/>
                        <a:pt x="272" y="395"/>
                        <a:pt x="280" y="395"/>
                      </a:cubicBezTo>
                      <a:cubicBezTo>
                        <a:pt x="280" y="395"/>
                        <a:pt x="280" y="395"/>
                        <a:pt x="280" y="395"/>
                      </a:cubicBezTo>
                      <a:cubicBezTo>
                        <a:pt x="285" y="395"/>
                        <a:pt x="312" y="342"/>
                        <a:pt x="302" y="252"/>
                      </a:cubicBezTo>
                      <a:cubicBezTo>
                        <a:pt x="294" y="209"/>
                        <a:pt x="277" y="155"/>
                        <a:pt x="240" y="105"/>
                      </a:cubicBezTo>
                      <a:cubicBezTo>
                        <a:pt x="205" y="59"/>
                        <a:pt x="160" y="0"/>
                        <a:pt x="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554;p29">
                  <a:extLst>
                    <a:ext uri="{FF2B5EF4-FFF2-40B4-BE49-F238E27FC236}">
                      <a16:creationId xmlns:a16="http://schemas.microsoft.com/office/drawing/2014/main" id="{7A7366F8-8099-655B-5166-64F17007C4D2}"/>
                    </a:ext>
                  </a:extLst>
                </p:cNvPr>
                <p:cNvSpPr/>
                <p:nvPr/>
              </p:nvSpPr>
              <p:spPr>
                <a:xfrm flipH="1">
                  <a:off x="8443739" y="4954305"/>
                  <a:ext cx="83105" cy="65420"/>
                </a:xfrm>
                <a:custGeom>
                  <a:avLst/>
                  <a:gdLst/>
                  <a:ahLst/>
                  <a:cxnLst/>
                  <a:rect l="l" t="t" r="r" b="b"/>
                  <a:pathLst>
                    <a:path w="1156" h="910" extrusionOk="0">
                      <a:moveTo>
                        <a:pt x="183" y="0"/>
                      </a:moveTo>
                      <a:cubicBezTo>
                        <a:pt x="134" y="0"/>
                        <a:pt x="93" y="3"/>
                        <a:pt x="65" y="8"/>
                      </a:cubicBezTo>
                      <a:cubicBezTo>
                        <a:pt x="22" y="15"/>
                        <a:pt x="0" y="23"/>
                        <a:pt x="0" y="23"/>
                      </a:cubicBezTo>
                      <a:cubicBezTo>
                        <a:pt x="0" y="25"/>
                        <a:pt x="5" y="25"/>
                        <a:pt x="13" y="25"/>
                      </a:cubicBezTo>
                      <a:cubicBezTo>
                        <a:pt x="21" y="25"/>
                        <a:pt x="34" y="25"/>
                        <a:pt x="50" y="23"/>
                      </a:cubicBezTo>
                      <a:cubicBezTo>
                        <a:pt x="70" y="23"/>
                        <a:pt x="96" y="22"/>
                        <a:pt x="128" y="22"/>
                      </a:cubicBezTo>
                      <a:cubicBezTo>
                        <a:pt x="159" y="22"/>
                        <a:pt x="196" y="23"/>
                        <a:pt x="237" y="26"/>
                      </a:cubicBezTo>
                      <a:cubicBezTo>
                        <a:pt x="380" y="41"/>
                        <a:pt x="582" y="98"/>
                        <a:pt x="758" y="231"/>
                      </a:cubicBezTo>
                      <a:cubicBezTo>
                        <a:pt x="933" y="367"/>
                        <a:pt x="1038" y="547"/>
                        <a:pt x="1088" y="683"/>
                      </a:cubicBezTo>
                      <a:cubicBezTo>
                        <a:pt x="1137" y="817"/>
                        <a:pt x="1145" y="909"/>
                        <a:pt x="1152" y="909"/>
                      </a:cubicBezTo>
                      <a:cubicBezTo>
                        <a:pt x="1152" y="909"/>
                        <a:pt x="1152" y="909"/>
                        <a:pt x="1152" y="909"/>
                      </a:cubicBezTo>
                      <a:cubicBezTo>
                        <a:pt x="1152" y="909"/>
                        <a:pt x="1156" y="888"/>
                        <a:pt x="1152" y="845"/>
                      </a:cubicBezTo>
                      <a:cubicBezTo>
                        <a:pt x="1145" y="805"/>
                        <a:pt x="1134" y="744"/>
                        <a:pt x="1112" y="672"/>
                      </a:cubicBezTo>
                      <a:cubicBezTo>
                        <a:pt x="1069" y="532"/>
                        <a:pt x="965" y="343"/>
                        <a:pt x="783" y="202"/>
                      </a:cubicBezTo>
                      <a:cubicBezTo>
                        <a:pt x="599" y="63"/>
                        <a:pt x="388" y="8"/>
                        <a:pt x="241" y="1"/>
                      </a:cubicBezTo>
                      <a:cubicBezTo>
                        <a:pt x="220" y="0"/>
                        <a:pt x="201"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555;p29">
                  <a:extLst>
                    <a:ext uri="{FF2B5EF4-FFF2-40B4-BE49-F238E27FC236}">
                      <a16:creationId xmlns:a16="http://schemas.microsoft.com/office/drawing/2014/main" id="{CBCA29F4-F5BE-876F-C0D0-734017BEE6D0}"/>
                    </a:ext>
                  </a:extLst>
                </p:cNvPr>
                <p:cNvSpPr/>
                <p:nvPr/>
              </p:nvSpPr>
              <p:spPr>
                <a:xfrm flipH="1">
                  <a:off x="8502832" y="4859911"/>
                  <a:ext cx="2876" cy="94535"/>
                </a:xfrm>
                <a:custGeom>
                  <a:avLst/>
                  <a:gdLst/>
                  <a:ahLst/>
                  <a:cxnLst/>
                  <a:rect l="l" t="t" r="r" b="b"/>
                  <a:pathLst>
                    <a:path w="40" h="1315" extrusionOk="0">
                      <a:moveTo>
                        <a:pt x="18" y="1"/>
                      </a:moveTo>
                      <a:cubicBezTo>
                        <a:pt x="18" y="1"/>
                        <a:pt x="18" y="1"/>
                        <a:pt x="18" y="1"/>
                      </a:cubicBezTo>
                      <a:cubicBezTo>
                        <a:pt x="8" y="1"/>
                        <a:pt x="0" y="294"/>
                        <a:pt x="0" y="657"/>
                      </a:cubicBezTo>
                      <a:cubicBezTo>
                        <a:pt x="0" y="1020"/>
                        <a:pt x="11" y="1314"/>
                        <a:pt x="22" y="1314"/>
                      </a:cubicBezTo>
                      <a:cubicBezTo>
                        <a:pt x="33" y="1314"/>
                        <a:pt x="40" y="1020"/>
                        <a:pt x="40" y="657"/>
                      </a:cubicBezTo>
                      <a:cubicBezTo>
                        <a:pt x="40" y="297"/>
                        <a:pt x="30" y="1"/>
                        <a:pt x="1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556;p29">
                  <a:extLst>
                    <a:ext uri="{FF2B5EF4-FFF2-40B4-BE49-F238E27FC236}">
                      <a16:creationId xmlns:a16="http://schemas.microsoft.com/office/drawing/2014/main" id="{4881F2CC-FD40-2118-7EDF-DD96039EACFD}"/>
                    </a:ext>
                  </a:extLst>
                </p:cNvPr>
                <p:cNvSpPr/>
                <p:nvPr/>
              </p:nvSpPr>
              <p:spPr>
                <a:xfrm flipH="1">
                  <a:off x="8347763" y="4997440"/>
                  <a:ext cx="67361" cy="3666"/>
                </a:xfrm>
                <a:custGeom>
                  <a:avLst/>
                  <a:gdLst/>
                  <a:ahLst/>
                  <a:cxnLst/>
                  <a:rect l="l" t="t" r="r" b="b"/>
                  <a:pathLst>
                    <a:path w="937" h="51" extrusionOk="0">
                      <a:moveTo>
                        <a:pt x="894" y="0"/>
                      </a:moveTo>
                      <a:cubicBezTo>
                        <a:pt x="820" y="0"/>
                        <a:pt x="657" y="9"/>
                        <a:pt x="471" y="11"/>
                      </a:cubicBezTo>
                      <a:cubicBezTo>
                        <a:pt x="298" y="11"/>
                        <a:pt x="147" y="7"/>
                        <a:pt x="65" y="7"/>
                      </a:cubicBezTo>
                      <a:cubicBezTo>
                        <a:pt x="24" y="7"/>
                        <a:pt x="0" y="8"/>
                        <a:pt x="0" y="11"/>
                      </a:cubicBezTo>
                      <a:cubicBezTo>
                        <a:pt x="0" y="22"/>
                        <a:pt x="208" y="51"/>
                        <a:pt x="471" y="51"/>
                      </a:cubicBezTo>
                      <a:cubicBezTo>
                        <a:pt x="729" y="47"/>
                        <a:pt x="937" y="15"/>
                        <a:pt x="937" y="4"/>
                      </a:cubicBezTo>
                      <a:cubicBezTo>
                        <a:pt x="937" y="1"/>
                        <a:pt x="922" y="0"/>
                        <a:pt x="89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557;p29">
                  <a:extLst>
                    <a:ext uri="{FF2B5EF4-FFF2-40B4-BE49-F238E27FC236}">
                      <a16:creationId xmlns:a16="http://schemas.microsoft.com/office/drawing/2014/main" id="{71D2A615-48ED-C3A6-D9AA-B132DDE55BFE}"/>
                    </a:ext>
                  </a:extLst>
                </p:cNvPr>
                <p:cNvSpPr/>
                <p:nvPr/>
              </p:nvSpPr>
              <p:spPr>
                <a:xfrm flipH="1">
                  <a:off x="8453011" y="4998662"/>
                  <a:ext cx="7836" cy="13300"/>
                </a:xfrm>
                <a:custGeom>
                  <a:avLst/>
                  <a:gdLst/>
                  <a:ahLst/>
                  <a:cxnLst/>
                  <a:rect l="l" t="t" r="r" b="b"/>
                  <a:pathLst>
                    <a:path w="109" h="185" extrusionOk="0">
                      <a:moveTo>
                        <a:pt x="11" y="0"/>
                      </a:moveTo>
                      <a:cubicBezTo>
                        <a:pt x="10" y="0"/>
                        <a:pt x="9" y="0"/>
                        <a:pt x="8" y="1"/>
                      </a:cubicBezTo>
                      <a:cubicBezTo>
                        <a:pt x="1" y="9"/>
                        <a:pt x="26" y="49"/>
                        <a:pt x="47" y="95"/>
                      </a:cubicBezTo>
                      <a:cubicBezTo>
                        <a:pt x="73" y="142"/>
                        <a:pt x="83" y="185"/>
                        <a:pt x="95" y="185"/>
                      </a:cubicBezTo>
                      <a:cubicBezTo>
                        <a:pt x="105" y="185"/>
                        <a:pt x="108" y="130"/>
                        <a:pt x="83" y="77"/>
                      </a:cubicBezTo>
                      <a:cubicBezTo>
                        <a:pt x="61" y="28"/>
                        <a:pt x="24" y="0"/>
                        <a:pt x="1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558;p29">
                  <a:extLst>
                    <a:ext uri="{FF2B5EF4-FFF2-40B4-BE49-F238E27FC236}">
                      <a16:creationId xmlns:a16="http://schemas.microsoft.com/office/drawing/2014/main" id="{A25C8FAE-AAF4-78F7-F5A4-1A1077041065}"/>
                    </a:ext>
                  </a:extLst>
                </p:cNvPr>
                <p:cNvSpPr/>
                <p:nvPr/>
              </p:nvSpPr>
              <p:spPr>
                <a:xfrm flipH="1">
                  <a:off x="8468252" y="4977741"/>
                  <a:ext cx="9849" cy="9058"/>
                </a:xfrm>
                <a:custGeom>
                  <a:avLst/>
                  <a:gdLst/>
                  <a:ahLst/>
                  <a:cxnLst/>
                  <a:rect l="l" t="t" r="r" b="b"/>
                  <a:pathLst>
                    <a:path w="137" h="126" extrusionOk="0">
                      <a:moveTo>
                        <a:pt x="11" y="1"/>
                      </a:moveTo>
                      <a:cubicBezTo>
                        <a:pt x="10" y="1"/>
                        <a:pt x="8" y="1"/>
                        <a:pt x="7" y="2"/>
                      </a:cubicBezTo>
                      <a:cubicBezTo>
                        <a:pt x="0" y="9"/>
                        <a:pt x="22" y="45"/>
                        <a:pt x="55" y="77"/>
                      </a:cubicBezTo>
                      <a:cubicBezTo>
                        <a:pt x="85" y="105"/>
                        <a:pt x="114" y="125"/>
                        <a:pt x="126" y="125"/>
                      </a:cubicBezTo>
                      <a:cubicBezTo>
                        <a:pt x="127" y="125"/>
                        <a:pt x="129" y="125"/>
                        <a:pt x="130" y="124"/>
                      </a:cubicBezTo>
                      <a:cubicBezTo>
                        <a:pt x="136" y="116"/>
                        <a:pt x="115" y="81"/>
                        <a:pt x="83" y="48"/>
                      </a:cubicBezTo>
                      <a:cubicBezTo>
                        <a:pt x="54" y="21"/>
                        <a:pt x="24" y="1"/>
                        <a:pt x="1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559;p29">
                  <a:extLst>
                    <a:ext uri="{FF2B5EF4-FFF2-40B4-BE49-F238E27FC236}">
                      <a16:creationId xmlns:a16="http://schemas.microsoft.com/office/drawing/2014/main" id="{D05E0D83-7AFE-469F-53AF-0CD47EF9B8F5}"/>
                    </a:ext>
                  </a:extLst>
                </p:cNvPr>
                <p:cNvSpPr/>
                <p:nvPr/>
              </p:nvSpPr>
              <p:spPr>
                <a:xfrm flipH="1">
                  <a:off x="8488382" y="4967245"/>
                  <a:ext cx="13947" cy="5823"/>
                </a:xfrm>
                <a:custGeom>
                  <a:avLst/>
                  <a:gdLst/>
                  <a:ahLst/>
                  <a:cxnLst/>
                  <a:rect l="l" t="t" r="r" b="b"/>
                  <a:pathLst>
                    <a:path w="194" h="81" extrusionOk="0">
                      <a:moveTo>
                        <a:pt x="63" y="1"/>
                      </a:moveTo>
                      <a:cubicBezTo>
                        <a:pt x="27" y="1"/>
                        <a:pt x="1" y="14"/>
                        <a:pt x="4" y="19"/>
                      </a:cubicBezTo>
                      <a:cubicBezTo>
                        <a:pt x="7" y="29"/>
                        <a:pt x="50" y="29"/>
                        <a:pt x="97" y="44"/>
                      </a:cubicBezTo>
                      <a:cubicBezTo>
                        <a:pt x="138" y="60"/>
                        <a:pt x="171" y="81"/>
                        <a:pt x="183" y="81"/>
                      </a:cubicBezTo>
                      <a:cubicBezTo>
                        <a:pt x="185" y="81"/>
                        <a:pt x="186" y="81"/>
                        <a:pt x="187" y="80"/>
                      </a:cubicBezTo>
                      <a:cubicBezTo>
                        <a:pt x="193" y="72"/>
                        <a:pt x="168" y="26"/>
                        <a:pt x="107" y="7"/>
                      </a:cubicBezTo>
                      <a:cubicBezTo>
                        <a:pt x="92" y="3"/>
                        <a:pt x="77" y="1"/>
                        <a:pt x="6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560;p29">
                  <a:extLst>
                    <a:ext uri="{FF2B5EF4-FFF2-40B4-BE49-F238E27FC236}">
                      <a16:creationId xmlns:a16="http://schemas.microsoft.com/office/drawing/2014/main" id="{649BE099-77C8-0407-A35D-3ADD2FBBA744}"/>
                    </a:ext>
                  </a:extLst>
                </p:cNvPr>
                <p:cNvSpPr/>
                <p:nvPr/>
              </p:nvSpPr>
              <p:spPr>
                <a:xfrm flipH="1">
                  <a:off x="8512106" y="4963866"/>
                  <a:ext cx="7548" cy="3666"/>
                </a:xfrm>
                <a:custGeom>
                  <a:avLst/>
                  <a:gdLst/>
                  <a:ahLst/>
                  <a:cxnLst/>
                  <a:rect l="l" t="t" r="r" b="b"/>
                  <a:pathLst>
                    <a:path w="105" h="51" extrusionOk="0">
                      <a:moveTo>
                        <a:pt x="23" y="0"/>
                      </a:moveTo>
                      <a:cubicBezTo>
                        <a:pt x="13" y="0"/>
                        <a:pt x="6" y="3"/>
                        <a:pt x="4" y="8"/>
                      </a:cubicBezTo>
                      <a:cubicBezTo>
                        <a:pt x="0" y="19"/>
                        <a:pt x="18" y="33"/>
                        <a:pt x="43" y="44"/>
                      </a:cubicBezTo>
                      <a:cubicBezTo>
                        <a:pt x="57" y="49"/>
                        <a:pt x="69" y="51"/>
                        <a:pt x="79" y="51"/>
                      </a:cubicBezTo>
                      <a:cubicBezTo>
                        <a:pt x="91" y="51"/>
                        <a:pt x="99" y="48"/>
                        <a:pt x="101" y="44"/>
                      </a:cubicBezTo>
                      <a:cubicBezTo>
                        <a:pt x="105" y="33"/>
                        <a:pt x="86" y="16"/>
                        <a:pt x="58" y="8"/>
                      </a:cubicBezTo>
                      <a:cubicBezTo>
                        <a:pt x="46" y="3"/>
                        <a:pt x="33" y="0"/>
                        <a:pt x="2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561;p29">
                  <a:extLst>
                    <a:ext uri="{FF2B5EF4-FFF2-40B4-BE49-F238E27FC236}">
                      <a16:creationId xmlns:a16="http://schemas.microsoft.com/office/drawing/2014/main" id="{23DCE2A1-DA59-85A3-C9A1-0DACB521C5EF}"/>
                    </a:ext>
                  </a:extLst>
                </p:cNvPr>
                <p:cNvSpPr/>
                <p:nvPr/>
              </p:nvSpPr>
              <p:spPr>
                <a:xfrm flipH="1">
                  <a:off x="8296647" y="4914836"/>
                  <a:ext cx="791" cy="27462"/>
                </a:xfrm>
                <a:custGeom>
                  <a:avLst/>
                  <a:gdLst/>
                  <a:ahLst/>
                  <a:cxnLst/>
                  <a:rect l="l" t="t" r="r" b="b"/>
                  <a:pathLst>
                    <a:path w="11" h="382" extrusionOk="0">
                      <a:moveTo>
                        <a:pt x="0" y="1"/>
                      </a:moveTo>
                      <a:lnTo>
                        <a:pt x="7" y="382"/>
                      </a:lnTo>
                      <a:lnTo>
                        <a:pt x="10" y="382"/>
                      </a:lnTo>
                      <a:lnTo>
                        <a:pt x="0"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562;p29">
                  <a:extLst>
                    <a:ext uri="{FF2B5EF4-FFF2-40B4-BE49-F238E27FC236}">
                      <a16:creationId xmlns:a16="http://schemas.microsoft.com/office/drawing/2014/main" id="{0D93E5B3-95B1-A0E9-1FC9-4CBE241C7FEF}"/>
                    </a:ext>
                  </a:extLst>
                </p:cNvPr>
                <p:cNvSpPr/>
                <p:nvPr/>
              </p:nvSpPr>
              <p:spPr>
                <a:xfrm flipH="1">
                  <a:off x="8296867" y="4914621"/>
                  <a:ext cx="206540" cy="34363"/>
                </a:xfrm>
                <a:custGeom>
                  <a:avLst/>
                  <a:gdLst/>
                  <a:ahLst/>
                  <a:cxnLst/>
                  <a:rect l="l" t="t" r="r" b="b"/>
                  <a:pathLst>
                    <a:path w="2873" h="478" extrusionOk="0">
                      <a:moveTo>
                        <a:pt x="2865" y="0"/>
                      </a:moveTo>
                      <a:lnTo>
                        <a:pt x="4" y="255"/>
                      </a:lnTo>
                      <a:cubicBezTo>
                        <a:pt x="4" y="348"/>
                        <a:pt x="1" y="428"/>
                        <a:pt x="1" y="478"/>
                      </a:cubicBezTo>
                      <a:lnTo>
                        <a:pt x="2567" y="395"/>
                      </a:lnTo>
                      <a:cubicBezTo>
                        <a:pt x="2524" y="385"/>
                        <a:pt x="2496" y="370"/>
                        <a:pt x="2496" y="363"/>
                      </a:cubicBezTo>
                      <a:cubicBezTo>
                        <a:pt x="2499" y="360"/>
                        <a:pt x="2502" y="360"/>
                        <a:pt x="2509" y="360"/>
                      </a:cubicBezTo>
                      <a:cubicBezTo>
                        <a:pt x="2539" y="360"/>
                        <a:pt x="2607" y="370"/>
                        <a:pt x="2685" y="378"/>
                      </a:cubicBezTo>
                      <a:cubicBezTo>
                        <a:pt x="2779" y="381"/>
                        <a:pt x="2857" y="378"/>
                        <a:pt x="2872" y="385"/>
                      </a:cubicBezTo>
                      <a:lnTo>
                        <a:pt x="2865" y="4"/>
                      </a:lnTo>
                      <a:lnTo>
                        <a:pt x="2865" y="0"/>
                      </a:ln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563;p29">
                  <a:extLst>
                    <a:ext uri="{FF2B5EF4-FFF2-40B4-BE49-F238E27FC236}">
                      <a16:creationId xmlns:a16="http://schemas.microsoft.com/office/drawing/2014/main" id="{0FDC8A7D-9117-7F1B-1299-0951BFF69D11}"/>
                    </a:ext>
                  </a:extLst>
                </p:cNvPr>
                <p:cNvSpPr/>
                <p:nvPr/>
              </p:nvSpPr>
              <p:spPr>
                <a:xfrm flipH="1">
                  <a:off x="8296647" y="4940430"/>
                  <a:ext cx="27390" cy="2588"/>
                </a:xfrm>
                <a:custGeom>
                  <a:avLst/>
                  <a:gdLst/>
                  <a:ahLst/>
                  <a:cxnLst/>
                  <a:rect l="l" t="t" r="r" b="b"/>
                  <a:pathLst>
                    <a:path w="381" h="36" extrusionOk="0">
                      <a:moveTo>
                        <a:pt x="14" y="1"/>
                      </a:moveTo>
                      <a:cubicBezTo>
                        <a:pt x="7" y="1"/>
                        <a:pt x="4" y="1"/>
                        <a:pt x="1" y="4"/>
                      </a:cubicBezTo>
                      <a:cubicBezTo>
                        <a:pt x="1" y="11"/>
                        <a:pt x="29" y="26"/>
                        <a:pt x="72" y="36"/>
                      </a:cubicBezTo>
                      <a:lnTo>
                        <a:pt x="380" y="26"/>
                      </a:lnTo>
                      <a:lnTo>
                        <a:pt x="377" y="26"/>
                      </a:lnTo>
                      <a:cubicBezTo>
                        <a:pt x="362" y="19"/>
                        <a:pt x="284" y="22"/>
                        <a:pt x="190" y="19"/>
                      </a:cubicBezTo>
                      <a:cubicBezTo>
                        <a:pt x="112" y="11"/>
                        <a:pt x="44" y="1"/>
                        <a:pt x="14" y="1"/>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564;p29">
                  <a:extLst>
                    <a:ext uri="{FF2B5EF4-FFF2-40B4-BE49-F238E27FC236}">
                      <a16:creationId xmlns:a16="http://schemas.microsoft.com/office/drawing/2014/main" id="{D0AE7971-6F63-4BBE-3B7F-2535DAA9EC73}"/>
                    </a:ext>
                  </a:extLst>
                </p:cNvPr>
                <p:cNvSpPr/>
                <p:nvPr/>
              </p:nvSpPr>
              <p:spPr>
                <a:xfrm flipH="1">
                  <a:off x="8528066" y="4935254"/>
                  <a:ext cx="647" cy="3163"/>
                </a:xfrm>
                <a:custGeom>
                  <a:avLst/>
                  <a:gdLst/>
                  <a:ahLst/>
                  <a:cxnLst/>
                  <a:rect l="l" t="t" r="r" b="b"/>
                  <a:pathLst>
                    <a:path w="9" h="44" extrusionOk="0">
                      <a:moveTo>
                        <a:pt x="1" y="0"/>
                      </a:moveTo>
                      <a:lnTo>
                        <a:pt x="8" y="43"/>
                      </a:lnTo>
                      <a:lnTo>
                        <a:pt x="8"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565;p29">
                  <a:extLst>
                    <a:ext uri="{FF2B5EF4-FFF2-40B4-BE49-F238E27FC236}">
                      <a16:creationId xmlns:a16="http://schemas.microsoft.com/office/drawing/2014/main" id="{B39D0670-5A1A-969D-0FBA-EE0D841E50E4}"/>
                    </a:ext>
                  </a:extLst>
                </p:cNvPr>
                <p:cNvSpPr/>
                <p:nvPr/>
              </p:nvSpPr>
              <p:spPr>
                <a:xfrm flipH="1">
                  <a:off x="8504630" y="4933169"/>
                  <a:ext cx="23508" cy="16607"/>
                </a:xfrm>
                <a:custGeom>
                  <a:avLst/>
                  <a:gdLst/>
                  <a:ahLst/>
                  <a:cxnLst/>
                  <a:rect l="l" t="t" r="r" b="b"/>
                  <a:pathLst>
                    <a:path w="327" h="231" extrusionOk="0">
                      <a:moveTo>
                        <a:pt x="316" y="1"/>
                      </a:moveTo>
                      <a:lnTo>
                        <a:pt x="0" y="29"/>
                      </a:lnTo>
                      <a:lnTo>
                        <a:pt x="0" y="72"/>
                      </a:lnTo>
                      <a:lnTo>
                        <a:pt x="22" y="231"/>
                      </a:lnTo>
                      <a:lnTo>
                        <a:pt x="327" y="223"/>
                      </a:lnTo>
                      <a:cubicBezTo>
                        <a:pt x="323" y="170"/>
                        <a:pt x="320" y="94"/>
                        <a:pt x="316"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566;p29">
                  <a:extLst>
                    <a:ext uri="{FF2B5EF4-FFF2-40B4-BE49-F238E27FC236}">
                      <a16:creationId xmlns:a16="http://schemas.microsoft.com/office/drawing/2014/main" id="{B22905D7-DE52-9529-97AE-DF1DE2BFAAD2}"/>
                    </a:ext>
                  </a:extLst>
                </p:cNvPr>
                <p:cNvSpPr/>
                <p:nvPr/>
              </p:nvSpPr>
              <p:spPr>
                <a:xfrm flipH="1">
                  <a:off x="8503048" y="4932953"/>
                  <a:ext cx="2444" cy="16319"/>
                </a:xfrm>
                <a:custGeom>
                  <a:avLst/>
                  <a:gdLst/>
                  <a:ahLst/>
                  <a:cxnLst/>
                  <a:rect l="l" t="t" r="r" b="b"/>
                  <a:pathLst>
                    <a:path w="34" h="227" extrusionOk="0">
                      <a:moveTo>
                        <a:pt x="33" y="0"/>
                      </a:moveTo>
                      <a:lnTo>
                        <a:pt x="1" y="4"/>
                      </a:lnTo>
                      <a:cubicBezTo>
                        <a:pt x="5" y="97"/>
                        <a:pt x="8" y="173"/>
                        <a:pt x="12" y="226"/>
                      </a:cubicBezTo>
                      <a:lnTo>
                        <a:pt x="30" y="223"/>
                      </a:lnTo>
                      <a:cubicBezTo>
                        <a:pt x="30" y="173"/>
                        <a:pt x="33" y="93"/>
                        <a:pt x="33" y="0"/>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567;p29">
                  <a:extLst>
                    <a:ext uri="{FF2B5EF4-FFF2-40B4-BE49-F238E27FC236}">
                      <a16:creationId xmlns:a16="http://schemas.microsoft.com/office/drawing/2014/main" id="{6ACCCBFC-FC93-0AE1-8EE0-9E1EB275F8F3}"/>
                    </a:ext>
                  </a:extLst>
                </p:cNvPr>
                <p:cNvSpPr/>
                <p:nvPr/>
              </p:nvSpPr>
              <p:spPr>
                <a:xfrm flipH="1">
                  <a:off x="7605347" y="4840573"/>
                  <a:ext cx="430190" cy="187633"/>
                </a:xfrm>
                <a:custGeom>
                  <a:avLst/>
                  <a:gdLst/>
                  <a:ahLst/>
                  <a:cxnLst/>
                  <a:rect l="l" t="t" r="r" b="b"/>
                  <a:pathLst>
                    <a:path w="5984" h="2610" extrusionOk="0">
                      <a:moveTo>
                        <a:pt x="3202" y="0"/>
                      </a:moveTo>
                      <a:lnTo>
                        <a:pt x="0" y="68"/>
                      </a:lnTo>
                      <a:lnTo>
                        <a:pt x="43" y="2571"/>
                      </a:lnTo>
                      <a:lnTo>
                        <a:pt x="240" y="2577"/>
                      </a:lnTo>
                      <a:cubicBezTo>
                        <a:pt x="641" y="2590"/>
                        <a:pt x="1598" y="2610"/>
                        <a:pt x="2581" y="2610"/>
                      </a:cubicBezTo>
                      <a:cubicBezTo>
                        <a:pt x="3774" y="2610"/>
                        <a:pt x="5006" y="2581"/>
                        <a:pt x="5326" y="2477"/>
                      </a:cubicBezTo>
                      <a:cubicBezTo>
                        <a:pt x="5984" y="2261"/>
                        <a:pt x="3249" y="1709"/>
                        <a:pt x="3249" y="1709"/>
                      </a:cubicBezTo>
                      <a:lnTo>
                        <a:pt x="3202"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568;p29">
                  <a:extLst>
                    <a:ext uri="{FF2B5EF4-FFF2-40B4-BE49-F238E27FC236}">
                      <a16:creationId xmlns:a16="http://schemas.microsoft.com/office/drawing/2014/main" id="{6CE7F226-5991-FBB6-3235-ECB8645D92B0}"/>
                    </a:ext>
                  </a:extLst>
                </p:cNvPr>
                <p:cNvSpPr/>
                <p:nvPr/>
              </p:nvSpPr>
              <p:spPr>
                <a:xfrm flipH="1">
                  <a:off x="7644303" y="4986081"/>
                  <a:ext cx="61466" cy="28468"/>
                </a:xfrm>
                <a:custGeom>
                  <a:avLst/>
                  <a:gdLst/>
                  <a:ahLst/>
                  <a:cxnLst/>
                  <a:rect l="l" t="t" r="r" b="b"/>
                  <a:pathLst>
                    <a:path w="855" h="396" extrusionOk="0">
                      <a:moveTo>
                        <a:pt x="0" y="0"/>
                      </a:moveTo>
                      <a:lnTo>
                        <a:pt x="0" y="0"/>
                      </a:lnTo>
                      <a:cubicBezTo>
                        <a:pt x="11" y="4"/>
                        <a:pt x="101" y="30"/>
                        <a:pt x="223" y="68"/>
                      </a:cubicBezTo>
                      <a:cubicBezTo>
                        <a:pt x="151" y="44"/>
                        <a:pt x="75" y="22"/>
                        <a:pt x="0" y="0"/>
                      </a:cubicBezTo>
                      <a:close/>
                      <a:moveTo>
                        <a:pt x="833" y="345"/>
                      </a:moveTo>
                      <a:cubicBezTo>
                        <a:pt x="844" y="363"/>
                        <a:pt x="844" y="381"/>
                        <a:pt x="833" y="396"/>
                      </a:cubicBezTo>
                      <a:lnTo>
                        <a:pt x="851" y="396"/>
                      </a:lnTo>
                      <a:cubicBezTo>
                        <a:pt x="855" y="381"/>
                        <a:pt x="847" y="363"/>
                        <a:pt x="833" y="34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569;p29">
                  <a:extLst>
                    <a:ext uri="{FF2B5EF4-FFF2-40B4-BE49-F238E27FC236}">
                      <a16:creationId xmlns:a16="http://schemas.microsoft.com/office/drawing/2014/main" id="{2B1C1B06-4C2A-76F2-F5CC-FD33882C0AEF}"/>
                    </a:ext>
                  </a:extLst>
                </p:cNvPr>
                <p:cNvSpPr/>
                <p:nvPr/>
              </p:nvSpPr>
              <p:spPr>
                <a:xfrm flipH="1">
                  <a:off x="7811239" y="5025334"/>
                  <a:ext cx="221206" cy="3666"/>
                </a:xfrm>
                <a:custGeom>
                  <a:avLst/>
                  <a:gdLst/>
                  <a:ahLst/>
                  <a:cxnLst/>
                  <a:rect l="l" t="t" r="r" b="b"/>
                  <a:pathLst>
                    <a:path w="3077" h="51" extrusionOk="0">
                      <a:moveTo>
                        <a:pt x="0" y="1"/>
                      </a:moveTo>
                      <a:cubicBezTo>
                        <a:pt x="517" y="32"/>
                        <a:pt x="1242" y="51"/>
                        <a:pt x="1996" y="51"/>
                      </a:cubicBezTo>
                      <a:cubicBezTo>
                        <a:pt x="2355" y="51"/>
                        <a:pt x="2724" y="47"/>
                        <a:pt x="3076" y="39"/>
                      </a:cubicBezTo>
                      <a:lnTo>
                        <a:pt x="2530" y="39"/>
                      </a:lnTo>
                      <a:cubicBezTo>
                        <a:pt x="1551" y="39"/>
                        <a:pt x="596" y="22"/>
                        <a:pt x="197" y="7"/>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570;p29">
                  <a:extLst>
                    <a:ext uri="{FF2B5EF4-FFF2-40B4-BE49-F238E27FC236}">
                      <a16:creationId xmlns:a16="http://schemas.microsoft.com/office/drawing/2014/main" id="{FCEC94C9-EC91-EBF6-3C49-86740DCDBCDD}"/>
                    </a:ext>
                  </a:extLst>
                </p:cNvPr>
                <p:cNvSpPr/>
                <p:nvPr/>
              </p:nvSpPr>
              <p:spPr>
                <a:xfrm flipH="1">
                  <a:off x="7645102" y="4986081"/>
                  <a:ext cx="387343" cy="42128"/>
                </a:xfrm>
                <a:custGeom>
                  <a:avLst/>
                  <a:gdLst/>
                  <a:ahLst/>
                  <a:cxnLst/>
                  <a:rect l="l" t="t" r="r" b="b"/>
                  <a:pathLst>
                    <a:path w="5388" h="586" extrusionOk="0">
                      <a:moveTo>
                        <a:pt x="4541" y="0"/>
                      </a:moveTo>
                      <a:cubicBezTo>
                        <a:pt x="4357" y="15"/>
                        <a:pt x="4268" y="421"/>
                        <a:pt x="4268" y="421"/>
                      </a:cubicBezTo>
                      <a:lnTo>
                        <a:pt x="1156" y="460"/>
                      </a:lnTo>
                      <a:lnTo>
                        <a:pt x="1156" y="478"/>
                      </a:lnTo>
                      <a:cubicBezTo>
                        <a:pt x="1152" y="478"/>
                        <a:pt x="1152" y="471"/>
                        <a:pt x="1148" y="460"/>
                      </a:cubicBezTo>
                      <a:lnTo>
                        <a:pt x="4" y="474"/>
                      </a:lnTo>
                      <a:lnTo>
                        <a:pt x="0" y="547"/>
                      </a:lnTo>
                      <a:lnTo>
                        <a:pt x="197" y="553"/>
                      </a:lnTo>
                      <a:cubicBezTo>
                        <a:pt x="596" y="568"/>
                        <a:pt x="1551" y="585"/>
                        <a:pt x="2530" y="585"/>
                      </a:cubicBezTo>
                      <a:lnTo>
                        <a:pt x="3076" y="585"/>
                      </a:lnTo>
                      <a:cubicBezTo>
                        <a:pt x="4059" y="564"/>
                        <a:pt x="4935" y="521"/>
                        <a:pt x="5255" y="460"/>
                      </a:cubicBezTo>
                      <a:cubicBezTo>
                        <a:pt x="5265" y="456"/>
                        <a:pt x="5276" y="456"/>
                        <a:pt x="5283" y="453"/>
                      </a:cubicBezTo>
                      <a:cubicBezTo>
                        <a:pt x="5334" y="435"/>
                        <a:pt x="5366" y="417"/>
                        <a:pt x="5377" y="396"/>
                      </a:cubicBezTo>
                      <a:cubicBezTo>
                        <a:pt x="5388" y="381"/>
                        <a:pt x="5388" y="363"/>
                        <a:pt x="5377" y="345"/>
                      </a:cubicBezTo>
                      <a:cubicBezTo>
                        <a:pt x="5298" y="249"/>
                        <a:pt x="4985" y="137"/>
                        <a:pt x="4767" y="68"/>
                      </a:cubicBezTo>
                      <a:cubicBezTo>
                        <a:pt x="4695" y="44"/>
                        <a:pt x="4619" y="22"/>
                        <a:pt x="4544" y="0"/>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571;p29">
                  <a:extLst>
                    <a:ext uri="{FF2B5EF4-FFF2-40B4-BE49-F238E27FC236}">
                      <a16:creationId xmlns:a16="http://schemas.microsoft.com/office/drawing/2014/main" id="{715251D0-3D7A-503B-3165-F931D9912B83}"/>
                    </a:ext>
                  </a:extLst>
                </p:cNvPr>
                <p:cNvSpPr/>
                <p:nvPr/>
              </p:nvSpPr>
              <p:spPr>
                <a:xfrm flipH="1">
                  <a:off x="7645317" y="5011962"/>
                  <a:ext cx="390506" cy="10136"/>
                </a:xfrm>
                <a:custGeom>
                  <a:avLst/>
                  <a:gdLst/>
                  <a:ahLst/>
                  <a:cxnLst/>
                  <a:rect l="l" t="t" r="r" b="b"/>
                  <a:pathLst>
                    <a:path w="5432" h="141" extrusionOk="0">
                      <a:moveTo>
                        <a:pt x="5418" y="1"/>
                      </a:moveTo>
                      <a:cubicBezTo>
                        <a:pt x="5409" y="1"/>
                        <a:pt x="5395" y="1"/>
                        <a:pt x="5377" y="3"/>
                      </a:cubicBezTo>
                      <a:cubicBezTo>
                        <a:pt x="5330" y="3"/>
                        <a:pt x="5277" y="7"/>
                        <a:pt x="5219" y="7"/>
                      </a:cubicBezTo>
                      <a:cubicBezTo>
                        <a:pt x="5062" y="14"/>
                        <a:pt x="4868" y="21"/>
                        <a:pt x="4638" y="32"/>
                      </a:cubicBezTo>
                      <a:cubicBezTo>
                        <a:pt x="4146" y="50"/>
                        <a:pt x="3468" y="75"/>
                        <a:pt x="2718" y="89"/>
                      </a:cubicBezTo>
                      <a:cubicBezTo>
                        <a:pt x="2134" y="103"/>
                        <a:pt x="1594" y="109"/>
                        <a:pt x="1152" y="109"/>
                      </a:cubicBezTo>
                      <a:cubicBezTo>
                        <a:pt x="1025" y="109"/>
                        <a:pt x="907" y="108"/>
                        <a:pt x="798" y="107"/>
                      </a:cubicBezTo>
                      <a:lnTo>
                        <a:pt x="213" y="107"/>
                      </a:lnTo>
                      <a:cubicBezTo>
                        <a:pt x="155" y="107"/>
                        <a:pt x="105" y="107"/>
                        <a:pt x="54" y="111"/>
                      </a:cubicBezTo>
                      <a:lnTo>
                        <a:pt x="1" y="111"/>
                      </a:lnTo>
                      <a:cubicBezTo>
                        <a:pt x="1" y="114"/>
                        <a:pt x="19" y="114"/>
                        <a:pt x="54" y="118"/>
                      </a:cubicBezTo>
                      <a:cubicBezTo>
                        <a:pt x="101" y="118"/>
                        <a:pt x="155" y="122"/>
                        <a:pt x="213" y="122"/>
                      </a:cubicBezTo>
                      <a:cubicBezTo>
                        <a:pt x="370" y="125"/>
                        <a:pt x="568" y="132"/>
                        <a:pt x="798" y="136"/>
                      </a:cubicBezTo>
                      <a:cubicBezTo>
                        <a:pt x="1005" y="139"/>
                        <a:pt x="1245" y="141"/>
                        <a:pt x="1510" y="141"/>
                      </a:cubicBezTo>
                      <a:cubicBezTo>
                        <a:pt x="1873" y="141"/>
                        <a:pt x="2283" y="137"/>
                        <a:pt x="2718" y="129"/>
                      </a:cubicBezTo>
                      <a:cubicBezTo>
                        <a:pt x="3468" y="114"/>
                        <a:pt x="4146" y="86"/>
                        <a:pt x="4638" y="57"/>
                      </a:cubicBezTo>
                      <a:cubicBezTo>
                        <a:pt x="4868" y="43"/>
                        <a:pt x="5062" y="32"/>
                        <a:pt x="5219" y="21"/>
                      </a:cubicBezTo>
                      <a:cubicBezTo>
                        <a:pt x="5280" y="18"/>
                        <a:pt x="5330" y="14"/>
                        <a:pt x="5377" y="10"/>
                      </a:cubicBezTo>
                      <a:cubicBezTo>
                        <a:pt x="5413" y="7"/>
                        <a:pt x="5431" y="3"/>
                        <a:pt x="5431" y="3"/>
                      </a:cubicBezTo>
                      <a:cubicBezTo>
                        <a:pt x="5431" y="1"/>
                        <a:pt x="5427" y="1"/>
                        <a:pt x="541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572;p29">
                  <a:extLst>
                    <a:ext uri="{FF2B5EF4-FFF2-40B4-BE49-F238E27FC236}">
                      <a16:creationId xmlns:a16="http://schemas.microsoft.com/office/drawing/2014/main" id="{FD9FB389-5C15-1F0F-BE87-F1E63077D35D}"/>
                    </a:ext>
                  </a:extLst>
                </p:cNvPr>
                <p:cNvSpPr/>
                <p:nvPr/>
              </p:nvSpPr>
              <p:spPr>
                <a:xfrm flipH="1">
                  <a:off x="7703685" y="4983421"/>
                  <a:ext cx="23508" cy="36520"/>
                </a:xfrm>
                <a:custGeom>
                  <a:avLst/>
                  <a:gdLst/>
                  <a:ahLst/>
                  <a:cxnLst/>
                  <a:rect l="l" t="t" r="r" b="b"/>
                  <a:pathLst>
                    <a:path w="327" h="508" extrusionOk="0">
                      <a:moveTo>
                        <a:pt x="317" y="1"/>
                      </a:moveTo>
                      <a:cubicBezTo>
                        <a:pt x="296" y="1"/>
                        <a:pt x="173" y="64"/>
                        <a:pt x="90" y="206"/>
                      </a:cubicBezTo>
                      <a:cubicBezTo>
                        <a:pt x="0" y="360"/>
                        <a:pt x="11" y="508"/>
                        <a:pt x="22" y="508"/>
                      </a:cubicBezTo>
                      <a:cubicBezTo>
                        <a:pt x="33" y="508"/>
                        <a:pt x="40" y="368"/>
                        <a:pt x="126" y="228"/>
                      </a:cubicBezTo>
                      <a:cubicBezTo>
                        <a:pt x="209" y="84"/>
                        <a:pt x="327" y="9"/>
                        <a:pt x="320" y="2"/>
                      </a:cubicBezTo>
                      <a:cubicBezTo>
                        <a:pt x="320" y="1"/>
                        <a:pt x="318" y="1"/>
                        <a:pt x="3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573;p29">
                  <a:extLst>
                    <a:ext uri="{FF2B5EF4-FFF2-40B4-BE49-F238E27FC236}">
                      <a16:creationId xmlns:a16="http://schemas.microsoft.com/office/drawing/2014/main" id="{F340D8D6-1331-FF4C-8766-6B13690328F2}"/>
                    </a:ext>
                  </a:extLst>
                </p:cNvPr>
                <p:cNvSpPr/>
                <p:nvPr/>
              </p:nvSpPr>
              <p:spPr>
                <a:xfrm flipH="1">
                  <a:off x="7781831" y="4967461"/>
                  <a:ext cx="13012" cy="19482"/>
                </a:xfrm>
                <a:custGeom>
                  <a:avLst/>
                  <a:gdLst/>
                  <a:ahLst/>
                  <a:cxnLst/>
                  <a:rect l="l" t="t" r="r" b="b"/>
                  <a:pathLst>
                    <a:path w="181" h="271" extrusionOk="0">
                      <a:moveTo>
                        <a:pt x="171" y="0"/>
                      </a:moveTo>
                      <a:cubicBezTo>
                        <a:pt x="158" y="0"/>
                        <a:pt x="117" y="56"/>
                        <a:pt x="73" y="123"/>
                      </a:cubicBezTo>
                      <a:cubicBezTo>
                        <a:pt x="30" y="198"/>
                        <a:pt x="1" y="263"/>
                        <a:pt x="8" y="271"/>
                      </a:cubicBezTo>
                      <a:cubicBezTo>
                        <a:pt x="9" y="271"/>
                        <a:pt x="9" y="271"/>
                        <a:pt x="9" y="271"/>
                      </a:cubicBezTo>
                      <a:cubicBezTo>
                        <a:pt x="21" y="271"/>
                        <a:pt x="63" y="218"/>
                        <a:pt x="105" y="145"/>
                      </a:cubicBezTo>
                      <a:cubicBezTo>
                        <a:pt x="151" y="69"/>
                        <a:pt x="181" y="4"/>
                        <a:pt x="173" y="1"/>
                      </a:cubicBezTo>
                      <a:cubicBezTo>
                        <a:pt x="172" y="1"/>
                        <a:pt x="172" y="0"/>
                        <a:pt x="1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574;p29">
                  <a:extLst>
                    <a:ext uri="{FF2B5EF4-FFF2-40B4-BE49-F238E27FC236}">
                      <a16:creationId xmlns:a16="http://schemas.microsoft.com/office/drawing/2014/main" id="{E96DA614-B126-2D49-2CF6-0DB43C04B0E6}"/>
                    </a:ext>
                  </a:extLst>
                </p:cNvPr>
                <p:cNvSpPr/>
                <p:nvPr/>
              </p:nvSpPr>
              <p:spPr>
                <a:xfrm flipH="1">
                  <a:off x="7798366" y="4964082"/>
                  <a:ext cx="15313" cy="13372"/>
                </a:xfrm>
                <a:custGeom>
                  <a:avLst/>
                  <a:gdLst/>
                  <a:ahLst/>
                  <a:cxnLst/>
                  <a:rect l="l" t="t" r="r" b="b"/>
                  <a:pathLst>
                    <a:path w="213" h="186" extrusionOk="0">
                      <a:moveTo>
                        <a:pt x="203" y="1"/>
                      </a:moveTo>
                      <a:cubicBezTo>
                        <a:pt x="189" y="1"/>
                        <a:pt x="143" y="31"/>
                        <a:pt x="95" y="81"/>
                      </a:cubicBezTo>
                      <a:cubicBezTo>
                        <a:pt x="40" y="131"/>
                        <a:pt x="1" y="177"/>
                        <a:pt x="8" y="185"/>
                      </a:cubicBezTo>
                      <a:cubicBezTo>
                        <a:pt x="9" y="186"/>
                        <a:pt x="10" y="186"/>
                        <a:pt x="11" y="186"/>
                      </a:cubicBezTo>
                      <a:cubicBezTo>
                        <a:pt x="24" y="186"/>
                        <a:pt x="70" y="154"/>
                        <a:pt x="120" y="106"/>
                      </a:cubicBezTo>
                      <a:cubicBezTo>
                        <a:pt x="173" y="56"/>
                        <a:pt x="213" y="8"/>
                        <a:pt x="206" y="1"/>
                      </a:cubicBezTo>
                      <a:cubicBezTo>
                        <a:pt x="205" y="1"/>
                        <a:pt x="204" y="1"/>
                        <a:pt x="20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575;p29">
                  <a:extLst>
                    <a:ext uri="{FF2B5EF4-FFF2-40B4-BE49-F238E27FC236}">
                      <a16:creationId xmlns:a16="http://schemas.microsoft.com/office/drawing/2014/main" id="{E249AC29-0666-391F-4445-4683E4D2F435}"/>
                    </a:ext>
                  </a:extLst>
                </p:cNvPr>
                <p:cNvSpPr/>
                <p:nvPr/>
              </p:nvSpPr>
              <p:spPr>
                <a:xfrm flipH="1">
                  <a:off x="7801242" y="4954377"/>
                  <a:ext cx="24011" cy="2876"/>
                </a:xfrm>
                <a:custGeom>
                  <a:avLst/>
                  <a:gdLst/>
                  <a:ahLst/>
                  <a:cxnLst/>
                  <a:rect l="l" t="t" r="r" b="b"/>
                  <a:pathLst>
                    <a:path w="334" h="40" extrusionOk="0">
                      <a:moveTo>
                        <a:pt x="165" y="0"/>
                      </a:moveTo>
                      <a:cubicBezTo>
                        <a:pt x="72" y="0"/>
                        <a:pt x="1" y="11"/>
                        <a:pt x="1" y="22"/>
                      </a:cubicBezTo>
                      <a:cubicBezTo>
                        <a:pt x="1" y="32"/>
                        <a:pt x="76" y="40"/>
                        <a:pt x="165" y="40"/>
                      </a:cubicBezTo>
                      <a:cubicBezTo>
                        <a:pt x="259" y="40"/>
                        <a:pt x="334" y="29"/>
                        <a:pt x="334" y="18"/>
                      </a:cubicBezTo>
                      <a:cubicBezTo>
                        <a:pt x="334" y="7"/>
                        <a:pt x="259" y="0"/>
                        <a:pt x="16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576;p29">
                  <a:extLst>
                    <a:ext uri="{FF2B5EF4-FFF2-40B4-BE49-F238E27FC236}">
                      <a16:creationId xmlns:a16="http://schemas.microsoft.com/office/drawing/2014/main" id="{BA6FDFDF-A9E8-648D-76A9-1BD0209E693C}"/>
                    </a:ext>
                  </a:extLst>
                </p:cNvPr>
                <p:cNvSpPr/>
                <p:nvPr/>
              </p:nvSpPr>
              <p:spPr>
                <a:xfrm flipH="1">
                  <a:off x="7802249" y="4940430"/>
                  <a:ext cx="27678" cy="4026"/>
                </a:xfrm>
                <a:custGeom>
                  <a:avLst/>
                  <a:gdLst/>
                  <a:ahLst/>
                  <a:cxnLst/>
                  <a:rect l="l" t="t" r="r" b="b"/>
                  <a:pathLst>
                    <a:path w="385" h="56" extrusionOk="0">
                      <a:moveTo>
                        <a:pt x="19" y="0"/>
                      </a:moveTo>
                      <a:cubicBezTo>
                        <a:pt x="10" y="0"/>
                        <a:pt x="5" y="1"/>
                        <a:pt x="4" y="4"/>
                      </a:cubicBezTo>
                      <a:cubicBezTo>
                        <a:pt x="1" y="14"/>
                        <a:pt x="84" y="47"/>
                        <a:pt x="191" y="54"/>
                      </a:cubicBezTo>
                      <a:cubicBezTo>
                        <a:pt x="204" y="55"/>
                        <a:pt x="216" y="55"/>
                        <a:pt x="228" y="55"/>
                      </a:cubicBezTo>
                      <a:cubicBezTo>
                        <a:pt x="318" y="55"/>
                        <a:pt x="385" y="32"/>
                        <a:pt x="381" y="26"/>
                      </a:cubicBezTo>
                      <a:cubicBezTo>
                        <a:pt x="381" y="14"/>
                        <a:pt x="295" y="22"/>
                        <a:pt x="195" y="14"/>
                      </a:cubicBezTo>
                      <a:cubicBezTo>
                        <a:pt x="115" y="12"/>
                        <a:pt x="47" y="0"/>
                        <a:pt x="1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577;p29">
                  <a:extLst>
                    <a:ext uri="{FF2B5EF4-FFF2-40B4-BE49-F238E27FC236}">
                      <a16:creationId xmlns:a16="http://schemas.microsoft.com/office/drawing/2014/main" id="{DFD6374E-FF5F-2F35-F121-483359A31DCD}"/>
                    </a:ext>
                  </a:extLst>
                </p:cNvPr>
                <p:cNvSpPr/>
                <p:nvPr/>
              </p:nvSpPr>
              <p:spPr>
                <a:xfrm flipH="1">
                  <a:off x="7743370" y="4945247"/>
                  <a:ext cx="43422" cy="25449"/>
                </a:xfrm>
                <a:custGeom>
                  <a:avLst/>
                  <a:gdLst/>
                  <a:ahLst/>
                  <a:cxnLst/>
                  <a:rect l="l" t="t" r="r" b="b"/>
                  <a:pathLst>
                    <a:path w="604" h="354" extrusionOk="0">
                      <a:moveTo>
                        <a:pt x="410" y="38"/>
                      </a:moveTo>
                      <a:cubicBezTo>
                        <a:pt x="456" y="38"/>
                        <a:pt x="502" y="47"/>
                        <a:pt x="539" y="70"/>
                      </a:cubicBezTo>
                      <a:cubicBezTo>
                        <a:pt x="574" y="91"/>
                        <a:pt x="560" y="131"/>
                        <a:pt x="524" y="152"/>
                      </a:cubicBezTo>
                      <a:cubicBezTo>
                        <a:pt x="492" y="174"/>
                        <a:pt x="448" y="189"/>
                        <a:pt x="410" y="206"/>
                      </a:cubicBezTo>
                      <a:cubicBezTo>
                        <a:pt x="334" y="235"/>
                        <a:pt x="262" y="253"/>
                        <a:pt x="201" y="263"/>
                      </a:cubicBezTo>
                      <a:cubicBezTo>
                        <a:pt x="139" y="276"/>
                        <a:pt x="89" y="283"/>
                        <a:pt x="55" y="287"/>
                      </a:cubicBezTo>
                      <a:lnTo>
                        <a:pt x="55" y="287"/>
                      </a:lnTo>
                      <a:cubicBezTo>
                        <a:pt x="67" y="256"/>
                        <a:pt x="87" y="216"/>
                        <a:pt x="122" y="174"/>
                      </a:cubicBezTo>
                      <a:cubicBezTo>
                        <a:pt x="158" y="127"/>
                        <a:pt x="219" y="81"/>
                        <a:pt x="294" y="55"/>
                      </a:cubicBezTo>
                      <a:cubicBezTo>
                        <a:pt x="328" y="45"/>
                        <a:pt x="369" y="38"/>
                        <a:pt x="410" y="38"/>
                      </a:cubicBezTo>
                      <a:close/>
                      <a:moveTo>
                        <a:pt x="408" y="1"/>
                      </a:moveTo>
                      <a:cubicBezTo>
                        <a:pt x="270" y="1"/>
                        <a:pt x="150" y="83"/>
                        <a:pt x="100" y="159"/>
                      </a:cubicBezTo>
                      <a:cubicBezTo>
                        <a:pt x="63" y="207"/>
                        <a:pt x="46" y="254"/>
                        <a:pt x="37" y="290"/>
                      </a:cubicBezTo>
                      <a:lnTo>
                        <a:pt x="37" y="290"/>
                      </a:lnTo>
                      <a:cubicBezTo>
                        <a:pt x="13" y="293"/>
                        <a:pt x="1" y="294"/>
                        <a:pt x="1" y="296"/>
                      </a:cubicBezTo>
                      <a:cubicBezTo>
                        <a:pt x="1" y="299"/>
                        <a:pt x="12" y="302"/>
                        <a:pt x="35" y="303"/>
                      </a:cubicBezTo>
                      <a:lnTo>
                        <a:pt x="35" y="303"/>
                      </a:lnTo>
                      <a:cubicBezTo>
                        <a:pt x="29" y="334"/>
                        <a:pt x="29" y="353"/>
                        <a:pt x="32" y="353"/>
                      </a:cubicBezTo>
                      <a:cubicBezTo>
                        <a:pt x="36" y="353"/>
                        <a:pt x="38" y="334"/>
                        <a:pt x="49" y="303"/>
                      </a:cubicBezTo>
                      <a:lnTo>
                        <a:pt x="49" y="303"/>
                      </a:lnTo>
                      <a:cubicBezTo>
                        <a:pt x="53" y="303"/>
                        <a:pt x="57" y="303"/>
                        <a:pt x="61" y="303"/>
                      </a:cubicBezTo>
                      <a:cubicBezTo>
                        <a:pt x="96" y="303"/>
                        <a:pt x="145" y="300"/>
                        <a:pt x="205" y="292"/>
                      </a:cubicBezTo>
                      <a:cubicBezTo>
                        <a:pt x="269" y="282"/>
                        <a:pt x="341" y="267"/>
                        <a:pt x="423" y="239"/>
                      </a:cubicBezTo>
                      <a:cubicBezTo>
                        <a:pt x="463" y="224"/>
                        <a:pt x="503" y="214"/>
                        <a:pt x="546" y="184"/>
                      </a:cubicBezTo>
                      <a:cubicBezTo>
                        <a:pt x="567" y="170"/>
                        <a:pt x="589" y="152"/>
                        <a:pt x="596" y="120"/>
                      </a:cubicBezTo>
                      <a:cubicBezTo>
                        <a:pt x="604" y="88"/>
                        <a:pt x="589" y="55"/>
                        <a:pt x="564" y="38"/>
                      </a:cubicBezTo>
                      <a:cubicBezTo>
                        <a:pt x="511" y="12"/>
                        <a:pt x="458" y="1"/>
                        <a:pt x="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578;p29">
                  <a:extLst>
                    <a:ext uri="{FF2B5EF4-FFF2-40B4-BE49-F238E27FC236}">
                      <a16:creationId xmlns:a16="http://schemas.microsoft.com/office/drawing/2014/main" id="{FCC49D01-56B7-6F60-816D-F9EC321A6CB0}"/>
                    </a:ext>
                  </a:extLst>
                </p:cNvPr>
                <p:cNvSpPr/>
                <p:nvPr/>
              </p:nvSpPr>
              <p:spPr>
                <a:xfrm flipH="1">
                  <a:off x="7780537" y="4938848"/>
                  <a:ext cx="22789" cy="28468"/>
                </a:xfrm>
                <a:custGeom>
                  <a:avLst/>
                  <a:gdLst/>
                  <a:ahLst/>
                  <a:cxnLst/>
                  <a:rect l="l" t="t" r="r" b="b"/>
                  <a:pathLst>
                    <a:path w="317" h="396" extrusionOk="0">
                      <a:moveTo>
                        <a:pt x="79" y="1"/>
                      </a:moveTo>
                      <a:cubicBezTo>
                        <a:pt x="77" y="1"/>
                        <a:pt x="74" y="1"/>
                        <a:pt x="72" y="1"/>
                      </a:cubicBezTo>
                      <a:cubicBezTo>
                        <a:pt x="22" y="8"/>
                        <a:pt x="1" y="62"/>
                        <a:pt x="7" y="97"/>
                      </a:cubicBezTo>
                      <a:cubicBezTo>
                        <a:pt x="15" y="134"/>
                        <a:pt x="29" y="166"/>
                        <a:pt x="47" y="187"/>
                      </a:cubicBezTo>
                      <a:cubicBezTo>
                        <a:pt x="80" y="241"/>
                        <a:pt x="112" y="281"/>
                        <a:pt x="144" y="313"/>
                      </a:cubicBezTo>
                      <a:cubicBezTo>
                        <a:pt x="208" y="370"/>
                        <a:pt x="256" y="392"/>
                        <a:pt x="265" y="392"/>
                      </a:cubicBezTo>
                      <a:cubicBezTo>
                        <a:pt x="265" y="392"/>
                        <a:pt x="266" y="392"/>
                        <a:pt x="266" y="392"/>
                      </a:cubicBezTo>
                      <a:cubicBezTo>
                        <a:pt x="269" y="389"/>
                        <a:pt x="223" y="356"/>
                        <a:pt x="166" y="291"/>
                      </a:cubicBezTo>
                      <a:cubicBezTo>
                        <a:pt x="137" y="259"/>
                        <a:pt x="105" y="220"/>
                        <a:pt x="75" y="170"/>
                      </a:cubicBezTo>
                      <a:cubicBezTo>
                        <a:pt x="47" y="127"/>
                        <a:pt x="25" y="51"/>
                        <a:pt x="80" y="41"/>
                      </a:cubicBezTo>
                      <a:cubicBezTo>
                        <a:pt x="83" y="40"/>
                        <a:pt x="87" y="40"/>
                        <a:pt x="90" y="40"/>
                      </a:cubicBezTo>
                      <a:cubicBezTo>
                        <a:pt x="137" y="40"/>
                        <a:pt x="185" y="86"/>
                        <a:pt x="216" y="122"/>
                      </a:cubicBezTo>
                      <a:cubicBezTo>
                        <a:pt x="248" y="170"/>
                        <a:pt x="266" y="216"/>
                        <a:pt x="277" y="256"/>
                      </a:cubicBezTo>
                      <a:cubicBezTo>
                        <a:pt x="295" y="338"/>
                        <a:pt x="277" y="392"/>
                        <a:pt x="284" y="396"/>
                      </a:cubicBezTo>
                      <a:cubicBezTo>
                        <a:pt x="284" y="396"/>
                        <a:pt x="317" y="346"/>
                        <a:pt x="302" y="252"/>
                      </a:cubicBezTo>
                      <a:cubicBezTo>
                        <a:pt x="299" y="205"/>
                        <a:pt x="280" y="152"/>
                        <a:pt x="244" y="101"/>
                      </a:cubicBezTo>
                      <a:cubicBezTo>
                        <a:pt x="206" y="59"/>
                        <a:pt x="161" y="1"/>
                        <a:pt x="7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579;p29">
                  <a:extLst>
                    <a:ext uri="{FF2B5EF4-FFF2-40B4-BE49-F238E27FC236}">
                      <a16:creationId xmlns:a16="http://schemas.microsoft.com/office/drawing/2014/main" id="{252765F7-5EA7-EAB5-3BB2-48B785B495AE}"/>
                    </a:ext>
                  </a:extLst>
                </p:cNvPr>
                <p:cNvSpPr/>
                <p:nvPr/>
              </p:nvSpPr>
              <p:spPr>
                <a:xfrm flipH="1">
                  <a:off x="7949053" y="4955024"/>
                  <a:ext cx="83392" cy="65420"/>
                </a:xfrm>
                <a:custGeom>
                  <a:avLst/>
                  <a:gdLst/>
                  <a:ahLst/>
                  <a:cxnLst/>
                  <a:rect l="l" t="t" r="r" b="b"/>
                  <a:pathLst>
                    <a:path w="1160" h="910" extrusionOk="0">
                      <a:moveTo>
                        <a:pt x="199" y="1"/>
                      </a:moveTo>
                      <a:cubicBezTo>
                        <a:pt x="144" y="1"/>
                        <a:pt x="97" y="7"/>
                        <a:pt x="61" y="13"/>
                      </a:cubicBezTo>
                      <a:cubicBezTo>
                        <a:pt x="22" y="16"/>
                        <a:pt x="0" y="23"/>
                        <a:pt x="0" y="27"/>
                      </a:cubicBezTo>
                      <a:cubicBezTo>
                        <a:pt x="0" y="28"/>
                        <a:pt x="2" y="29"/>
                        <a:pt x="6" y="29"/>
                      </a:cubicBezTo>
                      <a:cubicBezTo>
                        <a:pt x="14" y="29"/>
                        <a:pt x="29" y="27"/>
                        <a:pt x="50" y="27"/>
                      </a:cubicBezTo>
                      <a:cubicBezTo>
                        <a:pt x="66" y="25"/>
                        <a:pt x="86" y="24"/>
                        <a:pt x="109" y="24"/>
                      </a:cubicBezTo>
                      <a:cubicBezTo>
                        <a:pt x="144" y="24"/>
                        <a:pt x="187" y="26"/>
                        <a:pt x="237" y="31"/>
                      </a:cubicBezTo>
                      <a:cubicBezTo>
                        <a:pt x="381" y="45"/>
                        <a:pt x="582" y="99"/>
                        <a:pt x="757" y="232"/>
                      </a:cubicBezTo>
                      <a:cubicBezTo>
                        <a:pt x="933" y="368"/>
                        <a:pt x="1037" y="548"/>
                        <a:pt x="1087" y="681"/>
                      </a:cubicBezTo>
                      <a:cubicBezTo>
                        <a:pt x="1142" y="817"/>
                        <a:pt x="1148" y="910"/>
                        <a:pt x="1156" y="910"/>
                      </a:cubicBezTo>
                      <a:cubicBezTo>
                        <a:pt x="1156" y="910"/>
                        <a:pt x="1160" y="885"/>
                        <a:pt x="1152" y="845"/>
                      </a:cubicBezTo>
                      <a:cubicBezTo>
                        <a:pt x="1148" y="802"/>
                        <a:pt x="1138" y="742"/>
                        <a:pt x="1117" y="673"/>
                      </a:cubicBezTo>
                      <a:cubicBezTo>
                        <a:pt x="1070" y="530"/>
                        <a:pt x="966" y="343"/>
                        <a:pt x="779" y="203"/>
                      </a:cubicBezTo>
                      <a:cubicBezTo>
                        <a:pt x="596" y="63"/>
                        <a:pt x="388" y="9"/>
                        <a:pt x="237" y="2"/>
                      </a:cubicBezTo>
                      <a:cubicBezTo>
                        <a:pt x="224" y="1"/>
                        <a:pt x="211" y="1"/>
                        <a:pt x="19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580;p29">
                  <a:extLst>
                    <a:ext uri="{FF2B5EF4-FFF2-40B4-BE49-F238E27FC236}">
                      <a16:creationId xmlns:a16="http://schemas.microsoft.com/office/drawing/2014/main" id="{2E186D78-A9D5-0827-896C-E4FFCC61A961}"/>
                    </a:ext>
                  </a:extLst>
                </p:cNvPr>
                <p:cNvSpPr/>
                <p:nvPr/>
              </p:nvSpPr>
              <p:spPr>
                <a:xfrm flipH="1">
                  <a:off x="8008649" y="4860702"/>
                  <a:ext cx="3163" cy="94751"/>
                </a:xfrm>
                <a:custGeom>
                  <a:avLst/>
                  <a:gdLst/>
                  <a:ahLst/>
                  <a:cxnLst/>
                  <a:rect l="l" t="t" r="r" b="b"/>
                  <a:pathLst>
                    <a:path w="44" h="1318" extrusionOk="0">
                      <a:moveTo>
                        <a:pt x="18" y="0"/>
                      </a:moveTo>
                      <a:cubicBezTo>
                        <a:pt x="8" y="0"/>
                        <a:pt x="0" y="295"/>
                        <a:pt x="4" y="657"/>
                      </a:cubicBezTo>
                      <a:cubicBezTo>
                        <a:pt x="8" y="1020"/>
                        <a:pt x="18" y="1317"/>
                        <a:pt x="29" y="1317"/>
                      </a:cubicBezTo>
                      <a:cubicBezTo>
                        <a:pt x="40" y="1314"/>
                        <a:pt x="43" y="1020"/>
                        <a:pt x="43" y="657"/>
                      </a:cubicBezTo>
                      <a:cubicBezTo>
                        <a:pt x="40" y="295"/>
                        <a:pt x="29" y="0"/>
                        <a:pt x="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581;p29">
                  <a:extLst>
                    <a:ext uri="{FF2B5EF4-FFF2-40B4-BE49-F238E27FC236}">
                      <a16:creationId xmlns:a16="http://schemas.microsoft.com/office/drawing/2014/main" id="{29CDF20D-57E2-40F1-41A4-E85EE5AA6729}"/>
                    </a:ext>
                  </a:extLst>
                </p:cNvPr>
                <p:cNvSpPr/>
                <p:nvPr/>
              </p:nvSpPr>
              <p:spPr>
                <a:xfrm flipH="1">
                  <a:off x="7853077" y="4997440"/>
                  <a:ext cx="67648" cy="3954"/>
                </a:xfrm>
                <a:custGeom>
                  <a:avLst/>
                  <a:gdLst/>
                  <a:ahLst/>
                  <a:cxnLst/>
                  <a:rect l="l" t="t" r="r" b="b"/>
                  <a:pathLst>
                    <a:path w="941" h="55" extrusionOk="0">
                      <a:moveTo>
                        <a:pt x="906" y="1"/>
                      </a:moveTo>
                      <a:cubicBezTo>
                        <a:pt x="838" y="1"/>
                        <a:pt x="669" y="12"/>
                        <a:pt x="471" y="15"/>
                      </a:cubicBezTo>
                      <a:cubicBezTo>
                        <a:pt x="441" y="15"/>
                        <a:pt x="411" y="15"/>
                        <a:pt x="383" y="15"/>
                      </a:cubicBezTo>
                      <a:cubicBezTo>
                        <a:pt x="236" y="15"/>
                        <a:pt x="113" y="11"/>
                        <a:pt x="50" y="11"/>
                      </a:cubicBezTo>
                      <a:cubicBezTo>
                        <a:pt x="20" y="11"/>
                        <a:pt x="4" y="12"/>
                        <a:pt x="4" y="15"/>
                      </a:cubicBezTo>
                      <a:cubicBezTo>
                        <a:pt x="0" y="26"/>
                        <a:pt x="212" y="54"/>
                        <a:pt x="471" y="54"/>
                      </a:cubicBezTo>
                      <a:cubicBezTo>
                        <a:pt x="732" y="51"/>
                        <a:pt x="941" y="15"/>
                        <a:pt x="937" y="4"/>
                      </a:cubicBezTo>
                      <a:cubicBezTo>
                        <a:pt x="937" y="2"/>
                        <a:pt x="926" y="1"/>
                        <a:pt x="90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582;p29">
                  <a:extLst>
                    <a:ext uri="{FF2B5EF4-FFF2-40B4-BE49-F238E27FC236}">
                      <a16:creationId xmlns:a16="http://schemas.microsoft.com/office/drawing/2014/main" id="{ADF8EB9C-1B2B-40F2-74BB-2E6105D6208D}"/>
                    </a:ext>
                  </a:extLst>
                </p:cNvPr>
                <p:cNvSpPr/>
                <p:nvPr/>
              </p:nvSpPr>
              <p:spPr>
                <a:xfrm flipH="1">
                  <a:off x="7958325" y="4999453"/>
                  <a:ext cx="7836" cy="13012"/>
                </a:xfrm>
                <a:custGeom>
                  <a:avLst/>
                  <a:gdLst/>
                  <a:ahLst/>
                  <a:cxnLst/>
                  <a:rect l="l" t="t" r="r" b="b"/>
                  <a:pathLst>
                    <a:path w="109" h="181" extrusionOk="0">
                      <a:moveTo>
                        <a:pt x="11" y="0"/>
                      </a:moveTo>
                      <a:cubicBezTo>
                        <a:pt x="10" y="0"/>
                        <a:pt x="8" y="1"/>
                        <a:pt x="8" y="1"/>
                      </a:cubicBezTo>
                      <a:cubicBezTo>
                        <a:pt x="1" y="8"/>
                        <a:pt x="26" y="44"/>
                        <a:pt x="47" y="91"/>
                      </a:cubicBezTo>
                      <a:cubicBezTo>
                        <a:pt x="69" y="137"/>
                        <a:pt x="84" y="181"/>
                        <a:pt x="94" y="181"/>
                      </a:cubicBezTo>
                      <a:cubicBezTo>
                        <a:pt x="105" y="181"/>
                        <a:pt x="108" y="131"/>
                        <a:pt x="84" y="76"/>
                      </a:cubicBezTo>
                      <a:cubicBezTo>
                        <a:pt x="60" y="26"/>
                        <a:pt x="24" y="0"/>
                        <a:pt x="1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583;p29">
                  <a:extLst>
                    <a:ext uri="{FF2B5EF4-FFF2-40B4-BE49-F238E27FC236}">
                      <a16:creationId xmlns:a16="http://schemas.microsoft.com/office/drawing/2014/main" id="{F7E143FF-21FA-29D3-C68D-4541093D4223}"/>
                    </a:ext>
                  </a:extLst>
                </p:cNvPr>
                <p:cNvSpPr/>
                <p:nvPr/>
              </p:nvSpPr>
              <p:spPr>
                <a:xfrm flipH="1">
                  <a:off x="7973782" y="4978460"/>
                  <a:ext cx="9921" cy="8842"/>
                </a:xfrm>
                <a:custGeom>
                  <a:avLst/>
                  <a:gdLst/>
                  <a:ahLst/>
                  <a:cxnLst/>
                  <a:rect l="l" t="t" r="r" b="b"/>
                  <a:pathLst>
                    <a:path w="138" h="123" extrusionOk="0">
                      <a:moveTo>
                        <a:pt x="12" y="1"/>
                      </a:moveTo>
                      <a:cubicBezTo>
                        <a:pt x="10" y="1"/>
                        <a:pt x="9" y="1"/>
                        <a:pt x="8" y="2"/>
                      </a:cubicBezTo>
                      <a:cubicBezTo>
                        <a:pt x="0" y="10"/>
                        <a:pt x="22" y="42"/>
                        <a:pt x="54" y="78"/>
                      </a:cubicBezTo>
                      <a:cubicBezTo>
                        <a:pt x="85" y="105"/>
                        <a:pt x="113" y="123"/>
                        <a:pt x="125" y="123"/>
                      </a:cubicBezTo>
                      <a:cubicBezTo>
                        <a:pt x="127" y="123"/>
                        <a:pt x="128" y="122"/>
                        <a:pt x="129" y="121"/>
                      </a:cubicBezTo>
                      <a:cubicBezTo>
                        <a:pt x="137" y="114"/>
                        <a:pt x="116" y="81"/>
                        <a:pt x="83" y="50"/>
                      </a:cubicBezTo>
                      <a:cubicBezTo>
                        <a:pt x="55" y="21"/>
                        <a:pt x="24" y="1"/>
                        <a:pt x="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584;p29">
                  <a:extLst>
                    <a:ext uri="{FF2B5EF4-FFF2-40B4-BE49-F238E27FC236}">
                      <a16:creationId xmlns:a16="http://schemas.microsoft.com/office/drawing/2014/main" id="{A3FE428E-AAEF-863D-7904-9DB9164632AB}"/>
                    </a:ext>
                  </a:extLst>
                </p:cNvPr>
                <p:cNvSpPr/>
                <p:nvPr/>
              </p:nvSpPr>
              <p:spPr>
                <a:xfrm flipH="1">
                  <a:off x="7993911" y="4968036"/>
                  <a:ext cx="13947" cy="5823"/>
                </a:xfrm>
                <a:custGeom>
                  <a:avLst/>
                  <a:gdLst/>
                  <a:ahLst/>
                  <a:cxnLst/>
                  <a:rect l="l" t="t" r="r" b="b"/>
                  <a:pathLst>
                    <a:path w="194" h="81" extrusionOk="0">
                      <a:moveTo>
                        <a:pt x="62" y="1"/>
                      </a:moveTo>
                      <a:cubicBezTo>
                        <a:pt x="26" y="1"/>
                        <a:pt x="0" y="14"/>
                        <a:pt x="3" y="22"/>
                      </a:cubicBezTo>
                      <a:cubicBezTo>
                        <a:pt x="6" y="33"/>
                        <a:pt x="49" y="29"/>
                        <a:pt x="96" y="47"/>
                      </a:cubicBezTo>
                      <a:cubicBezTo>
                        <a:pt x="136" y="59"/>
                        <a:pt x="169" y="81"/>
                        <a:pt x="181" y="81"/>
                      </a:cubicBezTo>
                      <a:cubicBezTo>
                        <a:pt x="183" y="81"/>
                        <a:pt x="185" y="80"/>
                        <a:pt x="185" y="79"/>
                      </a:cubicBezTo>
                      <a:cubicBezTo>
                        <a:pt x="193" y="72"/>
                        <a:pt x="168" y="26"/>
                        <a:pt x="107" y="8"/>
                      </a:cubicBezTo>
                      <a:cubicBezTo>
                        <a:pt x="91" y="3"/>
                        <a:pt x="76" y="1"/>
                        <a:pt x="6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585;p29">
                  <a:extLst>
                    <a:ext uri="{FF2B5EF4-FFF2-40B4-BE49-F238E27FC236}">
                      <a16:creationId xmlns:a16="http://schemas.microsoft.com/office/drawing/2014/main" id="{BCCFA114-5554-2F03-638C-2A64F337DC5C}"/>
                    </a:ext>
                  </a:extLst>
                </p:cNvPr>
                <p:cNvSpPr/>
                <p:nvPr/>
              </p:nvSpPr>
              <p:spPr>
                <a:xfrm flipH="1">
                  <a:off x="8017707" y="4964657"/>
                  <a:ext cx="7548" cy="3738"/>
                </a:xfrm>
                <a:custGeom>
                  <a:avLst/>
                  <a:gdLst/>
                  <a:ahLst/>
                  <a:cxnLst/>
                  <a:rect l="l" t="t" r="r" b="b"/>
                  <a:pathLst>
                    <a:path w="105" h="52" extrusionOk="0">
                      <a:moveTo>
                        <a:pt x="26" y="1"/>
                      </a:moveTo>
                      <a:cubicBezTo>
                        <a:pt x="15" y="1"/>
                        <a:pt x="6" y="4"/>
                        <a:pt x="4" y="8"/>
                      </a:cubicBezTo>
                      <a:cubicBezTo>
                        <a:pt x="1" y="18"/>
                        <a:pt x="18" y="37"/>
                        <a:pt x="44" y="43"/>
                      </a:cubicBezTo>
                      <a:cubicBezTo>
                        <a:pt x="58" y="49"/>
                        <a:pt x="72" y="52"/>
                        <a:pt x="82" y="52"/>
                      </a:cubicBezTo>
                      <a:cubicBezTo>
                        <a:pt x="92" y="52"/>
                        <a:pt x="99" y="49"/>
                        <a:pt x="101" y="43"/>
                      </a:cubicBezTo>
                      <a:cubicBezTo>
                        <a:pt x="104" y="33"/>
                        <a:pt x="83" y="18"/>
                        <a:pt x="58" y="8"/>
                      </a:cubicBezTo>
                      <a:cubicBezTo>
                        <a:pt x="46" y="3"/>
                        <a:pt x="35" y="1"/>
                        <a:pt x="2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586;p29">
                  <a:extLst>
                    <a:ext uri="{FF2B5EF4-FFF2-40B4-BE49-F238E27FC236}">
                      <a16:creationId xmlns:a16="http://schemas.microsoft.com/office/drawing/2014/main" id="{15AA261F-4BE9-69B7-0292-0169877B1C93}"/>
                    </a:ext>
                  </a:extLst>
                </p:cNvPr>
                <p:cNvSpPr/>
                <p:nvPr/>
              </p:nvSpPr>
              <p:spPr>
                <a:xfrm flipH="1">
                  <a:off x="7802535" y="4914333"/>
                  <a:ext cx="791" cy="27965"/>
                </a:xfrm>
                <a:custGeom>
                  <a:avLst/>
                  <a:gdLst/>
                  <a:ahLst/>
                  <a:cxnLst/>
                  <a:rect l="l" t="t" r="r" b="b"/>
                  <a:pathLst>
                    <a:path w="11" h="389" extrusionOk="0">
                      <a:moveTo>
                        <a:pt x="1" y="1"/>
                      </a:moveTo>
                      <a:lnTo>
                        <a:pt x="11" y="389"/>
                      </a:lnTo>
                      <a:lnTo>
                        <a:pt x="11" y="385"/>
                      </a:lnTo>
                      <a:lnTo>
                        <a:pt x="1"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587;p29">
                  <a:extLst>
                    <a:ext uri="{FF2B5EF4-FFF2-40B4-BE49-F238E27FC236}">
                      <a16:creationId xmlns:a16="http://schemas.microsoft.com/office/drawing/2014/main" id="{7254379B-2FF1-B8E8-2E9B-06AF1B093222}"/>
                    </a:ext>
                  </a:extLst>
                </p:cNvPr>
                <p:cNvSpPr/>
                <p:nvPr/>
              </p:nvSpPr>
              <p:spPr>
                <a:xfrm flipH="1">
                  <a:off x="7802540" y="4914333"/>
                  <a:ext cx="206684" cy="35729"/>
                </a:xfrm>
                <a:custGeom>
                  <a:avLst/>
                  <a:gdLst/>
                  <a:ahLst/>
                  <a:cxnLst/>
                  <a:rect l="l" t="t" r="r" b="b"/>
                  <a:pathLst>
                    <a:path w="2875" h="497" extrusionOk="0">
                      <a:moveTo>
                        <a:pt x="2865" y="1"/>
                      </a:moveTo>
                      <a:lnTo>
                        <a:pt x="7" y="270"/>
                      </a:lnTo>
                      <a:cubicBezTo>
                        <a:pt x="4" y="367"/>
                        <a:pt x="4" y="442"/>
                        <a:pt x="0" y="496"/>
                      </a:cubicBezTo>
                      <a:lnTo>
                        <a:pt x="2566" y="399"/>
                      </a:lnTo>
                      <a:cubicBezTo>
                        <a:pt x="2523" y="385"/>
                        <a:pt x="2495" y="370"/>
                        <a:pt x="2498" y="367"/>
                      </a:cubicBezTo>
                      <a:cubicBezTo>
                        <a:pt x="2498" y="364"/>
                        <a:pt x="2502" y="364"/>
                        <a:pt x="2513" y="364"/>
                      </a:cubicBezTo>
                      <a:cubicBezTo>
                        <a:pt x="2541" y="364"/>
                        <a:pt x="2606" y="374"/>
                        <a:pt x="2689" y="377"/>
                      </a:cubicBezTo>
                      <a:cubicBezTo>
                        <a:pt x="2735" y="381"/>
                        <a:pt x="2778" y="381"/>
                        <a:pt x="2812" y="381"/>
                      </a:cubicBezTo>
                      <a:cubicBezTo>
                        <a:pt x="2845" y="381"/>
                        <a:pt x="2868" y="381"/>
                        <a:pt x="2875" y="385"/>
                      </a:cubicBezTo>
                      <a:lnTo>
                        <a:pt x="2865" y="1"/>
                      </a:ln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588;p29">
                  <a:extLst>
                    <a:ext uri="{FF2B5EF4-FFF2-40B4-BE49-F238E27FC236}">
                      <a16:creationId xmlns:a16="http://schemas.microsoft.com/office/drawing/2014/main" id="{37036B6F-16B8-519F-1EEB-00063E6CC2A2}"/>
                    </a:ext>
                  </a:extLst>
                </p:cNvPr>
                <p:cNvSpPr/>
                <p:nvPr/>
              </p:nvSpPr>
              <p:spPr>
                <a:xfrm flipH="1">
                  <a:off x="7802536" y="4940430"/>
                  <a:ext cx="27390" cy="2588"/>
                </a:xfrm>
                <a:custGeom>
                  <a:avLst/>
                  <a:gdLst/>
                  <a:ahLst/>
                  <a:cxnLst/>
                  <a:rect l="l" t="t" r="r" b="b"/>
                  <a:pathLst>
                    <a:path w="381" h="36" extrusionOk="0">
                      <a:moveTo>
                        <a:pt x="19" y="1"/>
                      </a:moveTo>
                      <a:cubicBezTo>
                        <a:pt x="8" y="1"/>
                        <a:pt x="4" y="1"/>
                        <a:pt x="4" y="4"/>
                      </a:cubicBezTo>
                      <a:cubicBezTo>
                        <a:pt x="1" y="7"/>
                        <a:pt x="29" y="22"/>
                        <a:pt x="72" y="36"/>
                      </a:cubicBezTo>
                      <a:lnTo>
                        <a:pt x="381" y="26"/>
                      </a:lnTo>
                      <a:lnTo>
                        <a:pt x="381" y="22"/>
                      </a:lnTo>
                      <a:cubicBezTo>
                        <a:pt x="374" y="18"/>
                        <a:pt x="351" y="18"/>
                        <a:pt x="318" y="18"/>
                      </a:cubicBezTo>
                      <a:cubicBezTo>
                        <a:pt x="284" y="18"/>
                        <a:pt x="241" y="18"/>
                        <a:pt x="195" y="14"/>
                      </a:cubicBezTo>
                      <a:cubicBezTo>
                        <a:pt x="112" y="11"/>
                        <a:pt x="47" y="1"/>
                        <a:pt x="19" y="1"/>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589;p29">
                  <a:extLst>
                    <a:ext uri="{FF2B5EF4-FFF2-40B4-BE49-F238E27FC236}">
                      <a16:creationId xmlns:a16="http://schemas.microsoft.com/office/drawing/2014/main" id="{85DA3AA8-625A-B544-C4C0-E9F2BEE51018}"/>
                    </a:ext>
                  </a:extLst>
                </p:cNvPr>
                <p:cNvSpPr/>
                <p:nvPr/>
              </p:nvSpPr>
              <p:spPr>
                <a:xfrm flipH="1">
                  <a:off x="8033955" y="4936260"/>
                  <a:ext cx="575" cy="2947"/>
                </a:xfrm>
                <a:custGeom>
                  <a:avLst/>
                  <a:gdLst/>
                  <a:ahLst/>
                  <a:cxnLst/>
                  <a:rect l="l" t="t" r="r" b="b"/>
                  <a:pathLst>
                    <a:path w="8" h="41" extrusionOk="0">
                      <a:moveTo>
                        <a:pt x="1" y="1"/>
                      </a:moveTo>
                      <a:lnTo>
                        <a:pt x="8" y="40"/>
                      </a:lnTo>
                      <a:lnTo>
                        <a:pt x="8"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590;p29">
                  <a:extLst>
                    <a:ext uri="{FF2B5EF4-FFF2-40B4-BE49-F238E27FC236}">
                      <a16:creationId xmlns:a16="http://schemas.microsoft.com/office/drawing/2014/main" id="{3F244E19-2F2B-605E-7D12-377445695D56}"/>
                    </a:ext>
                  </a:extLst>
                </p:cNvPr>
                <p:cNvSpPr/>
                <p:nvPr/>
              </p:nvSpPr>
              <p:spPr>
                <a:xfrm flipH="1">
                  <a:off x="8010447" y="4933960"/>
                  <a:ext cx="23580" cy="16822"/>
                </a:xfrm>
                <a:custGeom>
                  <a:avLst/>
                  <a:gdLst/>
                  <a:ahLst/>
                  <a:cxnLst/>
                  <a:rect l="l" t="t" r="r" b="b"/>
                  <a:pathLst>
                    <a:path w="328" h="234" extrusionOk="0">
                      <a:moveTo>
                        <a:pt x="320" y="1"/>
                      </a:moveTo>
                      <a:lnTo>
                        <a:pt x="1" y="33"/>
                      </a:lnTo>
                      <a:lnTo>
                        <a:pt x="1" y="72"/>
                      </a:lnTo>
                      <a:lnTo>
                        <a:pt x="26" y="234"/>
                      </a:lnTo>
                      <a:lnTo>
                        <a:pt x="327" y="223"/>
                      </a:lnTo>
                      <a:cubicBezTo>
                        <a:pt x="324" y="169"/>
                        <a:pt x="320" y="94"/>
                        <a:pt x="320"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591;p29">
                  <a:extLst>
                    <a:ext uri="{FF2B5EF4-FFF2-40B4-BE49-F238E27FC236}">
                      <a16:creationId xmlns:a16="http://schemas.microsoft.com/office/drawing/2014/main" id="{269DA348-CCBD-3805-2690-26C7322A2C4C}"/>
                    </a:ext>
                  </a:extLst>
                </p:cNvPr>
                <p:cNvSpPr/>
                <p:nvPr/>
              </p:nvSpPr>
              <p:spPr>
                <a:xfrm flipH="1">
                  <a:off x="8008649" y="4933672"/>
                  <a:ext cx="2372" cy="16391"/>
                </a:xfrm>
                <a:custGeom>
                  <a:avLst/>
                  <a:gdLst/>
                  <a:ahLst/>
                  <a:cxnLst/>
                  <a:rect l="l" t="t" r="r" b="b"/>
                  <a:pathLst>
                    <a:path w="33" h="228" extrusionOk="0">
                      <a:moveTo>
                        <a:pt x="32" y="1"/>
                      </a:moveTo>
                      <a:lnTo>
                        <a:pt x="0" y="5"/>
                      </a:lnTo>
                      <a:cubicBezTo>
                        <a:pt x="0" y="98"/>
                        <a:pt x="4" y="173"/>
                        <a:pt x="7" y="227"/>
                      </a:cubicBezTo>
                      <a:lnTo>
                        <a:pt x="25" y="227"/>
                      </a:lnTo>
                      <a:cubicBezTo>
                        <a:pt x="29" y="173"/>
                        <a:pt x="29" y="98"/>
                        <a:pt x="32" y="1"/>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592;p29">
                <a:extLst>
                  <a:ext uri="{FF2B5EF4-FFF2-40B4-BE49-F238E27FC236}">
                    <a16:creationId xmlns:a16="http://schemas.microsoft.com/office/drawing/2014/main" id="{392605D0-705E-8F2D-7774-E7AD6307C7F5}"/>
                  </a:ext>
                </a:extLst>
              </p:cNvPr>
              <p:cNvSpPr/>
              <p:nvPr/>
            </p:nvSpPr>
            <p:spPr>
              <a:xfrm flipH="1">
                <a:off x="7352169" y="2317256"/>
                <a:ext cx="531159" cy="563531"/>
              </a:xfrm>
              <a:custGeom>
                <a:avLst/>
                <a:gdLst/>
                <a:ahLst/>
                <a:cxnLst/>
                <a:rect l="l" t="t" r="r" b="b"/>
                <a:pathLst>
                  <a:path w="10967" h="11636" extrusionOk="0">
                    <a:moveTo>
                      <a:pt x="9968" y="0"/>
                    </a:moveTo>
                    <a:cubicBezTo>
                      <a:pt x="9815" y="0"/>
                      <a:pt x="9735" y="286"/>
                      <a:pt x="9735" y="286"/>
                    </a:cubicBezTo>
                    <a:cubicBezTo>
                      <a:pt x="9735" y="286"/>
                      <a:pt x="9081" y="1726"/>
                      <a:pt x="8906" y="1726"/>
                    </a:cubicBezTo>
                    <a:cubicBezTo>
                      <a:pt x="8902" y="1726"/>
                      <a:pt x="8899" y="1726"/>
                      <a:pt x="8895" y="1724"/>
                    </a:cubicBezTo>
                    <a:cubicBezTo>
                      <a:pt x="8737" y="1660"/>
                      <a:pt x="9111" y="763"/>
                      <a:pt x="9257" y="468"/>
                    </a:cubicBezTo>
                    <a:cubicBezTo>
                      <a:pt x="9387" y="206"/>
                      <a:pt x="9335" y="28"/>
                      <a:pt x="9189" y="28"/>
                    </a:cubicBezTo>
                    <a:cubicBezTo>
                      <a:pt x="9173" y="28"/>
                      <a:pt x="9157" y="30"/>
                      <a:pt x="9139" y="34"/>
                    </a:cubicBezTo>
                    <a:cubicBezTo>
                      <a:pt x="9017" y="63"/>
                      <a:pt x="8543" y="953"/>
                      <a:pt x="8407" y="1247"/>
                    </a:cubicBezTo>
                    <a:cubicBezTo>
                      <a:pt x="8300" y="1471"/>
                      <a:pt x="8064" y="1992"/>
                      <a:pt x="7894" y="1992"/>
                    </a:cubicBezTo>
                    <a:cubicBezTo>
                      <a:pt x="7839" y="1992"/>
                      <a:pt x="7792" y="1939"/>
                      <a:pt x="7757" y="1807"/>
                    </a:cubicBezTo>
                    <a:cubicBezTo>
                      <a:pt x="7610" y="1258"/>
                      <a:pt x="7290" y="892"/>
                      <a:pt x="7136" y="853"/>
                    </a:cubicBezTo>
                    <a:cubicBezTo>
                      <a:pt x="7123" y="849"/>
                      <a:pt x="7110" y="848"/>
                      <a:pt x="7098" y="848"/>
                    </a:cubicBezTo>
                    <a:cubicBezTo>
                      <a:pt x="6965" y="848"/>
                      <a:pt x="6881" y="1029"/>
                      <a:pt x="6985" y="1151"/>
                    </a:cubicBezTo>
                    <a:cubicBezTo>
                      <a:pt x="7075" y="1262"/>
                      <a:pt x="7168" y="1492"/>
                      <a:pt x="7233" y="1664"/>
                    </a:cubicBezTo>
                    <a:cubicBezTo>
                      <a:pt x="7287" y="1811"/>
                      <a:pt x="7315" y="1961"/>
                      <a:pt x="7315" y="2116"/>
                    </a:cubicBezTo>
                    <a:cubicBezTo>
                      <a:pt x="7319" y="2612"/>
                      <a:pt x="7272" y="2920"/>
                      <a:pt x="7254" y="3010"/>
                    </a:cubicBezTo>
                    <a:lnTo>
                      <a:pt x="3224" y="8340"/>
                    </a:lnTo>
                    <a:lnTo>
                      <a:pt x="1555" y="7335"/>
                    </a:lnTo>
                    <a:lnTo>
                      <a:pt x="1" y="10034"/>
                    </a:lnTo>
                    <a:lnTo>
                      <a:pt x="2244" y="11304"/>
                    </a:lnTo>
                    <a:cubicBezTo>
                      <a:pt x="2639" y="11529"/>
                      <a:pt x="3069" y="11636"/>
                      <a:pt x="3494" y="11636"/>
                    </a:cubicBezTo>
                    <a:cubicBezTo>
                      <a:pt x="4341" y="11636"/>
                      <a:pt x="5166" y="11211"/>
                      <a:pt x="5647" y="10446"/>
                    </a:cubicBezTo>
                    <a:lnTo>
                      <a:pt x="9800" y="3031"/>
                    </a:lnTo>
                    <a:cubicBezTo>
                      <a:pt x="10094" y="2662"/>
                      <a:pt x="10367" y="2306"/>
                      <a:pt x="10517" y="2066"/>
                    </a:cubicBezTo>
                    <a:cubicBezTo>
                      <a:pt x="10966" y="1351"/>
                      <a:pt x="10902" y="1308"/>
                      <a:pt x="10812" y="1272"/>
                    </a:cubicBezTo>
                    <a:cubicBezTo>
                      <a:pt x="10803" y="1268"/>
                      <a:pt x="10793" y="1266"/>
                      <a:pt x="10783" y="1266"/>
                    </a:cubicBezTo>
                    <a:cubicBezTo>
                      <a:pt x="10553" y="1266"/>
                      <a:pt x="10105" y="2199"/>
                      <a:pt x="9972" y="2199"/>
                    </a:cubicBezTo>
                    <a:cubicBezTo>
                      <a:pt x="9953" y="2199"/>
                      <a:pt x="9941" y="2181"/>
                      <a:pt x="9936" y="2138"/>
                    </a:cubicBezTo>
                    <a:cubicBezTo>
                      <a:pt x="9896" y="1779"/>
                      <a:pt x="10844" y="598"/>
                      <a:pt x="10582" y="501"/>
                    </a:cubicBezTo>
                    <a:cubicBezTo>
                      <a:pt x="10567" y="496"/>
                      <a:pt x="10552" y="493"/>
                      <a:pt x="10536" y="493"/>
                    </a:cubicBezTo>
                    <a:cubicBezTo>
                      <a:pt x="10188" y="493"/>
                      <a:pt x="9647" y="1784"/>
                      <a:pt x="9591" y="1893"/>
                    </a:cubicBezTo>
                    <a:cubicBezTo>
                      <a:pt x="9571" y="1932"/>
                      <a:pt x="9537" y="1948"/>
                      <a:pt x="9504" y="1948"/>
                    </a:cubicBezTo>
                    <a:cubicBezTo>
                      <a:pt x="9443" y="1948"/>
                      <a:pt x="9385" y="1894"/>
                      <a:pt x="9422" y="1829"/>
                    </a:cubicBezTo>
                    <a:cubicBezTo>
                      <a:pt x="9505" y="1681"/>
                      <a:pt x="10352" y="135"/>
                      <a:pt x="10015" y="9"/>
                    </a:cubicBezTo>
                    <a:cubicBezTo>
                      <a:pt x="9999" y="3"/>
                      <a:pt x="9983" y="0"/>
                      <a:pt x="9968"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93;p29">
                <a:extLst>
                  <a:ext uri="{FF2B5EF4-FFF2-40B4-BE49-F238E27FC236}">
                    <a16:creationId xmlns:a16="http://schemas.microsoft.com/office/drawing/2014/main" id="{D4306411-2EAA-B0A0-744C-E46752C42DE4}"/>
                  </a:ext>
                </a:extLst>
              </p:cNvPr>
              <p:cNvSpPr/>
              <p:nvPr/>
            </p:nvSpPr>
            <p:spPr>
              <a:xfrm flipH="1">
                <a:off x="8108534" y="2060426"/>
                <a:ext cx="254077" cy="497618"/>
              </a:xfrm>
              <a:custGeom>
                <a:avLst/>
                <a:gdLst/>
                <a:ahLst/>
                <a:cxnLst/>
                <a:rect l="l" t="t" r="r" b="b"/>
                <a:pathLst>
                  <a:path w="5246" h="10275" extrusionOk="0">
                    <a:moveTo>
                      <a:pt x="2880" y="0"/>
                    </a:moveTo>
                    <a:cubicBezTo>
                      <a:pt x="1946" y="0"/>
                      <a:pt x="1019" y="263"/>
                      <a:pt x="220" y="804"/>
                    </a:cubicBezTo>
                    <a:lnTo>
                      <a:pt x="1" y="951"/>
                    </a:lnTo>
                    <a:lnTo>
                      <a:pt x="72" y="8561"/>
                    </a:lnTo>
                    <a:cubicBezTo>
                      <a:pt x="84" y="9457"/>
                      <a:pt x="776" y="10201"/>
                      <a:pt x="1670" y="10269"/>
                    </a:cubicBezTo>
                    <a:cubicBezTo>
                      <a:pt x="1715" y="10272"/>
                      <a:pt x="1760" y="10274"/>
                      <a:pt x="1805" y="10274"/>
                    </a:cubicBezTo>
                    <a:cubicBezTo>
                      <a:pt x="2726" y="10274"/>
                      <a:pt x="3498" y="9545"/>
                      <a:pt x="3536" y="8611"/>
                    </a:cubicBezTo>
                    <a:cubicBezTo>
                      <a:pt x="3572" y="7667"/>
                      <a:pt x="3604" y="6712"/>
                      <a:pt x="3604" y="6712"/>
                    </a:cubicBezTo>
                    <a:cubicBezTo>
                      <a:pt x="3604" y="6712"/>
                      <a:pt x="5033" y="6579"/>
                      <a:pt x="5141" y="5165"/>
                    </a:cubicBezTo>
                    <a:cubicBezTo>
                      <a:pt x="5245" y="3750"/>
                      <a:pt x="5166" y="574"/>
                      <a:pt x="5166" y="574"/>
                    </a:cubicBezTo>
                    <a:lnTo>
                      <a:pt x="5209" y="560"/>
                    </a:lnTo>
                    <a:cubicBezTo>
                      <a:pt x="4476" y="190"/>
                      <a:pt x="3676" y="0"/>
                      <a:pt x="2880"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94;p29">
                <a:extLst>
                  <a:ext uri="{FF2B5EF4-FFF2-40B4-BE49-F238E27FC236}">
                    <a16:creationId xmlns:a16="http://schemas.microsoft.com/office/drawing/2014/main" id="{C53F517C-050C-83A5-0E93-2E9B8A009BFB}"/>
                  </a:ext>
                </a:extLst>
              </p:cNvPr>
              <p:cNvSpPr/>
              <p:nvPr/>
            </p:nvSpPr>
            <p:spPr>
              <a:xfrm flipH="1">
                <a:off x="8125245" y="2187557"/>
                <a:ext cx="22134" cy="20002"/>
              </a:xfrm>
              <a:custGeom>
                <a:avLst/>
                <a:gdLst/>
                <a:ahLst/>
                <a:cxnLst/>
                <a:rect l="l" t="t" r="r" b="b"/>
                <a:pathLst>
                  <a:path w="457" h="413" extrusionOk="0">
                    <a:moveTo>
                      <a:pt x="228" y="1"/>
                    </a:moveTo>
                    <a:cubicBezTo>
                      <a:pt x="176" y="1"/>
                      <a:pt x="124" y="21"/>
                      <a:pt x="83" y="60"/>
                    </a:cubicBezTo>
                    <a:cubicBezTo>
                      <a:pt x="4" y="138"/>
                      <a:pt x="0" y="267"/>
                      <a:pt x="79" y="350"/>
                    </a:cubicBezTo>
                    <a:cubicBezTo>
                      <a:pt x="119" y="392"/>
                      <a:pt x="173" y="413"/>
                      <a:pt x="227" y="413"/>
                    </a:cubicBezTo>
                    <a:cubicBezTo>
                      <a:pt x="280" y="413"/>
                      <a:pt x="333" y="393"/>
                      <a:pt x="374" y="354"/>
                    </a:cubicBezTo>
                    <a:cubicBezTo>
                      <a:pt x="452" y="275"/>
                      <a:pt x="457" y="146"/>
                      <a:pt x="377" y="63"/>
                    </a:cubicBezTo>
                    <a:cubicBezTo>
                      <a:pt x="336" y="22"/>
                      <a:pt x="282" y="1"/>
                      <a:pt x="2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95;p29">
                <a:extLst>
                  <a:ext uri="{FF2B5EF4-FFF2-40B4-BE49-F238E27FC236}">
                    <a16:creationId xmlns:a16="http://schemas.microsoft.com/office/drawing/2014/main" id="{86C40CFC-C725-45F1-EA62-ED6D6634F207}"/>
                  </a:ext>
                </a:extLst>
              </p:cNvPr>
              <p:cNvSpPr/>
              <p:nvPr/>
            </p:nvSpPr>
            <p:spPr>
              <a:xfrm flipH="1">
                <a:off x="8116237" y="2182036"/>
                <a:ext cx="35501" cy="11139"/>
              </a:xfrm>
              <a:custGeom>
                <a:avLst/>
                <a:gdLst/>
                <a:ahLst/>
                <a:cxnLst/>
                <a:rect l="l" t="t" r="r" b="b"/>
                <a:pathLst>
                  <a:path w="733" h="230" extrusionOk="0">
                    <a:moveTo>
                      <a:pt x="350" y="1"/>
                    </a:moveTo>
                    <a:cubicBezTo>
                      <a:pt x="241" y="1"/>
                      <a:pt x="146" y="37"/>
                      <a:pt x="87" y="77"/>
                    </a:cubicBezTo>
                    <a:cubicBezTo>
                      <a:pt x="22" y="120"/>
                      <a:pt x="1" y="163"/>
                      <a:pt x="8" y="174"/>
                    </a:cubicBezTo>
                    <a:cubicBezTo>
                      <a:pt x="11" y="177"/>
                      <a:pt x="15" y="178"/>
                      <a:pt x="21" y="178"/>
                    </a:cubicBezTo>
                    <a:cubicBezTo>
                      <a:pt x="62" y="178"/>
                      <a:pt x="179" y="118"/>
                      <a:pt x="330" y="118"/>
                    </a:cubicBezTo>
                    <a:cubicBezTo>
                      <a:pt x="343" y="118"/>
                      <a:pt x="357" y="119"/>
                      <a:pt x="370" y="120"/>
                    </a:cubicBezTo>
                    <a:cubicBezTo>
                      <a:pt x="551" y="133"/>
                      <a:pt x="675" y="230"/>
                      <a:pt x="714" y="230"/>
                    </a:cubicBezTo>
                    <a:cubicBezTo>
                      <a:pt x="717" y="230"/>
                      <a:pt x="720" y="229"/>
                      <a:pt x="722" y="227"/>
                    </a:cubicBezTo>
                    <a:cubicBezTo>
                      <a:pt x="733" y="217"/>
                      <a:pt x="715" y="170"/>
                      <a:pt x="658" y="116"/>
                    </a:cubicBezTo>
                    <a:cubicBezTo>
                      <a:pt x="600" y="66"/>
                      <a:pt x="504" y="12"/>
                      <a:pt x="381" y="2"/>
                    </a:cubicBezTo>
                    <a:cubicBezTo>
                      <a:pt x="371" y="1"/>
                      <a:pt x="361" y="1"/>
                      <a:pt x="35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96;p29">
                <a:extLst>
                  <a:ext uri="{FF2B5EF4-FFF2-40B4-BE49-F238E27FC236}">
                    <a16:creationId xmlns:a16="http://schemas.microsoft.com/office/drawing/2014/main" id="{57A2683D-1E5C-73A4-69CD-0C8C9BE910F7}"/>
                  </a:ext>
                </a:extLst>
              </p:cNvPr>
              <p:cNvSpPr/>
              <p:nvPr/>
            </p:nvSpPr>
            <p:spPr>
              <a:xfrm flipH="1">
                <a:off x="8227291" y="2189688"/>
                <a:ext cx="22812" cy="19953"/>
              </a:xfrm>
              <a:custGeom>
                <a:avLst/>
                <a:gdLst/>
                <a:ahLst/>
                <a:cxnLst/>
                <a:rect l="l" t="t" r="r" b="b"/>
                <a:pathLst>
                  <a:path w="471" h="412" extrusionOk="0">
                    <a:moveTo>
                      <a:pt x="236" y="0"/>
                    </a:moveTo>
                    <a:cubicBezTo>
                      <a:pt x="172" y="0"/>
                      <a:pt x="108" y="30"/>
                      <a:pt x="68" y="87"/>
                    </a:cubicBezTo>
                    <a:cubicBezTo>
                      <a:pt x="0" y="180"/>
                      <a:pt x="25" y="310"/>
                      <a:pt x="118" y="374"/>
                    </a:cubicBezTo>
                    <a:cubicBezTo>
                      <a:pt x="155" y="399"/>
                      <a:pt x="196" y="411"/>
                      <a:pt x="237" y="411"/>
                    </a:cubicBezTo>
                    <a:cubicBezTo>
                      <a:pt x="301" y="411"/>
                      <a:pt x="364" y="381"/>
                      <a:pt x="406" y="324"/>
                    </a:cubicBezTo>
                    <a:cubicBezTo>
                      <a:pt x="471" y="231"/>
                      <a:pt x="449" y="105"/>
                      <a:pt x="355" y="37"/>
                    </a:cubicBezTo>
                    <a:cubicBezTo>
                      <a:pt x="319" y="12"/>
                      <a:pt x="278" y="0"/>
                      <a:pt x="2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97;p29">
                <a:extLst>
                  <a:ext uri="{FF2B5EF4-FFF2-40B4-BE49-F238E27FC236}">
                    <a16:creationId xmlns:a16="http://schemas.microsoft.com/office/drawing/2014/main" id="{164DADDE-4AD8-097E-E3A8-70982DF762E3}"/>
                  </a:ext>
                </a:extLst>
              </p:cNvPr>
              <p:cNvSpPr/>
              <p:nvPr/>
            </p:nvSpPr>
            <p:spPr>
              <a:xfrm flipH="1">
                <a:off x="8219106" y="2184264"/>
                <a:ext cx="35743" cy="11042"/>
              </a:xfrm>
              <a:custGeom>
                <a:avLst/>
                <a:gdLst/>
                <a:ahLst/>
                <a:cxnLst/>
                <a:rect l="l" t="t" r="r" b="b"/>
                <a:pathLst>
                  <a:path w="738" h="228" extrusionOk="0">
                    <a:moveTo>
                      <a:pt x="340" y="0"/>
                    </a:moveTo>
                    <a:cubicBezTo>
                      <a:pt x="236" y="0"/>
                      <a:pt x="148" y="36"/>
                      <a:pt x="91" y="74"/>
                    </a:cubicBezTo>
                    <a:cubicBezTo>
                      <a:pt x="27" y="117"/>
                      <a:pt x="1" y="160"/>
                      <a:pt x="12" y="171"/>
                    </a:cubicBezTo>
                    <a:cubicBezTo>
                      <a:pt x="14" y="174"/>
                      <a:pt x="18" y="175"/>
                      <a:pt x="24" y="175"/>
                    </a:cubicBezTo>
                    <a:cubicBezTo>
                      <a:pt x="63" y="175"/>
                      <a:pt x="183" y="115"/>
                      <a:pt x="335" y="115"/>
                    </a:cubicBezTo>
                    <a:cubicBezTo>
                      <a:pt x="348" y="115"/>
                      <a:pt x="361" y="116"/>
                      <a:pt x="375" y="117"/>
                    </a:cubicBezTo>
                    <a:cubicBezTo>
                      <a:pt x="552" y="130"/>
                      <a:pt x="678" y="227"/>
                      <a:pt x="718" y="227"/>
                    </a:cubicBezTo>
                    <a:cubicBezTo>
                      <a:pt x="721" y="227"/>
                      <a:pt x="724" y="226"/>
                      <a:pt x="726" y="224"/>
                    </a:cubicBezTo>
                    <a:cubicBezTo>
                      <a:pt x="737" y="214"/>
                      <a:pt x="719" y="168"/>
                      <a:pt x="662" y="117"/>
                    </a:cubicBezTo>
                    <a:cubicBezTo>
                      <a:pt x="604" y="63"/>
                      <a:pt x="504" y="9"/>
                      <a:pt x="382" y="2"/>
                    </a:cubicBezTo>
                    <a:cubicBezTo>
                      <a:pt x="367" y="1"/>
                      <a:pt x="353" y="0"/>
                      <a:pt x="34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98;p29">
                <a:extLst>
                  <a:ext uri="{FF2B5EF4-FFF2-40B4-BE49-F238E27FC236}">
                    <a16:creationId xmlns:a16="http://schemas.microsoft.com/office/drawing/2014/main" id="{1C04196D-5C11-E0F8-CF9D-E3AAA84FD92A}"/>
                  </a:ext>
                </a:extLst>
              </p:cNvPr>
              <p:cNvSpPr/>
              <p:nvPr/>
            </p:nvSpPr>
            <p:spPr>
              <a:xfrm flipH="1">
                <a:off x="8110277" y="2038196"/>
                <a:ext cx="255433" cy="208249"/>
              </a:xfrm>
              <a:custGeom>
                <a:avLst/>
                <a:gdLst/>
                <a:ahLst/>
                <a:cxnLst/>
                <a:rect l="l" t="t" r="r" b="b"/>
                <a:pathLst>
                  <a:path w="5274" h="4300" extrusionOk="0">
                    <a:moveTo>
                      <a:pt x="2832" y="0"/>
                    </a:moveTo>
                    <a:cubicBezTo>
                      <a:pt x="2374" y="0"/>
                      <a:pt x="1874" y="49"/>
                      <a:pt x="1350" y="175"/>
                    </a:cubicBezTo>
                    <a:cubicBezTo>
                      <a:pt x="1350" y="175"/>
                      <a:pt x="126" y="631"/>
                      <a:pt x="65" y="1281"/>
                    </a:cubicBezTo>
                    <a:cubicBezTo>
                      <a:pt x="0" y="1930"/>
                      <a:pt x="79" y="3007"/>
                      <a:pt x="79" y="3007"/>
                    </a:cubicBezTo>
                    <a:lnTo>
                      <a:pt x="154" y="3015"/>
                    </a:lnTo>
                    <a:lnTo>
                      <a:pt x="123" y="4299"/>
                    </a:lnTo>
                    <a:lnTo>
                      <a:pt x="600" y="4231"/>
                    </a:lnTo>
                    <a:lnTo>
                      <a:pt x="668" y="2630"/>
                    </a:lnTo>
                    <a:cubicBezTo>
                      <a:pt x="668" y="2630"/>
                      <a:pt x="1501" y="2056"/>
                      <a:pt x="1515" y="1163"/>
                    </a:cubicBezTo>
                    <a:cubicBezTo>
                      <a:pt x="1731" y="1134"/>
                      <a:pt x="2388" y="1054"/>
                      <a:pt x="3160" y="1054"/>
                    </a:cubicBezTo>
                    <a:cubicBezTo>
                      <a:pt x="3851" y="1054"/>
                      <a:pt x="4633" y="1118"/>
                      <a:pt x="5273" y="1338"/>
                    </a:cubicBezTo>
                    <a:lnTo>
                      <a:pt x="5273" y="1019"/>
                    </a:lnTo>
                    <a:cubicBezTo>
                      <a:pt x="5273" y="821"/>
                      <a:pt x="5129" y="423"/>
                      <a:pt x="4943" y="355"/>
                    </a:cubicBezTo>
                    <a:cubicBezTo>
                      <a:pt x="4535" y="205"/>
                      <a:pt x="3774" y="0"/>
                      <a:pt x="283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599;p29">
                <a:extLst>
                  <a:ext uri="{FF2B5EF4-FFF2-40B4-BE49-F238E27FC236}">
                    <a16:creationId xmlns:a16="http://schemas.microsoft.com/office/drawing/2014/main" id="{48FC6682-F5DE-0819-5814-AF55CA729489}"/>
                  </a:ext>
                </a:extLst>
              </p:cNvPr>
              <p:cNvSpPr/>
              <p:nvPr/>
            </p:nvSpPr>
            <p:spPr>
              <a:xfrm flipH="1">
                <a:off x="8186995" y="2351061"/>
                <a:ext cx="87275" cy="52353"/>
              </a:xfrm>
              <a:custGeom>
                <a:avLst/>
                <a:gdLst/>
                <a:ahLst/>
                <a:cxnLst/>
                <a:rect l="l" t="t" r="r" b="b"/>
                <a:pathLst>
                  <a:path w="1802" h="1081" extrusionOk="0">
                    <a:moveTo>
                      <a:pt x="0" y="0"/>
                    </a:moveTo>
                    <a:cubicBezTo>
                      <a:pt x="1" y="1"/>
                      <a:pt x="337" y="1066"/>
                      <a:pt x="1770" y="1081"/>
                    </a:cubicBezTo>
                    <a:lnTo>
                      <a:pt x="1802" y="711"/>
                    </a:lnTo>
                    <a:cubicBezTo>
                      <a:pt x="1802" y="711"/>
                      <a:pt x="897" y="693"/>
                      <a:pt x="0" y="0"/>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00;p29">
                <a:extLst>
                  <a:ext uri="{FF2B5EF4-FFF2-40B4-BE49-F238E27FC236}">
                    <a16:creationId xmlns:a16="http://schemas.microsoft.com/office/drawing/2014/main" id="{1D9AD4AF-0464-8438-2A00-AB61D18C96DE}"/>
                  </a:ext>
                </a:extLst>
              </p:cNvPr>
              <p:cNvSpPr/>
              <p:nvPr/>
            </p:nvSpPr>
            <p:spPr>
              <a:xfrm flipH="1">
                <a:off x="8220172" y="2167119"/>
                <a:ext cx="35888" cy="5521"/>
              </a:xfrm>
              <a:custGeom>
                <a:avLst/>
                <a:gdLst/>
                <a:ahLst/>
                <a:cxnLst/>
                <a:rect l="l" t="t" r="r" b="b"/>
                <a:pathLst>
                  <a:path w="741" h="114" extrusionOk="0">
                    <a:moveTo>
                      <a:pt x="554" y="1"/>
                    </a:moveTo>
                    <a:cubicBezTo>
                      <a:pt x="499" y="1"/>
                      <a:pt x="435" y="3"/>
                      <a:pt x="367" y="8"/>
                    </a:cubicBezTo>
                    <a:cubicBezTo>
                      <a:pt x="163" y="26"/>
                      <a:pt x="1" y="62"/>
                      <a:pt x="4" y="86"/>
                    </a:cubicBezTo>
                    <a:cubicBezTo>
                      <a:pt x="4" y="103"/>
                      <a:pt x="77" y="114"/>
                      <a:pt x="183" y="114"/>
                    </a:cubicBezTo>
                    <a:cubicBezTo>
                      <a:pt x="239" y="114"/>
                      <a:pt x="305" y="111"/>
                      <a:pt x="375" y="105"/>
                    </a:cubicBezTo>
                    <a:cubicBezTo>
                      <a:pt x="576" y="91"/>
                      <a:pt x="741" y="55"/>
                      <a:pt x="737" y="30"/>
                    </a:cubicBezTo>
                    <a:cubicBezTo>
                      <a:pt x="734" y="10"/>
                      <a:pt x="661" y="1"/>
                      <a:pt x="55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01;p29">
                <a:extLst>
                  <a:ext uri="{FF2B5EF4-FFF2-40B4-BE49-F238E27FC236}">
                    <a16:creationId xmlns:a16="http://schemas.microsoft.com/office/drawing/2014/main" id="{6EA1B924-2B49-C5AD-C625-00E7856E1020}"/>
                  </a:ext>
                </a:extLst>
              </p:cNvPr>
              <p:cNvSpPr/>
              <p:nvPr/>
            </p:nvSpPr>
            <p:spPr>
              <a:xfrm flipH="1">
                <a:off x="8121855" y="2150992"/>
                <a:ext cx="35259" cy="8863"/>
              </a:xfrm>
              <a:custGeom>
                <a:avLst/>
                <a:gdLst/>
                <a:ahLst/>
                <a:cxnLst/>
                <a:rect l="l" t="t" r="r" b="b"/>
                <a:pathLst>
                  <a:path w="728" h="183" extrusionOk="0">
                    <a:moveTo>
                      <a:pt x="409" y="1"/>
                    </a:moveTo>
                    <a:cubicBezTo>
                      <a:pt x="390" y="1"/>
                      <a:pt x="371" y="2"/>
                      <a:pt x="352" y="3"/>
                    </a:cubicBezTo>
                    <a:cubicBezTo>
                      <a:pt x="130" y="22"/>
                      <a:pt x="0" y="161"/>
                      <a:pt x="22" y="179"/>
                    </a:cubicBezTo>
                    <a:cubicBezTo>
                      <a:pt x="24" y="182"/>
                      <a:pt x="27" y="183"/>
                      <a:pt x="31" y="183"/>
                    </a:cubicBezTo>
                    <a:cubicBezTo>
                      <a:pt x="67" y="183"/>
                      <a:pt x="194" y="113"/>
                      <a:pt x="363" y="101"/>
                    </a:cubicBezTo>
                    <a:cubicBezTo>
                      <a:pt x="392" y="97"/>
                      <a:pt x="421" y="96"/>
                      <a:pt x="448" y="96"/>
                    </a:cubicBezTo>
                    <a:cubicBezTo>
                      <a:pt x="563" y="96"/>
                      <a:pt x="655" y="121"/>
                      <a:pt x="693" y="121"/>
                    </a:cubicBezTo>
                    <a:cubicBezTo>
                      <a:pt x="703" y="121"/>
                      <a:pt x="709" y="119"/>
                      <a:pt x="711" y="115"/>
                    </a:cubicBezTo>
                    <a:cubicBezTo>
                      <a:pt x="728" y="95"/>
                      <a:pt x="601" y="1"/>
                      <a:pt x="4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02;p29">
                <a:extLst>
                  <a:ext uri="{FF2B5EF4-FFF2-40B4-BE49-F238E27FC236}">
                    <a16:creationId xmlns:a16="http://schemas.microsoft.com/office/drawing/2014/main" id="{94AB4B85-2203-202E-FD37-B2302E7172DB}"/>
                  </a:ext>
                </a:extLst>
              </p:cNvPr>
              <p:cNvSpPr/>
              <p:nvPr/>
            </p:nvSpPr>
            <p:spPr>
              <a:xfrm flipH="1">
                <a:off x="8173241" y="2285291"/>
                <a:ext cx="42475" cy="14965"/>
              </a:xfrm>
              <a:custGeom>
                <a:avLst/>
                <a:gdLst/>
                <a:ahLst/>
                <a:cxnLst/>
                <a:rect l="l" t="t" r="r" b="b"/>
                <a:pathLst>
                  <a:path w="877" h="309" extrusionOk="0">
                    <a:moveTo>
                      <a:pt x="31" y="0"/>
                    </a:moveTo>
                    <a:cubicBezTo>
                      <a:pt x="29" y="0"/>
                      <a:pt x="27" y="1"/>
                      <a:pt x="26" y="2"/>
                    </a:cubicBezTo>
                    <a:cubicBezTo>
                      <a:pt x="1" y="15"/>
                      <a:pt x="134" y="209"/>
                      <a:pt x="399" y="282"/>
                    </a:cubicBezTo>
                    <a:cubicBezTo>
                      <a:pt x="469" y="301"/>
                      <a:pt x="536" y="309"/>
                      <a:pt x="596" y="309"/>
                    </a:cubicBezTo>
                    <a:cubicBezTo>
                      <a:pt x="763" y="309"/>
                      <a:pt x="877" y="250"/>
                      <a:pt x="866" y="231"/>
                    </a:cubicBezTo>
                    <a:cubicBezTo>
                      <a:pt x="864" y="224"/>
                      <a:pt x="849" y="223"/>
                      <a:pt x="823" y="223"/>
                    </a:cubicBezTo>
                    <a:cubicBezTo>
                      <a:pt x="798" y="223"/>
                      <a:pt x="763" y="224"/>
                      <a:pt x="720" y="224"/>
                    </a:cubicBezTo>
                    <a:cubicBezTo>
                      <a:pt x="641" y="224"/>
                      <a:pt x="536" y="219"/>
                      <a:pt x="425" y="188"/>
                    </a:cubicBezTo>
                    <a:cubicBezTo>
                      <a:pt x="205" y="131"/>
                      <a:pt x="65" y="0"/>
                      <a:pt x="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603;p29">
                <a:extLst>
                  <a:ext uri="{FF2B5EF4-FFF2-40B4-BE49-F238E27FC236}">
                    <a16:creationId xmlns:a16="http://schemas.microsoft.com/office/drawing/2014/main" id="{CBC71AD3-FF54-AFC2-9A3D-FCEC00051FF3}"/>
                  </a:ext>
                </a:extLst>
              </p:cNvPr>
              <p:cNvSpPr/>
              <p:nvPr/>
            </p:nvSpPr>
            <p:spPr>
              <a:xfrm flipH="1">
                <a:off x="8315292" y="1999451"/>
                <a:ext cx="80495" cy="77682"/>
              </a:xfrm>
              <a:custGeom>
                <a:avLst/>
                <a:gdLst/>
                <a:ahLst/>
                <a:cxnLst/>
                <a:rect l="l" t="t" r="r" b="b"/>
                <a:pathLst>
                  <a:path w="1662" h="1604" extrusionOk="0">
                    <a:moveTo>
                      <a:pt x="1415" y="1366"/>
                    </a:moveTo>
                    <a:lnTo>
                      <a:pt x="1369" y="1399"/>
                    </a:lnTo>
                    <a:lnTo>
                      <a:pt x="1369" y="1399"/>
                    </a:lnTo>
                    <a:cubicBezTo>
                      <a:pt x="1385" y="1389"/>
                      <a:pt x="1400" y="1378"/>
                      <a:pt x="1415" y="1366"/>
                    </a:cubicBezTo>
                    <a:close/>
                    <a:moveTo>
                      <a:pt x="769" y="0"/>
                    </a:moveTo>
                    <a:cubicBezTo>
                      <a:pt x="731" y="0"/>
                      <a:pt x="692" y="3"/>
                      <a:pt x="654" y="10"/>
                    </a:cubicBezTo>
                    <a:cubicBezTo>
                      <a:pt x="331" y="60"/>
                      <a:pt x="65" y="351"/>
                      <a:pt x="33" y="677"/>
                    </a:cubicBezTo>
                    <a:cubicBezTo>
                      <a:pt x="0" y="1000"/>
                      <a:pt x="197" y="1330"/>
                      <a:pt x="489" y="1474"/>
                    </a:cubicBezTo>
                    <a:cubicBezTo>
                      <a:pt x="602" y="1530"/>
                      <a:pt x="728" y="1556"/>
                      <a:pt x="854" y="1556"/>
                    </a:cubicBezTo>
                    <a:cubicBezTo>
                      <a:pt x="981" y="1556"/>
                      <a:pt x="1109" y="1529"/>
                      <a:pt x="1226" y="1478"/>
                    </a:cubicBezTo>
                    <a:lnTo>
                      <a:pt x="1226" y="1478"/>
                    </a:lnTo>
                    <a:cubicBezTo>
                      <a:pt x="1181" y="1521"/>
                      <a:pt x="1135" y="1563"/>
                      <a:pt x="1088" y="1603"/>
                    </a:cubicBezTo>
                    <a:lnTo>
                      <a:pt x="1369" y="1399"/>
                    </a:lnTo>
                    <a:lnTo>
                      <a:pt x="1369" y="1399"/>
                    </a:lnTo>
                    <a:cubicBezTo>
                      <a:pt x="1324" y="1430"/>
                      <a:pt x="1276" y="1456"/>
                      <a:pt x="1226" y="1478"/>
                    </a:cubicBezTo>
                    <a:lnTo>
                      <a:pt x="1226" y="1478"/>
                    </a:lnTo>
                    <a:cubicBezTo>
                      <a:pt x="1343" y="1366"/>
                      <a:pt x="1450" y="1244"/>
                      <a:pt x="1526" y="1101"/>
                    </a:cubicBezTo>
                    <a:cubicBezTo>
                      <a:pt x="1627" y="904"/>
                      <a:pt x="1662" y="656"/>
                      <a:pt x="1565" y="455"/>
                    </a:cubicBezTo>
                    <a:cubicBezTo>
                      <a:pt x="1497" y="311"/>
                      <a:pt x="1365" y="200"/>
                      <a:pt x="1224" y="124"/>
                    </a:cubicBezTo>
                    <a:cubicBezTo>
                      <a:pt x="1083" y="50"/>
                      <a:pt x="926" y="0"/>
                      <a:pt x="76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604;p29">
                <a:extLst>
                  <a:ext uri="{FF2B5EF4-FFF2-40B4-BE49-F238E27FC236}">
                    <a16:creationId xmlns:a16="http://schemas.microsoft.com/office/drawing/2014/main" id="{58EC2E95-53A2-E3C0-C06F-BC6A26AA1D9B}"/>
                  </a:ext>
                </a:extLst>
              </p:cNvPr>
              <p:cNvSpPr/>
              <p:nvPr/>
            </p:nvSpPr>
            <p:spPr>
              <a:xfrm flipH="1">
                <a:off x="8355587" y="2171817"/>
                <a:ext cx="47900" cy="78892"/>
              </a:xfrm>
              <a:custGeom>
                <a:avLst/>
                <a:gdLst/>
                <a:ahLst/>
                <a:cxnLst/>
                <a:rect l="l" t="t" r="r" b="b"/>
                <a:pathLst>
                  <a:path w="989" h="1629" extrusionOk="0">
                    <a:moveTo>
                      <a:pt x="750" y="0"/>
                    </a:moveTo>
                    <a:cubicBezTo>
                      <a:pt x="486" y="0"/>
                      <a:pt x="75" y="118"/>
                      <a:pt x="38" y="826"/>
                    </a:cubicBezTo>
                    <a:cubicBezTo>
                      <a:pt x="1" y="1497"/>
                      <a:pt x="402" y="1628"/>
                      <a:pt x="694" y="1628"/>
                    </a:cubicBezTo>
                    <a:cubicBezTo>
                      <a:pt x="856" y="1628"/>
                      <a:pt x="984" y="1588"/>
                      <a:pt x="985" y="1576"/>
                    </a:cubicBezTo>
                    <a:cubicBezTo>
                      <a:pt x="989" y="1555"/>
                      <a:pt x="981" y="618"/>
                      <a:pt x="977" y="213"/>
                    </a:cubicBezTo>
                    <a:cubicBezTo>
                      <a:pt x="977" y="101"/>
                      <a:pt x="888" y="4"/>
                      <a:pt x="773" y="1"/>
                    </a:cubicBezTo>
                    <a:cubicBezTo>
                      <a:pt x="766" y="0"/>
                      <a:pt x="758" y="0"/>
                      <a:pt x="750"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605;p29">
                <a:extLst>
                  <a:ext uri="{FF2B5EF4-FFF2-40B4-BE49-F238E27FC236}">
                    <a16:creationId xmlns:a16="http://schemas.microsoft.com/office/drawing/2014/main" id="{9DDCCF16-BB38-C6A7-F2E1-DEEB9ED4EA2D}"/>
                  </a:ext>
                </a:extLst>
              </p:cNvPr>
              <p:cNvSpPr/>
              <p:nvPr/>
            </p:nvSpPr>
            <p:spPr>
              <a:xfrm flipH="1">
                <a:off x="8366727" y="2187945"/>
                <a:ext cx="21940" cy="44168"/>
              </a:xfrm>
              <a:custGeom>
                <a:avLst/>
                <a:gdLst/>
                <a:ahLst/>
                <a:cxnLst/>
                <a:rect l="l" t="t" r="r" b="b"/>
                <a:pathLst>
                  <a:path w="453" h="912" extrusionOk="0">
                    <a:moveTo>
                      <a:pt x="295" y="1"/>
                    </a:moveTo>
                    <a:cubicBezTo>
                      <a:pt x="291" y="1"/>
                      <a:pt x="287" y="1"/>
                      <a:pt x="284" y="1"/>
                    </a:cubicBezTo>
                    <a:cubicBezTo>
                      <a:pt x="201" y="1"/>
                      <a:pt x="126" y="73"/>
                      <a:pt x="83" y="152"/>
                    </a:cubicBezTo>
                    <a:cubicBezTo>
                      <a:pt x="40" y="231"/>
                      <a:pt x="7" y="332"/>
                      <a:pt x="4" y="440"/>
                    </a:cubicBezTo>
                    <a:cubicBezTo>
                      <a:pt x="0" y="647"/>
                      <a:pt x="98" y="852"/>
                      <a:pt x="244" y="902"/>
                    </a:cubicBezTo>
                    <a:cubicBezTo>
                      <a:pt x="267" y="909"/>
                      <a:pt x="289" y="912"/>
                      <a:pt x="310" y="912"/>
                    </a:cubicBezTo>
                    <a:cubicBezTo>
                      <a:pt x="354" y="912"/>
                      <a:pt x="391" y="899"/>
                      <a:pt x="413" y="884"/>
                    </a:cubicBezTo>
                    <a:cubicBezTo>
                      <a:pt x="446" y="859"/>
                      <a:pt x="453" y="838"/>
                      <a:pt x="449" y="834"/>
                    </a:cubicBezTo>
                    <a:cubicBezTo>
                      <a:pt x="449" y="834"/>
                      <a:pt x="449" y="834"/>
                      <a:pt x="448" y="834"/>
                    </a:cubicBezTo>
                    <a:cubicBezTo>
                      <a:pt x="443" y="834"/>
                      <a:pt x="428" y="850"/>
                      <a:pt x="399" y="859"/>
                    </a:cubicBezTo>
                    <a:cubicBezTo>
                      <a:pt x="382" y="865"/>
                      <a:pt x="360" y="870"/>
                      <a:pt x="335" y="870"/>
                    </a:cubicBezTo>
                    <a:cubicBezTo>
                      <a:pt x="313" y="870"/>
                      <a:pt x="288" y="866"/>
                      <a:pt x="262" y="856"/>
                    </a:cubicBezTo>
                    <a:cubicBezTo>
                      <a:pt x="155" y="809"/>
                      <a:pt x="72" y="630"/>
                      <a:pt x="80" y="440"/>
                    </a:cubicBezTo>
                    <a:cubicBezTo>
                      <a:pt x="80" y="346"/>
                      <a:pt x="105" y="256"/>
                      <a:pt x="144" y="185"/>
                    </a:cubicBezTo>
                    <a:cubicBezTo>
                      <a:pt x="180" y="109"/>
                      <a:pt x="230" y="59"/>
                      <a:pt x="287" y="52"/>
                    </a:cubicBezTo>
                    <a:cubicBezTo>
                      <a:pt x="294" y="50"/>
                      <a:pt x="301" y="50"/>
                      <a:pt x="307" y="50"/>
                    </a:cubicBezTo>
                    <a:cubicBezTo>
                      <a:pt x="351" y="50"/>
                      <a:pt x="382" y="81"/>
                      <a:pt x="392" y="109"/>
                    </a:cubicBezTo>
                    <a:cubicBezTo>
                      <a:pt x="403" y="138"/>
                      <a:pt x="395" y="160"/>
                      <a:pt x="403" y="160"/>
                    </a:cubicBezTo>
                    <a:cubicBezTo>
                      <a:pt x="403" y="160"/>
                      <a:pt x="403" y="160"/>
                      <a:pt x="404" y="160"/>
                    </a:cubicBezTo>
                    <a:cubicBezTo>
                      <a:pt x="409" y="160"/>
                      <a:pt x="424" y="141"/>
                      <a:pt x="421" y="102"/>
                    </a:cubicBezTo>
                    <a:cubicBezTo>
                      <a:pt x="417" y="80"/>
                      <a:pt x="406" y="55"/>
                      <a:pt x="381" y="34"/>
                    </a:cubicBezTo>
                    <a:cubicBezTo>
                      <a:pt x="362" y="14"/>
                      <a:pt x="328" y="1"/>
                      <a:pt x="295"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606;p29">
                <a:extLst>
                  <a:ext uri="{FF2B5EF4-FFF2-40B4-BE49-F238E27FC236}">
                    <a16:creationId xmlns:a16="http://schemas.microsoft.com/office/drawing/2014/main" id="{3DAA300D-CD6E-1DE7-A263-9F464A7CD9F3}"/>
                  </a:ext>
                </a:extLst>
              </p:cNvPr>
              <p:cNvSpPr/>
              <p:nvPr/>
            </p:nvSpPr>
            <p:spPr>
              <a:xfrm flipH="1">
                <a:off x="7720053" y="2405110"/>
                <a:ext cx="955428" cy="792751"/>
              </a:xfrm>
              <a:custGeom>
                <a:avLst/>
                <a:gdLst/>
                <a:ahLst/>
                <a:cxnLst/>
                <a:rect l="l" t="t" r="r" b="b"/>
                <a:pathLst>
                  <a:path w="19727" h="16369" extrusionOk="0">
                    <a:moveTo>
                      <a:pt x="10287" y="1"/>
                    </a:moveTo>
                    <a:cubicBezTo>
                      <a:pt x="9167" y="112"/>
                      <a:pt x="8586" y="1436"/>
                      <a:pt x="8586" y="1436"/>
                    </a:cubicBezTo>
                    <a:cubicBezTo>
                      <a:pt x="8123" y="316"/>
                      <a:pt x="6378" y="152"/>
                      <a:pt x="6378" y="152"/>
                    </a:cubicBezTo>
                    <a:lnTo>
                      <a:pt x="6378" y="152"/>
                    </a:lnTo>
                    <a:lnTo>
                      <a:pt x="6411" y="1310"/>
                    </a:lnTo>
                    <a:cubicBezTo>
                      <a:pt x="5851" y="1346"/>
                      <a:pt x="5008" y="1490"/>
                      <a:pt x="4584" y="1644"/>
                    </a:cubicBezTo>
                    <a:cubicBezTo>
                      <a:pt x="3611" y="1996"/>
                      <a:pt x="2757" y="2470"/>
                      <a:pt x="2092" y="3248"/>
                    </a:cubicBezTo>
                    <a:cubicBezTo>
                      <a:pt x="1536" y="3899"/>
                      <a:pt x="1199" y="4706"/>
                      <a:pt x="1070" y="5553"/>
                    </a:cubicBezTo>
                    <a:lnTo>
                      <a:pt x="0" y="12474"/>
                    </a:lnTo>
                    <a:lnTo>
                      <a:pt x="3877" y="12843"/>
                    </a:lnTo>
                    <a:lnTo>
                      <a:pt x="4501" y="7588"/>
                    </a:lnTo>
                    <a:lnTo>
                      <a:pt x="4584" y="11526"/>
                    </a:lnTo>
                    <a:lnTo>
                      <a:pt x="4627" y="15794"/>
                    </a:lnTo>
                    <a:lnTo>
                      <a:pt x="14699" y="16368"/>
                    </a:lnTo>
                    <a:lnTo>
                      <a:pt x="14699" y="16368"/>
                    </a:lnTo>
                    <a:lnTo>
                      <a:pt x="14027" y="11677"/>
                    </a:lnTo>
                    <a:lnTo>
                      <a:pt x="13482" y="6831"/>
                    </a:lnTo>
                    <a:lnTo>
                      <a:pt x="13482" y="6831"/>
                    </a:lnTo>
                    <a:lnTo>
                      <a:pt x="17527" y="9110"/>
                    </a:lnTo>
                    <a:lnTo>
                      <a:pt x="19727" y="6296"/>
                    </a:lnTo>
                    <a:cubicBezTo>
                      <a:pt x="19727" y="6296"/>
                      <a:pt x="14763" y="2962"/>
                      <a:pt x="14278" y="2682"/>
                    </a:cubicBezTo>
                    <a:cubicBezTo>
                      <a:pt x="12067" y="1389"/>
                      <a:pt x="10947" y="1296"/>
                      <a:pt x="10280" y="1260"/>
                    </a:cubicBezTo>
                    <a:lnTo>
                      <a:pt x="10287"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607;p29">
                <a:extLst>
                  <a:ext uri="{FF2B5EF4-FFF2-40B4-BE49-F238E27FC236}">
                    <a16:creationId xmlns:a16="http://schemas.microsoft.com/office/drawing/2014/main" id="{0EADAF5C-57A8-8D31-9CA9-37F9B25487DD}"/>
                  </a:ext>
                </a:extLst>
              </p:cNvPr>
              <p:cNvSpPr/>
              <p:nvPr/>
            </p:nvSpPr>
            <p:spPr>
              <a:xfrm flipH="1">
                <a:off x="8407070" y="2495676"/>
                <a:ext cx="61025" cy="275567"/>
              </a:xfrm>
              <a:custGeom>
                <a:avLst/>
                <a:gdLst/>
                <a:ahLst/>
                <a:cxnLst/>
                <a:rect l="l" t="t" r="r" b="b"/>
                <a:pathLst>
                  <a:path w="1260" h="5690" extrusionOk="0">
                    <a:moveTo>
                      <a:pt x="18" y="0"/>
                    </a:moveTo>
                    <a:cubicBezTo>
                      <a:pt x="0" y="22"/>
                      <a:pt x="359" y="141"/>
                      <a:pt x="689" y="596"/>
                    </a:cubicBezTo>
                    <a:cubicBezTo>
                      <a:pt x="855" y="823"/>
                      <a:pt x="1001" y="1128"/>
                      <a:pt x="1080" y="1486"/>
                    </a:cubicBezTo>
                    <a:cubicBezTo>
                      <a:pt x="1160" y="1845"/>
                      <a:pt x="1163" y="2258"/>
                      <a:pt x="1102" y="2678"/>
                    </a:cubicBezTo>
                    <a:cubicBezTo>
                      <a:pt x="969" y="3529"/>
                      <a:pt x="661" y="4254"/>
                      <a:pt x="499" y="4796"/>
                    </a:cubicBezTo>
                    <a:cubicBezTo>
                      <a:pt x="413" y="5069"/>
                      <a:pt x="352" y="5291"/>
                      <a:pt x="320" y="5445"/>
                    </a:cubicBezTo>
                    <a:cubicBezTo>
                      <a:pt x="284" y="5599"/>
                      <a:pt x="273" y="5686"/>
                      <a:pt x="280" y="5690"/>
                    </a:cubicBezTo>
                    <a:cubicBezTo>
                      <a:pt x="287" y="5690"/>
                      <a:pt x="312" y="5607"/>
                      <a:pt x="355" y="5453"/>
                    </a:cubicBezTo>
                    <a:cubicBezTo>
                      <a:pt x="403" y="5302"/>
                      <a:pt x="471" y="5087"/>
                      <a:pt x="564" y="4817"/>
                    </a:cubicBezTo>
                    <a:cubicBezTo>
                      <a:pt x="657" y="4552"/>
                      <a:pt x="776" y="4236"/>
                      <a:pt x="894" y="3881"/>
                    </a:cubicBezTo>
                    <a:cubicBezTo>
                      <a:pt x="1016" y="3525"/>
                      <a:pt x="1135" y="3127"/>
                      <a:pt x="1195" y="2692"/>
                    </a:cubicBezTo>
                    <a:cubicBezTo>
                      <a:pt x="1260" y="2261"/>
                      <a:pt x="1256" y="1838"/>
                      <a:pt x="1167" y="1465"/>
                    </a:cubicBezTo>
                    <a:cubicBezTo>
                      <a:pt x="1080" y="1095"/>
                      <a:pt x="923" y="783"/>
                      <a:pt x="747" y="557"/>
                    </a:cubicBezTo>
                    <a:cubicBezTo>
                      <a:pt x="567" y="327"/>
                      <a:pt x="381" y="184"/>
                      <a:pt x="244" y="104"/>
                    </a:cubicBezTo>
                    <a:cubicBezTo>
                      <a:pt x="173" y="65"/>
                      <a:pt x="118" y="36"/>
                      <a:pt x="80" y="22"/>
                    </a:cubicBezTo>
                    <a:cubicBezTo>
                      <a:pt x="40" y="8"/>
                      <a:pt x="18" y="0"/>
                      <a:pt x="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608;p29">
                <a:extLst>
                  <a:ext uri="{FF2B5EF4-FFF2-40B4-BE49-F238E27FC236}">
                    <a16:creationId xmlns:a16="http://schemas.microsoft.com/office/drawing/2014/main" id="{64FA845D-38EC-65AE-C7A5-92CE97ADE41E}"/>
                  </a:ext>
                </a:extLst>
              </p:cNvPr>
              <p:cNvSpPr/>
              <p:nvPr/>
            </p:nvSpPr>
            <p:spPr>
              <a:xfrm flipH="1">
                <a:off x="8016273" y="2499309"/>
                <a:ext cx="35985" cy="288643"/>
              </a:xfrm>
              <a:custGeom>
                <a:avLst/>
                <a:gdLst/>
                <a:ahLst/>
                <a:cxnLst/>
                <a:rect l="l" t="t" r="r" b="b"/>
                <a:pathLst>
                  <a:path w="743" h="5960" extrusionOk="0">
                    <a:moveTo>
                      <a:pt x="7" y="1"/>
                    </a:moveTo>
                    <a:cubicBezTo>
                      <a:pt x="7" y="1"/>
                      <a:pt x="7" y="1"/>
                      <a:pt x="7" y="1"/>
                    </a:cubicBezTo>
                    <a:cubicBezTo>
                      <a:pt x="0" y="1"/>
                      <a:pt x="7" y="87"/>
                      <a:pt x="25" y="234"/>
                    </a:cubicBezTo>
                    <a:cubicBezTo>
                      <a:pt x="47" y="407"/>
                      <a:pt x="72" y="622"/>
                      <a:pt x="104" y="873"/>
                    </a:cubicBezTo>
                    <a:cubicBezTo>
                      <a:pt x="172" y="1433"/>
                      <a:pt x="259" y="2169"/>
                      <a:pt x="359" y="2980"/>
                    </a:cubicBezTo>
                    <a:cubicBezTo>
                      <a:pt x="456" y="3795"/>
                      <a:pt x="545" y="4530"/>
                      <a:pt x="614" y="5087"/>
                    </a:cubicBezTo>
                    <a:cubicBezTo>
                      <a:pt x="646" y="5342"/>
                      <a:pt x="675" y="5557"/>
                      <a:pt x="696" y="5726"/>
                    </a:cubicBezTo>
                    <a:cubicBezTo>
                      <a:pt x="714" y="5877"/>
                      <a:pt x="728" y="5959"/>
                      <a:pt x="736" y="5959"/>
                    </a:cubicBezTo>
                    <a:cubicBezTo>
                      <a:pt x="743" y="5959"/>
                      <a:pt x="739" y="5877"/>
                      <a:pt x="732" y="5723"/>
                    </a:cubicBezTo>
                    <a:cubicBezTo>
                      <a:pt x="725" y="5572"/>
                      <a:pt x="707" y="5352"/>
                      <a:pt x="682" y="5080"/>
                    </a:cubicBezTo>
                    <a:cubicBezTo>
                      <a:pt x="635" y="4542"/>
                      <a:pt x="552" y="3795"/>
                      <a:pt x="456" y="2969"/>
                    </a:cubicBezTo>
                    <a:cubicBezTo>
                      <a:pt x="355" y="2148"/>
                      <a:pt x="254" y="1401"/>
                      <a:pt x="168" y="866"/>
                    </a:cubicBezTo>
                    <a:cubicBezTo>
                      <a:pt x="129" y="597"/>
                      <a:pt x="90" y="382"/>
                      <a:pt x="60" y="231"/>
                    </a:cubicBezTo>
                    <a:cubicBezTo>
                      <a:pt x="33" y="83"/>
                      <a:pt x="15" y="1"/>
                      <a:pt x="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609;p29">
                <a:extLst>
                  <a:ext uri="{FF2B5EF4-FFF2-40B4-BE49-F238E27FC236}">
                    <a16:creationId xmlns:a16="http://schemas.microsoft.com/office/drawing/2014/main" id="{0461595A-99ED-D772-0E11-92328A066856}"/>
                  </a:ext>
                </a:extLst>
              </p:cNvPr>
              <p:cNvSpPr/>
              <p:nvPr/>
            </p:nvSpPr>
            <p:spPr>
              <a:xfrm flipH="1">
                <a:off x="8275432" y="2450296"/>
                <a:ext cx="90617" cy="42279"/>
              </a:xfrm>
              <a:custGeom>
                <a:avLst/>
                <a:gdLst/>
                <a:ahLst/>
                <a:cxnLst/>
                <a:rect l="l" t="t" r="r" b="b"/>
                <a:pathLst>
                  <a:path w="1871" h="873" extrusionOk="0">
                    <a:moveTo>
                      <a:pt x="1697" y="1"/>
                    </a:moveTo>
                    <a:cubicBezTo>
                      <a:pt x="1642" y="1"/>
                      <a:pt x="1576" y="12"/>
                      <a:pt x="1508" y="44"/>
                    </a:cubicBezTo>
                    <a:cubicBezTo>
                      <a:pt x="1400" y="90"/>
                      <a:pt x="1296" y="198"/>
                      <a:pt x="1228" y="334"/>
                    </a:cubicBezTo>
                    <a:cubicBezTo>
                      <a:pt x="1195" y="403"/>
                      <a:pt x="1167" y="478"/>
                      <a:pt x="1145" y="554"/>
                    </a:cubicBezTo>
                    <a:cubicBezTo>
                      <a:pt x="1120" y="629"/>
                      <a:pt x="1109" y="726"/>
                      <a:pt x="1074" y="761"/>
                    </a:cubicBezTo>
                    <a:cubicBezTo>
                      <a:pt x="1066" y="771"/>
                      <a:pt x="1058" y="775"/>
                      <a:pt x="1048" y="775"/>
                    </a:cubicBezTo>
                    <a:cubicBezTo>
                      <a:pt x="1039" y="775"/>
                      <a:pt x="1028" y="772"/>
                      <a:pt x="1013" y="765"/>
                    </a:cubicBezTo>
                    <a:cubicBezTo>
                      <a:pt x="976" y="751"/>
                      <a:pt x="940" y="733"/>
                      <a:pt x="905" y="718"/>
                    </a:cubicBezTo>
                    <a:cubicBezTo>
                      <a:pt x="832" y="686"/>
                      <a:pt x="764" y="654"/>
                      <a:pt x="696" y="622"/>
                    </a:cubicBezTo>
                    <a:cubicBezTo>
                      <a:pt x="574" y="568"/>
                      <a:pt x="456" y="514"/>
                      <a:pt x="341" y="463"/>
                    </a:cubicBezTo>
                    <a:cubicBezTo>
                      <a:pt x="160" y="386"/>
                      <a:pt x="37" y="340"/>
                      <a:pt x="12" y="340"/>
                    </a:cubicBezTo>
                    <a:cubicBezTo>
                      <a:pt x="9" y="340"/>
                      <a:pt x="8" y="341"/>
                      <a:pt x="7" y="342"/>
                    </a:cubicBezTo>
                    <a:cubicBezTo>
                      <a:pt x="0" y="356"/>
                      <a:pt x="118" y="425"/>
                      <a:pt x="312" y="525"/>
                    </a:cubicBezTo>
                    <a:cubicBezTo>
                      <a:pt x="423" y="582"/>
                      <a:pt x="539" y="640"/>
                      <a:pt x="657" y="700"/>
                    </a:cubicBezTo>
                    <a:cubicBezTo>
                      <a:pt x="725" y="736"/>
                      <a:pt x="794" y="769"/>
                      <a:pt x="865" y="804"/>
                    </a:cubicBezTo>
                    <a:cubicBezTo>
                      <a:pt x="901" y="819"/>
                      <a:pt x="933" y="837"/>
                      <a:pt x="976" y="855"/>
                    </a:cubicBezTo>
                    <a:cubicBezTo>
                      <a:pt x="998" y="866"/>
                      <a:pt x="1023" y="873"/>
                      <a:pt x="1056" y="873"/>
                    </a:cubicBezTo>
                    <a:cubicBezTo>
                      <a:pt x="1091" y="869"/>
                      <a:pt x="1124" y="851"/>
                      <a:pt x="1142" y="829"/>
                    </a:cubicBezTo>
                    <a:cubicBezTo>
                      <a:pt x="1185" y="783"/>
                      <a:pt x="1195" y="736"/>
                      <a:pt x="1206" y="697"/>
                    </a:cubicBezTo>
                    <a:cubicBezTo>
                      <a:pt x="1217" y="657"/>
                      <a:pt x="1224" y="618"/>
                      <a:pt x="1235" y="582"/>
                    </a:cubicBezTo>
                    <a:cubicBezTo>
                      <a:pt x="1256" y="506"/>
                      <a:pt x="1278" y="435"/>
                      <a:pt x="1311" y="374"/>
                    </a:cubicBezTo>
                    <a:cubicBezTo>
                      <a:pt x="1364" y="245"/>
                      <a:pt x="1450" y="152"/>
                      <a:pt x="1540" y="105"/>
                    </a:cubicBezTo>
                    <a:cubicBezTo>
                      <a:pt x="1619" y="59"/>
                      <a:pt x="1689" y="47"/>
                      <a:pt x="1745" y="47"/>
                    </a:cubicBezTo>
                    <a:cubicBezTo>
                      <a:pt x="1809" y="47"/>
                      <a:pt x="1852" y="64"/>
                      <a:pt x="1863" y="64"/>
                    </a:cubicBezTo>
                    <a:cubicBezTo>
                      <a:pt x="1865" y="64"/>
                      <a:pt x="1866" y="63"/>
                      <a:pt x="1866" y="62"/>
                    </a:cubicBezTo>
                    <a:cubicBezTo>
                      <a:pt x="1871" y="58"/>
                      <a:pt x="1845" y="29"/>
                      <a:pt x="1780" y="11"/>
                    </a:cubicBezTo>
                    <a:cubicBezTo>
                      <a:pt x="1758" y="5"/>
                      <a:pt x="1729" y="1"/>
                      <a:pt x="169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610;p29">
                <a:extLst>
                  <a:ext uri="{FF2B5EF4-FFF2-40B4-BE49-F238E27FC236}">
                    <a16:creationId xmlns:a16="http://schemas.microsoft.com/office/drawing/2014/main" id="{E04BE593-295C-B016-5225-41F9BC7A9CF9}"/>
                  </a:ext>
                </a:extLst>
              </p:cNvPr>
              <p:cNvSpPr/>
              <p:nvPr/>
            </p:nvSpPr>
            <p:spPr>
              <a:xfrm flipH="1">
                <a:off x="8175662" y="2446277"/>
                <a:ext cx="68338" cy="49108"/>
              </a:xfrm>
              <a:custGeom>
                <a:avLst/>
                <a:gdLst/>
                <a:ahLst/>
                <a:cxnLst/>
                <a:rect l="l" t="t" r="r" b="b"/>
                <a:pathLst>
                  <a:path w="1411" h="1014" extrusionOk="0">
                    <a:moveTo>
                      <a:pt x="29" y="0"/>
                    </a:moveTo>
                    <a:cubicBezTo>
                      <a:pt x="12" y="0"/>
                      <a:pt x="3" y="3"/>
                      <a:pt x="3" y="5"/>
                    </a:cubicBezTo>
                    <a:cubicBezTo>
                      <a:pt x="0" y="23"/>
                      <a:pt x="126" y="37"/>
                      <a:pt x="262" y="170"/>
                    </a:cubicBezTo>
                    <a:cubicBezTo>
                      <a:pt x="401" y="296"/>
                      <a:pt x="502" y="543"/>
                      <a:pt x="545" y="838"/>
                    </a:cubicBezTo>
                    <a:cubicBezTo>
                      <a:pt x="552" y="869"/>
                      <a:pt x="557" y="906"/>
                      <a:pt x="563" y="934"/>
                    </a:cubicBezTo>
                    <a:lnTo>
                      <a:pt x="578" y="1013"/>
                    </a:lnTo>
                    <a:lnTo>
                      <a:pt x="638" y="967"/>
                    </a:lnTo>
                    <a:cubicBezTo>
                      <a:pt x="1080" y="632"/>
                      <a:pt x="1410" y="360"/>
                      <a:pt x="1396" y="339"/>
                    </a:cubicBezTo>
                    <a:cubicBezTo>
                      <a:pt x="1396" y="338"/>
                      <a:pt x="1395" y="337"/>
                      <a:pt x="1393" y="337"/>
                    </a:cubicBezTo>
                    <a:cubicBezTo>
                      <a:pt x="1354" y="337"/>
                      <a:pt x="1039" y="551"/>
                      <a:pt x="645" y="841"/>
                    </a:cubicBezTo>
                    <a:lnTo>
                      <a:pt x="645" y="841"/>
                    </a:lnTo>
                    <a:cubicBezTo>
                      <a:pt x="644" y="834"/>
                      <a:pt x="643" y="827"/>
                      <a:pt x="643" y="819"/>
                    </a:cubicBezTo>
                    <a:cubicBezTo>
                      <a:pt x="613" y="672"/>
                      <a:pt x="578" y="529"/>
                      <a:pt x="524" y="407"/>
                    </a:cubicBezTo>
                    <a:cubicBezTo>
                      <a:pt x="466" y="281"/>
                      <a:pt x="388" y="185"/>
                      <a:pt x="308" y="120"/>
                    </a:cubicBezTo>
                    <a:cubicBezTo>
                      <a:pt x="186" y="19"/>
                      <a:pt x="77" y="0"/>
                      <a:pt x="2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611;p29">
                <a:extLst>
                  <a:ext uri="{FF2B5EF4-FFF2-40B4-BE49-F238E27FC236}">
                    <a16:creationId xmlns:a16="http://schemas.microsoft.com/office/drawing/2014/main" id="{70CAE80F-4171-3DE2-52E0-738F015120C8}"/>
                  </a:ext>
                </a:extLst>
              </p:cNvPr>
              <p:cNvSpPr/>
              <p:nvPr/>
            </p:nvSpPr>
            <p:spPr>
              <a:xfrm flipH="1">
                <a:off x="8248311" y="2475335"/>
                <a:ext cx="15014" cy="131148"/>
              </a:xfrm>
              <a:custGeom>
                <a:avLst/>
                <a:gdLst/>
                <a:ahLst/>
                <a:cxnLst/>
                <a:rect l="l" t="t" r="r" b="b"/>
                <a:pathLst>
                  <a:path w="310" h="2708" extrusionOk="0">
                    <a:moveTo>
                      <a:pt x="15" y="1"/>
                    </a:moveTo>
                    <a:cubicBezTo>
                      <a:pt x="0" y="4"/>
                      <a:pt x="4" y="155"/>
                      <a:pt x="22" y="403"/>
                    </a:cubicBezTo>
                    <a:cubicBezTo>
                      <a:pt x="40" y="647"/>
                      <a:pt x="68" y="988"/>
                      <a:pt x="104" y="1361"/>
                    </a:cubicBezTo>
                    <a:cubicBezTo>
                      <a:pt x="172" y="2000"/>
                      <a:pt x="241" y="2535"/>
                      <a:pt x="277" y="2671"/>
                    </a:cubicBezTo>
                    <a:lnTo>
                      <a:pt x="280" y="2675"/>
                    </a:lnTo>
                    <a:cubicBezTo>
                      <a:pt x="291" y="2696"/>
                      <a:pt x="298" y="2707"/>
                      <a:pt x="302" y="2707"/>
                    </a:cubicBezTo>
                    <a:cubicBezTo>
                      <a:pt x="305" y="2703"/>
                      <a:pt x="305" y="2693"/>
                      <a:pt x="298" y="2668"/>
                    </a:cubicBezTo>
                    <a:lnTo>
                      <a:pt x="302" y="2668"/>
                    </a:lnTo>
                    <a:cubicBezTo>
                      <a:pt x="309" y="2531"/>
                      <a:pt x="270" y="1992"/>
                      <a:pt x="202" y="1350"/>
                    </a:cubicBezTo>
                    <a:cubicBezTo>
                      <a:pt x="166" y="977"/>
                      <a:pt x="123" y="635"/>
                      <a:pt x="90" y="395"/>
                    </a:cubicBezTo>
                    <a:cubicBezTo>
                      <a:pt x="58" y="151"/>
                      <a:pt x="29" y="1"/>
                      <a:pt x="1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612;p29">
                <a:extLst>
                  <a:ext uri="{FF2B5EF4-FFF2-40B4-BE49-F238E27FC236}">
                    <a16:creationId xmlns:a16="http://schemas.microsoft.com/office/drawing/2014/main" id="{F140BF7D-EB3B-2C27-1CD1-9AA3CD604D27}"/>
                  </a:ext>
                </a:extLst>
              </p:cNvPr>
              <p:cNvSpPr/>
              <p:nvPr/>
            </p:nvSpPr>
            <p:spPr>
              <a:xfrm flipH="1">
                <a:off x="8495167" y="2979504"/>
                <a:ext cx="156195" cy="39519"/>
              </a:xfrm>
              <a:custGeom>
                <a:avLst/>
                <a:gdLst/>
                <a:ahLst/>
                <a:cxnLst/>
                <a:rect l="l" t="t" r="r" b="b"/>
                <a:pathLst>
                  <a:path w="3225" h="816" extrusionOk="0">
                    <a:moveTo>
                      <a:pt x="47" y="1"/>
                    </a:moveTo>
                    <a:cubicBezTo>
                      <a:pt x="19" y="1"/>
                      <a:pt x="4" y="3"/>
                      <a:pt x="4" y="7"/>
                    </a:cubicBezTo>
                    <a:cubicBezTo>
                      <a:pt x="1" y="21"/>
                      <a:pt x="184" y="54"/>
                      <a:pt x="478" y="110"/>
                    </a:cubicBezTo>
                    <a:cubicBezTo>
                      <a:pt x="773" y="172"/>
                      <a:pt x="1178" y="254"/>
                      <a:pt x="1624" y="365"/>
                    </a:cubicBezTo>
                    <a:cubicBezTo>
                      <a:pt x="2065" y="477"/>
                      <a:pt x="2464" y="595"/>
                      <a:pt x="2751" y="682"/>
                    </a:cubicBezTo>
                    <a:cubicBezTo>
                      <a:pt x="3009" y="763"/>
                      <a:pt x="3181" y="816"/>
                      <a:pt x="3212" y="816"/>
                    </a:cubicBezTo>
                    <a:cubicBezTo>
                      <a:pt x="3215" y="816"/>
                      <a:pt x="3217" y="815"/>
                      <a:pt x="3217" y="814"/>
                    </a:cubicBezTo>
                    <a:cubicBezTo>
                      <a:pt x="3224" y="800"/>
                      <a:pt x="3052" y="725"/>
                      <a:pt x="2772" y="617"/>
                    </a:cubicBezTo>
                    <a:cubicBezTo>
                      <a:pt x="2489" y="513"/>
                      <a:pt x="2090" y="384"/>
                      <a:pt x="1645" y="272"/>
                    </a:cubicBezTo>
                    <a:cubicBezTo>
                      <a:pt x="1200" y="161"/>
                      <a:pt x="787" y="85"/>
                      <a:pt x="489" y="46"/>
                    </a:cubicBezTo>
                    <a:cubicBezTo>
                      <a:pt x="275" y="15"/>
                      <a:pt x="118" y="1"/>
                      <a:pt x="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613;p29">
                <a:extLst>
                  <a:ext uri="{FF2B5EF4-FFF2-40B4-BE49-F238E27FC236}">
                    <a16:creationId xmlns:a16="http://schemas.microsoft.com/office/drawing/2014/main" id="{E1643851-3BF2-360C-56A3-F6949A6B57E8}"/>
                  </a:ext>
                </a:extLst>
              </p:cNvPr>
              <p:cNvSpPr/>
              <p:nvPr/>
            </p:nvSpPr>
            <p:spPr>
              <a:xfrm flipH="1">
                <a:off x="8493811" y="2960180"/>
                <a:ext cx="142392" cy="59666"/>
              </a:xfrm>
              <a:custGeom>
                <a:avLst/>
                <a:gdLst/>
                <a:ahLst/>
                <a:cxnLst/>
                <a:rect l="l" t="t" r="r" b="b"/>
                <a:pathLst>
                  <a:path w="2940" h="1232" extrusionOk="0">
                    <a:moveTo>
                      <a:pt x="17" y="1"/>
                    </a:moveTo>
                    <a:cubicBezTo>
                      <a:pt x="9" y="1"/>
                      <a:pt x="4" y="2"/>
                      <a:pt x="4" y="4"/>
                    </a:cubicBezTo>
                    <a:cubicBezTo>
                      <a:pt x="1" y="18"/>
                      <a:pt x="173" y="75"/>
                      <a:pt x="449" y="165"/>
                    </a:cubicBezTo>
                    <a:cubicBezTo>
                      <a:pt x="725" y="255"/>
                      <a:pt x="1109" y="377"/>
                      <a:pt x="1526" y="524"/>
                    </a:cubicBezTo>
                    <a:cubicBezTo>
                      <a:pt x="1734" y="600"/>
                      <a:pt x="1931" y="671"/>
                      <a:pt x="2114" y="736"/>
                    </a:cubicBezTo>
                    <a:cubicBezTo>
                      <a:pt x="2297" y="804"/>
                      <a:pt x="2459" y="862"/>
                      <a:pt x="2585" y="930"/>
                    </a:cubicBezTo>
                    <a:cubicBezTo>
                      <a:pt x="2835" y="1060"/>
                      <a:pt x="2912" y="1232"/>
                      <a:pt x="2925" y="1232"/>
                    </a:cubicBezTo>
                    <a:cubicBezTo>
                      <a:pt x="2926" y="1232"/>
                      <a:pt x="2926" y="1231"/>
                      <a:pt x="2926" y="1231"/>
                    </a:cubicBezTo>
                    <a:cubicBezTo>
                      <a:pt x="2940" y="1231"/>
                      <a:pt x="2883" y="1031"/>
                      <a:pt x="2617" y="872"/>
                    </a:cubicBezTo>
                    <a:cubicBezTo>
                      <a:pt x="2491" y="789"/>
                      <a:pt x="2326" y="725"/>
                      <a:pt x="2146" y="653"/>
                    </a:cubicBezTo>
                    <a:cubicBezTo>
                      <a:pt x="1967" y="582"/>
                      <a:pt x="1770" y="506"/>
                      <a:pt x="1558" y="435"/>
                    </a:cubicBezTo>
                    <a:cubicBezTo>
                      <a:pt x="1138" y="287"/>
                      <a:pt x="751" y="173"/>
                      <a:pt x="467" y="97"/>
                    </a:cubicBezTo>
                    <a:cubicBezTo>
                      <a:pt x="228" y="36"/>
                      <a:pt x="62" y="1"/>
                      <a:pt x="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614;p29">
                <a:extLst>
                  <a:ext uri="{FF2B5EF4-FFF2-40B4-BE49-F238E27FC236}">
                    <a16:creationId xmlns:a16="http://schemas.microsoft.com/office/drawing/2014/main" id="{D54B21D8-DE4D-A435-8031-24F4E2B3EC27}"/>
                  </a:ext>
                </a:extLst>
              </p:cNvPr>
              <p:cNvSpPr/>
              <p:nvPr/>
            </p:nvSpPr>
            <p:spPr>
              <a:xfrm flipH="1">
                <a:off x="7734980" y="2699911"/>
                <a:ext cx="77250" cy="110469"/>
              </a:xfrm>
              <a:custGeom>
                <a:avLst/>
                <a:gdLst/>
                <a:ahLst/>
                <a:cxnLst/>
                <a:rect l="l" t="t" r="r" b="b"/>
                <a:pathLst>
                  <a:path w="1595" h="2281" extrusionOk="0">
                    <a:moveTo>
                      <a:pt x="1572" y="0"/>
                    </a:moveTo>
                    <a:cubicBezTo>
                      <a:pt x="1555" y="0"/>
                      <a:pt x="1446" y="107"/>
                      <a:pt x="1285" y="288"/>
                    </a:cubicBezTo>
                    <a:cubicBezTo>
                      <a:pt x="1121" y="478"/>
                      <a:pt x="902" y="751"/>
                      <a:pt x="687" y="1067"/>
                    </a:cubicBezTo>
                    <a:cubicBezTo>
                      <a:pt x="467" y="1382"/>
                      <a:pt x="291" y="1684"/>
                      <a:pt x="177" y="1907"/>
                    </a:cubicBezTo>
                    <a:cubicBezTo>
                      <a:pt x="58" y="2129"/>
                      <a:pt x="1" y="2273"/>
                      <a:pt x="11" y="2280"/>
                    </a:cubicBezTo>
                    <a:cubicBezTo>
                      <a:pt x="11" y="2280"/>
                      <a:pt x="12" y="2280"/>
                      <a:pt x="12" y="2280"/>
                    </a:cubicBezTo>
                    <a:cubicBezTo>
                      <a:pt x="42" y="2280"/>
                      <a:pt x="335" y="1742"/>
                      <a:pt x="765" y="1121"/>
                    </a:cubicBezTo>
                    <a:cubicBezTo>
                      <a:pt x="1192" y="493"/>
                      <a:pt x="1595" y="22"/>
                      <a:pt x="1573" y="1"/>
                    </a:cubicBezTo>
                    <a:cubicBezTo>
                      <a:pt x="1573" y="1"/>
                      <a:pt x="1572" y="0"/>
                      <a:pt x="157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615;p29">
                <a:extLst>
                  <a:ext uri="{FF2B5EF4-FFF2-40B4-BE49-F238E27FC236}">
                    <a16:creationId xmlns:a16="http://schemas.microsoft.com/office/drawing/2014/main" id="{CDFB6504-D091-3473-C7EE-B054E7C5F9C5}"/>
                  </a:ext>
                </a:extLst>
              </p:cNvPr>
              <p:cNvSpPr/>
              <p:nvPr/>
            </p:nvSpPr>
            <p:spPr>
              <a:xfrm flipH="1">
                <a:off x="7738128" y="2702332"/>
                <a:ext cx="88196" cy="85963"/>
              </a:xfrm>
              <a:custGeom>
                <a:avLst/>
                <a:gdLst/>
                <a:ahLst/>
                <a:cxnLst/>
                <a:rect l="l" t="t" r="r" b="b"/>
                <a:pathLst>
                  <a:path w="1821" h="1775" extrusionOk="0">
                    <a:moveTo>
                      <a:pt x="1799" y="0"/>
                    </a:moveTo>
                    <a:cubicBezTo>
                      <a:pt x="1777" y="0"/>
                      <a:pt x="1650" y="58"/>
                      <a:pt x="1465" y="166"/>
                    </a:cubicBezTo>
                    <a:cubicBezTo>
                      <a:pt x="1268" y="288"/>
                      <a:pt x="1006" y="479"/>
                      <a:pt x="754" y="729"/>
                    </a:cubicBezTo>
                    <a:cubicBezTo>
                      <a:pt x="499" y="981"/>
                      <a:pt x="306" y="1239"/>
                      <a:pt x="184" y="1437"/>
                    </a:cubicBezTo>
                    <a:cubicBezTo>
                      <a:pt x="58" y="1634"/>
                      <a:pt x="1" y="1767"/>
                      <a:pt x="12" y="1774"/>
                    </a:cubicBezTo>
                    <a:cubicBezTo>
                      <a:pt x="12" y="1775"/>
                      <a:pt x="13" y="1775"/>
                      <a:pt x="13" y="1775"/>
                    </a:cubicBezTo>
                    <a:cubicBezTo>
                      <a:pt x="48" y="1775"/>
                      <a:pt x="327" y="1282"/>
                      <a:pt x="823" y="798"/>
                    </a:cubicBezTo>
                    <a:cubicBezTo>
                      <a:pt x="1318" y="306"/>
                      <a:pt x="1821" y="27"/>
                      <a:pt x="1803" y="2"/>
                    </a:cubicBezTo>
                    <a:cubicBezTo>
                      <a:pt x="1803" y="1"/>
                      <a:pt x="1801" y="0"/>
                      <a:pt x="179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616;p29">
                <a:extLst>
                  <a:ext uri="{FF2B5EF4-FFF2-40B4-BE49-F238E27FC236}">
                    <a16:creationId xmlns:a16="http://schemas.microsoft.com/office/drawing/2014/main" id="{97878147-6F05-A95A-2EE8-62991E47F197}"/>
                  </a:ext>
                </a:extLst>
              </p:cNvPr>
              <p:cNvSpPr/>
              <p:nvPr/>
            </p:nvSpPr>
            <p:spPr>
              <a:xfrm flipH="1">
                <a:off x="8307785" y="2605131"/>
                <a:ext cx="42136" cy="39906"/>
              </a:xfrm>
              <a:custGeom>
                <a:avLst/>
                <a:gdLst/>
                <a:ahLst/>
                <a:cxnLst/>
                <a:rect l="l" t="t" r="r" b="b"/>
                <a:pathLst>
                  <a:path w="870" h="824" extrusionOk="0">
                    <a:moveTo>
                      <a:pt x="451" y="1"/>
                    </a:moveTo>
                    <a:cubicBezTo>
                      <a:pt x="401" y="1"/>
                      <a:pt x="348" y="16"/>
                      <a:pt x="302" y="38"/>
                    </a:cubicBezTo>
                    <a:lnTo>
                      <a:pt x="234" y="74"/>
                    </a:lnTo>
                    <a:cubicBezTo>
                      <a:pt x="148" y="113"/>
                      <a:pt x="77" y="181"/>
                      <a:pt x="52" y="271"/>
                    </a:cubicBezTo>
                    <a:cubicBezTo>
                      <a:pt x="1" y="458"/>
                      <a:pt x="80" y="695"/>
                      <a:pt x="249" y="784"/>
                    </a:cubicBezTo>
                    <a:cubicBezTo>
                      <a:pt x="301" y="811"/>
                      <a:pt x="357" y="824"/>
                      <a:pt x="415" y="824"/>
                    </a:cubicBezTo>
                    <a:cubicBezTo>
                      <a:pt x="608" y="824"/>
                      <a:pt x="807" y="684"/>
                      <a:pt x="837" y="490"/>
                    </a:cubicBezTo>
                    <a:cubicBezTo>
                      <a:pt x="870" y="278"/>
                      <a:pt x="704" y="52"/>
                      <a:pt x="499" y="6"/>
                    </a:cubicBezTo>
                    <a:cubicBezTo>
                      <a:pt x="484" y="2"/>
                      <a:pt x="468" y="1"/>
                      <a:pt x="4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617;p29">
                <a:extLst>
                  <a:ext uri="{FF2B5EF4-FFF2-40B4-BE49-F238E27FC236}">
                    <a16:creationId xmlns:a16="http://schemas.microsoft.com/office/drawing/2014/main" id="{7FB02642-F321-AD30-48AF-8321BB1DC640}"/>
                  </a:ext>
                </a:extLst>
              </p:cNvPr>
              <p:cNvSpPr/>
              <p:nvPr/>
            </p:nvSpPr>
            <p:spPr>
              <a:xfrm flipH="1">
                <a:off x="8571303" y="2808493"/>
                <a:ext cx="42330" cy="39858"/>
              </a:xfrm>
              <a:custGeom>
                <a:avLst/>
                <a:gdLst/>
                <a:ahLst/>
                <a:cxnLst/>
                <a:rect l="l" t="t" r="r" b="b"/>
                <a:pathLst>
                  <a:path w="874" h="823" extrusionOk="0">
                    <a:moveTo>
                      <a:pt x="448" y="1"/>
                    </a:moveTo>
                    <a:cubicBezTo>
                      <a:pt x="398" y="1"/>
                      <a:pt x="347" y="15"/>
                      <a:pt x="302" y="38"/>
                    </a:cubicBezTo>
                    <a:lnTo>
                      <a:pt x="234" y="71"/>
                    </a:lnTo>
                    <a:cubicBezTo>
                      <a:pt x="148" y="110"/>
                      <a:pt x="76" y="182"/>
                      <a:pt x="51" y="272"/>
                    </a:cubicBezTo>
                    <a:cubicBezTo>
                      <a:pt x="1" y="454"/>
                      <a:pt x="80" y="691"/>
                      <a:pt x="249" y="781"/>
                    </a:cubicBezTo>
                    <a:cubicBezTo>
                      <a:pt x="301" y="810"/>
                      <a:pt x="359" y="823"/>
                      <a:pt x="418" y="823"/>
                    </a:cubicBezTo>
                    <a:cubicBezTo>
                      <a:pt x="610" y="823"/>
                      <a:pt x="807" y="682"/>
                      <a:pt x="837" y="487"/>
                    </a:cubicBezTo>
                    <a:cubicBezTo>
                      <a:pt x="873" y="278"/>
                      <a:pt x="704" y="49"/>
                      <a:pt x="500" y="6"/>
                    </a:cubicBezTo>
                    <a:cubicBezTo>
                      <a:pt x="483" y="2"/>
                      <a:pt x="466" y="1"/>
                      <a:pt x="4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18;p29">
                <a:extLst>
                  <a:ext uri="{FF2B5EF4-FFF2-40B4-BE49-F238E27FC236}">
                    <a16:creationId xmlns:a16="http://schemas.microsoft.com/office/drawing/2014/main" id="{83415A0A-C6CD-2DB6-2638-351B76AA583C}"/>
                  </a:ext>
                </a:extLst>
              </p:cNvPr>
              <p:cNvSpPr/>
              <p:nvPr/>
            </p:nvSpPr>
            <p:spPr>
              <a:xfrm flipH="1">
                <a:off x="7945853" y="2606293"/>
                <a:ext cx="42136" cy="39906"/>
              </a:xfrm>
              <a:custGeom>
                <a:avLst/>
                <a:gdLst/>
                <a:ahLst/>
                <a:cxnLst/>
                <a:rect l="l" t="t" r="r" b="b"/>
                <a:pathLst>
                  <a:path w="870" h="824" extrusionOk="0">
                    <a:moveTo>
                      <a:pt x="446" y="1"/>
                    </a:moveTo>
                    <a:cubicBezTo>
                      <a:pt x="396" y="1"/>
                      <a:pt x="347" y="15"/>
                      <a:pt x="302" y="39"/>
                    </a:cubicBezTo>
                    <a:lnTo>
                      <a:pt x="234" y="71"/>
                    </a:lnTo>
                    <a:cubicBezTo>
                      <a:pt x="148" y="111"/>
                      <a:pt x="76" y="182"/>
                      <a:pt x="51" y="272"/>
                    </a:cubicBezTo>
                    <a:cubicBezTo>
                      <a:pt x="1" y="456"/>
                      <a:pt x="80" y="692"/>
                      <a:pt x="249" y="782"/>
                    </a:cubicBezTo>
                    <a:cubicBezTo>
                      <a:pt x="301" y="810"/>
                      <a:pt x="359" y="823"/>
                      <a:pt x="418" y="823"/>
                    </a:cubicBezTo>
                    <a:cubicBezTo>
                      <a:pt x="610" y="823"/>
                      <a:pt x="807" y="683"/>
                      <a:pt x="837" y="487"/>
                    </a:cubicBezTo>
                    <a:cubicBezTo>
                      <a:pt x="870" y="279"/>
                      <a:pt x="704" y="50"/>
                      <a:pt x="499" y="7"/>
                    </a:cubicBezTo>
                    <a:cubicBezTo>
                      <a:pt x="481" y="3"/>
                      <a:pt x="463" y="1"/>
                      <a:pt x="4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9;p29">
                <a:extLst>
                  <a:ext uri="{FF2B5EF4-FFF2-40B4-BE49-F238E27FC236}">
                    <a16:creationId xmlns:a16="http://schemas.microsoft.com/office/drawing/2014/main" id="{71DA73BE-8908-F128-E62F-2AFEED38B3EA}"/>
                  </a:ext>
                </a:extLst>
              </p:cNvPr>
              <p:cNvSpPr/>
              <p:nvPr/>
            </p:nvSpPr>
            <p:spPr>
              <a:xfrm flipH="1">
                <a:off x="8026880" y="3084357"/>
                <a:ext cx="42282" cy="39955"/>
              </a:xfrm>
              <a:custGeom>
                <a:avLst/>
                <a:gdLst/>
                <a:ahLst/>
                <a:cxnLst/>
                <a:rect l="l" t="t" r="r" b="b"/>
                <a:pathLst>
                  <a:path w="873" h="825" extrusionOk="0">
                    <a:moveTo>
                      <a:pt x="452" y="1"/>
                    </a:moveTo>
                    <a:cubicBezTo>
                      <a:pt x="401" y="1"/>
                      <a:pt x="348" y="17"/>
                      <a:pt x="302" y="39"/>
                    </a:cubicBezTo>
                    <a:lnTo>
                      <a:pt x="234" y="71"/>
                    </a:lnTo>
                    <a:cubicBezTo>
                      <a:pt x="148" y="114"/>
                      <a:pt x="76" y="182"/>
                      <a:pt x="51" y="271"/>
                    </a:cubicBezTo>
                    <a:cubicBezTo>
                      <a:pt x="0" y="458"/>
                      <a:pt x="80" y="692"/>
                      <a:pt x="248" y="785"/>
                    </a:cubicBezTo>
                    <a:cubicBezTo>
                      <a:pt x="300" y="812"/>
                      <a:pt x="357" y="825"/>
                      <a:pt x="415" y="825"/>
                    </a:cubicBezTo>
                    <a:cubicBezTo>
                      <a:pt x="608" y="825"/>
                      <a:pt x="806" y="684"/>
                      <a:pt x="837" y="491"/>
                    </a:cubicBezTo>
                    <a:cubicBezTo>
                      <a:pt x="873" y="279"/>
                      <a:pt x="704" y="53"/>
                      <a:pt x="500" y="6"/>
                    </a:cubicBezTo>
                    <a:cubicBezTo>
                      <a:pt x="484" y="2"/>
                      <a:pt x="468" y="1"/>
                      <a:pt x="4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0;p29">
                <a:extLst>
                  <a:ext uri="{FF2B5EF4-FFF2-40B4-BE49-F238E27FC236}">
                    <a16:creationId xmlns:a16="http://schemas.microsoft.com/office/drawing/2014/main" id="{0AA689BB-D304-4C28-CAB6-41F9BBD35D4E}"/>
                  </a:ext>
                </a:extLst>
              </p:cNvPr>
              <p:cNvSpPr/>
              <p:nvPr/>
            </p:nvSpPr>
            <p:spPr>
              <a:xfrm flipH="1">
                <a:off x="8335585" y="3084357"/>
                <a:ext cx="42330" cy="39955"/>
              </a:xfrm>
              <a:custGeom>
                <a:avLst/>
                <a:gdLst/>
                <a:ahLst/>
                <a:cxnLst/>
                <a:rect l="l" t="t" r="r" b="b"/>
                <a:pathLst>
                  <a:path w="874" h="825" extrusionOk="0">
                    <a:moveTo>
                      <a:pt x="454" y="1"/>
                    </a:moveTo>
                    <a:cubicBezTo>
                      <a:pt x="403" y="1"/>
                      <a:pt x="352" y="17"/>
                      <a:pt x="306" y="39"/>
                    </a:cubicBezTo>
                    <a:lnTo>
                      <a:pt x="234" y="71"/>
                    </a:lnTo>
                    <a:cubicBezTo>
                      <a:pt x="151" y="114"/>
                      <a:pt x="80" y="182"/>
                      <a:pt x="55" y="271"/>
                    </a:cubicBezTo>
                    <a:cubicBezTo>
                      <a:pt x="1" y="458"/>
                      <a:pt x="80" y="692"/>
                      <a:pt x="252" y="785"/>
                    </a:cubicBezTo>
                    <a:cubicBezTo>
                      <a:pt x="304" y="812"/>
                      <a:pt x="361" y="825"/>
                      <a:pt x="419" y="825"/>
                    </a:cubicBezTo>
                    <a:cubicBezTo>
                      <a:pt x="612" y="825"/>
                      <a:pt x="811" y="684"/>
                      <a:pt x="841" y="491"/>
                    </a:cubicBezTo>
                    <a:cubicBezTo>
                      <a:pt x="873" y="279"/>
                      <a:pt x="704" y="53"/>
                      <a:pt x="504" y="6"/>
                    </a:cubicBezTo>
                    <a:cubicBezTo>
                      <a:pt x="487" y="2"/>
                      <a:pt x="471" y="1"/>
                      <a:pt x="454"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21;p29">
                <a:extLst>
                  <a:ext uri="{FF2B5EF4-FFF2-40B4-BE49-F238E27FC236}">
                    <a16:creationId xmlns:a16="http://schemas.microsoft.com/office/drawing/2014/main" id="{DCECACAB-8D36-608D-26BB-C1241AF5ECED}"/>
                  </a:ext>
                </a:extLst>
              </p:cNvPr>
              <p:cNvSpPr/>
              <p:nvPr/>
            </p:nvSpPr>
            <p:spPr>
              <a:xfrm flipH="1">
                <a:off x="8212519" y="2910732"/>
                <a:ext cx="42330" cy="39858"/>
              </a:xfrm>
              <a:custGeom>
                <a:avLst/>
                <a:gdLst/>
                <a:ahLst/>
                <a:cxnLst/>
                <a:rect l="l" t="t" r="r" b="b"/>
                <a:pathLst>
                  <a:path w="874" h="823" extrusionOk="0">
                    <a:moveTo>
                      <a:pt x="449" y="0"/>
                    </a:moveTo>
                    <a:cubicBezTo>
                      <a:pt x="398" y="0"/>
                      <a:pt x="347" y="14"/>
                      <a:pt x="302" y="38"/>
                    </a:cubicBezTo>
                    <a:lnTo>
                      <a:pt x="234" y="70"/>
                    </a:lnTo>
                    <a:cubicBezTo>
                      <a:pt x="148" y="109"/>
                      <a:pt x="77" y="181"/>
                      <a:pt x="52" y="271"/>
                    </a:cubicBezTo>
                    <a:cubicBezTo>
                      <a:pt x="1" y="454"/>
                      <a:pt x="80" y="691"/>
                      <a:pt x="252" y="781"/>
                    </a:cubicBezTo>
                    <a:cubicBezTo>
                      <a:pt x="305" y="809"/>
                      <a:pt x="363" y="822"/>
                      <a:pt x="421" y="822"/>
                    </a:cubicBezTo>
                    <a:cubicBezTo>
                      <a:pt x="612" y="822"/>
                      <a:pt x="807" y="682"/>
                      <a:pt x="837" y="486"/>
                    </a:cubicBezTo>
                    <a:cubicBezTo>
                      <a:pt x="874" y="278"/>
                      <a:pt x="705" y="49"/>
                      <a:pt x="504" y="6"/>
                    </a:cubicBezTo>
                    <a:cubicBezTo>
                      <a:pt x="486" y="2"/>
                      <a:pt x="468" y="0"/>
                      <a:pt x="4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622;p29">
                <a:extLst>
                  <a:ext uri="{FF2B5EF4-FFF2-40B4-BE49-F238E27FC236}">
                    <a16:creationId xmlns:a16="http://schemas.microsoft.com/office/drawing/2014/main" id="{FB64ED14-E152-0C87-21CD-91FDF385F7CA}"/>
                  </a:ext>
                </a:extLst>
              </p:cNvPr>
              <p:cNvSpPr/>
              <p:nvPr/>
            </p:nvSpPr>
            <p:spPr>
              <a:xfrm flipH="1">
                <a:off x="8151689" y="2708047"/>
                <a:ext cx="23683" cy="22423"/>
              </a:xfrm>
              <a:custGeom>
                <a:avLst/>
                <a:gdLst/>
                <a:ahLst/>
                <a:cxnLst/>
                <a:rect l="l" t="t" r="r" b="b"/>
                <a:pathLst>
                  <a:path w="489" h="463" extrusionOk="0">
                    <a:moveTo>
                      <a:pt x="251" y="1"/>
                    </a:moveTo>
                    <a:cubicBezTo>
                      <a:pt x="223" y="1"/>
                      <a:pt x="195" y="10"/>
                      <a:pt x="169" y="23"/>
                    </a:cubicBezTo>
                    <a:lnTo>
                      <a:pt x="130" y="41"/>
                    </a:lnTo>
                    <a:cubicBezTo>
                      <a:pt x="83" y="63"/>
                      <a:pt x="44" y="102"/>
                      <a:pt x="29" y="152"/>
                    </a:cubicBezTo>
                    <a:cubicBezTo>
                      <a:pt x="1" y="257"/>
                      <a:pt x="44" y="389"/>
                      <a:pt x="140" y="439"/>
                    </a:cubicBezTo>
                    <a:cubicBezTo>
                      <a:pt x="170" y="455"/>
                      <a:pt x="203" y="463"/>
                      <a:pt x="236" y="463"/>
                    </a:cubicBezTo>
                    <a:cubicBezTo>
                      <a:pt x="343" y="463"/>
                      <a:pt x="454" y="384"/>
                      <a:pt x="470" y="275"/>
                    </a:cubicBezTo>
                    <a:cubicBezTo>
                      <a:pt x="489" y="156"/>
                      <a:pt x="395" y="30"/>
                      <a:pt x="281" y="5"/>
                    </a:cubicBezTo>
                    <a:cubicBezTo>
                      <a:pt x="271" y="2"/>
                      <a:pt x="261" y="1"/>
                      <a:pt x="2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623;p29">
                <a:extLst>
                  <a:ext uri="{FF2B5EF4-FFF2-40B4-BE49-F238E27FC236}">
                    <a16:creationId xmlns:a16="http://schemas.microsoft.com/office/drawing/2014/main" id="{1693C68B-C01C-D980-7C1D-B8DBDA25D302}"/>
                  </a:ext>
                </a:extLst>
              </p:cNvPr>
              <p:cNvSpPr/>
              <p:nvPr/>
            </p:nvSpPr>
            <p:spPr>
              <a:xfrm flipH="1">
                <a:off x="8117448" y="2554666"/>
                <a:ext cx="23683" cy="22472"/>
              </a:xfrm>
              <a:custGeom>
                <a:avLst/>
                <a:gdLst/>
                <a:ahLst/>
                <a:cxnLst/>
                <a:rect l="l" t="t" r="r" b="b"/>
                <a:pathLst>
                  <a:path w="489" h="464" extrusionOk="0">
                    <a:moveTo>
                      <a:pt x="257" y="1"/>
                    </a:moveTo>
                    <a:cubicBezTo>
                      <a:pt x="228" y="1"/>
                      <a:pt x="198" y="10"/>
                      <a:pt x="169" y="24"/>
                    </a:cubicBezTo>
                    <a:lnTo>
                      <a:pt x="130" y="42"/>
                    </a:lnTo>
                    <a:cubicBezTo>
                      <a:pt x="83" y="64"/>
                      <a:pt x="43" y="104"/>
                      <a:pt x="30" y="154"/>
                    </a:cubicBezTo>
                    <a:cubicBezTo>
                      <a:pt x="0" y="258"/>
                      <a:pt x="43" y="390"/>
                      <a:pt x="141" y="440"/>
                    </a:cubicBezTo>
                    <a:cubicBezTo>
                      <a:pt x="170" y="457"/>
                      <a:pt x="203" y="464"/>
                      <a:pt x="236" y="464"/>
                    </a:cubicBezTo>
                    <a:cubicBezTo>
                      <a:pt x="343" y="464"/>
                      <a:pt x="454" y="385"/>
                      <a:pt x="471" y="276"/>
                    </a:cubicBezTo>
                    <a:cubicBezTo>
                      <a:pt x="489" y="157"/>
                      <a:pt x="396" y="28"/>
                      <a:pt x="280" y="3"/>
                    </a:cubicBezTo>
                    <a:cubicBezTo>
                      <a:pt x="273" y="1"/>
                      <a:pt x="265" y="1"/>
                      <a:pt x="2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624;p29">
                <a:extLst>
                  <a:ext uri="{FF2B5EF4-FFF2-40B4-BE49-F238E27FC236}">
                    <a16:creationId xmlns:a16="http://schemas.microsoft.com/office/drawing/2014/main" id="{BF87F23A-BABC-12CD-A4A2-9B2AFD8C6EFA}"/>
                  </a:ext>
                </a:extLst>
              </p:cNvPr>
              <p:cNvSpPr/>
              <p:nvPr/>
            </p:nvSpPr>
            <p:spPr>
              <a:xfrm flipH="1">
                <a:off x="8336457" y="2823846"/>
                <a:ext cx="23732" cy="22423"/>
              </a:xfrm>
              <a:custGeom>
                <a:avLst/>
                <a:gdLst/>
                <a:ahLst/>
                <a:cxnLst/>
                <a:rect l="l" t="t" r="r" b="b"/>
                <a:pathLst>
                  <a:path w="490" h="463" extrusionOk="0">
                    <a:moveTo>
                      <a:pt x="251" y="0"/>
                    </a:moveTo>
                    <a:cubicBezTo>
                      <a:pt x="224" y="0"/>
                      <a:pt x="196" y="9"/>
                      <a:pt x="170" y="23"/>
                    </a:cubicBezTo>
                    <a:lnTo>
                      <a:pt x="134" y="41"/>
                    </a:lnTo>
                    <a:cubicBezTo>
                      <a:pt x="83" y="62"/>
                      <a:pt x="44" y="102"/>
                      <a:pt x="30" y="152"/>
                    </a:cubicBezTo>
                    <a:cubicBezTo>
                      <a:pt x="1" y="256"/>
                      <a:pt x="44" y="389"/>
                      <a:pt x="141" y="439"/>
                    </a:cubicBezTo>
                    <a:cubicBezTo>
                      <a:pt x="171" y="455"/>
                      <a:pt x="203" y="462"/>
                      <a:pt x="236" y="462"/>
                    </a:cubicBezTo>
                    <a:cubicBezTo>
                      <a:pt x="344" y="462"/>
                      <a:pt x="455" y="384"/>
                      <a:pt x="471" y="274"/>
                    </a:cubicBezTo>
                    <a:cubicBezTo>
                      <a:pt x="489" y="155"/>
                      <a:pt x="396" y="29"/>
                      <a:pt x="281" y="4"/>
                    </a:cubicBezTo>
                    <a:cubicBezTo>
                      <a:pt x="271" y="2"/>
                      <a:pt x="261" y="0"/>
                      <a:pt x="2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625;p29">
                <a:extLst>
                  <a:ext uri="{FF2B5EF4-FFF2-40B4-BE49-F238E27FC236}">
                    <a16:creationId xmlns:a16="http://schemas.microsoft.com/office/drawing/2014/main" id="{375D30B0-3855-8003-4B2E-015C9FFA8F9D}"/>
                  </a:ext>
                </a:extLst>
              </p:cNvPr>
              <p:cNvSpPr/>
              <p:nvPr/>
            </p:nvSpPr>
            <p:spPr>
              <a:xfrm flipH="1">
                <a:off x="8526988" y="2603823"/>
                <a:ext cx="23829" cy="22375"/>
              </a:xfrm>
              <a:custGeom>
                <a:avLst/>
                <a:gdLst/>
                <a:ahLst/>
                <a:cxnLst/>
                <a:rect l="l" t="t" r="r" b="b"/>
                <a:pathLst>
                  <a:path w="492" h="462" extrusionOk="0">
                    <a:moveTo>
                      <a:pt x="253" y="1"/>
                    </a:moveTo>
                    <a:cubicBezTo>
                      <a:pt x="224" y="1"/>
                      <a:pt x="196" y="8"/>
                      <a:pt x="172" y="22"/>
                    </a:cubicBezTo>
                    <a:lnTo>
                      <a:pt x="133" y="40"/>
                    </a:lnTo>
                    <a:cubicBezTo>
                      <a:pt x="86" y="61"/>
                      <a:pt x="43" y="101"/>
                      <a:pt x="28" y="154"/>
                    </a:cubicBezTo>
                    <a:cubicBezTo>
                      <a:pt x="0" y="255"/>
                      <a:pt x="47" y="388"/>
                      <a:pt x="140" y="438"/>
                    </a:cubicBezTo>
                    <a:cubicBezTo>
                      <a:pt x="170" y="454"/>
                      <a:pt x="203" y="461"/>
                      <a:pt x="236" y="461"/>
                    </a:cubicBezTo>
                    <a:cubicBezTo>
                      <a:pt x="344" y="461"/>
                      <a:pt x="453" y="383"/>
                      <a:pt x="470" y="276"/>
                    </a:cubicBezTo>
                    <a:cubicBezTo>
                      <a:pt x="491" y="158"/>
                      <a:pt x="395" y="28"/>
                      <a:pt x="283" y="3"/>
                    </a:cubicBezTo>
                    <a:cubicBezTo>
                      <a:pt x="273" y="2"/>
                      <a:pt x="263"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626;p29">
                <a:extLst>
                  <a:ext uri="{FF2B5EF4-FFF2-40B4-BE49-F238E27FC236}">
                    <a16:creationId xmlns:a16="http://schemas.microsoft.com/office/drawing/2014/main" id="{CE057387-BA7B-DFE6-595D-F59861930C6A}"/>
                  </a:ext>
                </a:extLst>
              </p:cNvPr>
              <p:cNvSpPr/>
              <p:nvPr/>
            </p:nvSpPr>
            <p:spPr>
              <a:xfrm flipH="1">
                <a:off x="8177213" y="3063145"/>
                <a:ext cx="23732" cy="22375"/>
              </a:xfrm>
              <a:custGeom>
                <a:avLst/>
                <a:gdLst/>
                <a:ahLst/>
                <a:cxnLst/>
                <a:rect l="l" t="t" r="r" b="b"/>
                <a:pathLst>
                  <a:path w="490" h="462" extrusionOk="0">
                    <a:moveTo>
                      <a:pt x="256" y="0"/>
                    </a:moveTo>
                    <a:cubicBezTo>
                      <a:pt x="227" y="0"/>
                      <a:pt x="198" y="10"/>
                      <a:pt x="170" y="20"/>
                    </a:cubicBezTo>
                    <a:lnTo>
                      <a:pt x="130" y="38"/>
                    </a:lnTo>
                    <a:cubicBezTo>
                      <a:pt x="84" y="63"/>
                      <a:pt x="44" y="103"/>
                      <a:pt x="29" y="154"/>
                    </a:cubicBezTo>
                    <a:cubicBezTo>
                      <a:pt x="1" y="257"/>
                      <a:pt x="44" y="391"/>
                      <a:pt x="141" y="441"/>
                    </a:cubicBezTo>
                    <a:cubicBezTo>
                      <a:pt x="170" y="455"/>
                      <a:pt x="201" y="462"/>
                      <a:pt x="233" y="462"/>
                    </a:cubicBezTo>
                    <a:cubicBezTo>
                      <a:pt x="341" y="462"/>
                      <a:pt x="455" y="384"/>
                      <a:pt x="471" y="275"/>
                    </a:cubicBezTo>
                    <a:cubicBezTo>
                      <a:pt x="489" y="157"/>
                      <a:pt x="395" y="28"/>
                      <a:pt x="281" y="3"/>
                    </a:cubicBezTo>
                    <a:cubicBezTo>
                      <a:pt x="273" y="1"/>
                      <a:pt x="264" y="0"/>
                      <a:pt x="256"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627;p29">
                <a:extLst>
                  <a:ext uri="{FF2B5EF4-FFF2-40B4-BE49-F238E27FC236}">
                    <a16:creationId xmlns:a16="http://schemas.microsoft.com/office/drawing/2014/main" id="{E1D48273-A521-3EDC-9DF2-1A5FF8915538}"/>
                  </a:ext>
                </a:extLst>
              </p:cNvPr>
              <p:cNvSpPr/>
              <p:nvPr/>
            </p:nvSpPr>
            <p:spPr>
              <a:xfrm flipH="1">
                <a:off x="8084417" y="2897365"/>
                <a:ext cx="23683" cy="22423"/>
              </a:xfrm>
              <a:custGeom>
                <a:avLst/>
                <a:gdLst/>
                <a:ahLst/>
                <a:cxnLst/>
                <a:rect l="l" t="t" r="r" b="b"/>
                <a:pathLst>
                  <a:path w="489" h="463" extrusionOk="0">
                    <a:moveTo>
                      <a:pt x="250" y="1"/>
                    </a:moveTo>
                    <a:cubicBezTo>
                      <a:pt x="223" y="1"/>
                      <a:pt x="196" y="10"/>
                      <a:pt x="169" y="23"/>
                    </a:cubicBezTo>
                    <a:lnTo>
                      <a:pt x="133" y="41"/>
                    </a:lnTo>
                    <a:cubicBezTo>
                      <a:pt x="83" y="62"/>
                      <a:pt x="44" y="102"/>
                      <a:pt x="29" y="153"/>
                    </a:cubicBezTo>
                    <a:cubicBezTo>
                      <a:pt x="1" y="256"/>
                      <a:pt x="44" y="389"/>
                      <a:pt x="141" y="439"/>
                    </a:cubicBezTo>
                    <a:cubicBezTo>
                      <a:pt x="170" y="455"/>
                      <a:pt x="203" y="463"/>
                      <a:pt x="235" y="463"/>
                    </a:cubicBezTo>
                    <a:cubicBezTo>
                      <a:pt x="343" y="463"/>
                      <a:pt x="454" y="384"/>
                      <a:pt x="471" y="274"/>
                    </a:cubicBezTo>
                    <a:cubicBezTo>
                      <a:pt x="489" y="156"/>
                      <a:pt x="395" y="27"/>
                      <a:pt x="281" y="5"/>
                    </a:cubicBezTo>
                    <a:cubicBezTo>
                      <a:pt x="271" y="2"/>
                      <a:pt x="260" y="1"/>
                      <a:pt x="2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628;p29">
                <a:extLst>
                  <a:ext uri="{FF2B5EF4-FFF2-40B4-BE49-F238E27FC236}">
                    <a16:creationId xmlns:a16="http://schemas.microsoft.com/office/drawing/2014/main" id="{4789B899-F1CF-CE1E-162C-6DEEE110B99C}"/>
                  </a:ext>
                </a:extLst>
              </p:cNvPr>
              <p:cNvSpPr/>
              <p:nvPr/>
            </p:nvSpPr>
            <p:spPr>
              <a:xfrm flipH="1">
                <a:off x="7857555" y="3164991"/>
                <a:ext cx="593008" cy="1690546"/>
              </a:xfrm>
              <a:custGeom>
                <a:avLst/>
                <a:gdLst/>
                <a:ahLst/>
                <a:cxnLst/>
                <a:rect l="l" t="t" r="r" b="b"/>
                <a:pathLst>
                  <a:path w="12244" h="34907" extrusionOk="0">
                    <a:moveTo>
                      <a:pt x="1" y="0"/>
                    </a:moveTo>
                    <a:lnTo>
                      <a:pt x="1" y="34907"/>
                    </a:lnTo>
                    <a:lnTo>
                      <a:pt x="5062" y="34713"/>
                    </a:lnTo>
                    <a:lnTo>
                      <a:pt x="5496" y="4799"/>
                    </a:lnTo>
                    <a:lnTo>
                      <a:pt x="7212" y="34832"/>
                    </a:lnTo>
                    <a:lnTo>
                      <a:pt x="12244" y="34713"/>
                    </a:lnTo>
                    <a:lnTo>
                      <a:pt x="10055" y="611"/>
                    </a:lnTo>
                    <a:lnTo>
                      <a:pt x="1"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629;p29">
                <a:extLst>
                  <a:ext uri="{FF2B5EF4-FFF2-40B4-BE49-F238E27FC236}">
                    <a16:creationId xmlns:a16="http://schemas.microsoft.com/office/drawing/2014/main" id="{DBBA4EAF-EF38-5C3D-B446-642F016185E6}"/>
                  </a:ext>
                </a:extLst>
              </p:cNvPr>
              <p:cNvSpPr/>
              <p:nvPr/>
            </p:nvSpPr>
            <p:spPr>
              <a:xfrm flipH="1">
                <a:off x="8316988" y="3177442"/>
                <a:ext cx="4940" cy="1671271"/>
              </a:xfrm>
              <a:custGeom>
                <a:avLst/>
                <a:gdLst/>
                <a:ahLst/>
                <a:cxnLst/>
                <a:rect l="l" t="t" r="r" b="b"/>
                <a:pathLst>
                  <a:path w="102" h="34509" extrusionOk="0">
                    <a:moveTo>
                      <a:pt x="47" y="1"/>
                    </a:moveTo>
                    <a:cubicBezTo>
                      <a:pt x="22" y="1"/>
                      <a:pt x="1" y="7725"/>
                      <a:pt x="1" y="17254"/>
                    </a:cubicBezTo>
                    <a:cubicBezTo>
                      <a:pt x="4" y="26784"/>
                      <a:pt x="26" y="34508"/>
                      <a:pt x="51" y="34508"/>
                    </a:cubicBezTo>
                    <a:cubicBezTo>
                      <a:pt x="80" y="34508"/>
                      <a:pt x="102" y="26784"/>
                      <a:pt x="98" y="17254"/>
                    </a:cubicBezTo>
                    <a:cubicBezTo>
                      <a:pt x="98" y="7725"/>
                      <a:pt x="77" y="1"/>
                      <a:pt x="47" y="1"/>
                    </a:cubicBezTo>
                    <a:close/>
                  </a:path>
                </a:pathLst>
              </a:custGeom>
              <a:solidFill>
                <a:srgbClr val="FFF2CC"/>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630;p29">
                <a:extLst>
                  <a:ext uri="{FF2B5EF4-FFF2-40B4-BE49-F238E27FC236}">
                    <a16:creationId xmlns:a16="http://schemas.microsoft.com/office/drawing/2014/main" id="{5C0A3917-376B-BB49-6220-D2DE8FBEC8CD}"/>
                  </a:ext>
                </a:extLst>
              </p:cNvPr>
              <p:cNvSpPr/>
              <p:nvPr/>
            </p:nvSpPr>
            <p:spPr>
              <a:xfrm flipH="1">
                <a:off x="7980481" y="3191729"/>
                <a:ext cx="90084" cy="1656984"/>
              </a:xfrm>
              <a:custGeom>
                <a:avLst/>
                <a:gdLst/>
                <a:ahLst/>
                <a:cxnLst/>
                <a:rect l="l" t="t" r="r" b="b"/>
                <a:pathLst>
                  <a:path w="1860" h="34214" extrusionOk="0">
                    <a:moveTo>
                      <a:pt x="1" y="0"/>
                    </a:moveTo>
                    <a:lnTo>
                      <a:pt x="1" y="90"/>
                    </a:lnTo>
                    <a:cubicBezTo>
                      <a:pt x="1" y="151"/>
                      <a:pt x="4" y="237"/>
                      <a:pt x="4" y="348"/>
                    </a:cubicBezTo>
                    <a:cubicBezTo>
                      <a:pt x="12" y="582"/>
                      <a:pt x="22" y="915"/>
                      <a:pt x="37" y="1346"/>
                    </a:cubicBezTo>
                    <a:cubicBezTo>
                      <a:pt x="65" y="2211"/>
                      <a:pt x="115" y="3468"/>
                      <a:pt x="184" y="5015"/>
                    </a:cubicBezTo>
                    <a:cubicBezTo>
                      <a:pt x="320" y="8112"/>
                      <a:pt x="536" y="12390"/>
                      <a:pt x="801" y="17114"/>
                    </a:cubicBezTo>
                    <a:cubicBezTo>
                      <a:pt x="1067" y="21838"/>
                      <a:pt x="1321" y="26112"/>
                      <a:pt x="1520" y="29206"/>
                    </a:cubicBezTo>
                    <a:cubicBezTo>
                      <a:pt x="1620" y="30750"/>
                      <a:pt x="1699" y="31999"/>
                      <a:pt x="1756" y="32871"/>
                    </a:cubicBezTo>
                    <a:cubicBezTo>
                      <a:pt x="1785" y="33298"/>
                      <a:pt x="1810" y="33636"/>
                      <a:pt x="1828" y="33865"/>
                    </a:cubicBezTo>
                    <a:cubicBezTo>
                      <a:pt x="1835" y="33976"/>
                      <a:pt x="1843" y="34062"/>
                      <a:pt x="1846" y="34123"/>
                    </a:cubicBezTo>
                    <a:cubicBezTo>
                      <a:pt x="1853" y="34185"/>
                      <a:pt x="1856" y="34213"/>
                      <a:pt x="1856" y="34213"/>
                    </a:cubicBezTo>
                    <a:cubicBezTo>
                      <a:pt x="1856" y="34213"/>
                      <a:pt x="1860" y="34181"/>
                      <a:pt x="1856" y="34123"/>
                    </a:cubicBezTo>
                    <a:cubicBezTo>
                      <a:pt x="1853" y="34062"/>
                      <a:pt x="1850" y="33976"/>
                      <a:pt x="1846" y="33865"/>
                    </a:cubicBezTo>
                    <a:cubicBezTo>
                      <a:pt x="1835" y="33632"/>
                      <a:pt x="1817" y="33298"/>
                      <a:pt x="1792" y="32867"/>
                    </a:cubicBezTo>
                    <a:cubicBezTo>
                      <a:pt x="1745" y="31999"/>
                      <a:pt x="1674" y="30746"/>
                      <a:pt x="1588" y="29203"/>
                    </a:cubicBezTo>
                    <a:cubicBezTo>
                      <a:pt x="1412" y="26102"/>
                      <a:pt x="1167" y="21830"/>
                      <a:pt x="898" y="17110"/>
                    </a:cubicBezTo>
                    <a:cubicBezTo>
                      <a:pt x="632" y="12383"/>
                      <a:pt x="407" y="8108"/>
                      <a:pt x="252" y="5010"/>
                    </a:cubicBezTo>
                    <a:cubicBezTo>
                      <a:pt x="177" y="3468"/>
                      <a:pt x="115" y="2215"/>
                      <a:pt x="72" y="1346"/>
                    </a:cubicBezTo>
                    <a:cubicBezTo>
                      <a:pt x="55" y="915"/>
                      <a:pt x="37" y="582"/>
                      <a:pt x="26" y="348"/>
                    </a:cubicBezTo>
                    <a:cubicBezTo>
                      <a:pt x="19" y="237"/>
                      <a:pt x="16" y="151"/>
                      <a:pt x="12" y="90"/>
                    </a:cubicBezTo>
                    <a:cubicBezTo>
                      <a:pt x="8" y="29"/>
                      <a:pt x="1" y="0"/>
                      <a:pt x="1" y="0"/>
                    </a:cubicBezTo>
                    <a:close/>
                  </a:path>
                </a:pathLst>
              </a:custGeom>
              <a:solidFill>
                <a:srgbClr val="FFF2CC"/>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631;p29">
                <a:extLst>
                  <a:ext uri="{FF2B5EF4-FFF2-40B4-BE49-F238E27FC236}">
                    <a16:creationId xmlns:a16="http://schemas.microsoft.com/office/drawing/2014/main" id="{0F8C98D4-E446-8486-419A-478B35D0F46D}"/>
                  </a:ext>
                </a:extLst>
              </p:cNvPr>
              <p:cNvSpPr/>
              <p:nvPr/>
            </p:nvSpPr>
            <p:spPr>
              <a:xfrm flipH="1">
                <a:off x="8159680" y="3181268"/>
                <a:ext cx="26493" cy="182823"/>
              </a:xfrm>
              <a:custGeom>
                <a:avLst/>
                <a:gdLst/>
                <a:ahLst/>
                <a:cxnLst/>
                <a:rect l="l" t="t" r="r" b="b"/>
                <a:pathLst>
                  <a:path w="547" h="3775" extrusionOk="0">
                    <a:moveTo>
                      <a:pt x="464" y="1"/>
                    </a:moveTo>
                    <a:cubicBezTo>
                      <a:pt x="450" y="1"/>
                      <a:pt x="443" y="223"/>
                      <a:pt x="439" y="586"/>
                    </a:cubicBezTo>
                    <a:cubicBezTo>
                      <a:pt x="435" y="945"/>
                      <a:pt x="435" y="1440"/>
                      <a:pt x="443" y="1989"/>
                    </a:cubicBezTo>
                    <a:cubicBezTo>
                      <a:pt x="450" y="2262"/>
                      <a:pt x="453" y="2524"/>
                      <a:pt x="457" y="2764"/>
                    </a:cubicBezTo>
                    <a:cubicBezTo>
                      <a:pt x="464" y="3001"/>
                      <a:pt x="446" y="3210"/>
                      <a:pt x="378" y="3371"/>
                    </a:cubicBezTo>
                    <a:cubicBezTo>
                      <a:pt x="314" y="3533"/>
                      <a:pt x="213" y="3641"/>
                      <a:pt x="133" y="3694"/>
                    </a:cubicBezTo>
                    <a:cubicBezTo>
                      <a:pt x="55" y="3752"/>
                      <a:pt x="1" y="3766"/>
                      <a:pt x="4" y="3773"/>
                    </a:cubicBezTo>
                    <a:cubicBezTo>
                      <a:pt x="4" y="3774"/>
                      <a:pt x="7" y="3774"/>
                      <a:pt x="12" y="3774"/>
                    </a:cubicBezTo>
                    <a:cubicBezTo>
                      <a:pt x="30" y="3774"/>
                      <a:pt x="81" y="3766"/>
                      <a:pt x="155" y="3727"/>
                    </a:cubicBezTo>
                    <a:cubicBezTo>
                      <a:pt x="245" y="3676"/>
                      <a:pt x="363" y="3568"/>
                      <a:pt x="443" y="3400"/>
                    </a:cubicBezTo>
                    <a:cubicBezTo>
                      <a:pt x="521" y="3228"/>
                      <a:pt x="547" y="3001"/>
                      <a:pt x="547" y="2764"/>
                    </a:cubicBezTo>
                    <a:cubicBezTo>
                      <a:pt x="547" y="2524"/>
                      <a:pt x="543" y="2262"/>
                      <a:pt x="539" y="1989"/>
                    </a:cubicBezTo>
                    <a:cubicBezTo>
                      <a:pt x="532" y="1440"/>
                      <a:pt x="521" y="945"/>
                      <a:pt x="507" y="582"/>
                    </a:cubicBezTo>
                    <a:cubicBezTo>
                      <a:pt x="493" y="223"/>
                      <a:pt x="478" y="1"/>
                      <a:pt x="464" y="1"/>
                    </a:cubicBezTo>
                    <a:close/>
                  </a:path>
                </a:pathLst>
              </a:custGeom>
              <a:solidFill>
                <a:srgbClr val="FFF2CC"/>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632;p29">
                <a:extLst>
                  <a:ext uri="{FF2B5EF4-FFF2-40B4-BE49-F238E27FC236}">
                    <a16:creationId xmlns:a16="http://schemas.microsoft.com/office/drawing/2014/main" id="{75E4544B-EECF-EBC6-8A11-C24C9E7ACCC3}"/>
                  </a:ext>
                </a:extLst>
              </p:cNvPr>
              <p:cNvSpPr/>
              <p:nvPr/>
            </p:nvSpPr>
            <p:spPr>
              <a:xfrm flipH="1">
                <a:off x="8189224" y="3198606"/>
                <a:ext cx="25572" cy="24651"/>
              </a:xfrm>
              <a:custGeom>
                <a:avLst/>
                <a:gdLst/>
                <a:ahLst/>
                <a:cxnLst/>
                <a:rect l="l" t="t" r="r" b="b"/>
                <a:pathLst>
                  <a:path w="528" h="509" extrusionOk="0">
                    <a:moveTo>
                      <a:pt x="217" y="61"/>
                    </a:moveTo>
                    <a:cubicBezTo>
                      <a:pt x="262" y="61"/>
                      <a:pt x="317" y="76"/>
                      <a:pt x="366" y="120"/>
                    </a:cubicBezTo>
                    <a:cubicBezTo>
                      <a:pt x="441" y="178"/>
                      <a:pt x="456" y="307"/>
                      <a:pt x="355" y="375"/>
                    </a:cubicBezTo>
                    <a:cubicBezTo>
                      <a:pt x="319" y="401"/>
                      <a:pt x="276" y="415"/>
                      <a:pt x="236" y="415"/>
                    </a:cubicBezTo>
                    <a:cubicBezTo>
                      <a:pt x="204" y="415"/>
                      <a:pt x="174" y="406"/>
                      <a:pt x="151" y="389"/>
                    </a:cubicBezTo>
                    <a:cubicBezTo>
                      <a:pt x="100" y="354"/>
                      <a:pt x="78" y="281"/>
                      <a:pt x="78" y="228"/>
                    </a:cubicBezTo>
                    <a:cubicBezTo>
                      <a:pt x="82" y="143"/>
                      <a:pt x="121" y="96"/>
                      <a:pt x="140" y="72"/>
                    </a:cubicBezTo>
                    <a:lnTo>
                      <a:pt x="140" y="72"/>
                    </a:lnTo>
                    <a:lnTo>
                      <a:pt x="147" y="74"/>
                    </a:lnTo>
                    <a:cubicBezTo>
                      <a:pt x="174" y="78"/>
                      <a:pt x="195" y="81"/>
                      <a:pt x="207" y="81"/>
                    </a:cubicBezTo>
                    <a:cubicBezTo>
                      <a:pt x="215" y="81"/>
                      <a:pt x="219" y="80"/>
                      <a:pt x="219" y="77"/>
                    </a:cubicBezTo>
                    <a:cubicBezTo>
                      <a:pt x="221" y="74"/>
                      <a:pt x="216" y="68"/>
                      <a:pt x="206" y="61"/>
                    </a:cubicBezTo>
                    <a:lnTo>
                      <a:pt x="206" y="61"/>
                    </a:lnTo>
                    <a:cubicBezTo>
                      <a:pt x="209" y="61"/>
                      <a:pt x="213" y="61"/>
                      <a:pt x="217" y="61"/>
                    </a:cubicBezTo>
                    <a:close/>
                    <a:moveTo>
                      <a:pt x="257" y="0"/>
                    </a:moveTo>
                    <a:cubicBezTo>
                      <a:pt x="209" y="0"/>
                      <a:pt x="168" y="15"/>
                      <a:pt x="143" y="34"/>
                    </a:cubicBezTo>
                    <a:lnTo>
                      <a:pt x="104" y="62"/>
                    </a:lnTo>
                    <a:lnTo>
                      <a:pt x="109" y="64"/>
                    </a:lnTo>
                    <a:lnTo>
                      <a:pt x="109" y="64"/>
                    </a:lnTo>
                    <a:cubicBezTo>
                      <a:pt x="104" y="67"/>
                      <a:pt x="99" y="70"/>
                      <a:pt x="93" y="74"/>
                    </a:cubicBezTo>
                    <a:cubicBezTo>
                      <a:pt x="61" y="99"/>
                      <a:pt x="25" y="149"/>
                      <a:pt x="10" y="221"/>
                    </a:cubicBezTo>
                    <a:cubicBezTo>
                      <a:pt x="0" y="289"/>
                      <a:pt x="14" y="393"/>
                      <a:pt x="100" y="461"/>
                    </a:cubicBezTo>
                    <a:cubicBezTo>
                      <a:pt x="139" y="494"/>
                      <a:pt x="190" y="509"/>
                      <a:pt x="243" y="509"/>
                    </a:cubicBezTo>
                    <a:cubicBezTo>
                      <a:pt x="302" y="509"/>
                      <a:pt x="364" y="490"/>
                      <a:pt x="413" y="454"/>
                    </a:cubicBezTo>
                    <a:cubicBezTo>
                      <a:pt x="481" y="407"/>
                      <a:pt x="527" y="321"/>
                      <a:pt x="520" y="238"/>
                    </a:cubicBezTo>
                    <a:cubicBezTo>
                      <a:pt x="517" y="156"/>
                      <a:pt x="466" y="95"/>
                      <a:pt x="416" y="56"/>
                    </a:cubicBezTo>
                    <a:cubicBezTo>
                      <a:pt x="363" y="15"/>
                      <a:pt x="307" y="0"/>
                      <a:pt x="257" y="0"/>
                    </a:cubicBezTo>
                    <a:close/>
                  </a:path>
                </a:pathLst>
              </a:custGeom>
              <a:solidFill>
                <a:srgbClr val="FFF2CC"/>
              </a:solidFill>
              <a:ln w="9525" cap="flat" cmpd="sng">
                <a:solidFill>
                  <a:srgbClr val="FFF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633;p29">
                <a:extLst>
                  <a:ext uri="{FF2B5EF4-FFF2-40B4-BE49-F238E27FC236}">
                    <a16:creationId xmlns:a16="http://schemas.microsoft.com/office/drawing/2014/main" id="{E61970E7-1887-5C71-04CB-9D3BB6FBABD1}"/>
                  </a:ext>
                </a:extLst>
              </p:cNvPr>
              <p:cNvSpPr/>
              <p:nvPr/>
            </p:nvSpPr>
            <p:spPr>
              <a:xfrm flipH="1">
                <a:off x="8016411" y="2913589"/>
                <a:ext cx="669289" cy="285204"/>
              </a:xfrm>
              <a:custGeom>
                <a:avLst/>
                <a:gdLst/>
                <a:ahLst/>
                <a:cxnLst/>
                <a:rect l="l" t="t" r="r" b="b"/>
                <a:pathLst>
                  <a:path w="13819" h="5889" extrusionOk="0">
                    <a:moveTo>
                      <a:pt x="12124" y="1"/>
                    </a:moveTo>
                    <a:cubicBezTo>
                      <a:pt x="11688" y="1"/>
                      <a:pt x="11071" y="405"/>
                      <a:pt x="10828" y="632"/>
                    </a:cubicBezTo>
                    <a:cubicBezTo>
                      <a:pt x="10739" y="718"/>
                      <a:pt x="10689" y="833"/>
                      <a:pt x="10663" y="959"/>
                    </a:cubicBezTo>
                    <a:lnTo>
                      <a:pt x="4088" y="2344"/>
                    </a:lnTo>
                    <a:lnTo>
                      <a:pt x="420" y="1971"/>
                    </a:lnTo>
                    <a:cubicBezTo>
                      <a:pt x="420" y="1971"/>
                      <a:pt x="344" y="2603"/>
                      <a:pt x="161" y="3797"/>
                    </a:cubicBezTo>
                    <a:cubicBezTo>
                      <a:pt x="0" y="4851"/>
                      <a:pt x="1610" y="5888"/>
                      <a:pt x="2758" y="5888"/>
                    </a:cubicBezTo>
                    <a:cubicBezTo>
                      <a:pt x="2839" y="5888"/>
                      <a:pt x="2917" y="5883"/>
                      <a:pt x="2993" y="5873"/>
                    </a:cubicBezTo>
                    <a:cubicBezTo>
                      <a:pt x="4044" y="5725"/>
                      <a:pt x="10473" y="3898"/>
                      <a:pt x="11564" y="3586"/>
                    </a:cubicBezTo>
                    <a:cubicBezTo>
                      <a:pt x="11668" y="3554"/>
                      <a:pt x="11722" y="3539"/>
                      <a:pt x="11722" y="3539"/>
                    </a:cubicBezTo>
                    <a:lnTo>
                      <a:pt x="11722" y="3532"/>
                    </a:lnTo>
                    <a:cubicBezTo>
                      <a:pt x="12077" y="3410"/>
                      <a:pt x="12921" y="3105"/>
                      <a:pt x="13010" y="2954"/>
                    </a:cubicBezTo>
                    <a:cubicBezTo>
                      <a:pt x="13122" y="2760"/>
                      <a:pt x="13093" y="1239"/>
                      <a:pt x="13093" y="1239"/>
                    </a:cubicBezTo>
                    <a:lnTo>
                      <a:pt x="13696" y="969"/>
                    </a:lnTo>
                    <a:cubicBezTo>
                      <a:pt x="13696" y="969"/>
                      <a:pt x="13818" y="729"/>
                      <a:pt x="13682" y="553"/>
                    </a:cubicBezTo>
                    <a:cubicBezTo>
                      <a:pt x="13649" y="511"/>
                      <a:pt x="13532" y="495"/>
                      <a:pt x="13371" y="495"/>
                    </a:cubicBezTo>
                    <a:cubicBezTo>
                      <a:pt x="12860" y="495"/>
                      <a:pt x="11916" y="657"/>
                      <a:pt x="11916" y="657"/>
                    </a:cubicBezTo>
                    <a:lnTo>
                      <a:pt x="12511" y="205"/>
                    </a:lnTo>
                    <a:cubicBezTo>
                      <a:pt x="12428" y="59"/>
                      <a:pt x="12289" y="1"/>
                      <a:pt x="12124"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634;p29">
              <a:extLst>
                <a:ext uri="{FF2B5EF4-FFF2-40B4-BE49-F238E27FC236}">
                  <a16:creationId xmlns:a16="http://schemas.microsoft.com/office/drawing/2014/main" id="{2F7EA193-A318-C7F8-A057-FEE21FE7EDE5}"/>
                </a:ext>
              </a:extLst>
            </p:cNvPr>
            <p:cNvSpPr/>
            <p:nvPr/>
          </p:nvSpPr>
          <p:spPr>
            <a:xfrm rot="-5400000">
              <a:off x="8133000" y="2006075"/>
              <a:ext cx="87600" cy="27900"/>
            </a:xfrm>
            <a:prstGeom prst="rtTriangle">
              <a:avLst/>
            </a:pr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2" name="Google Shape;635;p29">
            <a:extLst>
              <a:ext uri="{FF2B5EF4-FFF2-40B4-BE49-F238E27FC236}">
                <a16:creationId xmlns:a16="http://schemas.microsoft.com/office/drawing/2014/main" id="{62B3F101-315C-8B28-A296-976835D7DDBA}"/>
              </a:ext>
            </a:extLst>
          </p:cNvPr>
          <p:cNvGrpSpPr/>
          <p:nvPr/>
        </p:nvGrpSpPr>
        <p:grpSpPr>
          <a:xfrm>
            <a:off x="-8657772" y="2679853"/>
            <a:ext cx="519733" cy="485268"/>
            <a:chOff x="4694531" y="2250235"/>
            <a:chExt cx="1090502" cy="1018186"/>
          </a:xfrm>
        </p:grpSpPr>
        <p:sp>
          <p:nvSpPr>
            <p:cNvPr id="2513" name="Google Shape;636;p29">
              <a:extLst>
                <a:ext uri="{FF2B5EF4-FFF2-40B4-BE49-F238E27FC236}">
                  <a16:creationId xmlns:a16="http://schemas.microsoft.com/office/drawing/2014/main" id="{C3DF18F1-C591-B660-EF9C-E7E5D2B986A3}"/>
                </a:ext>
              </a:extLst>
            </p:cNvPr>
            <p:cNvSpPr/>
            <p:nvPr/>
          </p:nvSpPr>
          <p:spPr>
            <a:xfrm>
              <a:off x="4694531" y="2250235"/>
              <a:ext cx="1090502" cy="1018186"/>
            </a:xfrm>
            <a:custGeom>
              <a:avLst/>
              <a:gdLst/>
              <a:ahLst/>
              <a:cxnLst/>
              <a:rect l="l" t="t" r="r" b="b"/>
              <a:pathLst>
                <a:path w="24565" h="22936" extrusionOk="0">
                  <a:moveTo>
                    <a:pt x="12304" y="1"/>
                  </a:moveTo>
                  <a:cubicBezTo>
                    <a:pt x="11753" y="1"/>
                    <a:pt x="11196" y="40"/>
                    <a:pt x="10635" y="122"/>
                  </a:cubicBezTo>
                  <a:cubicBezTo>
                    <a:pt x="4354" y="1033"/>
                    <a:pt x="0" y="6855"/>
                    <a:pt x="912" y="13122"/>
                  </a:cubicBezTo>
                  <a:cubicBezTo>
                    <a:pt x="1738" y="18828"/>
                    <a:pt x="6647" y="22935"/>
                    <a:pt x="12259" y="22935"/>
                  </a:cubicBezTo>
                  <a:cubicBezTo>
                    <a:pt x="12812" y="22935"/>
                    <a:pt x="13371" y="22895"/>
                    <a:pt x="13934" y="22813"/>
                  </a:cubicBezTo>
                  <a:cubicBezTo>
                    <a:pt x="20211" y="21901"/>
                    <a:pt x="24565" y="16083"/>
                    <a:pt x="23657" y="9816"/>
                  </a:cubicBezTo>
                  <a:cubicBezTo>
                    <a:pt x="22827" y="4109"/>
                    <a:pt x="17918" y="1"/>
                    <a:pt x="1230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637;p29">
              <a:extLst>
                <a:ext uri="{FF2B5EF4-FFF2-40B4-BE49-F238E27FC236}">
                  <a16:creationId xmlns:a16="http://schemas.microsoft.com/office/drawing/2014/main" id="{DCBA037A-FE50-1C10-78CA-67D5C9EDDF63}"/>
                </a:ext>
              </a:extLst>
            </p:cNvPr>
            <p:cNvSpPr/>
            <p:nvPr/>
          </p:nvSpPr>
          <p:spPr>
            <a:xfrm>
              <a:off x="4824199" y="2371334"/>
              <a:ext cx="831161" cy="775937"/>
            </a:xfrm>
            <a:custGeom>
              <a:avLst/>
              <a:gdLst/>
              <a:ahLst/>
              <a:cxnLst/>
              <a:rect l="l" t="t" r="r" b="b"/>
              <a:pathLst>
                <a:path w="18723" h="17479" extrusionOk="0">
                  <a:moveTo>
                    <a:pt x="9375" y="1"/>
                  </a:moveTo>
                  <a:cubicBezTo>
                    <a:pt x="8956" y="1"/>
                    <a:pt x="8532" y="31"/>
                    <a:pt x="8106" y="92"/>
                  </a:cubicBezTo>
                  <a:cubicBezTo>
                    <a:pt x="3320" y="789"/>
                    <a:pt x="0" y="5226"/>
                    <a:pt x="697" y="9999"/>
                  </a:cubicBezTo>
                  <a:cubicBezTo>
                    <a:pt x="1328" y="14348"/>
                    <a:pt x="5067" y="17478"/>
                    <a:pt x="9342" y="17478"/>
                  </a:cubicBezTo>
                  <a:cubicBezTo>
                    <a:pt x="9763" y="17478"/>
                    <a:pt x="10189" y="17448"/>
                    <a:pt x="10617" y="17386"/>
                  </a:cubicBezTo>
                  <a:cubicBezTo>
                    <a:pt x="15406" y="16690"/>
                    <a:pt x="18723" y="12257"/>
                    <a:pt x="18029" y="7479"/>
                  </a:cubicBezTo>
                  <a:cubicBezTo>
                    <a:pt x="17395" y="3131"/>
                    <a:pt x="13655" y="1"/>
                    <a:pt x="937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638;p29">
              <a:extLst>
                <a:ext uri="{FF2B5EF4-FFF2-40B4-BE49-F238E27FC236}">
                  <a16:creationId xmlns:a16="http://schemas.microsoft.com/office/drawing/2014/main" id="{5B15AD37-268B-D50A-F002-4665B0BE10E3}"/>
                </a:ext>
              </a:extLst>
            </p:cNvPr>
            <p:cNvSpPr/>
            <p:nvPr/>
          </p:nvSpPr>
          <p:spPr>
            <a:xfrm>
              <a:off x="4841911" y="2356596"/>
              <a:ext cx="782507" cy="470782"/>
            </a:xfrm>
            <a:custGeom>
              <a:avLst/>
              <a:gdLst/>
              <a:ahLst/>
              <a:cxnLst/>
              <a:rect l="l" t="t" r="r" b="b"/>
              <a:pathLst>
                <a:path w="17627" h="10605" extrusionOk="0">
                  <a:moveTo>
                    <a:pt x="8959" y="0"/>
                  </a:moveTo>
                  <a:cubicBezTo>
                    <a:pt x="8916" y="0"/>
                    <a:pt x="8873" y="1"/>
                    <a:pt x="8830" y="1"/>
                  </a:cubicBezTo>
                  <a:cubicBezTo>
                    <a:pt x="8348" y="12"/>
                    <a:pt x="7864" y="55"/>
                    <a:pt x="7379" y="141"/>
                  </a:cubicBezTo>
                  <a:cubicBezTo>
                    <a:pt x="6895" y="227"/>
                    <a:pt x="6421" y="353"/>
                    <a:pt x="5969" y="511"/>
                  </a:cubicBezTo>
                  <a:cubicBezTo>
                    <a:pt x="5513" y="665"/>
                    <a:pt x="5083" y="866"/>
                    <a:pt x="4673" y="1085"/>
                  </a:cubicBezTo>
                  <a:cubicBezTo>
                    <a:pt x="4264" y="1301"/>
                    <a:pt x="3880" y="1556"/>
                    <a:pt x="3524" y="1824"/>
                  </a:cubicBezTo>
                  <a:cubicBezTo>
                    <a:pt x="3169" y="2094"/>
                    <a:pt x="2843" y="2384"/>
                    <a:pt x="2545" y="2689"/>
                  </a:cubicBezTo>
                  <a:cubicBezTo>
                    <a:pt x="1949" y="3296"/>
                    <a:pt x="1478" y="3964"/>
                    <a:pt x="1112" y="4620"/>
                  </a:cubicBezTo>
                  <a:cubicBezTo>
                    <a:pt x="750" y="5281"/>
                    <a:pt x="499" y="5941"/>
                    <a:pt x="334" y="6559"/>
                  </a:cubicBezTo>
                  <a:cubicBezTo>
                    <a:pt x="0" y="7793"/>
                    <a:pt x="14" y="8842"/>
                    <a:pt x="90" y="9538"/>
                  </a:cubicBezTo>
                  <a:cubicBezTo>
                    <a:pt x="172" y="10235"/>
                    <a:pt x="303" y="10604"/>
                    <a:pt x="340" y="10604"/>
                  </a:cubicBezTo>
                  <a:cubicBezTo>
                    <a:pt x="341" y="10604"/>
                    <a:pt x="341" y="10604"/>
                    <a:pt x="341" y="10604"/>
                  </a:cubicBezTo>
                  <a:cubicBezTo>
                    <a:pt x="395" y="10593"/>
                    <a:pt x="352" y="10209"/>
                    <a:pt x="352" y="9524"/>
                  </a:cubicBezTo>
                  <a:cubicBezTo>
                    <a:pt x="355" y="8842"/>
                    <a:pt x="416" y="7844"/>
                    <a:pt x="786" y="6691"/>
                  </a:cubicBezTo>
                  <a:cubicBezTo>
                    <a:pt x="973" y="6118"/>
                    <a:pt x="1235" y="5503"/>
                    <a:pt x="1594" y="4894"/>
                  </a:cubicBezTo>
                  <a:cubicBezTo>
                    <a:pt x="1960" y="4291"/>
                    <a:pt x="2416" y="3680"/>
                    <a:pt x="2982" y="3124"/>
                  </a:cubicBezTo>
                  <a:cubicBezTo>
                    <a:pt x="3266" y="2848"/>
                    <a:pt x="3575" y="2578"/>
                    <a:pt x="3908" y="2338"/>
                  </a:cubicBezTo>
                  <a:cubicBezTo>
                    <a:pt x="4246" y="2090"/>
                    <a:pt x="4601" y="1860"/>
                    <a:pt x="4985" y="1663"/>
                  </a:cubicBezTo>
                  <a:cubicBezTo>
                    <a:pt x="5366" y="1462"/>
                    <a:pt x="5764" y="1282"/>
                    <a:pt x="6188" y="1139"/>
                  </a:cubicBezTo>
                  <a:cubicBezTo>
                    <a:pt x="6608" y="996"/>
                    <a:pt x="7046" y="880"/>
                    <a:pt x="7495" y="798"/>
                  </a:cubicBezTo>
                  <a:cubicBezTo>
                    <a:pt x="7947" y="722"/>
                    <a:pt x="8396" y="679"/>
                    <a:pt x="8840" y="669"/>
                  </a:cubicBezTo>
                  <a:cubicBezTo>
                    <a:pt x="8899" y="668"/>
                    <a:pt x="8958" y="667"/>
                    <a:pt x="9016" y="667"/>
                  </a:cubicBezTo>
                  <a:cubicBezTo>
                    <a:pt x="9401" y="667"/>
                    <a:pt x="9780" y="698"/>
                    <a:pt x="10150" y="744"/>
                  </a:cubicBezTo>
                  <a:cubicBezTo>
                    <a:pt x="10578" y="798"/>
                    <a:pt x="10994" y="895"/>
                    <a:pt x="11393" y="1009"/>
                  </a:cubicBezTo>
                  <a:cubicBezTo>
                    <a:pt x="11791" y="1121"/>
                    <a:pt x="12171" y="1268"/>
                    <a:pt x="12531" y="1430"/>
                  </a:cubicBezTo>
                  <a:cubicBezTo>
                    <a:pt x="13255" y="1753"/>
                    <a:pt x="13894" y="2169"/>
                    <a:pt x="14447" y="2614"/>
                  </a:cubicBezTo>
                  <a:cubicBezTo>
                    <a:pt x="14993" y="3063"/>
                    <a:pt x="15448" y="3547"/>
                    <a:pt x="15821" y="4021"/>
                  </a:cubicBezTo>
                  <a:cubicBezTo>
                    <a:pt x="16568" y="4976"/>
                    <a:pt x="16970" y="5895"/>
                    <a:pt x="17207" y="6534"/>
                  </a:cubicBezTo>
                  <a:cubicBezTo>
                    <a:pt x="17442" y="7171"/>
                    <a:pt x="17536" y="7543"/>
                    <a:pt x="17586" y="7543"/>
                  </a:cubicBezTo>
                  <a:cubicBezTo>
                    <a:pt x="17586" y="7543"/>
                    <a:pt x="17587" y="7543"/>
                    <a:pt x="17587" y="7542"/>
                  </a:cubicBezTo>
                  <a:cubicBezTo>
                    <a:pt x="17627" y="7535"/>
                    <a:pt x="17623" y="7144"/>
                    <a:pt x="17458" y="6454"/>
                  </a:cubicBezTo>
                  <a:cubicBezTo>
                    <a:pt x="17290" y="5773"/>
                    <a:pt x="16941" y="4786"/>
                    <a:pt x="16205" y="3741"/>
                  </a:cubicBezTo>
                  <a:cubicBezTo>
                    <a:pt x="15836" y="3221"/>
                    <a:pt x="15373" y="2686"/>
                    <a:pt x="14806" y="2190"/>
                  </a:cubicBezTo>
                  <a:cubicBezTo>
                    <a:pt x="14235" y="1699"/>
                    <a:pt x="13564" y="1236"/>
                    <a:pt x="12792" y="870"/>
                  </a:cubicBezTo>
                  <a:cubicBezTo>
                    <a:pt x="12408" y="686"/>
                    <a:pt x="12002" y="525"/>
                    <a:pt x="11575" y="396"/>
                  </a:cubicBezTo>
                  <a:cubicBezTo>
                    <a:pt x="11148" y="267"/>
                    <a:pt x="10703" y="159"/>
                    <a:pt x="10243" y="95"/>
                  </a:cubicBezTo>
                  <a:cubicBezTo>
                    <a:pt x="9825" y="36"/>
                    <a:pt x="9395" y="0"/>
                    <a:pt x="8959"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639;p29">
              <a:extLst>
                <a:ext uri="{FF2B5EF4-FFF2-40B4-BE49-F238E27FC236}">
                  <a16:creationId xmlns:a16="http://schemas.microsoft.com/office/drawing/2014/main" id="{D88E1E00-2663-6012-4B86-E4170A0CBE37}"/>
                </a:ext>
              </a:extLst>
            </p:cNvPr>
            <p:cNvSpPr/>
            <p:nvPr/>
          </p:nvSpPr>
          <p:spPr>
            <a:xfrm>
              <a:off x="5058586" y="2488083"/>
              <a:ext cx="386747" cy="570799"/>
            </a:xfrm>
            <a:custGeom>
              <a:avLst/>
              <a:gdLst/>
              <a:ahLst/>
              <a:cxnLst/>
              <a:rect l="l" t="t" r="r" b="b"/>
              <a:pathLst>
                <a:path w="8712" h="12858" extrusionOk="0">
                  <a:moveTo>
                    <a:pt x="3209" y="3500"/>
                  </a:moveTo>
                  <a:lnTo>
                    <a:pt x="3518" y="5409"/>
                  </a:lnTo>
                  <a:cubicBezTo>
                    <a:pt x="2894" y="5316"/>
                    <a:pt x="2452" y="5122"/>
                    <a:pt x="2377" y="4652"/>
                  </a:cubicBezTo>
                  <a:cubicBezTo>
                    <a:pt x="2304" y="4211"/>
                    <a:pt x="2524" y="3772"/>
                    <a:pt x="3209" y="3500"/>
                  </a:cubicBezTo>
                  <a:close/>
                  <a:moveTo>
                    <a:pt x="5233" y="7506"/>
                  </a:moveTo>
                  <a:cubicBezTo>
                    <a:pt x="5844" y="7617"/>
                    <a:pt x="6275" y="7807"/>
                    <a:pt x="6350" y="8277"/>
                  </a:cubicBezTo>
                  <a:cubicBezTo>
                    <a:pt x="6418" y="8708"/>
                    <a:pt x="6177" y="9106"/>
                    <a:pt x="5528" y="9361"/>
                  </a:cubicBezTo>
                  <a:lnTo>
                    <a:pt x="5233" y="7506"/>
                  </a:lnTo>
                  <a:close/>
                  <a:moveTo>
                    <a:pt x="4032" y="0"/>
                  </a:moveTo>
                  <a:lnTo>
                    <a:pt x="2685" y="216"/>
                  </a:lnTo>
                  <a:lnTo>
                    <a:pt x="2925" y="1708"/>
                  </a:lnTo>
                  <a:cubicBezTo>
                    <a:pt x="840" y="2290"/>
                    <a:pt x="0" y="3683"/>
                    <a:pt x="227" y="5108"/>
                  </a:cubicBezTo>
                  <a:cubicBezTo>
                    <a:pt x="535" y="7032"/>
                    <a:pt x="2283" y="7261"/>
                    <a:pt x="3833" y="7384"/>
                  </a:cubicBezTo>
                  <a:lnTo>
                    <a:pt x="4193" y="9630"/>
                  </a:lnTo>
                  <a:cubicBezTo>
                    <a:pt x="4079" y="9637"/>
                    <a:pt x="3965" y="9641"/>
                    <a:pt x="3850" y="9641"/>
                  </a:cubicBezTo>
                  <a:cubicBezTo>
                    <a:pt x="2975" y="9641"/>
                    <a:pt x="2096" y="9438"/>
                    <a:pt x="1433" y="9092"/>
                  </a:cubicBezTo>
                  <a:lnTo>
                    <a:pt x="955" y="10854"/>
                  </a:lnTo>
                  <a:cubicBezTo>
                    <a:pt x="1623" y="11223"/>
                    <a:pt x="2619" y="11432"/>
                    <a:pt x="3681" y="11432"/>
                  </a:cubicBezTo>
                  <a:cubicBezTo>
                    <a:pt x="3943" y="11432"/>
                    <a:pt x="4210" y="11419"/>
                    <a:pt x="4476" y="11393"/>
                  </a:cubicBezTo>
                  <a:lnTo>
                    <a:pt x="4709" y="12857"/>
                  </a:lnTo>
                  <a:lnTo>
                    <a:pt x="6056" y="12642"/>
                  </a:lnTo>
                  <a:lnTo>
                    <a:pt x="5815" y="11138"/>
                  </a:lnTo>
                  <a:cubicBezTo>
                    <a:pt x="7882" y="10542"/>
                    <a:pt x="8712" y="9171"/>
                    <a:pt x="8489" y="7771"/>
                  </a:cubicBezTo>
                  <a:cubicBezTo>
                    <a:pt x="8184" y="5876"/>
                    <a:pt x="6465" y="5639"/>
                    <a:pt x="4915" y="5528"/>
                  </a:cubicBezTo>
                  <a:lnTo>
                    <a:pt x="4548" y="3242"/>
                  </a:lnTo>
                  <a:cubicBezTo>
                    <a:pt x="4611" y="3239"/>
                    <a:pt x="4673" y="3238"/>
                    <a:pt x="4736" y="3238"/>
                  </a:cubicBezTo>
                  <a:cubicBezTo>
                    <a:pt x="5367" y="3238"/>
                    <a:pt x="6038" y="3357"/>
                    <a:pt x="6719" y="3611"/>
                  </a:cubicBezTo>
                  <a:lnTo>
                    <a:pt x="7125" y="1849"/>
                  </a:lnTo>
                  <a:cubicBezTo>
                    <a:pt x="6479" y="1570"/>
                    <a:pt x="5703" y="1442"/>
                    <a:pt x="4899" y="1442"/>
                  </a:cubicBezTo>
                  <a:cubicBezTo>
                    <a:pt x="4689" y="1442"/>
                    <a:pt x="4476" y="1451"/>
                    <a:pt x="4264" y="1468"/>
                  </a:cubicBezTo>
                  <a:lnTo>
                    <a:pt x="403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7" name="Google Shape;640;p29">
            <a:extLst>
              <a:ext uri="{FF2B5EF4-FFF2-40B4-BE49-F238E27FC236}">
                <a16:creationId xmlns:a16="http://schemas.microsoft.com/office/drawing/2014/main" id="{DA3EBA21-5B84-2035-327A-84ADCDCA3B8A}"/>
              </a:ext>
            </a:extLst>
          </p:cNvPr>
          <p:cNvGrpSpPr/>
          <p:nvPr/>
        </p:nvGrpSpPr>
        <p:grpSpPr>
          <a:xfrm>
            <a:off x="-7815691" y="3854379"/>
            <a:ext cx="335765" cy="313500"/>
            <a:chOff x="4694531" y="2250235"/>
            <a:chExt cx="1090502" cy="1018186"/>
          </a:xfrm>
        </p:grpSpPr>
        <p:sp>
          <p:nvSpPr>
            <p:cNvPr id="2518" name="Google Shape;641;p29">
              <a:extLst>
                <a:ext uri="{FF2B5EF4-FFF2-40B4-BE49-F238E27FC236}">
                  <a16:creationId xmlns:a16="http://schemas.microsoft.com/office/drawing/2014/main" id="{51EBAEEF-41EB-BA75-9CF4-4A6D64DE5976}"/>
                </a:ext>
              </a:extLst>
            </p:cNvPr>
            <p:cNvSpPr/>
            <p:nvPr/>
          </p:nvSpPr>
          <p:spPr>
            <a:xfrm>
              <a:off x="4694531" y="2250235"/>
              <a:ext cx="1090502" cy="1018186"/>
            </a:xfrm>
            <a:custGeom>
              <a:avLst/>
              <a:gdLst/>
              <a:ahLst/>
              <a:cxnLst/>
              <a:rect l="l" t="t" r="r" b="b"/>
              <a:pathLst>
                <a:path w="24565" h="22936" extrusionOk="0">
                  <a:moveTo>
                    <a:pt x="12304" y="1"/>
                  </a:moveTo>
                  <a:cubicBezTo>
                    <a:pt x="11753" y="1"/>
                    <a:pt x="11196" y="40"/>
                    <a:pt x="10635" y="122"/>
                  </a:cubicBezTo>
                  <a:cubicBezTo>
                    <a:pt x="4354" y="1033"/>
                    <a:pt x="0" y="6855"/>
                    <a:pt x="912" y="13122"/>
                  </a:cubicBezTo>
                  <a:cubicBezTo>
                    <a:pt x="1738" y="18828"/>
                    <a:pt x="6647" y="22935"/>
                    <a:pt x="12259" y="22935"/>
                  </a:cubicBezTo>
                  <a:cubicBezTo>
                    <a:pt x="12812" y="22935"/>
                    <a:pt x="13371" y="22895"/>
                    <a:pt x="13934" y="22813"/>
                  </a:cubicBezTo>
                  <a:cubicBezTo>
                    <a:pt x="20211" y="21901"/>
                    <a:pt x="24565" y="16083"/>
                    <a:pt x="23657" y="9816"/>
                  </a:cubicBezTo>
                  <a:cubicBezTo>
                    <a:pt x="22827" y="4109"/>
                    <a:pt x="17918" y="1"/>
                    <a:pt x="1230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642;p29">
              <a:extLst>
                <a:ext uri="{FF2B5EF4-FFF2-40B4-BE49-F238E27FC236}">
                  <a16:creationId xmlns:a16="http://schemas.microsoft.com/office/drawing/2014/main" id="{4D04F2CC-D679-B0B4-F29F-FA24EDF4C27C}"/>
                </a:ext>
              </a:extLst>
            </p:cNvPr>
            <p:cNvSpPr/>
            <p:nvPr/>
          </p:nvSpPr>
          <p:spPr>
            <a:xfrm>
              <a:off x="4824199" y="2371334"/>
              <a:ext cx="831161" cy="775937"/>
            </a:xfrm>
            <a:custGeom>
              <a:avLst/>
              <a:gdLst/>
              <a:ahLst/>
              <a:cxnLst/>
              <a:rect l="l" t="t" r="r" b="b"/>
              <a:pathLst>
                <a:path w="18723" h="17479" extrusionOk="0">
                  <a:moveTo>
                    <a:pt x="9375" y="1"/>
                  </a:moveTo>
                  <a:cubicBezTo>
                    <a:pt x="8956" y="1"/>
                    <a:pt x="8532" y="31"/>
                    <a:pt x="8106" y="92"/>
                  </a:cubicBezTo>
                  <a:cubicBezTo>
                    <a:pt x="3320" y="789"/>
                    <a:pt x="0" y="5226"/>
                    <a:pt x="697" y="9999"/>
                  </a:cubicBezTo>
                  <a:cubicBezTo>
                    <a:pt x="1328" y="14348"/>
                    <a:pt x="5067" y="17478"/>
                    <a:pt x="9342" y="17478"/>
                  </a:cubicBezTo>
                  <a:cubicBezTo>
                    <a:pt x="9763" y="17478"/>
                    <a:pt x="10189" y="17448"/>
                    <a:pt x="10617" y="17386"/>
                  </a:cubicBezTo>
                  <a:cubicBezTo>
                    <a:pt x="15406" y="16690"/>
                    <a:pt x="18723" y="12257"/>
                    <a:pt x="18029" y="7479"/>
                  </a:cubicBezTo>
                  <a:cubicBezTo>
                    <a:pt x="17395" y="3131"/>
                    <a:pt x="13655" y="1"/>
                    <a:pt x="937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643;p29">
              <a:extLst>
                <a:ext uri="{FF2B5EF4-FFF2-40B4-BE49-F238E27FC236}">
                  <a16:creationId xmlns:a16="http://schemas.microsoft.com/office/drawing/2014/main" id="{A70DDCA9-C2D3-36C1-D48E-E9E69301DF21}"/>
                </a:ext>
              </a:extLst>
            </p:cNvPr>
            <p:cNvSpPr/>
            <p:nvPr/>
          </p:nvSpPr>
          <p:spPr>
            <a:xfrm>
              <a:off x="4841911" y="2356596"/>
              <a:ext cx="782507" cy="470782"/>
            </a:xfrm>
            <a:custGeom>
              <a:avLst/>
              <a:gdLst/>
              <a:ahLst/>
              <a:cxnLst/>
              <a:rect l="l" t="t" r="r" b="b"/>
              <a:pathLst>
                <a:path w="17627" h="10605" extrusionOk="0">
                  <a:moveTo>
                    <a:pt x="8959" y="0"/>
                  </a:moveTo>
                  <a:cubicBezTo>
                    <a:pt x="8916" y="0"/>
                    <a:pt x="8873" y="1"/>
                    <a:pt x="8830" y="1"/>
                  </a:cubicBezTo>
                  <a:cubicBezTo>
                    <a:pt x="8348" y="12"/>
                    <a:pt x="7864" y="55"/>
                    <a:pt x="7379" y="141"/>
                  </a:cubicBezTo>
                  <a:cubicBezTo>
                    <a:pt x="6895" y="227"/>
                    <a:pt x="6421" y="353"/>
                    <a:pt x="5969" y="511"/>
                  </a:cubicBezTo>
                  <a:cubicBezTo>
                    <a:pt x="5513" y="665"/>
                    <a:pt x="5083" y="866"/>
                    <a:pt x="4673" y="1085"/>
                  </a:cubicBezTo>
                  <a:cubicBezTo>
                    <a:pt x="4264" y="1301"/>
                    <a:pt x="3880" y="1556"/>
                    <a:pt x="3524" y="1824"/>
                  </a:cubicBezTo>
                  <a:cubicBezTo>
                    <a:pt x="3169" y="2094"/>
                    <a:pt x="2843" y="2384"/>
                    <a:pt x="2545" y="2689"/>
                  </a:cubicBezTo>
                  <a:cubicBezTo>
                    <a:pt x="1949" y="3296"/>
                    <a:pt x="1478" y="3964"/>
                    <a:pt x="1112" y="4620"/>
                  </a:cubicBezTo>
                  <a:cubicBezTo>
                    <a:pt x="750" y="5281"/>
                    <a:pt x="499" y="5941"/>
                    <a:pt x="334" y="6559"/>
                  </a:cubicBezTo>
                  <a:cubicBezTo>
                    <a:pt x="0" y="7793"/>
                    <a:pt x="14" y="8842"/>
                    <a:pt x="90" y="9538"/>
                  </a:cubicBezTo>
                  <a:cubicBezTo>
                    <a:pt x="172" y="10235"/>
                    <a:pt x="303" y="10604"/>
                    <a:pt x="340" y="10604"/>
                  </a:cubicBezTo>
                  <a:cubicBezTo>
                    <a:pt x="341" y="10604"/>
                    <a:pt x="341" y="10604"/>
                    <a:pt x="341" y="10604"/>
                  </a:cubicBezTo>
                  <a:cubicBezTo>
                    <a:pt x="395" y="10593"/>
                    <a:pt x="352" y="10209"/>
                    <a:pt x="352" y="9524"/>
                  </a:cubicBezTo>
                  <a:cubicBezTo>
                    <a:pt x="355" y="8842"/>
                    <a:pt x="416" y="7844"/>
                    <a:pt x="786" y="6691"/>
                  </a:cubicBezTo>
                  <a:cubicBezTo>
                    <a:pt x="973" y="6118"/>
                    <a:pt x="1235" y="5503"/>
                    <a:pt x="1594" y="4894"/>
                  </a:cubicBezTo>
                  <a:cubicBezTo>
                    <a:pt x="1960" y="4291"/>
                    <a:pt x="2416" y="3680"/>
                    <a:pt x="2982" y="3124"/>
                  </a:cubicBezTo>
                  <a:cubicBezTo>
                    <a:pt x="3266" y="2848"/>
                    <a:pt x="3575" y="2578"/>
                    <a:pt x="3908" y="2338"/>
                  </a:cubicBezTo>
                  <a:cubicBezTo>
                    <a:pt x="4246" y="2090"/>
                    <a:pt x="4601" y="1860"/>
                    <a:pt x="4985" y="1663"/>
                  </a:cubicBezTo>
                  <a:cubicBezTo>
                    <a:pt x="5366" y="1462"/>
                    <a:pt x="5764" y="1282"/>
                    <a:pt x="6188" y="1139"/>
                  </a:cubicBezTo>
                  <a:cubicBezTo>
                    <a:pt x="6608" y="996"/>
                    <a:pt x="7046" y="880"/>
                    <a:pt x="7495" y="798"/>
                  </a:cubicBezTo>
                  <a:cubicBezTo>
                    <a:pt x="7947" y="722"/>
                    <a:pt x="8396" y="679"/>
                    <a:pt x="8840" y="669"/>
                  </a:cubicBezTo>
                  <a:cubicBezTo>
                    <a:pt x="8899" y="668"/>
                    <a:pt x="8958" y="667"/>
                    <a:pt x="9016" y="667"/>
                  </a:cubicBezTo>
                  <a:cubicBezTo>
                    <a:pt x="9401" y="667"/>
                    <a:pt x="9780" y="698"/>
                    <a:pt x="10150" y="744"/>
                  </a:cubicBezTo>
                  <a:cubicBezTo>
                    <a:pt x="10578" y="798"/>
                    <a:pt x="10994" y="895"/>
                    <a:pt x="11393" y="1009"/>
                  </a:cubicBezTo>
                  <a:cubicBezTo>
                    <a:pt x="11791" y="1121"/>
                    <a:pt x="12171" y="1268"/>
                    <a:pt x="12531" y="1430"/>
                  </a:cubicBezTo>
                  <a:cubicBezTo>
                    <a:pt x="13255" y="1753"/>
                    <a:pt x="13894" y="2169"/>
                    <a:pt x="14447" y="2614"/>
                  </a:cubicBezTo>
                  <a:cubicBezTo>
                    <a:pt x="14993" y="3063"/>
                    <a:pt x="15448" y="3547"/>
                    <a:pt x="15821" y="4021"/>
                  </a:cubicBezTo>
                  <a:cubicBezTo>
                    <a:pt x="16568" y="4976"/>
                    <a:pt x="16970" y="5895"/>
                    <a:pt x="17207" y="6534"/>
                  </a:cubicBezTo>
                  <a:cubicBezTo>
                    <a:pt x="17442" y="7171"/>
                    <a:pt x="17536" y="7543"/>
                    <a:pt x="17586" y="7543"/>
                  </a:cubicBezTo>
                  <a:cubicBezTo>
                    <a:pt x="17586" y="7543"/>
                    <a:pt x="17587" y="7543"/>
                    <a:pt x="17587" y="7542"/>
                  </a:cubicBezTo>
                  <a:cubicBezTo>
                    <a:pt x="17627" y="7535"/>
                    <a:pt x="17623" y="7144"/>
                    <a:pt x="17458" y="6454"/>
                  </a:cubicBezTo>
                  <a:cubicBezTo>
                    <a:pt x="17290" y="5773"/>
                    <a:pt x="16941" y="4786"/>
                    <a:pt x="16205" y="3741"/>
                  </a:cubicBezTo>
                  <a:cubicBezTo>
                    <a:pt x="15836" y="3221"/>
                    <a:pt x="15373" y="2686"/>
                    <a:pt x="14806" y="2190"/>
                  </a:cubicBezTo>
                  <a:cubicBezTo>
                    <a:pt x="14235" y="1699"/>
                    <a:pt x="13564" y="1236"/>
                    <a:pt x="12792" y="870"/>
                  </a:cubicBezTo>
                  <a:cubicBezTo>
                    <a:pt x="12408" y="686"/>
                    <a:pt x="12002" y="525"/>
                    <a:pt x="11575" y="396"/>
                  </a:cubicBezTo>
                  <a:cubicBezTo>
                    <a:pt x="11148" y="267"/>
                    <a:pt x="10703" y="159"/>
                    <a:pt x="10243" y="95"/>
                  </a:cubicBezTo>
                  <a:cubicBezTo>
                    <a:pt x="9825" y="36"/>
                    <a:pt x="9395" y="0"/>
                    <a:pt x="8959"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644;p29">
              <a:extLst>
                <a:ext uri="{FF2B5EF4-FFF2-40B4-BE49-F238E27FC236}">
                  <a16:creationId xmlns:a16="http://schemas.microsoft.com/office/drawing/2014/main" id="{C15177FF-99E9-9D47-2102-2DC694744F4D}"/>
                </a:ext>
              </a:extLst>
            </p:cNvPr>
            <p:cNvSpPr/>
            <p:nvPr/>
          </p:nvSpPr>
          <p:spPr>
            <a:xfrm>
              <a:off x="5058586" y="2488083"/>
              <a:ext cx="386747" cy="570799"/>
            </a:xfrm>
            <a:custGeom>
              <a:avLst/>
              <a:gdLst/>
              <a:ahLst/>
              <a:cxnLst/>
              <a:rect l="l" t="t" r="r" b="b"/>
              <a:pathLst>
                <a:path w="8712" h="12858" extrusionOk="0">
                  <a:moveTo>
                    <a:pt x="3209" y="3500"/>
                  </a:moveTo>
                  <a:lnTo>
                    <a:pt x="3518" y="5409"/>
                  </a:lnTo>
                  <a:cubicBezTo>
                    <a:pt x="2894" y="5316"/>
                    <a:pt x="2452" y="5122"/>
                    <a:pt x="2377" y="4652"/>
                  </a:cubicBezTo>
                  <a:cubicBezTo>
                    <a:pt x="2304" y="4211"/>
                    <a:pt x="2524" y="3772"/>
                    <a:pt x="3209" y="3500"/>
                  </a:cubicBezTo>
                  <a:close/>
                  <a:moveTo>
                    <a:pt x="5233" y="7506"/>
                  </a:moveTo>
                  <a:cubicBezTo>
                    <a:pt x="5844" y="7617"/>
                    <a:pt x="6275" y="7807"/>
                    <a:pt x="6350" y="8277"/>
                  </a:cubicBezTo>
                  <a:cubicBezTo>
                    <a:pt x="6418" y="8708"/>
                    <a:pt x="6177" y="9106"/>
                    <a:pt x="5528" y="9361"/>
                  </a:cubicBezTo>
                  <a:lnTo>
                    <a:pt x="5233" y="7506"/>
                  </a:lnTo>
                  <a:close/>
                  <a:moveTo>
                    <a:pt x="4032" y="0"/>
                  </a:moveTo>
                  <a:lnTo>
                    <a:pt x="2685" y="216"/>
                  </a:lnTo>
                  <a:lnTo>
                    <a:pt x="2925" y="1708"/>
                  </a:lnTo>
                  <a:cubicBezTo>
                    <a:pt x="840" y="2290"/>
                    <a:pt x="0" y="3683"/>
                    <a:pt x="227" y="5108"/>
                  </a:cubicBezTo>
                  <a:cubicBezTo>
                    <a:pt x="535" y="7032"/>
                    <a:pt x="2283" y="7261"/>
                    <a:pt x="3833" y="7384"/>
                  </a:cubicBezTo>
                  <a:lnTo>
                    <a:pt x="4193" y="9630"/>
                  </a:lnTo>
                  <a:cubicBezTo>
                    <a:pt x="4079" y="9637"/>
                    <a:pt x="3965" y="9641"/>
                    <a:pt x="3850" y="9641"/>
                  </a:cubicBezTo>
                  <a:cubicBezTo>
                    <a:pt x="2975" y="9641"/>
                    <a:pt x="2096" y="9438"/>
                    <a:pt x="1433" y="9092"/>
                  </a:cubicBezTo>
                  <a:lnTo>
                    <a:pt x="955" y="10854"/>
                  </a:lnTo>
                  <a:cubicBezTo>
                    <a:pt x="1623" y="11223"/>
                    <a:pt x="2619" y="11432"/>
                    <a:pt x="3681" y="11432"/>
                  </a:cubicBezTo>
                  <a:cubicBezTo>
                    <a:pt x="3943" y="11432"/>
                    <a:pt x="4210" y="11419"/>
                    <a:pt x="4476" y="11393"/>
                  </a:cubicBezTo>
                  <a:lnTo>
                    <a:pt x="4709" y="12857"/>
                  </a:lnTo>
                  <a:lnTo>
                    <a:pt x="6056" y="12642"/>
                  </a:lnTo>
                  <a:lnTo>
                    <a:pt x="5815" y="11138"/>
                  </a:lnTo>
                  <a:cubicBezTo>
                    <a:pt x="7882" y="10542"/>
                    <a:pt x="8712" y="9171"/>
                    <a:pt x="8489" y="7771"/>
                  </a:cubicBezTo>
                  <a:cubicBezTo>
                    <a:pt x="8184" y="5876"/>
                    <a:pt x="6465" y="5639"/>
                    <a:pt x="4915" y="5528"/>
                  </a:cubicBezTo>
                  <a:lnTo>
                    <a:pt x="4548" y="3242"/>
                  </a:lnTo>
                  <a:cubicBezTo>
                    <a:pt x="4611" y="3239"/>
                    <a:pt x="4673" y="3238"/>
                    <a:pt x="4736" y="3238"/>
                  </a:cubicBezTo>
                  <a:cubicBezTo>
                    <a:pt x="5367" y="3238"/>
                    <a:pt x="6038" y="3357"/>
                    <a:pt x="6719" y="3611"/>
                  </a:cubicBezTo>
                  <a:lnTo>
                    <a:pt x="7125" y="1849"/>
                  </a:lnTo>
                  <a:cubicBezTo>
                    <a:pt x="6479" y="1570"/>
                    <a:pt x="5703" y="1442"/>
                    <a:pt x="4899" y="1442"/>
                  </a:cubicBezTo>
                  <a:cubicBezTo>
                    <a:pt x="4689" y="1442"/>
                    <a:pt x="4476" y="1451"/>
                    <a:pt x="4264" y="1468"/>
                  </a:cubicBezTo>
                  <a:lnTo>
                    <a:pt x="403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527" name="Google Shape;2447;p41">
            <a:extLst>
              <a:ext uri="{FF2B5EF4-FFF2-40B4-BE49-F238E27FC236}">
                <a16:creationId xmlns:a16="http://schemas.microsoft.com/office/drawing/2014/main" id="{FB326BAA-08D1-54B1-638B-0DCE63387939}"/>
              </a:ext>
            </a:extLst>
          </p:cNvPr>
          <p:cNvCxnSpPr>
            <a:cxnSpLocks/>
            <a:endCxn id="2440" idx="0"/>
          </p:cNvCxnSpPr>
          <p:nvPr/>
        </p:nvCxnSpPr>
        <p:spPr>
          <a:xfrm>
            <a:off x="1817599" y="2374800"/>
            <a:ext cx="1" cy="261900"/>
          </a:xfrm>
          <a:prstGeom prst="straightConnector1">
            <a:avLst/>
          </a:prstGeom>
          <a:noFill/>
          <a:ln w="9525" cap="flat" cmpd="sng">
            <a:solidFill>
              <a:srgbClr val="434343"/>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33"/>
          <p:cNvSpPr txBox="1">
            <a:spLocks noGrp="1"/>
          </p:cNvSpPr>
          <p:nvPr>
            <p:ph type="ctrTitle" idx="8"/>
          </p:nvPr>
        </p:nvSpPr>
        <p:spPr>
          <a:xfrm>
            <a:off x="3582318" y="457300"/>
            <a:ext cx="3194700" cy="48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ko-KR" sz="2000" dirty="0">
                <a:latin typeface="Lato" panose="020F0502020204030203" pitchFamily="34" charset="0"/>
                <a:ea typeface="Lato" panose="020F0502020204030203" pitchFamily="34" charset="0"/>
                <a:cs typeface="Lato" panose="020F0502020204030203" pitchFamily="34" charset="0"/>
              </a:rPr>
              <a:t>BUSINESS CASE</a:t>
            </a:r>
            <a:endParaRPr sz="2000" dirty="0">
              <a:latin typeface="Lato" panose="020F0502020204030203" pitchFamily="34" charset="0"/>
              <a:ea typeface="Lato" panose="020F0502020204030203" pitchFamily="34" charset="0"/>
              <a:cs typeface="Lato" panose="020F0502020204030203" pitchFamily="34" charset="0"/>
            </a:endParaRPr>
          </a:p>
        </p:txBody>
      </p:sp>
      <p:grpSp>
        <p:nvGrpSpPr>
          <p:cNvPr id="811" name="Google Shape;811;p33"/>
          <p:cNvGrpSpPr/>
          <p:nvPr/>
        </p:nvGrpSpPr>
        <p:grpSpPr>
          <a:xfrm>
            <a:off x="4794802" y="3269630"/>
            <a:ext cx="1989550" cy="713693"/>
            <a:chOff x="1575694" y="930575"/>
            <a:chExt cx="1989550" cy="713693"/>
          </a:xfrm>
        </p:grpSpPr>
        <p:sp>
          <p:nvSpPr>
            <p:cNvPr id="812" name="Google Shape;812;p33"/>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813" name="Google Shape;813;p33"/>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grpSp>
      <p:grpSp>
        <p:nvGrpSpPr>
          <p:cNvPr id="814" name="Google Shape;814;p33"/>
          <p:cNvGrpSpPr/>
          <p:nvPr/>
        </p:nvGrpSpPr>
        <p:grpSpPr>
          <a:xfrm>
            <a:off x="173704" y="3263790"/>
            <a:ext cx="1989550" cy="713693"/>
            <a:chOff x="1575694" y="930575"/>
            <a:chExt cx="1989550" cy="713693"/>
          </a:xfrm>
        </p:grpSpPr>
        <p:sp>
          <p:nvSpPr>
            <p:cNvPr id="815" name="Google Shape;815;p33"/>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816" name="Google Shape;816;p33"/>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grpSp>
      <p:grpSp>
        <p:nvGrpSpPr>
          <p:cNvPr id="817" name="Google Shape;817;p33"/>
          <p:cNvGrpSpPr/>
          <p:nvPr/>
        </p:nvGrpSpPr>
        <p:grpSpPr>
          <a:xfrm>
            <a:off x="6639668" y="1068363"/>
            <a:ext cx="1989549" cy="713693"/>
            <a:chOff x="1575694" y="930575"/>
            <a:chExt cx="1989549" cy="713693"/>
          </a:xfrm>
        </p:grpSpPr>
        <p:sp>
          <p:nvSpPr>
            <p:cNvPr id="818" name="Google Shape;818;p33"/>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819" name="Google Shape;819;p33"/>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grpSp>
      <p:grpSp>
        <p:nvGrpSpPr>
          <p:cNvPr id="820" name="Google Shape;820;p33"/>
          <p:cNvGrpSpPr/>
          <p:nvPr/>
        </p:nvGrpSpPr>
        <p:grpSpPr>
          <a:xfrm>
            <a:off x="209856" y="1083797"/>
            <a:ext cx="1989550" cy="713693"/>
            <a:chOff x="1575694" y="930575"/>
            <a:chExt cx="1989550" cy="713693"/>
          </a:xfrm>
        </p:grpSpPr>
        <p:sp>
          <p:nvSpPr>
            <p:cNvPr id="821" name="Google Shape;821;p33"/>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822" name="Google Shape;822;p33"/>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grpSp>
      <p:sp>
        <p:nvSpPr>
          <p:cNvPr id="823" name="Google Shape;823;p33"/>
          <p:cNvSpPr txBox="1">
            <a:spLocks noGrp="1"/>
          </p:cNvSpPr>
          <p:nvPr>
            <p:ph type="subTitle" idx="1"/>
          </p:nvPr>
        </p:nvSpPr>
        <p:spPr>
          <a:xfrm>
            <a:off x="111238" y="1759141"/>
            <a:ext cx="2861123" cy="121053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b="1" dirty="0">
                <a:latin typeface="Lato" panose="020F0502020204030203" pitchFamily="34" charset="0"/>
                <a:ea typeface="Lato" panose="020F0502020204030203" pitchFamily="34" charset="0"/>
                <a:cs typeface="Lato" panose="020F0502020204030203" pitchFamily="34" charset="0"/>
                <a:sym typeface="Anaheim"/>
              </a:rPr>
              <a:t>Phân </a:t>
            </a:r>
            <a:r>
              <a:rPr lang="vi-VN" b="1">
                <a:latin typeface="Lato" panose="020F0502020204030203" pitchFamily="34" charset="0"/>
                <a:ea typeface="Lato" panose="020F0502020204030203" pitchFamily="34" charset="0"/>
                <a:cs typeface="Lato" panose="020F0502020204030203" pitchFamily="34" charset="0"/>
                <a:sym typeface="Anaheim"/>
              </a:rPr>
              <a:t>loại khoản vay dựa trên hành vi của khách hàng</a:t>
            </a:r>
            <a:endParaRPr lang="vi-VN" b="1" dirty="0">
              <a:latin typeface="Lato" panose="020F0502020204030203" pitchFamily="34" charset="0"/>
              <a:ea typeface="Lato" panose="020F0502020204030203" pitchFamily="34" charset="0"/>
              <a:cs typeface="Lato" panose="020F0502020204030203" pitchFamily="34" charset="0"/>
              <a:sym typeface="Anaheim"/>
            </a:endParaRPr>
          </a:p>
          <a:p>
            <a:pPr marL="323850" indent="-171450" rtl="0" fontAlgn="base">
              <a:buFont typeface="Wingdings" panose="05000000000000000000" pitchFamily="2" charset="2"/>
              <a:buChar char="ü"/>
            </a:pPr>
            <a:r>
              <a:rPr lang="en-US" sz="1200" b="0" i="0" u="none" strike="noStrike">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Định giá rủi ro và lãi suất</a:t>
            </a:r>
          </a:p>
          <a:p>
            <a:pPr marL="323850" indent="-171450" rtl="0" fontAlgn="base">
              <a:buFont typeface="Wingdings" panose="05000000000000000000" pitchFamily="2" charset="2"/>
              <a:buChar char="ü"/>
            </a:pPr>
            <a:r>
              <a:rPr lang="en-US" sz="1200" b="0" i="0" u="none" strike="noStrike">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Giảm thiểu rủi ro tín dụng</a:t>
            </a:r>
          </a:p>
          <a:p>
            <a:pPr marL="323850" indent="-171450" rtl="0" fontAlgn="base">
              <a:buFont typeface="Wingdings" panose="05000000000000000000" pitchFamily="2" charset="2"/>
              <a:buChar char="ü"/>
            </a:pPr>
            <a:r>
              <a:rPr lang="vi-VN">
                <a:latin typeface="Lato" panose="020F0502020204030203" pitchFamily="34" charset="0"/>
                <a:ea typeface="Lato" panose="020F0502020204030203" pitchFamily="34" charset="0"/>
                <a:cs typeface="Lato" panose="020F0502020204030203" pitchFamily="34" charset="0"/>
                <a:sym typeface="Anaheim"/>
              </a:rPr>
              <a:t>Ra quyết định chiến lược</a:t>
            </a:r>
            <a:endParaRPr lang="vi-VN" dirty="0">
              <a:latin typeface="Lato" panose="020F0502020204030203" pitchFamily="34" charset="0"/>
              <a:ea typeface="Lato" panose="020F0502020204030203" pitchFamily="34" charset="0"/>
              <a:cs typeface="Lato" panose="020F0502020204030203" pitchFamily="34" charset="0"/>
              <a:sym typeface="Anaheim"/>
            </a:endParaRPr>
          </a:p>
        </p:txBody>
      </p:sp>
      <p:sp>
        <p:nvSpPr>
          <p:cNvPr id="824" name="Google Shape;824;p33"/>
          <p:cNvSpPr txBox="1">
            <a:spLocks noGrp="1"/>
          </p:cNvSpPr>
          <p:nvPr>
            <p:ph type="ctrTitle" idx="2"/>
          </p:nvPr>
        </p:nvSpPr>
        <p:spPr>
          <a:xfrm>
            <a:off x="305688" y="3406140"/>
            <a:ext cx="1636983" cy="42284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1400" b="1">
                <a:latin typeface="Lato" panose="020F0502020204030203" pitchFamily="34" charset="0"/>
                <a:ea typeface="Lato" panose="020F0502020204030203" pitchFamily="34" charset="0"/>
                <a:cs typeface="Lato" panose="020F0502020204030203" pitchFamily="34" charset="0"/>
              </a:rPr>
              <a:t>MVP</a:t>
            </a:r>
            <a:endParaRPr lang="en-US" sz="1400" b="1" dirty="0">
              <a:latin typeface="Lato" panose="020F0502020204030203" pitchFamily="34" charset="0"/>
              <a:ea typeface="Lato" panose="020F0502020204030203" pitchFamily="34" charset="0"/>
              <a:cs typeface="Lato" panose="020F0502020204030203" pitchFamily="34" charset="0"/>
            </a:endParaRPr>
          </a:p>
        </p:txBody>
      </p:sp>
      <p:sp>
        <p:nvSpPr>
          <p:cNvPr id="825" name="Google Shape;825;p33"/>
          <p:cNvSpPr txBox="1">
            <a:spLocks noGrp="1"/>
          </p:cNvSpPr>
          <p:nvPr>
            <p:ph type="ctrTitle"/>
          </p:nvPr>
        </p:nvSpPr>
        <p:spPr>
          <a:xfrm>
            <a:off x="403023" y="1167408"/>
            <a:ext cx="1550932" cy="57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1400" b="1" dirty="0">
                <a:latin typeface="Lato" panose="020F0502020204030203" pitchFamily="34" charset="0"/>
                <a:ea typeface="Lato" panose="020F0502020204030203" pitchFamily="34" charset="0"/>
                <a:cs typeface="Lato" panose="020F0502020204030203" pitchFamily="34" charset="0"/>
              </a:rPr>
              <a:t>VẤN ĐỀ / MỤC ĐÍCH</a:t>
            </a:r>
            <a:r>
              <a:rPr lang="en" sz="1400" b="1" dirty="0">
                <a:latin typeface="Lato" panose="020F0502020204030203" pitchFamily="34" charset="0"/>
                <a:ea typeface="Lato" panose="020F0502020204030203" pitchFamily="34" charset="0"/>
                <a:cs typeface="Lato" panose="020F0502020204030203" pitchFamily="34" charset="0"/>
              </a:rPr>
              <a:t> </a:t>
            </a:r>
            <a:endParaRPr sz="1400" b="1" dirty="0">
              <a:latin typeface="Lato" panose="020F0502020204030203" pitchFamily="34" charset="0"/>
              <a:ea typeface="Lato" panose="020F0502020204030203" pitchFamily="34" charset="0"/>
              <a:cs typeface="Lato" panose="020F0502020204030203" pitchFamily="34" charset="0"/>
            </a:endParaRPr>
          </a:p>
        </p:txBody>
      </p:sp>
      <p:sp>
        <p:nvSpPr>
          <p:cNvPr id="826" name="Google Shape;826;p33"/>
          <p:cNvSpPr txBox="1">
            <a:spLocks noGrp="1"/>
          </p:cNvSpPr>
          <p:nvPr>
            <p:ph type="ctrTitle" idx="4"/>
          </p:nvPr>
        </p:nvSpPr>
        <p:spPr>
          <a:xfrm>
            <a:off x="4894433" y="3350750"/>
            <a:ext cx="1802209" cy="57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vi-VN" sz="1400" b="1" dirty="0">
                <a:latin typeface="Lato" panose="020F0502020204030203" pitchFamily="34" charset="0"/>
                <a:ea typeface="Lato" panose="020F0502020204030203" pitchFamily="34" charset="0"/>
                <a:cs typeface="Lato" panose="020F0502020204030203" pitchFamily="34" charset="0"/>
              </a:rPr>
              <a:t>YẾU TỐ THÀNH CÔNG</a:t>
            </a:r>
            <a:endParaRPr lang="en-US" sz="1400" b="1" dirty="0">
              <a:latin typeface="Lato" panose="020F0502020204030203" pitchFamily="34" charset="0"/>
              <a:ea typeface="Lato" panose="020F0502020204030203" pitchFamily="34" charset="0"/>
              <a:cs typeface="Lato" panose="020F0502020204030203" pitchFamily="34" charset="0"/>
            </a:endParaRPr>
          </a:p>
        </p:txBody>
      </p:sp>
      <p:sp>
        <p:nvSpPr>
          <p:cNvPr id="827" name="Google Shape;827;p33"/>
          <p:cNvSpPr txBox="1">
            <a:spLocks noGrp="1"/>
          </p:cNvSpPr>
          <p:nvPr>
            <p:ph type="subTitle" idx="3"/>
          </p:nvPr>
        </p:nvSpPr>
        <p:spPr>
          <a:xfrm>
            <a:off x="0" y="3919962"/>
            <a:ext cx="2199405" cy="1223538"/>
          </a:xfrm>
          <a:prstGeom prst="rect">
            <a:avLst/>
          </a:prstGeom>
        </p:spPr>
        <p:txBody>
          <a:bodyPr spcFirstLastPara="1" wrap="square" lIns="91425" tIns="91425" rIns="91425" bIns="91425" anchor="t" anchorCtr="0">
            <a:noAutofit/>
          </a:bodyPr>
          <a:lstStyle/>
          <a:p>
            <a:pPr marL="323850" indent="-171450" algn="l" rtl="0" fontAlgn="base">
              <a:buFont typeface="Wingdings" panose="05000000000000000000" pitchFamily="2" charset="2"/>
              <a:buChar char="ü"/>
            </a:pPr>
            <a:r>
              <a:rPr lang="vi-VN" sz="1200" b="0" i="0" u="none" strike="noStrike" dirty="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Mô hình dự đoán khách </a:t>
            </a:r>
            <a:r>
              <a:rPr lang="vi-VN" sz="1200" b="0" i="0" u="none" strike="noStrike">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hàng </a:t>
            </a:r>
            <a:r>
              <a:rPr lang="en-US">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 </a:t>
            </a:r>
            <a:r>
              <a:rPr lang="vi-VN">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c</a:t>
            </a:r>
            <a:r>
              <a:rPr lang="vi-VN" sz="1200" b="0" i="0" u="none" strike="noStrike">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ó</a:t>
            </a:r>
            <a:r>
              <a:rPr lang="en-US">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 </a:t>
            </a:r>
            <a:r>
              <a:rPr lang="vi-VN" sz="1200" b="0" i="0" u="none" strike="noStrike" dirty="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khả năng trả được nợ </a:t>
            </a:r>
            <a:r>
              <a:rPr lang="vi-VN" sz="1200" b="0" i="0" u="none" strike="noStrike">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hay không</a:t>
            </a:r>
            <a:endParaRPr lang="vi-VN" sz="1200" b="0" i="0" u="none" strike="noStrike" dirty="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endParaRPr>
          </a:p>
          <a:p>
            <a:pPr marL="323850" indent="-171450" algn="l" rtl="0" fontAlgn="base">
              <a:buFont typeface="Wingdings" panose="05000000000000000000" pitchFamily="2" charset="2"/>
              <a:buChar char="ü"/>
            </a:pPr>
            <a:r>
              <a:rPr lang="vi-VN">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Xét </a:t>
            </a:r>
            <a:r>
              <a:rPr lang="vi-VN"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duyệt mô hình</a:t>
            </a:r>
            <a:endParaRPr lang="en-US" b="0" i="0" dirty="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endParaRPr>
          </a:p>
          <a:p>
            <a:pPr marL="0" lvl="0" indent="0" algn="l" rtl="0">
              <a:spcBef>
                <a:spcPts val="0"/>
              </a:spcBef>
              <a:spcAft>
                <a:spcPts val="0"/>
              </a:spcAft>
              <a:buNone/>
            </a:pPr>
            <a:endParaRPr lang="en-US" dirty="0">
              <a:latin typeface="Lato" panose="020F0502020204030203" pitchFamily="34" charset="0"/>
              <a:ea typeface="Lato" panose="020F0502020204030203" pitchFamily="34" charset="0"/>
              <a:cs typeface="Lato" panose="020F0502020204030203" pitchFamily="34" charset="0"/>
              <a:sym typeface="Anaheim"/>
            </a:endParaRPr>
          </a:p>
        </p:txBody>
      </p:sp>
      <p:sp>
        <p:nvSpPr>
          <p:cNvPr id="828" name="Google Shape;828;p33"/>
          <p:cNvSpPr txBox="1">
            <a:spLocks noGrp="1"/>
          </p:cNvSpPr>
          <p:nvPr>
            <p:ph type="subTitle" idx="5"/>
          </p:nvPr>
        </p:nvSpPr>
        <p:spPr>
          <a:xfrm>
            <a:off x="4395033" y="3914490"/>
            <a:ext cx="2529280" cy="1229009"/>
          </a:xfrm>
          <a:prstGeom prst="rect">
            <a:avLst/>
          </a:prstGeom>
        </p:spPr>
        <p:txBody>
          <a:bodyPr spcFirstLastPara="1" wrap="square" lIns="91425" tIns="91425" rIns="91425" bIns="91425" anchor="t" anchorCtr="0">
            <a:noAutofit/>
          </a:bodyPr>
          <a:lstStyle/>
          <a:p>
            <a:pPr marL="323850" indent="-171450" algn="l" rtl="0" fontAlgn="base">
              <a:buFont typeface="Wingdings" panose="05000000000000000000" pitchFamily="2" charset="2"/>
              <a:buChar char="ü"/>
            </a:pPr>
            <a:r>
              <a:rPr lang="vi-VN"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Sensitivity cao:  88%</a:t>
            </a:r>
          </a:p>
          <a:p>
            <a:pPr marL="323850" indent="-171450" algn="l" rtl="0" fontAlgn="base">
              <a:buFont typeface="Wingdings" panose="05000000000000000000" pitchFamily="2" charset="2"/>
              <a:buChar char="ü"/>
            </a:pPr>
            <a:r>
              <a:rPr lang="vi-VN"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 Precision cao: 96%</a:t>
            </a:r>
            <a:endParaRPr lang="en-US" b="0" i="0" dirty="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endParaRPr>
          </a:p>
          <a:p>
            <a:pPr marL="323850" indent="-171450" rtl="0" fontAlgn="base">
              <a:buFont typeface="Wingdings" panose="05000000000000000000" pitchFamily="2" charset="2"/>
              <a:buChar char="ü"/>
            </a:pPr>
            <a:r>
              <a:rPr lang="vi-VN"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sym typeface="Anaheim"/>
              </a:rPr>
              <a:t>Dễ giải thích và dễ thực thi</a:t>
            </a:r>
            <a:endParaRPr dirty="0">
              <a:latin typeface="Lato" panose="020F0502020204030203" pitchFamily="34" charset="0"/>
              <a:ea typeface="Lato" panose="020F0502020204030203" pitchFamily="34" charset="0"/>
              <a:cs typeface="Lato" panose="020F0502020204030203" pitchFamily="34" charset="0"/>
              <a:sym typeface="Anaheim"/>
            </a:endParaRPr>
          </a:p>
        </p:txBody>
      </p:sp>
      <p:sp>
        <p:nvSpPr>
          <p:cNvPr id="829" name="Google Shape;829;p33"/>
          <p:cNvSpPr txBox="1">
            <a:spLocks noGrp="1"/>
          </p:cNvSpPr>
          <p:nvPr>
            <p:ph type="ctrTitle" idx="6"/>
          </p:nvPr>
        </p:nvSpPr>
        <p:spPr>
          <a:xfrm>
            <a:off x="6743902" y="1134565"/>
            <a:ext cx="1684072" cy="57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1400" b="1" dirty="0">
                <a:latin typeface="Lato" panose="020F0502020204030203" pitchFamily="34" charset="0"/>
                <a:ea typeface="Lato" panose="020F0502020204030203" pitchFamily="34" charset="0"/>
                <a:cs typeface="Lato" panose="020F0502020204030203" pitchFamily="34" charset="0"/>
              </a:rPr>
              <a:t>PHẠM VI </a:t>
            </a:r>
            <a:br>
              <a:rPr lang="vi-VN" sz="1400" b="1" dirty="0">
                <a:latin typeface="Lato" panose="020F0502020204030203" pitchFamily="34" charset="0"/>
                <a:ea typeface="Lato" panose="020F0502020204030203" pitchFamily="34" charset="0"/>
                <a:cs typeface="Lato" panose="020F0502020204030203" pitchFamily="34" charset="0"/>
              </a:rPr>
            </a:br>
            <a:r>
              <a:rPr lang="vi-VN" sz="1400" b="1" dirty="0">
                <a:latin typeface="Lato" panose="020F0502020204030203" pitchFamily="34" charset="0"/>
                <a:ea typeface="Lato" panose="020F0502020204030203" pitchFamily="34" charset="0"/>
                <a:cs typeface="Lato" panose="020F0502020204030203" pitchFamily="34" charset="0"/>
              </a:rPr>
              <a:t>DỮ LIỆU</a:t>
            </a:r>
            <a:endParaRPr sz="1400" b="1" dirty="0">
              <a:latin typeface="Lato" panose="020F0502020204030203" pitchFamily="34" charset="0"/>
              <a:ea typeface="Lato" panose="020F0502020204030203" pitchFamily="34" charset="0"/>
              <a:cs typeface="Lato" panose="020F0502020204030203" pitchFamily="34" charset="0"/>
            </a:endParaRPr>
          </a:p>
        </p:txBody>
      </p:sp>
      <p:sp>
        <p:nvSpPr>
          <p:cNvPr id="830" name="Google Shape;830;p33"/>
          <p:cNvSpPr txBox="1">
            <a:spLocks noGrp="1"/>
          </p:cNvSpPr>
          <p:nvPr>
            <p:ph type="subTitle" idx="7"/>
          </p:nvPr>
        </p:nvSpPr>
        <p:spPr>
          <a:xfrm>
            <a:off x="6343857" y="1743708"/>
            <a:ext cx="2746803" cy="974700"/>
          </a:xfrm>
          <a:prstGeom prst="rect">
            <a:avLst/>
          </a:prstGeom>
        </p:spPr>
        <p:txBody>
          <a:bodyPr spcFirstLastPara="1" wrap="square" lIns="91425" tIns="91425" rIns="91425" bIns="91425" anchor="t" anchorCtr="0">
            <a:noAutofit/>
          </a:bodyPr>
          <a:lstStyle/>
          <a:p>
            <a:pPr marL="323850" indent="-171450" algn="l" rtl="0" fontAlgn="base">
              <a:buFont typeface="Wingdings" panose="05000000000000000000" pitchFamily="2" charset="2"/>
              <a:buChar char="ü"/>
            </a:pPr>
            <a:r>
              <a:rPr lang="en-US" b="0" i="0" dirty="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Accepted_2007_to_2018Q4.csv</a:t>
            </a:r>
          </a:p>
          <a:p>
            <a:pPr marL="152400" indent="0" algn="l" rtl="0" fontAlgn="base"/>
            <a:r>
              <a:rPr lang="en-US" b="0" i="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       ( </a:t>
            </a:r>
            <a:r>
              <a:rPr lang="en-US">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2tr2+</a:t>
            </a:r>
            <a:r>
              <a:rPr lang="en-US" b="0" i="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 dòng </a:t>
            </a:r>
            <a:r>
              <a:rPr lang="en-US" b="0" i="0" dirty="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rPr>
              <a:t>dữ liệu)</a:t>
            </a:r>
          </a:p>
          <a:p>
            <a:pPr marL="152400" indent="0" algn="l" rtl="0" fontAlgn="base"/>
            <a:endParaRPr lang="en-US" b="0" i="0" dirty="0">
              <a:solidFill>
                <a:srgbClr val="000000"/>
              </a:solidFill>
              <a:effectLst/>
              <a:highlight>
                <a:srgbClr val="F5F5F5"/>
              </a:highlight>
              <a:latin typeface="Lato" panose="020F0502020204030203" pitchFamily="34" charset="0"/>
              <a:ea typeface="Lato" panose="020F0502020204030203" pitchFamily="34" charset="0"/>
              <a:cs typeface="Lato" panose="020F0502020204030203" pitchFamily="34" charset="0"/>
            </a:endParaRPr>
          </a:p>
        </p:txBody>
      </p:sp>
      <p:sp>
        <p:nvSpPr>
          <p:cNvPr id="2" name="Arrow: Chevron 1">
            <a:extLst>
              <a:ext uri="{FF2B5EF4-FFF2-40B4-BE49-F238E27FC236}">
                <a16:creationId xmlns:a16="http://schemas.microsoft.com/office/drawing/2014/main" id="{7C047162-45C3-9FC6-9A64-AEEC1B83C377}"/>
              </a:ext>
            </a:extLst>
          </p:cNvPr>
          <p:cNvSpPr/>
          <p:nvPr/>
        </p:nvSpPr>
        <p:spPr>
          <a:xfrm>
            <a:off x="136642" y="2436763"/>
            <a:ext cx="131832" cy="11941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Google Shape;2441;p41">
            <a:extLst>
              <a:ext uri="{FF2B5EF4-FFF2-40B4-BE49-F238E27FC236}">
                <a16:creationId xmlns:a16="http://schemas.microsoft.com/office/drawing/2014/main" id="{FD75121A-34EC-31B2-CC25-5AE552195EC2}"/>
              </a:ext>
            </a:extLst>
          </p:cNvPr>
          <p:cNvSpPr txBox="1">
            <a:spLocks/>
          </p:cNvSpPr>
          <p:nvPr/>
        </p:nvSpPr>
        <p:spPr>
          <a:xfrm>
            <a:off x="-8158981" y="2823122"/>
            <a:ext cx="1827900" cy="1671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000"/>
              <a:buFont typeface="Abel"/>
              <a:buNone/>
              <a:defRPr sz="1200" b="0" i="0" u="none" strike="noStrike" cap="none">
                <a:solidFill>
                  <a:srgbClr val="434343"/>
                </a:solidFill>
                <a:latin typeface="Abel"/>
                <a:ea typeface="Abel"/>
                <a:cs typeface="Abel"/>
                <a:sym typeface="Abel"/>
              </a:defRPr>
            </a:lvl1pPr>
            <a:lvl2pPr marL="914400" marR="0" lvl="1"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2pPr>
            <a:lvl3pPr marL="1371600" marR="0" lvl="2"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3pPr>
            <a:lvl4pPr marL="1828800" marR="0" lvl="3"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4pPr>
            <a:lvl5pPr marL="2286000" marR="0" lvl="4"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5pPr>
            <a:lvl6pPr marL="2743200" marR="0" lvl="5"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6pPr>
            <a:lvl7pPr marL="3200400" marR="0" lvl="6"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7pPr>
            <a:lvl8pPr marL="3657600" marR="0" lvl="7"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8pPr>
            <a:lvl9pPr marL="4114800" marR="0" lvl="8"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9pPr>
          </a:lstStyle>
          <a:p>
            <a:pPr marL="0" indent="0" algn="ctr"/>
            <a:r>
              <a:rPr lang="vi-VN">
                <a:latin typeface="+mn-lt"/>
              </a:rPr>
              <a:t>Đăng ký khoản vay từ 1.000 đến 40.000 USD, được thẩm định và nhận tiền sau khi được chấp nhận, trả lại khoản vay trong ba năm với lãi suất cố định.</a:t>
            </a:r>
            <a:endParaRPr lang="en-US" dirty="0">
              <a:latin typeface="+mn-lt"/>
            </a:endParaRPr>
          </a:p>
        </p:txBody>
      </p:sp>
      <p:sp>
        <p:nvSpPr>
          <p:cNvPr id="4" name="Google Shape;2443;p41">
            <a:extLst>
              <a:ext uri="{FF2B5EF4-FFF2-40B4-BE49-F238E27FC236}">
                <a16:creationId xmlns:a16="http://schemas.microsoft.com/office/drawing/2014/main" id="{2CFF4B4E-80A0-D544-937E-A4648C2E8EBE}"/>
              </a:ext>
            </a:extLst>
          </p:cNvPr>
          <p:cNvSpPr txBox="1">
            <a:spLocks/>
          </p:cNvSpPr>
          <p:nvPr/>
        </p:nvSpPr>
        <p:spPr>
          <a:xfrm>
            <a:off x="-7948317" y="1477434"/>
            <a:ext cx="1429500" cy="792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1600"/>
              <a:buFont typeface="Staatliches"/>
              <a:buNone/>
              <a:defRPr sz="1600" b="0" i="0" u="none" strike="noStrike" cap="none">
                <a:solidFill>
                  <a:srgbClr val="434343"/>
                </a:solidFill>
                <a:latin typeface="Staatliches"/>
                <a:ea typeface="Staatliches"/>
                <a:cs typeface="Staatliches"/>
                <a:sym typeface="Staatliches"/>
              </a:defRPr>
            </a:lvl1pPr>
            <a:lvl2pPr marR="0" lvl="1"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2pPr>
            <a:lvl3pPr marR="0" lvl="2"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3pPr>
            <a:lvl4pPr marR="0" lvl="3"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4pPr>
            <a:lvl5pPr marR="0" lvl="4"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5pPr>
            <a:lvl6pPr marR="0" lvl="5"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6pPr>
            <a:lvl7pPr marR="0" lvl="6"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7pPr>
            <a:lvl8pPr marR="0" lvl="7"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8pPr>
            <a:lvl9pPr marR="0" lvl="8"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9pPr>
          </a:lstStyle>
          <a:p>
            <a:pPr algn="ctr"/>
            <a:r>
              <a:rPr lang="vi-VN" sz="2400">
                <a:latin typeface="+mn-lt"/>
              </a:rPr>
              <a:t>NGƯỜI VAY</a:t>
            </a:r>
            <a:endParaRPr lang="vi-VN" sz="2400" dirty="0">
              <a:latin typeface="+mn-lt"/>
            </a:endParaRPr>
          </a:p>
        </p:txBody>
      </p:sp>
      <p:cxnSp>
        <p:nvCxnSpPr>
          <p:cNvPr id="5" name="Google Shape;2444;p41">
            <a:extLst>
              <a:ext uri="{FF2B5EF4-FFF2-40B4-BE49-F238E27FC236}">
                <a16:creationId xmlns:a16="http://schemas.microsoft.com/office/drawing/2014/main" id="{5472EB9B-FF6A-74D3-85A8-E2368A714B29}"/>
              </a:ext>
            </a:extLst>
          </p:cNvPr>
          <p:cNvCxnSpPr>
            <a:stCxn id="4" idx="2"/>
          </p:cNvCxnSpPr>
          <p:nvPr/>
        </p:nvCxnSpPr>
        <p:spPr>
          <a:xfrm>
            <a:off x="-7233567" y="2270334"/>
            <a:ext cx="0" cy="261900"/>
          </a:xfrm>
          <a:prstGeom prst="straightConnector1">
            <a:avLst/>
          </a:prstGeom>
          <a:noFill/>
          <a:ln w="9525" cap="flat" cmpd="sng">
            <a:solidFill>
              <a:srgbClr val="434343"/>
            </a:solidFill>
            <a:prstDash val="solid"/>
            <a:round/>
            <a:headEnd type="none" w="med" len="med"/>
            <a:tailEnd type="none" w="med" len="med"/>
          </a:ln>
        </p:spPr>
      </p:cxnSp>
      <p:sp>
        <p:nvSpPr>
          <p:cNvPr id="6" name="Google Shape;2445;p41">
            <a:extLst>
              <a:ext uri="{FF2B5EF4-FFF2-40B4-BE49-F238E27FC236}">
                <a16:creationId xmlns:a16="http://schemas.microsoft.com/office/drawing/2014/main" id="{3807C732-76E7-5D7E-22A0-5FA36B57875E}"/>
              </a:ext>
            </a:extLst>
          </p:cNvPr>
          <p:cNvSpPr/>
          <p:nvPr/>
        </p:nvSpPr>
        <p:spPr>
          <a:xfrm>
            <a:off x="-3350817" y="5634352"/>
            <a:ext cx="1996500" cy="1928700"/>
          </a:xfrm>
          <a:prstGeom prst="roundRect">
            <a:avLst>
              <a:gd name="adj" fmla="val 4313"/>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7" name="Google Shape;2446;p41">
            <a:extLst>
              <a:ext uri="{FF2B5EF4-FFF2-40B4-BE49-F238E27FC236}">
                <a16:creationId xmlns:a16="http://schemas.microsoft.com/office/drawing/2014/main" id="{992DDFDE-B130-E8BF-4F4E-90D810427495}"/>
              </a:ext>
            </a:extLst>
          </p:cNvPr>
          <p:cNvSpPr/>
          <p:nvPr/>
        </p:nvSpPr>
        <p:spPr>
          <a:xfrm>
            <a:off x="-3267692" y="5531879"/>
            <a:ext cx="1996500" cy="1928700"/>
          </a:xfrm>
          <a:prstGeom prst="roundRect">
            <a:avLst>
              <a:gd name="adj" fmla="val 4313"/>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cxnSp>
        <p:nvCxnSpPr>
          <p:cNvPr id="8" name="Google Shape;2447;p41">
            <a:extLst>
              <a:ext uri="{FF2B5EF4-FFF2-40B4-BE49-F238E27FC236}">
                <a16:creationId xmlns:a16="http://schemas.microsoft.com/office/drawing/2014/main" id="{98D56E42-5658-5D29-C3D6-6BB0F9C6DE3E}"/>
              </a:ext>
            </a:extLst>
          </p:cNvPr>
          <p:cNvCxnSpPr>
            <a:endCxn id="7" idx="0"/>
          </p:cNvCxnSpPr>
          <p:nvPr/>
        </p:nvCxnSpPr>
        <p:spPr>
          <a:xfrm>
            <a:off x="-2269442" y="5269979"/>
            <a:ext cx="0" cy="261900"/>
          </a:xfrm>
          <a:prstGeom prst="straightConnector1">
            <a:avLst/>
          </a:prstGeom>
          <a:noFill/>
          <a:ln w="9525" cap="flat" cmpd="sng">
            <a:solidFill>
              <a:srgbClr val="434343"/>
            </a:solidFill>
            <a:prstDash val="solid"/>
            <a:round/>
            <a:headEnd type="none" w="med" len="med"/>
            <a:tailEnd type="none" w="med" len="med"/>
          </a:ln>
        </p:spPr>
      </p:cxnSp>
      <p:sp>
        <p:nvSpPr>
          <p:cNvPr id="9" name="Google Shape;2449;p41">
            <a:extLst>
              <a:ext uri="{FF2B5EF4-FFF2-40B4-BE49-F238E27FC236}">
                <a16:creationId xmlns:a16="http://schemas.microsoft.com/office/drawing/2014/main" id="{71D5D379-5C82-1657-30F7-61583165A6EE}"/>
              </a:ext>
            </a:extLst>
          </p:cNvPr>
          <p:cNvSpPr/>
          <p:nvPr/>
        </p:nvSpPr>
        <p:spPr>
          <a:xfrm>
            <a:off x="11732743" y="2041273"/>
            <a:ext cx="1996500" cy="1928700"/>
          </a:xfrm>
          <a:prstGeom prst="roundRect">
            <a:avLst>
              <a:gd name="adj" fmla="val 4313"/>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10" name="Google Shape;2450;p41">
            <a:extLst>
              <a:ext uri="{FF2B5EF4-FFF2-40B4-BE49-F238E27FC236}">
                <a16:creationId xmlns:a16="http://schemas.microsoft.com/office/drawing/2014/main" id="{A1214198-8A5A-7201-FF29-1CE0D597133C}"/>
              </a:ext>
            </a:extLst>
          </p:cNvPr>
          <p:cNvSpPr/>
          <p:nvPr/>
        </p:nvSpPr>
        <p:spPr>
          <a:xfrm>
            <a:off x="11815868" y="1938800"/>
            <a:ext cx="1996500" cy="1928700"/>
          </a:xfrm>
          <a:prstGeom prst="roundRect">
            <a:avLst>
              <a:gd name="adj" fmla="val 4313"/>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cxnSp>
        <p:nvCxnSpPr>
          <p:cNvPr id="11" name="Google Shape;2451;p41">
            <a:extLst>
              <a:ext uri="{FF2B5EF4-FFF2-40B4-BE49-F238E27FC236}">
                <a16:creationId xmlns:a16="http://schemas.microsoft.com/office/drawing/2014/main" id="{5CF255BF-5F71-690A-AB2C-6C0F70BC34BC}"/>
              </a:ext>
            </a:extLst>
          </p:cNvPr>
          <p:cNvCxnSpPr>
            <a:endCxn id="10" idx="0"/>
          </p:cNvCxnSpPr>
          <p:nvPr/>
        </p:nvCxnSpPr>
        <p:spPr>
          <a:xfrm>
            <a:off x="12814118" y="1676900"/>
            <a:ext cx="0" cy="261900"/>
          </a:xfrm>
          <a:prstGeom prst="straightConnector1">
            <a:avLst/>
          </a:prstGeom>
          <a:noFill/>
          <a:ln w="9525" cap="flat" cmpd="sng">
            <a:solidFill>
              <a:srgbClr val="434343"/>
            </a:solidFill>
            <a:prstDash val="solid"/>
            <a:round/>
            <a:headEnd type="none" w="med" len="med"/>
            <a:tailEnd type="none" w="med" len="med"/>
          </a:ln>
        </p:spPr>
      </p:cxnSp>
      <p:sp>
        <p:nvSpPr>
          <p:cNvPr id="12" name="Google Shape;2453;p41">
            <a:extLst>
              <a:ext uri="{FF2B5EF4-FFF2-40B4-BE49-F238E27FC236}">
                <a16:creationId xmlns:a16="http://schemas.microsoft.com/office/drawing/2014/main" id="{774717BB-9CE1-AFC9-C40F-CF315C814106}"/>
              </a:ext>
            </a:extLst>
          </p:cNvPr>
          <p:cNvSpPr txBox="1">
            <a:spLocks/>
          </p:cNvSpPr>
          <p:nvPr/>
        </p:nvSpPr>
        <p:spPr>
          <a:xfrm>
            <a:off x="-2980791" y="4477204"/>
            <a:ext cx="1429500" cy="792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1600"/>
              <a:buFont typeface="Staatliches"/>
              <a:buNone/>
              <a:defRPr sz="1600" b="0" i="0" u="none" strike="noStrike" cap="none">
                <a:solidFill>
                  <a:srgbClr val="434343"/>
                </a:solidFill>
                <a:latin typeface="Staatliches"/>
                <a:ea typeface="Staatliches"/>
                <a:cs typeface="Staatliches"/>
                <a:sym typeface="Staatliches"/>
              </a:defRPr>
            </a:lvl1pPr>
            <a:lvl2pPr marR="0" lvl="1"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2pPr>
            <a:lvl3pPr marR="0" lvl="2"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3pPr>
            <a:lvl4pPr marR="0" lvl="3"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4pPr>
            <a:lvl5pPr marR="0" lvl="4"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5pPr>
            <a:lvl6pPr marR="0" lvl="5"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6pPr>
            <a:lvl7pPr marR="0" lvl="6"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7pPr>
            <a:lvl8pPr marR="0" lvl="7"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8pPr>
            <a:lvl9pPr marR="0" lvl="8"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9pPr>
          </a:lstStyle>
          <a:p>
            <a:pPr algn="ctr"/>
            <a:r>
              <a:rPr lang="vi-VN" sz="2400">
                <a:latin typeface="+mn-lt"/>
              </a:rPr>
              <a:t>NHÀ ĐẦU TƯ</a:t>
            </a:r>
            <a:endParaRPr lang="vi-VN" sz="2400" dirty="0">
              <a:latin typeface="+mn-lt"/>
            </a:endParaRPr>
          </a:p>
        </p:txBody>
      </p:sp>
      <p:sp>
        <p:nvSpPr>
          <p:cNvPr id="13" name="Google Shape;2454;p41">
            <a:extLst>
              <a:ext uri="{FF2B5EF4-FFF2-40B4-BE49-F238E27FC236}">
                <a16:creationId xmlns:a16="http://schemas.microsoft.com/office/drawing/2014/main" id="{B355CEF1-3534-5D7A-79D7-8933D1AB23E8}"/>
              </a:ext>
            </a:extLst>
          </p:cNvPr>
          <p:cNvSpPr txBox="1">
            <a:spLocks/>
          </p:cNvSpPr>
          <p:nvPr/>
        </p:nvSpPr>
        <p:spPr>
          <a:xfrm>
            <a:off x="-3216081" y="5822892"/>
            <a:ext cx="1827900" cy="1671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72000" lvl="0" indent="-304800" algn="l" rtl="0">
              <a:lnSpc>
                <a:spcPct val="100000"/>
              </a:lnSpc>
              <a:spcBef>
                <a:spcPts val="0"/>
              </a:spcBef>
              <a:spcAft>
                <a:spcPts val="0"/>
              </a:spcAft>
              <a:buClr>
                <a:srgbClr val="434343"/>
              </a:buClr>
              <a:buSzPts val="1000"/>
              <a:buFont typeface="Abel"/>
              <a:buNone/>
              <a:defRPr sz="1200" b="0" i="0" u="none" strike="noStrike" cap="none">
                <a:solidFill>
                  <a:srgbClr val="434343"/>
                </a:solidFill>
                <a:latin typeface="Abel"/>
                <a:ea typeface="Abel"/>
                <a:cs typeface="Abel"/>
                <a:sym typeface="Abel"/>
              </a:defRPr>
            </a:lvl1pPr>
            <a:lvl2pPr marL="914400" marR="0" lvl="1"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2pPr>
            <a:lvl3pPr marL="1371600" marR="0" lvl="2"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3pPr>
            <a:lvl4pPr marL="1828800" marR="0" lvl="3"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4pPr>
            <a:lvl5pPr marL="2286000" marR="0" lvl="4"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5pPr>
            <a:lvl6pPr marL="2743200" marR="0" lvl="5"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6pPr>
            <a:lvl7pPr marL="3200400" marR="0" lvl="6"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7pPr>
            <a:lvl8pPr marL="3657600" marR="0" lvl="7"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8pPr>
            <a:lvl9pPr marL="4114800" marR="0" lvl="8"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9pPr>
          </a:lstStyle>
          <a:p>
            <a:pPr marL="0" indent="0" algn="ctr"/>
            <a:r>
              <a:rPr lang="vi-VN">
                <a:latin typeface="+mn-lt"/>
              </a:rPr>
              <a:t>Chọn khoản vay để đầu tư dựa trên thông tin người vay, nhận lãi suất từ khoản đầu tư.</a:t>
            </a:r>
            <a:endParaRPr lang="en-US" dirty="0">
              <a:latin typeface="+mn-lt"/>
            </a:endParaRPr>
          </a:p>
        </p:txBody>
      </p:sp>
      <p:sp>
        <p:nvSpPr>
          <p:cNvPr id="14" name="Google Shape;2455;p41">
            <a:extLst>
              <a:ext uri="{FF2B5EF4-FFF2-40B4-BE49-F238E27FC236}">
                <a16:creationId xmlns:a16="http://schemas.microsoft.com/office/drawing/2014/main" id="{47A0354F-06FA-B03D-209D-FAE843F23803}"/>
              </a:ext>
            </a:extLst>
          </p:cNvPr>
          <p:cNvSpPr txBox="1">
            <a:spLocks/>
          </p:cNvSpPr>
          <p:nvPr/>
        </p:nvSpPr>
        <p:spPr>
          <a:xfrm>
            <a:off x="12093702" y="884125"/>
            <a:ext cx="1429500" cy="792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1600"/>
              <a:buFont typeface="Staatliches"/>
              <a:buNone/>
              <a:defRPr sz="1600" b="0" i="0" u="none" strike="noStrike" cap="none">
                <a:solidFill>
                  <a:srgbClr val="434343"/>
                </a:solidFill>
                <a:latin typeface="Staatliches"/>
                <a:ea typeface="Staatliches"/>
                <a:cs typeface="Staatliches"/>
                <a:sym typeface="Staatliches"/>
              </a:defRPr>
            </a:lvl1pPr>
            <a:lvl2pPr marR="0" lvl="1"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2pPr>
            <a:lvl3pPr marR="0" lvl="2"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3pPr>
            <a:lvl4pPr marR="0" lvl="3"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4pPr>
            <a:lvl5pPr marR="0" lvl="4"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5pPr>
            <a:lvl6pPr marR="0" lvl="5"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6pPr>
            <a:lvl7pPr marR="0" lvl="6"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7pPr>
            <a:lvl8pPr marR="0" lvl="7"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8pPr>
            <a:lvl9pPr marR="0" lvl="8"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9pPr>
          </a:lstStyle>
          <a:p>
            <a:pPr algn="ctr"/>
            <a:r>
              <a:rPr lang="en-US" sz="2400">
                <a:latin typeface="+mn-lt"/>
              </a:rPr>
              <a:t>Lending</a:t>
            </a:r>
            <a:br>
              <a:rPr lang="vi-VN" sz="2400">
                <a:latin typeface="+mn-lt"/>
              </a:rPr>
            </a:br>
            <a:r>
              <a:rPr lang="en-US" sz="2400">
                <a:latin typeface="+mn-lt"/>
              </a:rPr>
              <a:t>Club</a:t>
            </a:r>
            <a:endParaRPr lang="en-US" sz="2400" dirty="0">
              <a:latin typeface="+mn-lt"/>
            </a:endParaRPr>
          </a:p>
        </p:txBody>
      </p:sp>
      <p:sp>
        <p:nvSpPr>
          <p:cNvPr id="15" name="Google Shape;2456;p41">
            <a:extLst>
              <a:ext uri="{FF2B5EF4-FFF2-40B4-BE49-F238E27FC236}">
                <a16:creationId xmlns:a16="http://schemas.microsoft.com/office/drawing/2014/main" id="{3450BB6D-A9A3-402D-453B-02C5DDD0C2CC}"/>
              </a:ext>
            </a:extLst>
          </p:cNvPr>
          <p:cNvSpPr txBox="1">
            <a:spLocks/>
          </p:cNvSpPr>
          <p:nvPr/>
        </p:nvSpPr>
        <p:spPr>
          <a:xfrm>
            <a:off x="11872704" y="2229813"/>
            <a:ext cx="1827900" cy="1671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000"/>
              <a:buFont typeface="Abel"/>
              <a:buNone/>
              <a:defRPr sz="1200" b="0" i="0" u="none" strike="noStrike" cap="none">
                <a:solidFill>
                  <a:srgbClr val="434343"/>
                </a:solidFill>
                <a:latin typeface="Abel"/>
                <a:ea typeface="Abel"/>
                <a:cs typeface="Abel"/>
                <a:sym typeface="Abel"/>
              </a:defRPr>
            </a:lvl1pPr>
            <a:lvl2pPr marL="914400" marR="0" lvl="1"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2pPr>
            <a:lvl3pPr marL="1371600" marR="0" lvl="2"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3pPr>
            <a:lvl4pPr marL="1828800" marR="0" lvl="3"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4pPr>
            <a:lvl5pPr marL="2286000" marR="0" lvl="4"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5pPr>
            <a:lvl6pPr marL="2743200" marR="0" lvl="5"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6pPr>
            <a:lvl7pPr marL="3200400" marR="0" lvl="6"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7pPr>
            <a:lvl8pPr marL="3657600" marR="0" lvl="7"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8pPr>
            <a:lvl9pPr marL="4114800" marR="0" lvl="8"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9pPr>
          </a:lstStyle>
          <a:p>
            <a:pPr marL="0" indent="0" algn="ctr"/>
            <a:r>
              <a:rPr lang="vi-VN">
                <a:latin typeface="+mn-lt"/>
              </a:rPr>
              <a:t>Thu phí khởi tạo từ người vay và phí dịch vụ từ nhà đầu tư, quản lý các khoản vay và phân phối thanh toán cho nhà đầu tư.</a:t>
            </a:r>
            <a:endParaRPr lang="en-US" dirty="0">
              <a:latin typeface="+mn-lt"/>
            </a:endParaRPr>
          </a:p>
        </p:txBody>
      </p:sp>
      <p:sp>
        <p:nvSpPr>
          <p:cNvPr id="16" name="Google Shape;2457;p41">
            <a:extLst>
              <a:ext uri="{FF2B5EF4-FFF2-40B4-BE49-F238E27FC236}">
                <a16:creationId xmlns:a16="http://schemas.microsoft.com/office/drawing/2014/main" id="{1D5B3490-0C80-0259-E92A-D6906EC329E1}"/>
              </a:ext>
            </a:extLst>
          </p:cNvPr>
          <p:cNvSpPr txBox="1">
            <a:spLocks/>
          </p:cNvSpPr>
          <p:nvPr/>
        </p:nvSpPr>
        <p:spPr>
          <a:xfrm>
            <a:off x="10668368" y="-240600"/>
            <a:ext cx="3194700"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1600"/>
              <a:buFont typeface="Staatliches"/>
              <a:buNone/>
              <a:defRPr sz="1600" b="0" i="0" u="none" strike="noStrike" cap="none">
                <a:solidFill>
                  <a:srgbClr val="434343"/>
                </a:solidFill>
                <a:latin typeface="Staatliches"/>
                <a:ea typeface="Staatliches"/>
                <a:cs typeface="Staatliches"/>
                <a:sym typeface="Staatliches"/>
              </a:defRPr>
            </a:lvl1pPr>
            <a:lvl2pPr marR="0" lvl="1"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2pPr>
            <a:lvl3pPr marR="0" lvl="2"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3pPr>
            <a:lvl4pPr marR="0" lvl="3"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4pPr>
            <a:lvl5pPr marR="0" lvl="4"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5pPr>
            <a:lvl6pPr marR="0" lvl="5"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6pPr>
            <a:lvl7pPr marR="0" lvl="6"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7pPr>
            <a:lvl8pPr marR="0" lvl="7"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8pPr>
            <a:lvl9pPr marR="0" lvl="8"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9pPr>
          </a:lstStyle>
          <a:p>
            <a:pPr algn="r"/>
            <a:r>
              <a:rPr lang="vi-VN">
                <a:latin typeface="+mn-lt"/>
              </a:rPr>
              <a:t>Cách HOẠT ĐỘNG CỦA CÔNG TY</a:t>
            </a:r>
            <a:endParaRPr lang="vi-VN" dirty="0">
              <a:latin typeface="+mn-lt"/>
            </a:endParaRPr>
          </a:p>
        </p:txBody>
      </p:sp>
      <p:grpSp>
        <p:nvGrpSpPr>
          <p:cNvPr id="32" name="Group 31">
            <a:extLst>
              <a:ext uri="{FF2B5EF4-FFF2-40B4-BE49-F238E27FC236}">
                <a16:creationId xmlns:a16="http://schemas.microsoft.com/office/drawing/2014/main" id="{A3B22E1A-2028-0B20-2904-461ADFB08253}"/>
              </a:ext>
            </a:extLst>
          </p:cNvPr>
          <p:cNvGrpSpPr/>
          <p:nvPr/>
        </p:nvGrpSpPr>
        <p:grpSpPr>
          <a:xfrm>
            <a:off x="2479519" y="3281002"/>
            <a:ext cx="2301950" cy="1686079"/>
            <a:chOff x="3509190" y="1065518"/>
            <a:chExt cx="2301950" cy="1686079"/>
          </a:xfrm>
        </p:grpSpPr>
        <p:grpSp>
          <p:nvGrpSpPr>
            <p:cNvPr id="21" name="Google Shape;817;p33">
              <a:extLst>
                <a:ext uri="{FF2B5EF4-FFF2-40B4-BE49-F238E27FC236}">
                  <a16:creationId xmlns:a16="http://schemas.microsoft.com/office/drawing/2014/main" id="{562C834A-CE80-E807-3BA3-408DD8489522}"/>
                </a:ext>
              </a:extLst>
            </p:cNvPr>
            <p:cNvGrpSpPr/>
            <p:nvPr/>
          </p:nvGrpSpPr>
          <p:grpSpPr>
            <a:xfrm>
              <a:off x="3509190" y="1078868"/>
              <a:ext cx="1989549" cy="713693"/>
              <a:chOff x="1575694" y="930575"/>
              <a:chExt cx="1989549" cy="713693"/>
            </a:xfrm>
          </p:grpSpPr>
          <p:sp>
            <p:nvSpPr>
              <p:cNvPr id="22" name="Google Shape;818;p33">
                <a:extLst>
                  <a:ext uri="{FF2B5EF4-FFF2-40B4-BE49-F238E27FC236}">
                    <a16:creationId xmlns:a16="http://schemas.microsoft.com/office/drawing/2014/main" id="{51DCE224-6B7E-D859-233E-8773BCF09616}"/>
                  </a:ext>
                </a:extLst>
              </p:cNvPr>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23" name="Google Shape;819;p33">
                <a:extLst>
                  <a:ext uri="{FF2B5EF4-FFF2-40B4-BE49-F238E27FC236}">
                    <a16:creationId xmlns:a16="http://schemas.microsoft.com/office/drawing/2014/main" id="{63B86A13-F4CD-71C3-8FBB-B64AF902D654}"/>
                  </a:ext>
                </a:extLst>
              </p:cNvPr>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grpSp>
        <p:sp>
          <p:nvSpPr>
            <p:cNvPr id="24" name="Google Shape;829;p33">
              <a:extLst>
                <a:ext uri="{FF2B5EF4-FFF2-40B4-BE49-F238E27FC236}">
                  <a16:creationId xmlns:a16="http://schemas.microsoft.com/office/drawing/2014/main" id="{1C91092B-6A32-28A4-4557-03DDACC5F139}"/>
                </a:ext>
              </a:extLst>
            </p:cNvPr>
            <p:cNvSpPr txBox="1">
              <a:spLocks/>
            </p:cNvSpPr>
            <p:nvPr/>
          </p:nvSpPr>
          <p:spPr>
            <a:xfrm>
              <a:off x="3641704" y="1065518"/>
              <a:ext cx="1684072" cy="576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1600"/>
                <a:buFont typeface="Staatliches"/>
                <a:buNone/>
                <a:defRPr sz="1600" b="0" i="0" u="none" strike="noStrike" cap="none">
                  <a:solidFill>
                    <a:srgbClr val="434343"/>
                  </a:solidFill>
                  <a:latin typeface="Staatliches"/>
                  <a:ea typeface="Staatliches"/>
                  <a:cs typeface="Staatliches"/>
                  <a:sym typeface="Staatliches"/>
                </a:defRPr>
              </a:lvl1pPr>
              <a:lvl2pPr marR="0" lvl="1"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2pPr>
              <a:lvl3pPr marR="0" lvl="2"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3pPr>
              <a:lvl4pPr marR="0" lvl="3"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4pPr>
              <a:lvl5pPr marR="0" lvl="4"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5pPr>
              <a:lvl6pPr marR="0" lvl="5"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6pPr>
              <a:lvl7pPr marR="0" lvl="6"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7pPr>
              <a:lvl8pPr marR="0" lvl="7"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8pPr>
              <a:lvl9pPr marR="0" lvl="8"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9pPr>
            </a:lstStyle>
            <a:p>
              <a:pPr algn="ctr"/>
              <a:r>
                <a:rPr lang="vi-VN" sz="1400" b="1" dirty="0">
                  <a:latin typeface="Lato" panose="020F0502020204030203" pitchFamily="34" charset="0"/>
                  <a:ea typeface="Lato" panose="020F0502020204030203" pitchFamily="34" charset="0"/>
                  <a:cs typeface="Lato" panose="020F0502020204030203" pitchFamily="34" charset="0"/>
                </a:rPr>
                <a:t>ĐỐI TƯỢNG</a:t>
              </a:r>
              <a:endParaRPr lang="en-US" sz="1400" b="1" dirty="0">
                <a:latin typeface="Lato" panose="020F0502020204030203"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36DED410-FA6C-F46A-6F81-5536ED7ED074}"/>
                </a:ext>
              </a:extLst>
            </p:cNvPr>
            <p:cNvSpPr txBox="1"/>
            <p:nvPr/>
          </p:nvSpPr>
          <p:spPr>
            <a:xfrm>
              <a:off x="3509190" y="1797490"/>
              <a:ext cx="2301950" cy="954107"/>
            </a:xfrm>
            <a:prstGeom prst="rect">
              <a:avLst/>
            </a:prstGeom>
            <a:noFill/>
          </p:spPr>
          <p:txBody>
            <a:bodyPr wrap="square" rtlCol="0">
              <a:spAutoFit/>
            </a:bodyPr>
            <a:lstStyle/>
            <a:p>
              <a:pPr marL="171450" indent="-171450">
                <a:buFont typeface="Wingdings" panose="05000000000000000000" pitchFamily="2" charset="2"/>
                <a:buChar char="ü"/>
              </a:pPr>
              <a:r>
                <a:rPr lang="vi-VN" sz="1200">
                  <a:latin typeface="Lato" panose="020F0502020204030203" pitchFamily="34" charset="0"/>
                  <a:ea typeface="Lato" panose="020F0502020204030203" pitchFamily="34" charset="0"/>
                  <a:cs typeface="Lato" panose="020F0502020204030203" pitchFamily="34" charset="0"/>
                </a:rPr>
                <a:t>Các </a:t>
              </a:r>
              <a:r>
                <a:rPr lang="vi-VN" sz="1200" dirty="0">
                  <a:latin typeface="Lato" panose="020F0502020204030203" pitchFamily="34" charset="0"/>
                  <a:ea typeface="Lato" panose="020F0502020204030203" pitchFamily="34" charset="0"/>
                  <a:cs typeface="Lato" panose="020F0502020204030203" pitchFamily="34" charset="0"/>
                </a:rPr>
                <a:t>tổ chức tín dụng</a:t>
              </a:r>
            </a:p>
            <a:p>
              <a:endParaRPr lang="vi-VN" dirty="0">
                <a:latin typeface="Lato" panose="020F0502020204030203" pitchFamily="34" charset="0"/>
                <a:ea typeface="Lato" panose="020F0502020204030203" pitchFamily="34" charset="0"/>
                <a:cs typeface="Lato" panose="020F0502020204030203" pitchFamily="34" charset="0"/>
              </a:endParaRPr>
            </a:p>
            <a:p>
              <a:endParaRPr lang="vi-VN" dirty="0">
                <a:latin typeface="Lato" panose="020F0502020204030203" pitchFamily="34" charset="0"/>
                <a:ea typeface="Lato" panose="020F0502020204030203" pitchFamily="34" charset="0"/>
                <a:cs typeface="Lato" panose="020F0502020204030203" pitchFamily="34" charset="0"/>
              </a:endParaRPr>
            </a:p>
            <a:p>
              <a:endParaRPr lang="en-US" dirty="0">
                <a:latin typeface="Lato" panose="020F0502020204030203" pitchFamily="34" charset="0"/>
                <a:ea typeface="Lato" panose="020F0502020204030203" pitchFamily="34" charset="0"/>
                <a:cs typeface="Lato" panose="020F0502020204030203" pitchFamily="34" charset="0"/>
              </a:endParaRPr>
            </a:p>
          </p:txBody>
        </p:sp>
      </p:grpSp>
      <p:grpSp>
        <p:nvGrpSpPr>
          <p:cNvPr id="33" name="Group 32">
            <a:extLst>
              <a:ext uri="{FF2B5EF4-FFF2-40B4-BE49-F238E27FC236}">
                <a16:creationId xmlns:a16="http://schemas.microsoft.com/office/drawing/2014/main" id="{ADC7434B-FCFE-5461-EA6F-EE25611C5321}"/>
              </a:ext>
            </a:extLst>
          </p:cNvPr>
          <p:cNvGrpSpPr/>
          <p:nvPr/>
        </p:nvGrpSpPr>
        <p:grpSpPr>
          <a:xfrm>
            <a:off x="3337313" y="1093766"/>
            <a:ext cx="2299766" cy="2098688"/>
            <a:chOff x="2452360" y="3256280"/>
            <a:chExt cx="2299766" cy="2098688"/>
          </a:xfrm>
        </p:grpSpPr>
        <p:grpSp>
          <p:nvGrpSpPr>
            <p:cNvPr id="28" name="Google Shape;817;p33">
              <a:extLst>
                <a:ext uri="{FF2B5EF4-FFF2-40B4-BE49-F238E27FC236}">
                  <a16:creationId xmlns:a16="http://schemas.microsoft.com/office/drawing/2014/main" id="{4D34AA49-97C3-8391-4299-B9C58A38D0A6}"/>
                </a:ext>
              </a:extLst>
            </p:cNvPr>
            <p:cNvGrpSpPr/>
            <p:nvPr/>
          </p:nvGrpSpPr>
          <p:grpSpPr>
            <a:xfrm>
              <a:off x="2452360" y="3256280"/>
              <a:ext cx="1896262" cy="713693"/>
              <a:chOff x="1575694" y="930575"/>
              <a:chExt cx="1989549" cy="713693"/>
            </a:xfrm>
          </p:grpSpPr>
          <p:sp>
            <p:nvSpPr>
              <p:cNvPr id="29" name="Google Shape;818;p33">
                <a:extLst>
                  <a:ext uri="{FF2B5EF4-FFF2-40B4-BE49-F238E27FC236}">
                    <a16:creationId xmlns:a16="http://schemas.microsoft.com/office/drawing/2014/main" id="{0BEC9DE4-227B-F48E-BF45-EB3AD2FC83BB}"/>
                  </a:ext>
                </a:extLst>
              </p:cNvPr>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30" name="Google Shape;819;p33">
                <a:extLst>
                  <a:ext uri="{FF2B5EF4-FFF2-40B4-BE49-F238E27FC236}">
                    <a16:creationId xmlns:a16="http://schemas.microsoft.com/office/drawing/2014/main" id="{504646EE-CF4E-7B35-B92C-BEF928C5B8FE}"/>
                  </a:ext>
                </a:extLst>
              </p:cNvPr>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grpSp>
        <p:sp>
          <p:nvSpPr>
            <p:cNvPr id="31" name="Google Shape;829;p33">
              <a:extLst>
                <a:ext uri="{FF2B5EF4-FFF2-40B4-BE49-F238E27FC236}">
                  <a16:creationId xmlns:a16="http://schemas.microsoft.com/office/drawing/2014/main" id="{95445603-505E-351D-B9C5-95D6CD741896}"/>
                </a:ext>
              </a:extLst>
            </p:cNvPr>
            <p:cNvSpPr txBox="1">
              <a:spLocks/>
            </p:cNvSpPr>
            <p:nvPr/>
          </p:nvSpPr>
          <p:spPr>
            <a:xfrm>
              <a:off x="2589051" y="3351052"/>
              <a:ext cx="1605108" cy="44250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1600"/>
                <a:buFont typeface="Staatliches"/>
                <a:buNone/>
                <a:defRPr sz="1600" b="0" i="0" u="none" strike="noStrike" cap="none">
                  <a:solidFill>
                    <a:srgbClr val="434343"/>
                  </a:solidFill>
                  <a:latin typeface="Staatliches"/>
                  <a:ea typeface="Staatliches"/>
                  <a:cs typeface="Staatliches"/>
                  <a:sym typeface="Staatliches"/>
                </a:defRPr>
              </a:lvl1pPr>
              <a:lvl2pPr marR="0" lvl="1"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2pPr>
              <a:lvl3pPr marR="0" lvl="2"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3pPr>
              <a:lvl4pPr marR="0" lvl="3"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4pPr>
              <a:lvl5pPr marR="0" lvl="4"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5pPr>
              <a:lvl6pPr marR="0" lvl="5"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6pPr>
              <a:lvl7pPr marR="0" lvl="6"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7pPr>
              <a:lvl8pPr marR="0" lvl="7"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8pPr>
              <a:lvl9pPr marR="0" lvl="8"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9pPr>
            </a:lstStyle>
            <a:p>
              <a:pPr algn="ctr"/>
              <a:r>
                <a:rPr lang="en-US" sz="1400" b="1">
                  <a:latin typeface="Lato" panose="020F0502020204030203" pitchFamily="34" charset="0"/>
                  <a:ea typeface="Lato" panose="020F0502020204030203" pitchFamily="34" charset="0"/>
                  <a:cs typeface="Lato" panose="020F0502020204030203" pitchFamily="34" charset="0"/>
                </a:rPr>
                <a:t>GIẢ ĐỊNH</a:t>
              </a:r>
              <a:endParaRPr lang="vi-VN" sz="1400" b="1" dirty="0">
                <a:latin typeface="Lato" panose="020F0502020204030203" pitchFamily="34" charset="0"/>
                <a:ea typeface="Lato" panose="020F0502020204030203" pitchFamily="34" charset="0"/>
                <a:cs typeface="Lato" panose="020F0502020204030203" pitchFamily="34" charset="0"/>
              </a:endParaRPr>
            </a:p>
          </p:txBody>
        </p:sp>
        <p:sp>
          <p:nvSpPr>
            <p:cNvPr id="35" name="TextBox 34">
              <a:extLst>
                <a:ext uri="{FF2B5EF4-FFF2-40B4-BE49-F238E27FC236}">
                  <a16:creationId xmlns:a16="http://schemas.microsoft.com/office/drawing/2014/main" id="{2FBF312B-EDF5-AB78-422F-4A8B88952976}"/>
                </a:ext>
              </a:extLst>
            </p:cNvPr>
            <p:cNvSpPr txBox="1"/>
            <p:nvPr/>
          </p:nvSpPr>
          <p:spPr>
            <a:xfrm>
              <a:off x="2492808" y="3969973"/>
              <a:ext cx="2259318" cy="1384995"/>
            </a:xfrm>
            <a:prstGeom prst="rect">
              <a:avLst/>
            </a:prstGeom>
            <a:noFill/>
          </p:spPr>
          <p:txBody>
            <a:bodyPr wrap="square" rtlCol="0">
              <a:spAutoFit/>
            </a:bodyPr>
            <a:lstStyle/>
            <a:p>
              <a:pPr marL="171450" indent="-171450">
                <a:buFont typeface="Wingdings" panose="05000000000000000000" pitchFamily="2" charset="2"/>
                <a:buChar char="ü"/>
              </a:pPr>
              <a:r>
                <a:rPr lang="vi-VN" sz="1200" dirty="0">
                  <a:latin typeface="Lato" panose="020F0502020204030203" pitchFamily="34" charset="0"/>
                  <a:ea typeface="Lato" panose="020F0502020204030203" pitchFamily="34" charset="0"/>
                  <a:cs typeface="Lato" panose="020F0502020204030203" pitchFamily="34" charset="0"/>
                </a:rPr>
                <a:t>Dữ liệu là đáng tin cậy</a:t>
              </a:r>
            </a:p>
            <a:p>
              <a:pPr marL="171450" indent="-171450">
                <a:buFont typeface="Wingdings" panose="05000000000000000000" pitchFamily="2" charset="2"/>
                <a:buChar char="ü"/>
              </a:pPr>
              <a:r>
                <a:rPr lang="vi-VN" sz="1200" dirty="0">
                  <a:latin typeface="Lato" panose="020F0502020204030203" pitchFamily="34" charset="0"/>
                  <a:ea typeface="Lato" panose="020F0502020204030203" pitchFamily="34" charset="0"/>
                  <a:cs typeface="Lato" panose="020F0502020204030203" pitchFamily="34" charset="0"/>
                </a:rPr>
                <a:t>C</a:t>
              </a:r>
              <a:r>
                <a:rPr lang="en-US" sz="1200" dirty="0">
                  <a:latin typeface="Lato" panose="020F0502020204030203" pitchFamily="34" charset="0"/>
                  <a:ea typeface="Lato" panose="020F0502020204030203" pitchFamily="34" charset="0"/>
                  <a:cs typeface="Lato" panose="020F0502020204030203" pitchFamily="34" charset="0"/>
                </a:rPr>
                <a:t>hi phí cho mỗi </a:t>
              </a:r>
              <a:r>
                <a:rPr lang="vi-VN" sz="1200" dirty="0">
                  <a:latin typeface="Lato" panose="020F0502020204030203" pitchFamily="34" charset="0"/>
                  <a:ea typeface="Lato" panose="020F0502020204030203" pitchFamily="34" charset="0"/>
                  <a:cs typeface="Lato" panose="020F0502020204030203" pitchFamily="34" charset="0"/>
                </a:rPr>
                <a:t>claim</a:t>
              </a:r>
              <a:r>
                <a:rPr lang="en-US" sz="1200" dirty="0">
                  <a:latin typeface="Lato" panose="020F0502020204030203" pitchFamily="34" charset="0"/>
                  <a:ea typeface="Lato" panose="020F0502020204030203" pitchFamily="34" charset="0"/>
                  <a:cs typeface="Lato" panose="020F0502020204030203" pitchFamily="34" charset="0"/>
                </a:rPr>
                <a:t> bằng nhau</a:t>
              </a:r>
              <a:endParaRPr lang="vi-VN" sz="1200" dirty="0">
                <a:latin typeface="Lato" panose="020F0502020204030203" pitchFamily="34" charset="0"/>
                <a:ea typeface="Lato" panose="020F0502020204030203" pitchFamily="34" charset="0"/>
                <a:cs typeface="Lato" panose="020F0502020204030203" pitchFamily="34" charset="0"/>
              </a:endParaRPr>
            </a:p>
            <a:p>
              <a:pPr marL="171450" indent="-171450">
                <a:buFont typeface="Wingdings" panose="05000000000000000000" pitchFamily="2" charset="2"/>
                <a:buChar char="ü"/>
              </a:pPr>
              <a:r>
                <a:rPr lang="vi-VN" sz="1200" dirty="0">
                  <a:latin typeface="Lato" panose="020F0502020204030203" pitchFamily="34" charset="0"/>
                  <a:ea typeface="Lato" panose="020F0502020204030203" pitchFamily="34" charset="0"/>
                  <a:cs typeface="Lato" panose="020F0502020204030203" pitchFamily="34" charset="0"/>
                </a:rPr>
                <a:t>Thời gian đánh giá cho mỗi claim là ngang nhau</a:t>
              </a:r>
            </a:p>
            <a:p>
              <a:pPr marL="171450" indent="-171450">
                <a:buFont typeface="Wingdings" panose="05000000000000000000" pitchFamily="2" charset="2"/>
                <a:buChar char="ü"/>
              </a:pPr>
              <a:r>
                <a:rPr lang="vi-VN" sz="1200" dirty="0">
                  <a:latin typeface="Lato" panose="020F0502020204030203" pitchFamily="34" charset="0"/>
                  <a:ea typeface="Lato" panose="020F0502020204030203" pitchFamily="34" charset="0"/>
                  <a:cs typeface="Lato" panose="020F0502020204030203" pitchFamily="34" charset="0"/>
                </a:rPr>
                <a:t>Khách hàng có các chỉ số mà mô hình yêu cầu</a:t>
              </a:r>
              <a:endParaRPr lang="en-US" sz="1200" dirty="0">
                <a:latin typeface="Lato" panose="020F0502020204030203" pitchFamily="34" charset="0"/>
                <a:ea typeface="Lato" panose="020F0502020204030203" pitchFamily="34" charset="0"/>
                <a:cs typeface="Lato" panose="020F0502020204030203" pitchFamily="34" charset="0"/>
              </a:endParaRPr>
            </a:p>
          </p:txBody>
        </p:sp>
      </p:grpSp>
      <p:grpSp>
        <p:nvGrpSpPr>
          <p:cNvPr id="17" name="Google Shape;811;p33">
            <a:extLst>
              <a:ext uri="{FF2B5EF4-FFF2-40B4-BE49-F238E27FC236}">
                <a16:creationId xmlns:a16="http://schemas.microsoft.com/office/drawing/2014/main" id="{4BADACFA-035C-6D1F-76A1-3E290FAF4B5B}"/>
              </a:ext>
            </a:extLst>
          </p:cNvPr>
          <p:cNvGrpSpPr/>
          <p:nvPr/>
        </p:nvGrpSpPr>
        <p:grpSpPr>
          <a:xfrm>
            <a:off x="7031877" y="3281002"/>
            <a:ext cx="1989550" cy="713693"/>
            <a:chOff x="1575694" y="930575"/>
            <a:chExt cx="1989550" cy="713693"/>
          </a:xfrm>
        </p:grpSpPr>
        <p:sp>
          <p:nvSpPr>
            <p:cNvPr id="18" name="Google Shape;812;p33">
              <a:extLst>
                <a:ext uri="{FF2B5EF4-FFF2-40B4-BE49-F238E27FC236}">
                  <a16:creationId xmlns:a16="http://schemas.microsoft.com/office/drawing/2014/main" id="{393D24BE-DF87-CA15-E249-B717E15F9C02}"/>
                </a:ext>
              </a:extLst>
            </p:cNvPr>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sp>
          <p:nvSpPr>
            <p:cNvPr id="19" name="Google Shape;813;p33">
              <a:extLst>
                <a:ext uri="{FF2B5EF4-FFF2-40B4-BE49-F238E27FC236}">
                  <a16:creationId xmlns:a16="http://schemas.microsoft.com/office/drawing/2014/main" id="{4D879C24-D7C2-EF86-7381-5B4F0CE30F77}"/>
                </a:ext>
              </a:extLst>
            </p:cNvPr>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n-lt"/>
              </a:endParaRPr>
            </a:p>
          </p:txBody>
        </p:sp>
      </p:grpSp>
      <p:sp>
        <p:nvSpPr>
          <p:cNvPr id="20" name="Google Shape;826;p33">
            <a:extLst>
              <a:ext uri="{FF2B5EF4-FFF2-40B4-BE49-F238E27FC236}">
                <a16:creationId xmlns:a16="http://schemas.microsoft.com/office/drawing/2014/main" id="{567E2EF9-9C42-6EBC-E5C9-6A0C81D1675C}"/>
              </a:ext>
            </a:extLst>
          </p:cNvPr>
          <p:cNvSpPr txBox="1">
            <a:spLocks/>
          </p:cNvSpPr>
          <p:nvPr/>
        </p:nvSpPr>
        <p:spPr>
          <a:xfrm>
            <a:off x="7137245" y="3229828"/>
            <a:ext cx="1802209" cy="576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1600"/>
              <a:buFont typeface="Staatliches"/>
              <a:buNone/>
              <a:defRPr sz="1600" b="0" i="0" u="none" strike="noStrike" cap="none">
                <a:solidFill>
                  <a:srgbClr val="434343"/>
                </a:solidFill>
                <a:latin typeface="Staatliches"/>
                <a:ea typeface="Staatliches"/>
                <a:cs typeface="Staatliches"/>
                <a:sym typeface="Staatliches"/>
              </a:defRPr>
            </a:lvl1pPr>
            <a:lvl2pPr marR="0" lvl="1"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2pPr>
            <a:lvl3pPr marR="0" lvl="2"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3pPr>
            <a:lvl4pPr marR="0" lvl="3"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4pPr>
            <a:lvl5pPr marR="0" lvl="4"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5pPr>
            <a:lvl6pPr marR="0" lvl="5"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6pPr>
            <a:lvl7pPr marR="0" lvl="6"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7pPr>
            <a:lvl8pPr marR="0" lvl="7"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8pPr>
            <a:lvl9pPr marR="0" lvl="8" algn="l" rtl="0">
              <a:lnSpc>
                <a:spcPct val="100000"/>
              </a:lnSpc>
              <a:spcBef>
                <a:spcPts val="0"/>
              </a:spcBef>
              <a:spcAft>
                <a:spcPts val="0"/>
              </a:spcAft>
              <a:buClr>
                <a:srgbClr val="434343"/>
              </a:buClr>
              <a:buSzPts val="1600"/>
              <a:buFont typeface="Anton"/>
              <a:buNone/>
              <a:defRPr sz="1600" b="0" i="0" u="none" strike="noStrike" cap="none">
                <a:solidFill>
                  <a:srgbClr val="434343"/>
                </a:solidFill>
                <a:latin typeface="Anton"/>
                <a:ea typeface="Anton"/>
                <a:cs typeface="Anton"/>
                <a:sym typeface="Anton"/>
              </a:defRPr>
            </a:lvl9pPr>
          </a:lstStyle>
          <a:p>
            <a:pPr algn="ctr">
              <a:buClr>
                <a:schemeClr val="dk1"/>
              </a:buClr>
              <a:buSzPts val="1100"/>
              <a:buFont typeface="Arial"/>
              <a:buNone/>
            </a:pPr>
            <a:r>
              <a:rPr lang="en-US" sz="1400" b="1" dirty="0">
                <a:latin typeface="Lato" panose="020F0502020204030203" pitchFamily="34" charset="0"/>
                <a:ea typeface="Lato" panose="020F0502020204030203" pitchFamily="34" charset="0"/>
                <a:cs typeface="Lato" panose="020F0502020204030203" pitchFamily="34" charset="0"/>
              </a:rPr>
              <a:t>TÁC ĐỘNG</a:t>
            </a:r>
          </a:p>
        </p:txBody>
      </p:sp>
      <p:sp>
        <p:nvSpPr>
          <p:cNvPr id="25" name="Google Shape;828;p33">
            <a:extLst>
              <a:ext uri="{FF2B5EF4-FFF2-40B4-BE49-F238E27FC236}">
                <a16:creationId xmlns:a16="http://schemas.microsoft.com/office/drawing/2014/main" id="{42606DFD-5D87-FD03-8175-D59D140FA991}"/>
              </a:ext>
            </a:extLst>
          </p:cNvPr>
          <p:cNvSpPr txBox="1">
            <a:spLocks/>
          </p:cNvSpPr>
          <p:nvPr/>
        </p:nvSpPr>
        <p:spPr>
          <a:xfrm>
            <a:off x="6743902" y="3937130"/>
            <a:ext cx="2642084" cy="120637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000"/>
              <a:buFont typeface="Abel"/>
              <a:buNone/>
              <a:defRPr sz="1200" b="0" i="0" u="none" strike="noStrike" cap="none">
                <a:solidFill>
                  <a:srgbClr val="434343"/>
                </a:solidFill>
                <a:latin typeface="Abel"/>
                <a:ea typeface="Abel"/>
                <a:cs typeface="Abel"/>
                <a:sym typeface="Abel"/>
              </a:defRPr>
            </a:lvl1pPr>
            <a:lvl2pPr marL="914400" marR="0" lvl="1"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2pPr>
            <a:lvl3pPr marL="1371600" marR="0" lvl="2"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3pPr>
            <a:lvl4pPr marL="1828800" marR="0" lvl="3"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4pPr>
            <a:lvl5pPr marL="2286000" marR="0" lvl="4"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5pPr>
            <a:lvl6pPr marL="2743200" marR="0" lvl="5"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6pPr>
            <a:lvl7pPr marL="3200400" marR="0" lvl="6"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7pPr>
            <a:lvl8pPr marL="3657600" marR="0" lvl="7"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8pPr>
            <a:lvl9pPr marL="4114800" marR="0" lvl="8" indent="-304800" algn="l" rtl="0">
              <a:lnSpc>
                <a:spcPct val="100000"/>
              </a:lnSpc>
              <a:spcBef>
                <a:spcPts val="0"/>
              </a:spcBef>
              <a:spcAft>
                <a:spcPts val="0"/>
              </a:spcAft>
              <a:buClr>
                <a:srgbClr val="434343"/>
              </a:buClr>
              <a:buSzPts val="1000"/>
              <a:buFont typeface="Abel"/>
              <a:buNone/>
              <a:defRPr sz="1000" b="0" i="0" u="none" strike="noStrike" cap="none">
                <a:solidFill>
                  <a:srgbClr val="434343"/>
                </a:solidFill>
                <a:latin typeface="Abel"/>
                <a:ea typeface="Abel"/>
                <a:cs typeface="Abel"/>
                <a:sym typeface="Abel"/>
              </a:defRPr>
            </a:lvl9pPr>
          </a:lstStyle>
          <a:p>
            <a:pPr marL="323850" indent="-171450" fontAlgn="base">
              <a:buFont typeface="Wingdings" panose="05000000000000000000" pitchFamily="2" charset="2"/>
              <a:buChar char="ü"/>
            </a:pPr>
            <a:r>
              <a:rPr lang="vi-VN"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Giúp tiết kiệm lên tới 71% </a:t>
            </a:r>
            <a:endParaRPr lang="en-US"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endParaRPr>
          </a:p>
          <a:p>
            <a:pPr marL="152400" indent="0" fontAlgn="base"/>
            <a:r>
              <a:rPr lang="vi-VN">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    thời </a:t>
            </a:r>
            <a:r>
              <a:rPr lang="vi-VN"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gian đánh </a:t>
            </a:r>
            <a:r>
              <a:rPr lang="vi-VN">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giá khoản vay</a:t>
            </a:r>
            <a:endParaRPr lang="vi-VN"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endParaRPr>
          </a:p>
          <a:p>
            <a:pPr marL="323850" indent="-171450" fontAlgn="base">
              <a:buFont typeface="Wingdings" panose="05000000000000000000" pitchFamily="2" charset="2"/>
              <a:buChar char="ü"/>
            </a:pPr>
            <a:r>
              <a:rPr lang="vi-VN"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Có thể tiết kiệm từ </a:t>
            </a:r>
            <a:r>
              <a:rPr lang="vi-VN">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30-70% </a:t>
            </a:r>
            <a:endParaRPr lang="en-US">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endParaRPr>
          </a:p>
          <a:p>
            <a:pPr marL="152400" indent="0" fontAlgn="base"/>
            <a:r>
              <a:rPr lang="vi-VN">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rPr>
              <a:t>     chi phí xử lý khoản vay</a:t>
            </a:r>
            <a:endParaRPr lang="vi-VN" dirty="0">
              <a:solidFill>
                <a:srgbClr val="000000"/>
              </a:solidFill>
              <a:highlight>
                <a:srgbClr val="F5F5F5"/>
              </a:highlight>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8" name="Google Shape;788;p32"/>
          <p:cNvSpPr txBox="1">
            <a:spLocks noGrp="1"/>
          </p:cNvSpPr>
          <p:nvPr>
            <p:ph type="ctrTitle"/>
          </p:nvPr>
        </p:nvSpPr>
        <p:spPr>
          <a:xfrm>
            <a:off x="541377" y="2986775"/>
            <a:ext cx="3160828" cy="38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dirty="0">
                <a:latin typeface="Lato" panose="020F0502020204030203" pitchFamily="34" charset="0"/>
                <a:ea typeface="Lato" panose="020F0502020204030203" pitchFamily="34" charset="0"/>
                <a:cs typeface="Lato" panose="020F0502020204030203" pitchFamily="34" charset="0"/>
              </a:rPr>
              <a:t>PHÊ DUYỆT CÁC KHOẢN VAY</a:t>
            </a:r>
            <a:endParaRPr dirty="0">
              <a:latin typeface="Lato" panose="020F0502020204030203" pitchFamily="34" charset="0"/>
              <a:ea typeface="Lato" panose="020F0502020204030203" pitchFamily="34" charset="0"/>
              <a:cs typeface="Lato" panose="020F0502020204030203" pitchFamily="34" charset="0"/>
            </a:endParaRPr>
          </a:p>
        </p:txBody>
      </p:sp>
      <p:sp>
        <p:nvSpPr>
          <p:cNvPr id="789" name="Google Shape;789;p32"/>
          <p:cNvSpPr txBox="1">
            <a:spLocks noGrp="1"/>
          </p:cNvSpPr>
          <p:nvPr>
            <p:ph type="ctrTitle" idx="2"/>
          </p:nvPr>
        </p:nvSpPr>
        <p:spPr>
          <a:xfrm>
            <a:off x="6351484" y="2657465"/>
            <a:ext cx="2419136" cy="989272"/>
          </a:xfrm>
          <a:prstGeom prst="rect">
            <a:avLst/>
          </a:prstGeom>
        </p:spPr>
        <p:txBody>
          <a:bodyPr spcFirstLastPara="1" wrap="square" lIns="91425" tIns="91425" rIns="91425" bIns="91425" anchor="b" anchorCtr="0">
            <a:noAutofit/>
          </a:bodyPr>
          <a:lstStyle/>
          <a:p>
            <a:pPr lvl="0"/>
            <a:r>
              <a:rPr lang="vi-VN" dirty="0">
                <a:solidFill>
                  <a:schemeClr val="accent3"/>
                </a:solidFill>
                <a:latin typeface="Lato" panose="020F0502020204030203" pitchFamily="34" charset="0"/>
                <a:ea typeface="Lato" panose="020F0502020204030203" pitchFamily="34" charset="0"/>
                <a:cs typeface="Lato" panose="020F0502020204030203" pitchFamily="34" charset="0"/>
              </a:rPr>
              <a:t>Recall: </a:t>
            </a:r>
            <a:r>
              <a:rPr lang="vi-VN" dirty="0">
                <a:solidFill>
                  <a:srgbClr val="FF0000"/>
                </a:solidFill>
                <a:latin typeface="Lato" panose="020F0502020204030203" pitchFamily="34" charset="0"/>
                <a:ea typeface="Lato" panose="020F0502020204030203" pitchFamily="34" charset="0"/>
                <a:cs typeface="Lato" panose="020F0502020204030203" pitchFamily="34" charset="0"/>
              </a:rPr>
              <a:t>88%</a:t>
            </a:r>
            <a:br>
              <a:rPr lang="vi-VN" dirty="0">
                <a:solidFill>
                  <a:srgbClr val="C00000"/>
                </a:solidFill>
                <a:latin typeface="Lato" panose="020F0502020204030203" pitchFamily="34" charset="0"/>
                <a:ea typeface="Lato" panose="020F0502020204030203" pitchFamily="34" charset="0"/>
                <a:cs typeface="Lato" panose="020F0502020204030203" pitchFamily="34" charset="0"/>
              </a:rPr>
            </a:br>
            <a:br>
              <a:rPr lang="vi-VN" dirty="0">
                <a:latin typeface="Lato" panose="020F0502020204030203" pitchFamily="34" charset="0"/>
                <a:ea typeface="Lato" panose="020F0502020204030203" pitchFamily="34" charset="0"/>
                <a:cs typeface="Lato" panose="020F0502020204030203" pitchFamily="34" charset="0"/>
              </a:rPr>
            </a:br>
            <a:r>
              <a:rPr lang="vi-VN" dirty="0">
                <a:latin typeface="Lato" panose="020F0502020204030203" pitchFamily="34" charset="0"/>
                <a:ea typeface="Lato" panose="020F0502020204030203" pitchFamily="34" charset="0"/>
                <a:cs typeface="Lato" panose="020F0502020204030203" pitchFamily="34" charset="0"/>
              </a:rPr>
              <a:t>Precision: </a:t>
            </a:r>
            <a:r>
              <a:rPr lang="vi-VN" dirty="0">
                <a:solidFill>
                  <a:srgbClr val="FF0000"/>
                </a:solidFill>
                <a:latin typeface="Lato" panose="020F0502020204030203" pitchFamily="34" charset="0"/>
                <a:ea typeface="Lato" panose="020F0502020204030203" pitchFamily="34" charset="0"/>
                <a:cs typeface="Lato" panose="020F0502020204030203" pitchFamily="34" charset="0"/>
              </a:rPr>
              <a:t>96%</a:t>
            </a:r>
            <a:endParaRPr dirty="0">
              <a:solidFill>
                <a:srgbClr val="FF0000"/>
              </a:solidFill>
              <a:latin typeface="Lato" panose="020F0502020204030203" pitchFamily="34" charset="0"/>
              <a:ea typeface="Lato" panose="020F0502020204030203" pitchFamily="34" charset="0"/>
              <a:cs typeface="Lato" panose="020F0502020204030203" pitchFamily="34" charset="0"/>
            </a:endParaRPr>
          </a:p>
        </p:txBody>
      </p:sp>
      <p:sp>
        <p:nvSpPr>
          <p:cNvPr id="805" name="Google Shape;805;p32"/>
          <p:cNvSpPr txBox="1">
            <a:spLocks noGrp="1"/>
          </p:cNvSpPr>
          <p:nvPr>
            <p:ph type="ctrTitle" idx="4"/>
          </p:nvPr>
        </p:nvSpPr>
        <p:spPr>
          <a:xfrm>
            <a:off x="5180650" y="457300"/>
            <a:ext cx="3468050" cy="48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kumimoji="0" lang="vi-VN" sz="1800" b="0" i="0" u="none" strike="noStrike" kern="0" cap="none" spc="0" normalizeH="0" baseline="0" noProof="0" dirty="0">
                <a:ln>
                  <a:noFill/>
                </a:ln>
                <a:solidFill>
                  <a:srgbClr val="434343"/>
                </a:solidFill>
                <a:effectLst/>
                <a:uLnTx/>
                <a:uFillTx/>
                <a:latin typeface="+mn-lt"/>
                <a:sym typeface="Staatliches"/>
              </a:rPr>
              <a:t>MỤC TIÊU KHAI PHÁ DỮ LIỆU</a:t>
            </a:r>
            <a:endParaRPr lang="en-US" dirty="0">
              <a:latin typeface="+mn-lt"/>
            </a:endParaRPr>
          </a:p>
        </p:txBody>
      </p:sp>
      <p:pic>
        <p:nvPicPr>
          <p:cNvPr id="5" name="Picture 4">
            <a:extLst>
              <a:ext uri="{FF2B5EF4-FFF2-40B4-BE49-F238E27FC236}">
                <a16:creationId xmlns:a16="http://schemas.microsoft.com/office/drawing/2014/main" id="{9EEDB46E-C96C-55AC-BF1E-29645AB2483A}"/>
              </a:ext>
            </a:extLst>
          </p:cNvPr>
          <p:cNvPicPr>
            <a:picLocks noChangeAspect="1"/>
          </p:cNvPicPr>
          <p:nvPr/>
        </p:nvPicPr>
        <p:blipFill>
          <a:blip r:embed="rId3"/>
          <a:stretch>
            <a:fillRect/>
          </a:stretch>
        </p:blipFill>
        <p:spPr>
          <a:xfrm>
            <a:off x="969538" y="1134600"/>
            <a:ext cx="1668655" cy="1441935"/>
          </a:xfrm>
          <a:prstGeom prst="rect">
            <a:avLst/>
          </a:prstGeom>
        </p:spPr>
      </p:pic>
      <p:pic>
        <p:nvPicPr>
          <p:cNvPr id="1026" name="Picture 2" descr="Mục Tiêu Vector Và Mũi Tên Hình minh họa Sẵn có - Tải xuống Hình ảnh Ngay  bây giờ - Mục tiêu thể thao, Khát vọng - Khái niệm, Khung thành - dụng cụ  ...">
            <a:extLst>
              <a:ext uri="{FF2B5EF4-FFF2-40B4-BE49-F238E27FC236}">
                <a16:creationId xmlns:a16="http://schemas.microsoft.com/office/drawing/2014/main" id="{0F52D7ED-64E4-1601-511B-4826BBCAFB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5809" y="1053669"/>
            <a:ext cx="1603796" cy="1603796"/>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6">
            <a:extLst>
              <a:ext uri="{FF2B5EF4-FFF2-40B4-BE49-F238E27FC236}">
                <a16:creationId xmlns:a16="http://schemas.microsoft.com/office/drawing/2014/main" id="{40A2F489-41AD-3964-1F71-F621D67115E7}"/>
              </a:ext>
            </a:extLst>
          </p:cNvPr>
          <p:cNvSpPr>
            <a:spLocks noGrp="1"/>
          </p:cNvSpPr>
          <p:nvPr>
            <p:ph type="subTitle" idx="3"/>
          </p:nvPr>
        </p:nvSpPr>
        <p:spPr>
          <a:xfrm>
            <a:off x="1651867" y="3851590"/>
            <a:ext cx="6616391" cy="1076010"/>
          </a:xfrm>
        </p:spPr>
        <p:txBody>
          <a:bodyPr/>
          <a:lstStyle/>
          <a:p>
            <a:pPr>
              <a:buFont typeface="Wingdings" panose="05000000000000000000" pitchFamily="2" charset="2"/>
              <a:buChar char="ü"/>
            </a:pPr>
            <a:r>
              <a:rPr lang="vi-VN" sz="1600" b="1" dirty="0">
                <a:latin typeface="Lato" panose="020F0502020204030203" pitchFamily="34" charset="0"/>
                <a:ea typeface="Lato" panose="020F0502020204030203" pitchFamily="34" charset="0"/>
                <a:cs typeface="Lato" panose="020F0502020204030203" pitchFamily="34" charset="0"/>
              </a:rPr>
              <a:t>Để tránh mất khách hàng tiềm năng (khách hàng trả được nợ).​</a:t>
            </a:r>
          </a:p>
          <a:p>
            <a:pPr>
              <a:buFont typeface="Wingdings" panose="05000000000000000000" pitchFamily="2" charset="2"/>
              <a:buChar char="ü"/>
            </a:pPr>
            <a:endParaRPr lang="vi-VN" sz="1600" b="1" dirty="0">
              <a:latin typeface="Lato" panose="020F0502020204030203" pitchFamily="34" charset="0"/>
              <a:ea typeface="Lato" panose="020F0502020204030203" pitchFamily="34" charset="0"/>
              <a:cs typeface="Lato" panose="020F0502020204030203" pitchFamily="34" charset="0"/>
            </a:endParaRPr>
          </a:p>
          <a:p>
            <a:pPr>
              <a:buFont typeface="Wingdings" panose="05000000000000000000" pitchFamily="2" charset="2"/>
              <a:buChar char="ü"/>
            </a:pPr>
            <a:r>
              <a:rPr lang="vi-VN" sz="1600" b="1" dirty="0">
                <a:latin typeface="Lato" panose="020F0502020204030203" pitchFamily="34" charset="0"/>
                <a:ea typeface="Lato" panose="020F0502020204030203" pitchFamily="34" charset="0"/>
                <a:cs typeface="Lato" panose="020F0502020204030203" pitchFamily="34" charset="0"/>
              </a:rPr>
              <a:t>Giúp giảm thiểu rủi ro .</a:t>
            </a:r>
            <a:endParaRPr lang="en-US" sz="1600" b="1" dirty="0">
              <a:latin typeface="Lato" panose="020F0502020204030203" pitchFamily="34" charset="0"/>
              <a:ea typeface="Lato" panose="020F0502020204030203" pitchFamily="34" charset="0"/>
              <a:cs typeface="Lato" panose="020F0502020204030203" pitchFamily="34" charset="0"/>
            </a:endParaRPr>
          </a:p>
        </p:txBody>
      </p:sp>
      <p:sp>
        <p:nvSpPr>
          <p:cNvPr id="8" name="Arrow: Chevron 7">
            <a:extLst>
              <a:ext uri="{FF2B5EF4-FFF2-40B4-BE49-F238E27FC236}">
                <a16:creationId xmlns:a16="http://schemas.microsoft.com/office/drawing/2014/main" id="{30F1744D-AC4B-BF02-27C4-BD3299C038E1}"/>
              </a:ext>
            </a:extLst>
          </p:cNvPr>
          <p:cNvSpPr/>
          <p:nvPr/>
        </p:nvSpPr>
        <p:spPr>
          <a:xfrm>
            <a:off x="671537" y="4020543"/>
            <a:ext cx="599702" cy="814517"/>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39"/>
        <p:cNvGrpSpPr/>
        <p:nvPr/>
      </p:nvGrpSpPr>
      <p:grpSpPr>
        <a:xfrm>
          <a:off x="0" y="0"/>
          <a:ext cx="0" cy="0"/>
          <a:chOff x="0" y="0"/>
          <a:chExt cx="0" cy="0"/>
        </a:xfrm>
      </p:grpSpPr>
      <p:sp>
        <p:nvSpPr>
          <p:cNvPr id="4240" name="Google Shape;4240;p49"/>
          <p:cNvSpPr txBox="1">
            <a:spLocks noGrp="1"/>
          </p:cNvSpPr>
          <p:nvPr>
            <p:ph type="ctrTitle"/>
          </p:nvPr>
        </p:nvSpPr>
        <p:spPr>
          <a:xfrm>
            <a:off x="5180650" y="457300"/>
            <a:ext cx="3194700" cy="48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vi-VN" dirty="0">
                <a:latin typeface="Lato" panose="020F0502020204030203" pitchFamily="34" charset="0"/>
                <a:ea typeface="Lato" panose="020F0502020204030203" pitchFamily="34" charset="0"/>
                <a:cs typeface="Lato" panose="020F0502020204030203" pitchFamily="34" charset="0"/>
              </a:rPr>
              <a:t>LÝ DO CHỌN CÁC CHỈ SỐ</a:t>
            </a:r>
            <a:endParaRPr dirty="0">
              <a:latin typeface="Lato" panose="020F0502020204030203" pitchFamily="34" charset="0"/>
              <a:ea typeface="Lato" panose="020F0502020204030203" pitchFamily="34" charset="0"/>
              <a:cs typeface="Lato" panose="020F0502020204030203" pitchFamily="34" charset="0"/>
            </a:endParaRPr>
          </a:p>
        </p:txBody>
      </p:sp>
      <p:sp>
        <p:nvSpPr>
          <p:cNvPr id="4241" name="Google Shape;4241;p49"/>
          <p:cNvSpPr txBox="1">
            <a:spLocks noGrp="1"/>
          </p:cNvSpPr>
          <p:nvPr>
            <p:ph type="subTitle" idx="1"/>
          </p:nvPr>
        </p:nvSpPr>
        <p:spPr>
          <a:xfrm flipH="1">
            <a:off x="875207" y="994881"/>
            <a:ext cx="3682500" cy="288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1500" b="1" dirty="0">
                <a:latin typeface="Lato" panose="020F0502020204030203" pitchFamily="34" charset="0"/>
                <a:ea typeface="Lato" panose="020F0502020204030203" pitchFamily="34" charset="0"/>
                <a:cs typeface="Lato" panose="020F0502020204030203" pitchFamily="34" charset="0"/>
                <a:sym typeface="Staatliches"/>
              </a:rPr>
              <a:t>Precision</a:t>
            </a:r>
          </a:p>
          <a:p>
            <a:pPr marL="457200" lvl="0" indent="-292100" algn="l" rtl="0">
              <a:spcBef>
                <a:spcPts val="0"/>
              </a:spcBef>
              <a:spcAft>
                <a:spcPts val="0"/>
              </a:spcAft>
              <a:buSzPts val="1000"/>
              <a:buFont typeface="Anaheim"/>
              <a:buChar char="●"/>
            </a:pPr>
            <a:endParaRPr lang="vi-VN" dirty="0">
              <a:uFill>
                <a:noFill/>
              </a:uFill>
              <a:latin typeface="Lato" panose="020F0502020204030203" pitchFamily="34" charset="0"/>
              <a:ea typeface="Lato" panose="020F0502020204030203" pitchFamily="34" charset="0"/>
              <a:cs typeface="Lato" panose="020F0502020204030203" pitchFamily="34" charset="0"/>
            </a:endParaRPr>
          </a:p>
          <a:p>
            <a:pPr marL="457200" lvl="0" indent="-292100" algn="l" rtl="0">
              <a:spcBef>
                <a:spcPts val="0"/>
              </a:spcBef>
              <a:spcAft>
                <a:spcPts val="0"/>
              </a:spcAft>
              <a:buSzPts val="1000"/>
              <a:buFont typeface="Anaheim"/>
              <a:buChar char="●"/>
            </a:pPr>
            <a:r>
              <a:rPr lang="vi-VN" sz="1200" dirty="0">
                <a:uFill>
                  <a:noFill/>
                </a:uFill>
                <a:latin typeface="Lato" panose="020F0502020204030203" pitchFamily="34" charset="0"/>
                <a:ea typeface="Lato" panose="020F0502020204030203" pitchFamily="34" charset="0"/>
                <a:cs typeface="Lato" panose="020F0502020204030203" pitchFamily="34" charset="0"/>
              </a:rPr>
              <a:t>Khi bạn muốn giảm thiểu số lượng dự đoán sai dương (False Positives) (Bad Loan).</a:t>
            </a:r>
          </a:p>
          <a:p>
            <a:pPr marL="457200" lvl="0" indent="-292100" algn="l" rtl="0">
              <a:spcBef>
                <a:spcPts val="0"/>
              </a:spcBef>
              <a:spcAft>
                <a:spcPts val="0"/>
              </a:spcAft>
              <a:buSzPts val="1000"/>
              <a:buFont typeface="Anaheim"/>
              <a:buChar char="●"/>
            </a:pPr>
            <a:r>
              <a:rPr lang="vi-VN" sz="1200" dirty="0">
                <a:uFill>
                  <a:noFill/>
                </a:uFill>
                <a:latin typeface="Lato" panose="020F0502020204030203" pitchFamily="34" charset="0"/>
                <a:ea typeface="Lato" panose="020F0502020204030203" pitchFamily="34" charset="0"/>
                <a:cs typeface="Lato" panose="020F0502020204030203" pitchFamily="34" charset="0"/>
              </a:rPr>
              <a:t>Phát hiện hiện khoản vay khó có khả năng thanh khoản , bạn muốn đảm bảo rằng các khoản vay được gắn là ‘Bad Loan’ thực sự là ‘Bad Loan’, để tránh giảm thiểu rui ro.</a:t>
            </a:r>
          </a:p>
          <a:p>
            <a:pPr marL="457200" lvl="0" indent="-292100" algn="l" rtl="0">
              <a:spcBef>
                <a:spcPts val="0"/>
              </a:spcBef>
              <a:spcAft>
                <a:spcPts val="0"/>
              </a:spcAft>
              <a:buSzPts val="1000"/>
              <a:buFont typeface="Anaheim"/>
              <a:buChar char="●"/>
            </a:pPr>
            <a:r>
              <a:rPr lang="en-US" sz="1200" dirty="0">
                <a:solidFill>
                  <a:schemeClr val="hlink"/>
                </a:solidFill>
                <a:uFill>
                  <a:noFill/>
                </a:uFill>
                <a:latin typeface="Lato" panose="020F0502020204030203" pitchFamily="34" charset="0"/>
                <a:ea typeface="Lato" panose="020F0502020204030203" pitchFamily="34" charset="0"/>
                <a:cs typeface="Lato" panose="020F0502020204030203" pitchFamily="34" charset="0"/>
              </a:rPr>
              <a:t>Precision cho "Bad Loan" là 0.96,</a:t>
            </a:r>
          </a:p>
          <a:p>
            <a:pPr marL="457200" lvl="0" indent="-292100" algn="l" rtl="0">
              <a:spcBef>
                <a:spcPts val="0"/>
              </a:spcBef>
              <a:spcAft>
                <a:spcPts val="0"/>
              </a:spcAft>
              <a:buSzPts val="1000"/>
              <a:buFont typeface="Anaheim"/>
              <a:buChar char="●"/>
            </a:pPr>
            <a:endParaRPr lang="vi-VN" dirty="0">
              <a:solidFill>
                <a:schemeClr val="hlink"/>
              </a:solidFill>
              <a:uFill>
                <a:noFill/>
              </a:uFill>
              <a:latin typeface="Lato" panose="020F0502020204030203" pitchFamily="34" charset="0"/>
              <a:ea typeface="Lato" panose="020F0502020204030203" pitchFamily="34" charset="0"/>
              <a:cs typeface="Lato" panose="020F0502020204030203" pitchFamily="34" charset="0"/>
            </a:endParaRPr>
          </a:p>
          <a:p>
            <a:pPr marL="0" lvl="0" indent="0" algn="l" rtl="0">
              <a:spcBef>
                <a:spcPts val="0"/>
              </a:spcBef>
              <a:spcAft>
                <a:spcPts val="0"/>
              </a:spcAft>
              <a:buNone/>
            </a:pP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4242" name="Google Shape;4242;p49"/>
          <p:cNvSpPr txBox="1">
            <a:spLocks noGrp="1"/>
          </p:cNvSpPr>
          <p:nvPr>
            <p:ph type="subTitle" idx="1"/>
          </p:nvPr>
        </p:nvSpPr>
        <p:spPr>
          <a:xfrm flipH="1">
            <a:off x="5180650" y="790789"/>
            <a:ext cx="3017400" cy="288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1500" b="1" dirty="0">
                <a:latin typeface="Lato" panose="020F0502020204030203" pitchFamily="34" charset="0"/>
                <a:ea typeface="Lato" panose="020F0502020204030203" pitchFamily="34" charset="0"/>
                <a:cs typeface="Lato" panose="020F0502020204030203" pitchFamily="34" charset="0"/>
                <a:sym typeface="Staatliches"/>
              </a:rPr>
              <a:t>Recall</a:t>
            </a:r>
            <a:endParaRPr sz="1500" b="1" dirty="0">
              <a:latin typeface="Lato" panose="020F0502020204030203" pitchFamily="34" charset="0"/>
              <a:ea typeface="Lato" panose="020F0502020204030203" pitchFamily="34" charset="0"/>
              <a:cs typeface="Lato" panose="020F0502020204030203" pitchFamily="34" charset="0"/>
              <a:sym typeface="Staatliches"/>
            </a:endParaRPr>
          </a:p>
          <a:p>
            <a:pPr marL="0" lvl="0" indent="0" algn="l" rtl="0">
              <a:spcBef>
                <a:spcPts val="0"/>
              </a:spcBef>
              <a:spcAft>
                <a:spcPts val="0"/>
              </a:spcAft>
              <a:buNone/>
            </a:pPr>
            <a:endParaRPr dirty="0">
              <a:latin typeface="Lato" panose="020F0502020204030203" pitchFamily="34" charset="0"/>
              <a:ea typeface="Lato" panose="020F0502020204030203" pitchFamily="34" charset="0"/>
              <a:cs typeface="Lato" panose="020F0502020204030203" pitchFamily="34" charset="0"/>
              <a:sym typeface="Staatliches"/>
            </a:endParaRPr>
          </a:p>
          <a:p>
            <a:pPr marL="457200" lvl="0" indent="-292100" algn="l" rtl="0">
              <a:spcBef>
                <a:spcPts val="0"/>
              </a:spcBef>
              <a:spcAft>
                <a:spcPts val="0"/>
              </a:spcAft>
              <a:buSzPts val="1000"/>
              <a:buFont typeface="Anaheim"/>
              <a:buChar char="●"/>
            </a:pPr>
            <a:r>
              <a:rPr lang="en-US" sz="1200" dirty="0">
                <a:uFill>
                  <a:noFill/>
                </a:uFill>
                <a:latin typeface="Lato" panose="020F0502020204030203" pitchFamily="34" charset="0"/>
                <a:ea typeface="Lato" panose="020F0502020204030203" pitchFamily="34" charset="0"/>
                <a:cs typeface="Lato" panose="020F0502020204030203" pitchFamily="34" charset="0"/>
              </a:rPr>
              <a:t>Recall cho "Good Loan": Để đảm bảo rằng các khoản vay tốt không bị từ chối một cách bất công.</a:t>
            </a:r>
            <a:endParaRPr lang="vi-VN" sz="1200" dirty="0">
              <a:uFill>
                <a:noFill/>
              </a:uFill>
              <a:latin typeface="Lato" panose="020F0502020204030203" pitchFamily="34" charset="0"/>
              <a:ea typeface="Lato" panose="020F0502020204030203" pitchFamily="34" charset="0"/>
              <a:cs typeface="Lato" panose="020F0502020204030203" pitchFamily="34" charset="0"/>
            </a:endParaRPr>
          </a:p>
          <a:p>
            <a:pPr marL="457200" lvl="0" indent="-292100" algn="l" rtl="0">
              <a:spcBef>
                <a:spcPts val="0"/>
              </a:spcBef>
              <a:spcAft>
                <a:spcPts val="0"/>
              </a:spcAft>
              <a:buSzPts val="1000"/>
              <a:buFont typeface="Anaheim"/>
              <a:buChar char="●"/>
            </a:pPr>
            <a:r>
              <a:rPr lang="en-US" sz="1200" dirty="0">
                <a:latin typeface="Lato" panose="020F0502020204030203" pitchFamily="34" charset="0"/>
                <a:ea typeface="Lato" panose="020F0502020204030203" pitchFamily="34" charset="0"/>
                <a:cs typeface="Lato" panose="020F0502020204030203" pitchFamily="34" charset="0"/>
              </a:rPr>
              <a:t>Recall cho "Good Loan" là 0.</a:t>
            </a:r>
            <a:r>
              <a:rPr lang="vi-VN" sz="1200" dirty="0">
                <a:latin typeface="Lato" panose="020F0502020204030203" pitchFamily="34" charset="0"/>
                <a:ea typeface="Lato" panose="020F0502020204030203" pitchFamily="34" charset="0"/>
                <a:cs typeface="Lato" panose="020F0502020204030203" pitchFamily="34" charset="0"/>
              </a:rPr>
              <a:t>88</a:t>
            </a:r>
            <a:endParaRPr lang="en-US" sz="1200" dirty="0">
              <a:latin typeface="Lato" panose="020F0502020204030203" pitchFamily="34" charset="0"/>
              <a:ea typeface="Lato" panose="020F0502020204030203" pitchFamily="34" charset="0"/>
              <a:cs typeface="Lato" panose="020F0502020204030203" pitchFamily="34" charset="0"/>
            </a:endParaRPr>
          </a:p>
          <a:p>
            <a:pPr marL="457200" lvl="0" indent="-292100" algn="l" rtl="0">
              <a:spcBef>
                <a:spcPts val="0"/>
              </a:spcBef>
              <a:spcAft>
                <a:spcPts val="0"/>
              </a:spcAft>
              <a:buSzPts val="1000"/>
              <a:buFont typeface="Anaheim"/>
              <a:buChar char="●"/>
            </a:pPr>
            <a:endParaRPr dirty="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grpSp>
        <p:nvGrpSpPr>
          <p:cNvPr id="682" name="Google Shape;682;p31"/>
          <p:cNvGrpSpPr/>
          <p:nvPr/>
        </p:nvGrpSpPr>
        <p:grpSpPr>
          <a:xfrm>
            <a:off x="4534350" y="4313399"/>
            <a:ext cx="4600713" cy="150450"/>
            <a:chOff x="0" y="4397412"/>
            <a:chExt cx="4600713" cy="150450"/>
          </a:xfrm>
        </p:grpSpPr>
        <p:sp>
          <p:nvSpPr>
            <p:cNvPr id="683" name="Google Shape;683;p31"/>
            <p:cNvSpPr/>
            <p:nvPr/>
          </p:nvSpPr>
          <p:spPr>
            <a:xfrm>
              <a:off x="0" y="4397412"/>
              <a:ext cx="4600713" cy="2416"/>
            </a:xfrm>
            <a:custGeom>
              <a:avLst/>
              <a:gdLst/>
              <a:ahLst/>
              <a:cxnLst/>
              <a:rect l="l" t="t" r="r" b="b"/>
              <a:pathLst>
                <a:path w="131402" h="69" extrusionOk="0">
                  <a:moveTo>
                    <a:pt x="0" y="1"/>
                  </a:moveTo>
                  <a:lnTo>
                    <a:pt x="0" y="69"/>
                  </a:lnTo>
                  <a:lnTo>
                    <a:pt x="131401" y="69"/>
                  </a:lnTo>
                  <a:lnTo>
                    <a:pt x="131401"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1"/>
            <p:cNvSpPr/>
            <p:nvPr/>
          </p:nvSpPr>
          <p:spPr>
            <a:xfrm>
              <a:off x="755786" y="4545586"/>
              <a:ext cx="305519" cy="2276"/>
            </a:xfrm>
            <a:custGeom>
              <a:avLst/>
              <a:gdLst/>
              <a:ahLst/>
              <a:cxnLst/>
              <a:rect l="l" t="t" r="r" b="b"/>
              <a:pathLst>
                <a:path w="8726" h="65" extrusionOk="0">
                  <a:moveTo>
                    <a:pt x="0" y="0"/>
                  </a:moveTo>
                  <a:lnTo>
                    <a:pt x="0" y="65"/>
                  </a:lnTo>
                  <a:lnTo>
                    <a:pt x="8726" y="65"/>
                  </a:lnTo>
                  <a:lnTo>
                    <a:pt x="8726" y="0"/>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1"/>
            <p:cNvSpPr/>
            <p:nvPr/>
          </p:nvSpPr>
          <p:spPr>
            <a:xfrm>
              <a:off x="1619552" y="4536412"/>
              <a:ext cx="497808" cy="2276"/>
            </a:xfrm>
            <a:custGeom>
              <a:avLst/>
              <a:gdLst/>
              <a:ahLst/>
              <a:cxnLst/>
              <a:rect l="l" t="t" r="r" b="b"/>
              <a:pathLst>
                <a:path w="14218" h="65" extrusionOk="0">
                  <a:moveTo>
                    <a:pt x="0" y="0"/>
                  </a:moveTo>
                  <a:lnTo>
                    <a:pt x="0" y="65"/>
                  </a:lnTo>
                  <a:lnTo>
                    <a:pt x="14217" y="65"/>
                  </a:lnTo>
                  <a:lnTo>
                    <a:pt x="14217" y="0"/>
                  </a:lnTo>
                  <a:close/>
                </a:path>
              </a:pathLst>
            </a:custGeom>
            <a:solidFill>
              <a:srgbClr val="EBEBEB"/>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1"/>
            <p:cNvSpPr/>
            <p:nvPr/>
          </p:nvSpPr>
          <p:spPr>
            <a:xfrm>
              <a:off x="1070481" y="4460119"/>
              <a:ext cx="175833" cy="2311"/>
            </a:xfrm>
            <a:custGeom>
              <a:avLst/>
              <a:gdLst/>
              <a:ahLst/>
              <a:cxnLst/>
              <a:rect l="l" t="t" r="r" b="b"/>
              <a:pathLst>
                <a:path w="5022" h="66" extrusionOk="0">
                  <a:moveTo>
                    <a:pt x="1" y="1"/>
                  </a:moveTo>
                  <a:lnTo>
                    <a:pt x="1" y="65"/>
                  </a:lnTo>
                  <a:lnTo>
                    <a:pt x="5022" y="65"/>
                  </a:lnTo>
                  <a:lnTo>
                    <a:pt x="5022"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1"/>
            <p:cNvSpPr/>
            <p:nvPr/>
          </p:nvSpPr>
          <p:spPr>
            <a:xfrm>
              <a:off x="2732853" y="4514424"/>
              <a:ext cx="418259" cy="2276"/>
            </a:xfrm>
            <a:custGeom>
              <a:avLst/>
              <a:gdLst/>
              <a:ahLst/>
              <a:cxnLst/>
              <a:rect l="l" t="t" r="r" b="b"/>
              <a:pathLst>
                <a:path w="11946" h="65" extrusionOk="0">
                  <a:moveTo>
                    <a:pt x="0" y="0"/>
                  </a:moveTo>
                  <a:lnTo>
                    <a:pt x="0" y="65"/>
                  </a:lnTo>
                  <a:lnTo>
                    <a:pt x="11946" y="65"/>
                  </a:lnTo>
                  <a:lnTo>
                    <a:pt x="11946" y="0"/>
                  </a:lnTo>
                  <a:close/>
                </a:path>
              </a:pathLst>
            </a:custGeom>
            <a:solidFill>
              <a:srgbClr val="EBEBE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 name="Google Shape;688;p31"/>
          <p:cNvGrpSpPr/>
          <p:nvPr/>
        </p:nvGrpSpPr>
        <p:grpSpPr>
          <a:xfrm>
            <a:off x="5215723" y="1329593"/>
            <a:ext cx="3081703" cy="2757573"/>
            <a:chOff x="5215723" y="1479118"/>
            <a:chExt cx="3081703" cy="2757573"/>
          </a:xfrm>
        </p:grpSpPr>
        <p:grpSp>
          <p:nvGrpSpPr>
            <p:cNvPr id="689" name="Google Shape;689;p31"/>
            <p:cNvGrpSpPr/>
            <p:nvPr/>
          </p:nvGrpSpPr>
          <p:grpSpPr>
            <a:xfrm>
              <a:off x="5215723" y="1707350"/>
              <a:ext cx="3081703" cy="2529341"/>
              <a:chOff x="5150194" y="1591500"/>
              <a:chExt cx="3081703" cy="2529341"/>
            </a:xfrm>
          </p:grpSpPr>
          <p:sp>
            <p:nvSpPr>
              <p:cNvPr id="690" name="Google Shape;690;p31"/>
              <p:cNvSpPr/>
              <p:nvPr/>
            </p:nvSpPr>
            <p:spPr>
              <a:xfrm>
                <a:off x="5150194" y="1591500"/>
                <a:ext cx="1147444" cy="2529341"/>
              </a:xfrm>
              <a:custGeom>
                <a:avLst/>
                <a:gdLst/>
                <a:ahLst/>
                <a:cxnLst/>
                <a:rect l="l" t="t" r="r" b="b"/>
                <a:pathLst>
                  <a:path w="46540" h="64368" extrusionOk="0">
                    <a:moveTo>
                      <a:pt x="45240" y="58"/>
                    </a:moveTo>
                    <a:cubicBezTo>
                      <a:pt x="45926" y="58"/>
                      <a:pt x="46482" y="614"/>
                      <a:pt x="46482" y="1299"/>
                    </a:cubicBezTo>
                    <a:lnTo>
                      <a:pt x="46482" y="63068"/>
                    </a:lnTo>
                    <a:cubicBezTo>
                      <a:pt x="46482" y="63753"/>
                      <a:pt x="45926" y="64310"/>
                      <a:pt x="45240" y="64310"/>
                    </a:cubicBezTo>
                    <a:lnTo>
                      <a:pt x="1299" y="64310"/>
                    </a:lnTo>
                    <a:cubicBezTo>
                      <a:pt x="615" y="64310"/>
                      <a:pt x="58" y="63753"/>
                      <a:pt x="58" y="63068"/>
                    </a:cubicBezTo>
                    <a:lnTo>
                      <a:pt x="58" y="1299"/>
                    </a:lnTo>
                    <a:cubicBezTo>
                      <a:pt x="58" y="614"/>
                      <a:pt x="615" y="58"/>
                      <a:pt x="1299" y="58"/>
                    </a:cubicBezTo>
                    <a:close/>
                    <a:moveTo>
                      <a:pt x="1299" y="0"/>
                    </a:moveTo>
                    <a:cubicBezTo>
                      <a:pt x="582" y="0"/>
                      <a:pt x="0" y="582"/>
                      <a:pt x="0" y="1299"/>
                    </a:cubicBezTo>
                    <a:lnTo>
                      <a:pt x="0" y="63068"/>
                    </a:lnTo>
                    <a:cubicBezTo>
                      <a:pt x="0" y="63786"/>
                      <a:pt x="582" y="64368"/>
                      <a:pt x="1299" y="64368"/>
                    </a:cubicBezTo>
                    <a:lnTo>
                      <a:pt x="45240" y="64368"/>
                    </a:lnTo>
                    <a:cubicBezTo>
                      <a:pt x="45958" y="64368"/>
                      <a:pt x="46539" y="63786"/>
                      <a:pt x="46539" y="63068"/>
                    </a:cubicBezTo>
                    <a:lnTo>
                      <a:pt x="46539" y="1299"/>
                    </a:lnTo>
                    <a:cubicBezTo>
                      <a:pt x="46539" y="582"/>
                      <a:pt x="45958" y="0"/>
                      <a:pt x="45240"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1"/>
              <p:cNvSpPr/>
              <p:nvPr/>
            </p:nvSpPr>
            <p:spPr>
              <a:xfrm>
                <a:off x="6402990" y="1591500"/>
                <a:ext cx="1828907" cy="2529341"/>
              </a:xfrm>
              <a:custGeom>
                <a:avLst/>
                <a:gdLst/>
                <a:ahLst/>
                <a:cxnLst/>
                <a:rect l="l" t="t" r="r" b="b"/>
                <a:pathLst>
                  <a:path w="46543" h="64368" extrusionOk="0">
                    <a:moveTo>
                      <a:pt x="45243" y="58"/>
                    </a:moveTo>
                    <a:cubicBezTo>
                      <a:pt x="45928" y="58"/>
                      <a:pt x="46485" y="614"/>
                      <a:pt x="46485" y="1299"/>
                    </a:cubicBezTo>
                    <a:lnTo>
                      <a:pt x="46485" y="63068"/>
                    </a:lnTo>
                    <a:cubicBezTo>
                      <a:pt x="46485" y="63753"/>
                      <a:pt x="45928" y="64310"/>
                      <a:pt x="45243" y="64310"/>
                    </a:cubicBezTo>
                    <a:lnTo>
                      <a:pt x="1299" y="64310"/>
                    </a:lnTo>
                    <a:cubicBezTo>
                      <a:pt x="617" y="64310"/>
                      <a:pt x="57" y="63753"/>
                      <a:pt x="57" y="63068"/>
                    </a:cubicBezTo>
                    <a:lnTo>
                      <a:pt x="57" y="1299"/>
                    </a:lnTo>
                    <a:cubicBezTo>
                      <a:pt x="57" y="614"/>
                      <a:pt x="617" y="58"/>
                      <a:pt x="1299" y="58"/>
                    </a:cubicBezTo>
                    <a:close/>
                    <a:moveTo>
                      <a:pt x="1299" y="0"/>
                    </a:moveTo>
                    <a:cubicBezTo>
                      <a:pt x="585" y="0"/>
                      <a:pt x="0" y="582"/>
                      <a:pt x="0" y="1299"/>
                    </a:cubicBezTo>
                    <a:lnTo>
                      <a:pt x="0" y="63068"/>
                    </a:lnTo>
                    <a:cubicBezTo>
                      <a:pt x="0" y="63786"/>
                      <a:pt x="585" y="64368"/>
                      <a:pt x="1299" y="64368"/>
                    </a:cubicBezTo>
                    <a:lnTo>
                      <a:pt x="45243" y="64368"/>
                    </a:lnTo>
                    <a:cubicBezTo>
                      <a:pt x="45961" y="64368"/>
                      <a:pt x="46542" y="63786"/>
                      <a:pt x="46542" y="63068"/>
                    </a:cubicBezTo>
                    <a:lnTo>
                      <a:pt x="46542" y="1299"/>
                    </a:lnTo>
                    <a:cubicBezTo>
                      <a:pt x="46542" y="582"/>
                      <a:pt x="45961" y="0"/>
                      <a:pt x="45243"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2" name="Google Shape;692;p31"/>
            <p:cNvGrpSpPr/>
            <p:nvPr/>
          </p:nvGrpSpPr>
          <p:grpSpPr>
            <a:xfrm>
              <a:off x="5723516" y="1479118"/>
              <a:ext cx="2288423" cy="1787926"/>
              <a:chOff x="5723516" y="1479118"/>
              <a:chExt cx="2288423" cy="1787926"/>
            </a:xfrm>
          </p:grpSpPr>
          <p:sp>
            <p:nvSpPr>
              <p:cNvPr id="693" name="Google Shape;693;p31"/>
              <p:cNvSpPr/>
              <p:nvPr/>
            </p:nvSpPr>
            <p:spPr>
              <a:xfrm>
                <a:off x="5723516" y="1479118"/>
                <a:ext cx="2288423" cy="291294"/>
              </a:xfrm>
              <a:custGeom>
                <a:avLst/>
                <a:gdLst/>
                <a:ahLst/>
                <a:cxnLst/>
                <a:rect l="l" t="t" r="r" b="b"/>
                <a:pathLst>
                  <a:path w="58237" h="7413" extrusionOk="0">
                    <a:moveTo>
                      <a:pt x="1756" y="1"/>
                    </a:moveTo>
                    <a:cubicBezTo>
                      <a:pt x="791" y="1"/>
                      <a:pt x="1" y="794"/>
                      <a:pt x="1" y="1760"/>
                    </a:cubicBezTo>
                    <a:lnTo>
                      <a:pt x="1" y="7413"/>
                    </a:lnTo>
                    <a:lnTo>
                      <a:pt x="58237" y="7413"/>
                    </a:lnTo>
                    <a:lnTo>
                      <a:pt x="58237" y="1760"/>
                    </a:lnTo>
                    <a:cubicBezTo>
                      <a:pt x="58237" y="794"/>
                      <a:pt x="57448" y="1"/>
                      <a:pt x="56482" y="1"/>
                    </a:cubicBezTo>
                    <a:close/>
                  </a:path>
                </a:pathLst>
              </a:custGeom>
              <a:solidFill>
                <a:srgbClr val="43434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1"/>
              <p:cNvSpPr/>
              <p:nvPr/>
            </p:nvSpPr>
            <p:spPr>
              <a:xfrm>
                <a:off x="6229445" y="1572681"/>
                <a:ext cx="104407" cy="104368"/>
              </a:xfrm>
              <a:custGeom>
                <a:avLst/>
                <a:gdLst/>
                <a:ahLst/>
                <a:cxnLst/>
                <a:rect l="l" t="t" r="r" b="b"/>
                <a:pathLst>
                  <a:path w="2657" h="2656" extrusionOk="0">
                    <a:moveTo>
                      <a:pt x="1329" y="0"/>
                    </a:moveTo>
                    <a:cubicBezTo>
                      <a:pt x="597" y="0"/>
                      <a:pt x="1" y="595"/>
                      <a:pt x="1" y="1328"/>
                    </a:cubicBezTo>
                    <a:cubicBezTo>
                      <a:pt x="1" y="2060"/>
                      <a:pt x="597" y="2656"/>
                      <a:pt x="1329" y="2656"/>
                    </a:cubicBezTo>
                    <a:cubicBezTo>
                      <a:pt x="2065" y="2656"/>
                      <a:pt x="2656" y="2060"/>
                      <a:pt x="2656" y="1328"/>
                    </a:cubicBezTo>
                    <a:cubicBezTo>
                      <a:pt x="2656" y="595"/>
                      <a:pt x="2065" y="0"/>
                      <a:pt x="1329" y="0"/>
                    </a:cubicBezTo>
                    <a:close/>
                  </a:path>
                </a:pathLst>
              </a:custGeom>
              <a:solidFill>
                <a:srgbClr val="FFFFF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1"/>
              <p:cNvSpPr/>
              <p:nvPr/>
            </p:nvSpPr>
            <p:spPr>
              <a:xfrm>
                <a:off x="6044560" y="1572681"/>
                <a:ext cx="104407" cy="104368"/>
              </a:xfrm>
              <a:custGeom>
                <a:avLst/>
                <a:gdLst/>
                <a:ahLst/>
                <a:cxnLst/>
                <a:rect l="l" t="t" r="r" b="b"/>
                <a:pathLst>
                  <a:path w="2657" h="2656" extrusionOk="0">
                    <a:moveTo>
                      <a:pt x="1328" y="0"/>
                    </a:moveTo>
                    <a:cubicBezTo>
                      <a:pt x="596" y="0"/>
                      <a:pt x="0" y="595"/>
                      <a:pt x="0" y="1328"/>
                    </a:cubicBezTo>
                    <a:cubicBezTo>
                      <a:pt x="0" y="2060"/>
                      <a:pt x="596" y="2656"/>
                      <a:pt x="1328" y="2656"/>
                    </a:cubicBezTo>
                    <a:cubicBezTo>
                      <a:pt x="2060" y="2656"/>
                      <a:pt x="2656" y="2060"/>
                      <a:pt x="2656" y="1328"/>
                    </a:cubicBezTo>
                    <a:cubicBezTo>
                      <a:pt x="2656" y="595"/>
                      <a:pt x="2060" y="0"/>
                      <a:pt x="1328" y="0"/>
                    </a:cubicBezTo>
                    <a:close/>
                  </a:path>
                </a:pathLst>
              </a:custGeom>
              <a:solidFill>
                <a:srgbClr val="FFFFF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1"/>
              <p:cNvSpPr/>
              <p:nvPr/>
            </p:nvSpPr>
            <p:spPr>
              <a:xfrm>
                <a:off x="5859635" y="1572681"/>
                <a:ext cx="104407" cy="104368"/>
              </a:xfrm>
              <a:custGeom>
                <a:avLst/>
                <a:gdLst/>
                <a:ahLst/>
                <a:cxnLst/>
                <a:rect l="l" t="t" r="r" b="b"/>
                <a:pathLst>
                  <a:path w="2657" h="2656" extrusionOk="0">
                    <a:moveTo>
                      <a:pt x="1329" y="0"/>
                    </a:moveTo>
                    <a:cubicBezTo>
                      <a:pt x="593" y="0"/>
                      <a:pt x="0" y="595"/>
                      <a:pt x="0" y="1328"/>
                    </a:cubicBezTo>
                    <a:cubicBezTo>
                      <a:pt x="0" y="2060"/>
                      <a:pt x="593" y="2656"/>
                      <a:pt x="1329" y="2656"/>
                    </a:cubicBezTo>
                    <a:cubicBezTo>
                      <a:pt x="2061" y="2656"/>
                      <a:pt x="2656" y="2060"/>
                      <a:pt x="2656" y="1328"/>
                    </a:cubicBezTo>
                    <a:cubicBezTo>
                      <a:pt x="2656" y="595"/>
                      <a:pt x="2061" y="0"/>
                      <a:pt x="1329" y="0"/>
                    </a:cubicBezTo>
                    <a:close/>
                  </a:path>
                </a:pathLst>
              </a:custGeom>
              <a:solidFill>
                <a:srgbClr val="FFF2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1"/>
              <p:cNvSpPr/>
              <p:nvPr/>
            </p:nvSpPr>
            <p:spPr>
              <a:xfrm>
                <a:off x="5723516" y="1770377"/>
                <a:ext cx="2288423" cy="1496668"/>
              </a:xfrm>
              <a:custGeom>
                <a:avLst/>
                <a:gdLst/>
                <a:ahLst/>
                <a:cxnLst/>
                <a:rect l="l" t="t" r="r" b="b"/>
                <a:pathLst>
                  <a:path w="58237" h="38088" extrusionOk="0">
                    <a:moveTo>
                      <a:pt x="1" y="1"/>
                    </a:moveTo>
                    <a:lnTo>
                      <a:pt x="1" y="36332"/>
                    </a:lnTo>
                    <a:cubicBezTo>
                      <a:pt x="1" y="37297"/>
                      <a:pt x="791" y="38087"/>
                      <a:pt x="1756" y="38087"/>
                    </a:cubicBezTo>
                    <a:lnTo>
                      <a:pt x="56482" y="38087"/>
                    </a:lnTo>
                    <a:cubicBezTo>
                      <a:pt x="57448" y="38087"/>
                      <a:pt x="58237" y="37297"/>
                      <a:pt x="58237" y="36332"/>
                    </a:cubicBezTo>
                    <a:lnTo>
                      <a:pt x="58237" y="1"/>
                    </a:lnTo>
                    <a:close/>
                  </a:path>
                </a:pathLst>
              </a:custGeom>
              <a:no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8" name="Google Shape;698;p31"/>
          <p:cNvSpPr txBox="1">
            <a:spLocks noGrp="1"/>
          </p:cNvSpPr>
          <p:nvPr>
            <p:ph type="ctrTitle"/>
          </p:nvPr>
        </p:nvSpPr>
        <p:spPr>
          <a:xfrm>
            <a:off x="1472193" y="1951747"/>
            <a:ext cx="2628367" cy="1104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vi-VN" b="1" dirty="0">
                <a:latin typeface="Lato" panose="020F0502020204030203" pitchFamily="34" charset="0"/>
                <a:ea typeface="Lato" panose="020F0502020204030203" pitchFamily="34" charset="0"/>
                <a:cs typeface="Lato" panose="020F0502020204030203" pitchFamily="34" charset="0"/>
              </a:rPr>
              <a:t>TIỀN XỬ LÝ DỮ LIỆU</a:t>
            </a:r>
            <a:endParaRPr b="1" dirty="0">
              <a:latin typeface="Lato" panose="020F0502020204030203" pitchFamily="34" charset="0"/>
              <a:ea typeface="Lato" panose="020F0502020204030203" pitchFamily="34" charset="0"/>
              <a:cs typeface="Lato" panose="020F0502020204030203" pitchFamily="34" charset="0"/>
            </a:endParaRPr>
          </a:p>
        </p:txBody>
      </p:sp>
      <p:grpSp>
        <p:nvGrpSpPr>
          <p:cNvPr id="700" name="Google Shape;700;p31"/>
          <p:cNvGrpSpPr/>
          <p:nvPr/>
        </p:nvGrpSpPr>
        <p:grpSpPr>
          <a:xfrm>
            <a:off x="4394088" y="3149994"/>
            <a:ext cx="1221060" cy="1220197"/>
            <a:chOff x="4394088" y="3299519"/>
            <a:chExt cx="1221060" cy="1220197"/>
          </a:xfrm>
        </p:grpSpPr>
        <p:sp>
          <p:nvSpPr>
            <p:cNvPr id="701" name="Google Shape;701;p31"/>
            <p:cNvSpPr/>
            <p:nvPr/>
          </p:nvSpPr>
          <p:spPr>
            <a:xfrm>
              <a:off x="5004504" y="3380350"/>
              <a:ext cx="610644" cy="1139359"/>
            </a:xfrm>
            <a:custGeom>
              <a:avLst/>
              <a:gdLst/>
              <a:ahLst/>
              <a:cxnLst/>
              <a:rect l="l" t="t" r="r" b="b"/>
              <a:pathLst>
                <a:path w="15540" h="28995" extrusionOk="0">
                  <a:moveTo>
                    <a:pt x="7768" y="1"/>
                  </a:moveTo>
                  <a:lnTo>
                    <a:pt x="5740" y="3515"/>
                  </a:lnTo>
                  <a:cubicBezTo>
                    <a:pt x="9175" y="5492"/>
                    <a:pt x="11486" y="9203"/>
                    <a:pt x="11486" y="13457"/>
                  </a:cubicBezTo>
                  <a:cubicBezTo>
                    <a:pt x="11486" y="19799"/>
                    <a:pt x="6343" y="24939"/>
                    <a:pt x="1" y="24939"/>
                  </a:cubicBezTo>
                  <a:lnTo>
                    <a:pt x="1" y="28995"/>
                  </a:lnTo>
                  <a:cubicBezTo>
                    <a:pt x="8579" y="28995"/>
                    <a:pt x="15539" y="22035"/>
                    <a:pt x="15539" y="13457"/>
                  </a:cubicBezTo>
                  <a:cubicBezTo>
                    <a:pt x="15539" y="7707"/>
                    <a:pt x="12412" y="2685"/>
                    <a:pt x="7768"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1"/>
            <p:cNvSpPr/>
            <p:nvPr/>
          </p:nvSpPr>
          <p:spPr>
            <a:xfrm>
              <a:off x="4394088" y="3909150"/>
              <a:ext cx="610448" cy="610566"/>
            </a:xfrm>
            <a:custGeom>
              <a:avLst/>
              <a:gdLst/>
              <a:ahLst/>
              <a:cxnLst/>
              <a:rect l="l" t="t" r="r" b="b"/>
              <a:pathLst>
                <a:path w="15535" h="15538" extrusionOk="0">
                  <a:moveTo>
                    <a:pt x="0" y="0"/>
                  </a:moveTo>
                  <a:cubicBezTo>
                    <a:pt x="0" y="4117"/>
                    <a:pt x="1641" y="8076"/>
                    <a:pt x="4551" y="10984"/>
                  </a:cubicBezTo>
                  <a:cubicBezTo>
                    <a:pt x="7462" y="13894"/>
                    <a:pt x="11418" y="15538"/>
                    <a:pt x="15535" y="15538"/>
                  </a:cubicBezTo>
                  <a:lnTo>
                    <a:pt x="15535" y="11482"/>
                  </a:lnTo>
                  <a:cubicBezTo>
                    <a:pt x="9196" y="11482"/>
                    <a:pt x="4053" y="6342"/>
                    <a:pt x="4053"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1"/>
            <p:cNvSpPr/>
            <p:nvPr/>
          </p:nvSpPr>
          <p:spPr>
            <a:xfrm>
              <a:off x="4394088" y="3299519"/>
              <a:ext cx="915691" cy="609662"/>
            </a:xfrm>
            <a:custGeom>
              <a:avLst/>
              <a:gdLst/>
              <a:ahLst/>
              <a:cxnLst/>
              <a:rect l="l" t="t" r="r" b="b"/>
              <a:pathLst>
                <a:path w="23303" h="15515" extrusionOk="0">
                  <a:moveTo>
                    <a:pt x="15601" y="0"/>
                  </a:moveTo>
                  <a:cubicBezTo>
                    <a:pt x="10214" y="0"/>
                    <a:pt x="4947" y="2787"/>
                    <a:pt x="2078" y="7750"/>
                  </a:cubicBezTo>
                  <a:cubicBezTo>
                    <a:pt x="721" y="10104"/>
                    <a:pt x="0" y="12790"/>
                    <a:pt x="0" y="15514"/>
                  </a:cubicBezTo>
                  <a:lnTo>
                    <a:pt x="4053" y="15514"/>
                  </a:lnTo>
                  <a:cubicBezTo>
                    <a:pt x="4053" y="9168"/>
                    <a:pt x="9196" y="4031"/>
                    <a:pt x="15535" y="4031"/>
                  </a:cubicBezTo>
                  <a:cubicBezTo>
                    <a:pt x="17627" y="4031"/>
                    <a:pt x="19590" y="4588"/>
                    <a:pt x="21274" y="5572"/>
                  </a:cubicBezTo>
                  <a:lnTo>
                    <a:pt x="23302" y="2058"/>
                  </a:lnTo>
                  <a:cubicBezTo>
                    <a:pt x="20882" y="662"/>
                    <a:pt x="18227" y="0"/>
                    <a:pt x="15601"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4" name="Google Shape;704;p31"/>
          <p:cNvSpPr/>
          <p:nvPr/>
        </p:nvSpPr>
        <p:spPr>
          <a:xfrm>
            <a:off x="4670099" y="3237152"/>
            <a:ext cx="2593" cy="5973"/>
          </a:xfrm>
          <a:custGeom>
            <a:avLst/>
            <a:gdLst/>
            <a:ahLst/>
            <a:cxnLst/>
            <a:rect l="l" t="t" r="r" b="b"/>
            <a:pathLst>
              <a:path w="66" h="152" extrusionOk="0">
                <a:moveTo>
                  <a:pt x="65" y="1"/>
                </a:moveTo>
                <a:cubicBezTo>
                  <a:pt x="54" y="1"/>
                  <a:pt x="40" y="4"/>
                  <a:pt x="29" y="12"/>
                </a:cubicBezTo>
                <a:cubicBezTo>
                  <a:pt x="4" y="30"/>
                  <a:pt x="0" y="65"/>
                  <a:pt x="19" y="90"/>
                </a:cubicBezTo>
                <a:cubicBezTo>
                  <a:pt x="32" y="112"/>
                  <a:pt x="50" y="130"/>
                  <a:pt x="65" y="152"/>
                </a:cubicBezTo>
                <a:lnTo>
                  <a:pt x="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1"/>
          <p:cNvSpPr/>
          <p:nvPr/>
        </p:nvSpPr>
        <p:spPr>
          <a:xfrm>
            <a:off x="8052890" y="3127164"/>
            <a:ext cx="2554" cy="4951"/>
          </a:xfrm>
          <a:custGeom>
            <a:avLst/>
            <a:gdLst/>
            <a:ahLst/>
            <a:cxnLst/>
            <a:rect l="l" t="t" r="r" b="b"/>
            <a:pathLst>
              <a:path w="65" h="126" extrusionOk="0">
                <a:moveTo>
                  <a:pt x="0" y="0"/>
                </a:moveTo>
                <a:lnTo>
                  <a:pt x="0" y="126"/>
                </a:lnTo>
                <a:cubicBezTo>
                  <a:pt x="18" y="126"/>
                  <a:pt x="36" y="116"/>
                  <a:pt x="47" y="98"/>
                </a:cubicBezTo>
                <a:cubicBezTo>
                  <a:pt x="65" y="73"/>
                  <a:pt x="58" y="36"/>
                  <a:pt x="29" y="18"/>
                </a:cubicBezTo>
                <a:cubicBezTo>
                  <a:pt x="18" y="15"/>
                  <a:pt x="11" y="8"/>
                  <a:pt x="0" y="0"/>
                </a:cubicBezTo>
                <a:close/>
              </a:path>
            </a:pathLst>
          </a:custGeom>
          <a:solidFill>
            <a:srgbClr val="FE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1"/>
          <p:cNvSpPr/>
          <p:nvPr/>
        </p:nvSpPr>
        <p:spPr>
          <a:xfrm>
            <a:off x="4670099" y="2168078"/>
            <a:ext cx="2593" cy="4833"/>
          </a:xfrm>
          <a:custGeom>
            <a:avLst/>
            <a:gdLst/>
            <a:ahLst/>
            <a:cxnLst/>
            <a:rect l="l" t="t" r="r" b="b"/>
            <a:pathLst>
              <a:path w="66" h="123" extrusionOk="0">
                <a:moveTo>
                  <a:pt x="65" y="0"/>
                </a:moveTo>
                <a:cubicBezTo>
                  <a:pt x="54" y="4"/>
                  <a:pt x="47" y="7"/>
                  <a:pt x="37" y="15"/>
                </a:cubicBezTo>
                <a:cubicBezTo>
                  <a:pt x="11" y="29"/>
                  <a:pt x="0" y="65"/>
                  <a:pt x="15" y="90"/>
                </a:cubicBezTo>
                <a:cubicBezTo>
                  <a:pt x="25" y="111"/>
                  <a:pt x="44" y="122"/>
                  <a:pt x="65" y="122"/>
                </a:cubicBezTo>
                <a:lnTo>
                  <a:pt x="65" y="0"/>
                </a:lnTo>
                <a:close/>
              </a:path>
            </a:pathLst>
          </a:custGeom>
          <a:solidFill>
            <a:srgbClr val="D6E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1"/>
          <p:cNvSpPr/>
          <p:nvPr/>
        </p:nvSpPr>
        <p:spPr>
          <a:xfrm>
            <a:off x="8052890" y="2518830"/>
            <a:ext cx="2554" cy="5973"/>
          </a:xfrm>
          <a:custGeom>
            <a:avLst/>
            <a:gdLst/>
            <a:ahLst/>
            <a:cxnLst/>
            <a:rect l="l" t="t" r="r" b="b"/>
            <a:pathLst>
              <a:path w="65" h="152" extrusionOk="0">
                <a:moveTo>
                  <a:pt x="0" y="0"/>
                </a:moveTo>
                <a:lnTo>
                  <a:pt x="0" y="151"/>
                </a:lnTo>
                <a:cubicBezTo>
                  <a:pt x="15" y="134"/>
                  <a:pt x="29" y="112"/>
                  <a:pt x="43" y="94"/>
                </a:cubicBezTo>
                <a:cubicBezTo>
                  <a:pt x="65" y="69"/>
                  <a:pt x="58" y="33"/>
                  <a:pt x="36" y="15"/>
                </a:cubicBezTo>
                <a:cubicBezTo>
                  <a:pt x="25" y="8"/>
                  <a:pt x="11" y="0"/>
                  <a:pt x="0" y="0"/>
                </a:cubicBezTo>
                <a:close/>
              </a:path>
            </a:pathLst>
          </a:custGeom>
          <a:solidFill>
            <a:srgbClr val="CCD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8" name="Google Shape;708;p31"/>
          <p:cNvGrpSpPr/>
          <p:nvPr/>
        </p:nvGrpSpPr>
        <p:grpSpPr>
          <a:xfrm>
            <a:off x="4710406" y="1665960"/>
            <a:ext cx="3380414" cy="2313100"/>
            <a:chOff x="4710406" y="1815485"/>
            <a:chExt cx="3380414" cy="2313100"/>
          </a:xfrm>
        </p:grpSpPr>
        <p:sp>
          <p:nvSpPr>
            <p:cNvPr id="709" name="Google Shape;709;p31"/>
            <p:cNvSpPr/>
            <p:nvPr/>
          </p:nvSpPr>
          <p:spPr>
            <a:xfrm>
              <a:off x="4710406" y="1815485"/>
              <a:ext cx="3380234" cy="2313100"/>
            </a:xfrm>
            <a:custGeom>
              <a:avLst/>
              <a:gdLst/>
              <a:ahLst/>
              <a:cxnLst/>
              <a:rect l="l" t="t" r="r" b="b"/>
              <a:pathLst>
                <a:path w="86022" h="58865" extrusionOk="0">
                  <a:moveTo>
                    <a:pt x="2190" y="1"/>
                  </a:moveTo>
                  <a:cubicBezTo>
                    <a:pt x="987" y="1"/>
                    <a:pt x="0" y="983"/>
                    <a:pt x="0" y="2186"/>
                  </a:cubicBezTo>
                  <a:lnTo>
                    <a:pt x="0" y="56679"/>
                  </a:lnTo>
                  <a:cubicBezTo>
                    <a:pt x="0" y="57881"/>
                    <a:pt x="987" y="58865"/>
                    <a:pt x="2190" y="58865"/>
                  </a:cubicBezTo>
                  <a:lnTo>
                    <a:pt x="83832" y="58865"/>
                  </a:lnTo>
                  <a:cubicBezTo>
                    <a:pt x="85034" y="58865"/>
                    <a:pt x="86021" y="57881"/>
                    <a:pt x="86021" y="56679"/>
                  </a:cubicBezTo>
                  <a:lnTo>
                    <a:pt x="86021" y="2186"/>
                  </a:lnTo>
                  <a:cubicBezTo>
                    <a:pt x="86021" y="983"/>
                    <a:pt x="85034" y="1"/>
                    <a:pt x="83832"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1"/>
            <p:cNvSpPr/>
            <p:nvPr/>
          </p:nvSpPr>
          <p:spPr>
            <a:xfrm>
              <a:off x="4710425" y="2037750"/>
              <a:ext cx="3380234" cy="1927813"/>
            </a:xfrm>
            <a:custGeom>
              <a:avLst/>
              <a:gdLst/>
              <a:ahLst/>
              <a:cxnLst/>
              <a:rect l="l" t="t" r="r" b="b"/>
              <a:pathLst>
                <a:path w="86022" h="49060" extrusionOk="0">
                  <a:moveTo>
                    <a:pt x="0" y="1"/>
                  </a:moveTo>
                  <a:lnTo>
                    <a:pt x="0" y="49059"/>
                  </a:lnTo>
                  <a:lnTo>
                    <a:pt x="86021" y="49059"/>
                  </a:lnTo>
                  <a:lnTo>
                    <a:pt x="86021" y="1"/>
                  </a:lnTo>
                  <a:close/>
                </a:path>
              </a:pathLst>
            </a:custGeom>
            <a:solidFill>
              <a:srgbClr val="F8F8F8"/>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 name="Google Shape;711;p31"/>
            <p:cNvGrpSpPr/>
            <p:nvPr/>
          </p:nvGrpSpPr>
          <p:grpSpPr>
            <a:xfrm>
              <a:off x="4710585" y="2281922"/>
              <a:ext cx="3380235" cy="1683652"/>
              <a:chOff x="4710585" y="2281922"/>
              <a:chExt cx="3380235" cy="1683652"/>
            </a:xfrm>
          </p:grpSpPr>
          <p:sp>
            <p:nvSpPr>
              <p:cNvPr id="712" name="Google Shape;712;p31"/>
              <p:cNvSpPr/>
              <p:nvPr/>
            </p:nvSpPr>
            <p:spPr>
              <a:xfrm>
                <a:off x="4710585" y="3230006"/>
                <a:ext cx="3380234" cy="447295"/>
              </a:xfrm>
              <a:custGeom>
                <a:avLst/>
                <a:gdLst/>
                <a:ahLst/>
                <a:cxnLst/>
                <a:rect l="l" t="t" r="r" b="b"/>
                <a:pathLst>
                  <a:path w="86022" h="11383" extrusionOk="0">
                    <a:moveTo>
                      <a:pt x="84485" y="464"/>
                    </a:moveTo>
                    <a:lnTo>
                      <a:pt x="84485" y="582"/>
                    </a:lnTo>
                    <a:cubicBezTo>
                      <a:pt x="85006" y="769"/>
                      <a:pt x="85512" y="1009"/>
                      <a:pt x="85989" y="1304"/>
                    </a:cubicBezTo>
                    <a:cubicBezTo>
                      <a:pt x="86000" y="1311"/>
                      <a:pt x="86011" y="1314"/>
                      <a:pt x="86021" y="1314"/>
                    </a:cubicBezTo>
                    <a:lnTo>
                      <a:pt x="86021" y="1188"/>
                    </a:lnTo>
                    <a:cubicBezTo>
                      <a:pt x="85534" y="890"/>
                      <a:pt x="85017" y="650"/>
                      <a:pt x="84485" y="464"/>
                    </a:cubicBezTo>
                    <a:close/>
                    <a:moveTo>
                      <a:pt x="0" y="3988"/>
                    </a:moveTo>
                    <a:lnTo>
                      <a:pt x="0" y="4139"/>
                    </a:lnTo>
                    <a:cubicBezTo>
                      <a:pt x="467" y="4760"/>
                      <a:pt x="980" y="5348"/>
                      <a:pt x="1536" y="5898"/>
                    </a:cubicBezTo>
                    <a:lnTo>
                      <a:pt x="1536" y="5740"/>
                    </a:lnTo>
                    <a:cubicBezTo>
                      <a:pt x="994" y="5194"/>
                      <a:pt x="499" y="4620"/>
                      <a:pt x="47" y="4009"/>
                    </a:cubicBezTo>
                    <a:cubicBezTo>
                      <a:pt x="36" y="3996"/>
                      <a:pt x="18" y="3988"/>
                      <a:pt x="0" y="3988"/>
                    </a:cubicBezTo>
                    <a:close/>
                    <a:moveTo>
                      <a:pt x="81772" y="0"/>
                    </a:moveTo>
                    <a:cubicBezTo>
                      <a:pt x="80738" y="0"/>
                      <a:pt x="79708" y="201"/>
                      <a:pt x="78764" y="603"/>
                    </a:cubicBezTo>
                    <a:cubicBezTo>
                      <a:pt x="77540" y="1131"/>
                      <a:pt x="76470" y="1971"/>
                      <a:pt x="75437" y="2785"/>
                    </a:cubicBezTo>
                    <a:cubicBezTo>
                      <a:pt x="74690" y="3375"/>
                      <a:pt x="73918" y="3984"/>
                      <a:pt x="73093" y="4469"/>
                    </a:cubicBezTo>
                    <a:cubicBezTo>
                      <a:pt x="71201" y="5578"/>
                      <a:pt x="68918" y="6128"/>
                      <a:pt x="66183" y="6128"/>
                    </a:cubicBezTo>
                    <a:cubicBezTo>
                      <a:pt x="64687" y="6128"/>
                      <a:pt x="63054" y="5966"/>
                      <a:pt x="61276" y="5636"/>
                    </a:cubicBezTo>
                    <a:cubicBezTo>
                      <a:pt x="59949" y="5388"/>
                      <a:pt x="58603" y="5076"/>
                      <a:pt x="57304" y="4774"/>
                    </a:cubicBezTo>
                    <a:cubicBezTo>
                      <a:pt x="54662" y="4160"/>
                      <a:pt x="51930" y="3525"/>
                      <a:pt x="49203" y="3418"/>
                    </a:cubicBezTo>
                    <a:cubicBezTo>
                      <a:pt x="48911" y="3406"/>
                      <a:pt x="48625" y="3399"/>
                      <a:pt x="48337" y="3399"/>
                    </a:cubicBezTo>
                    <a:cubicBezTo>
                      <a:pt x="46183" y="3399"/>
                      <a:pt x="44066" y="3711"/>
                      <a:pt x="41980" y="4207"/>
                    </a:cubicBezTo>
                    <a:lnTo>
                      <a:pt x="41980" y="4326"/>
                    </a:lnTo>
                    <a:cubicBezTo>
                      <a:pt x="44066" y="3827"/>
                      <a:pt x="46183" y="3514"/>
                      <a:pt x="48337" y="3514"/>
                    </a:cubicBezTo>
                    <a:cubicBezTo>
                      <a:pt x="48625" y="3514"/>
                      <a:pt x="48911" y="3518"/>
                      <a:pt x="49195" y="3532"/>
                    </a:cubicBezTo>
                    <a:cubicBezTo>
                      <a:pt x="51916" y="3636"/>
                      <a:pt x="54640" y="4271"/>
                      <a:pt x="57274" y="4885"/>
                    </a:cubicBezTo>
                    <a:cubicBezTo>
                      <a:pt x="58578" y="5187"/>
                      <a:pt x="59927" y="5499"/>
                      <a:pt x="61255" y="5747"/>
                    </a:cubicBezTo>
                    <a:cubicBezTo>
                      <a:pt x="63039" y="6077"/>
                      <a:pt x="64679" y="6242"/>
                      <a:pt x="66183" y="6242"/>
                    </a:cubicBezTo>
                    <a:cubicBezTo>
                      <a:pt x="68940" y="6242"/>
                      <a:pt x="71241" y="5686"/>
                      <a:pt x="73151" y="4566"/>
                    </a:cubicBezTo>
                    <a:cubicBezTo>
                      <a:pt x="73983" y="4077"/>
                      <a:pt x="74758" y="3468"/>
                      <a:pt x="75508" y="2876"/>
                    </a:cubicBezTo>
                    <a:cubicBezTo>
                      <a:pt x="76535" y="2064"/>
                      <a:pt x="77597" y="1228"/>
                      <a:pt x="78810" y="708"/>
                    </a:cubicBezTo>
                    <a:cubicBezTo>
                      <a:pt x="79740" y="309"/>
                      <a:pt x="80753" y="115"/>
                      <a:pt x="81772" y="115"/>
                    </a:cubicBezTo>
                    <a:cubicBezTo>
                      <a:pt x="82648" y="115"/>
                      <a:pt x="83531" y="259"/>
                      <a:pt x="84371" y="542"/>
                    </a:cubicBezTo>
                    <a:lnTo>
                      <a:pt x="84371" y="424"/>
                    </a:lnTo>
                    <a:cubicBezTo>
                      <a:pt x="83531" y="144"/>
                      <a:pt x="82648" y="0"/>
                      <a:pt x="81772" y="0"/>
                    </a:cubicBezTo>
                    <a:close/>
                    <a:moveTo>
                      <a:pt x="37756" y="5439"/>
                    </a:moveTo>
                    <a:cubicBezTo>
                      <a:pt x="36091" y="5994"/>
                      <a:pt x="34446" y="6619"/>
                      <a:pt x="32817" y="7233"/>
                    </a:cubicBezTo>
                    <a:cubicBezTo>
                      <a:pt x="31177" y="7854"/>
                      <a:pt x="29483" y="8497"/>
                      <a:pt x="27806" y="9057"/>
                    </a:cubicBezTo>
                    <a:cubicBezTo>
                      <a:pt x="23360" y="10546"/>
                      <a:pt x="19530" y="11267"/>
                      <a:pt x="15983" y="11267"/>
                    </a:cubicBezTo>
                    <a:cubicBezTo>
                      <a:pt x="15014" y="11267"/>
                      <a:pt x="14066" y="11214"/>
                      <a:pt x="13137" y="11106"/>
                    </a:cubicBezTo>
                    <a:cubicBezTo>
                      <a:pt x="8614" y="10589"/>
                      <a:pt x="4551" y="8708"/>
                      <a:pt x="1651" y="5851"/>
                    </a:cubicBezTo>
                    <a:lnTo>
                      <a:pt x="1651" y="6009"/>
                    </a:lnTo>
                    <a:cubicBezTo>
                      <a:pt x="4562" y="8841"/>
                      <a:pt x="8618" y="10704"/>
                      <a:pt x="13122" y="11220"/>
                    </a:cubicBezTo>
                    <a:cubicBezTo>
                      <a:pt x="14060" y="11328"/>
                      <a:pt x="15011" y="11382"/>
                      <a:pt x="15983" y="11382"/>
                    </a:cubicBezTo>
                    <a:cubicBezTo>
                      <a:pt x="19540" y="11382"/>
                      <a:pt x="23381" y="10657"/>
                      <a:pt x="27843" y="9164"/>
                    </a:cubicBezTo>
                    <a:cubicBezTo>
                      <a:pt x="29522" y="8604"/>
                      <a:pt x="31216" y="7962"/>
                      <a:pt x="32860" y="7341"/>
                    </a:cubicBezTo>
                    <a:cubicBezTo>
                      <a:pt x="34472" y="6731"/>
                      <a:pt x="36105" y="6113"/>
                      <a:pt x="37756" y="5557"/>
                    </a:cubicBezTo>
                    <a:lnTo>
                      <a:pt x="37756" y="5439"/>
                    </a:ln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3" name="Google Shape;713;p31"/>
              <p:cNvGrpSpPr/>
              <p:nvPr/>
            </p:nvGrpSpPr>
            <p:grpSpPr>
              <a:xfrm>
                <a:off x="4710585" y="2281922"/>
                <a:ext cx="3380235" cy="634850"/>
                <a:chOff x="4672653" y="2281922"/>
                <a:chExt cx="3380235" cy="634850"/>
              </a:xfrm>
            </p:grpSpPr>
            <p:sp>
              <p:nvSpPr>
                <p:cNvPr id="714" name="Google Shape;714;p31"/>
                <p:cNvSpPr/>
                <p:nvPr/>
              </p:nvSpPr>
              <p:spPr>
                <a:xfrm>
                  <a:off x="4672653" y="2293200"/>
                  <a:ext cx="60514" cy="29235"/>
                </a:xfrm>
                <a:custGeom>
                  <a:avLst/>
                  <a:gdLst/>
                  <a:ahLst/>
                  <a:cxnLst/>
                  <a:rect l="l" t="t" r="r" b="b"/>
                  <a:pathLst>
                    <a:path w="1540" h="744" extrusionOk="0">
                      <a:moveTo>
                        <a:pt x="1539" y="0"/>
                      </a:moveTo>
                      <a:lnTo>
                        <a:pt x="1539" y="0"/>
                      </a:lnTo>
                      <a:cubicBezTo>
                        <a:pt x="1005" y="151"/>
                        <a:pt x="489" y="356"/>
                        <a:pt x="0" y="621"/>
                      </a:cubicBezTo>
                      <a:lnTo>
                        <a:pt x="0" y="743"/>
                      </a:lnTo>
                      <a:cubicBezTo>
                        <a:pt x="7" y="743"/>
                        <a:pt x="18" y="739"/>
                        <a:pt x="25" y="736"/>
                      </a:cubicBezTo>
                      <a:cubicBezTo>
                        <a:pt x="506" y="474"/>
                        <a:pt x="1012" y="270"/>
                        <a:pt x="1536" y="119"/>
                      </a:cubicBezTo>
                      <a:cubicBezTo>
                        <a:pt x="1536" y="79"/>
                        <a:pt x="1539" y="40"/>
                        <a:pt x="1539"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p:cNvSpPr/>
                <p:nvPr/>
              </p:nvSpPr>
              <p:spPr>
                <a:xfrm>
                  <a:off x="4737530" y="2281922"/>
                  <a:ext cx="3315358" cy="634850"/>
                </a:xfrm>
                <a:custGeom>
                  <a:avLst/>
                  <a:gdLst/>
                  <a:ahLst/>
                  <a:cxnLst/>
                  <a:rect l="l" t="t" r="r" b="b"/>
                  <a:pathLst>
                    <a:path w="84371" h="16156" extrusionOk="0">
                      <a:moveTo>
                        <a:pt x="84370" y="9834"/>
                      </a:moveTo>
                      <a:cubicBezTo>
                        <a:pt x="84352" y="9834"/>
                        <a:pt x="84335" y="9842"/>
                        <a:pt x="84324" y="9856"/>
                      </a:cubicBezTo>
                      <a:cubicBezTo>
                        <a:pt x="83871" y="10434"/>
                        <a:pt x="83373" y="10976"/>
                        <a:pt x="82834" y="11482"/>
                      </a:cubicBezTo>
                      <a:lnTo>
                        <a:pt x="82834" y="11636"/>
                      </a:lnTo>
                      <a:cubicBezTo>
                        <a:pt x="83391" y="11123"/>
                        <a:pt x="83904" y="10574"/>
                        <a:pt x="84370" y="9985"/>
                      </a:cubicBezTo>
                      <a:lnTo>
                        <a:pt x="84370" y="9834"/>
                      </a:lnTo>
                      <a:close/>
                      <a:moveTo>
                        <a:pt x="2021" y="0"/>
                      </a:moveTo>
                      <a:cubicBezTo>
                        <a:pt x="1339" y="0"/>
                        <a:pt x="660" y="86"/>
                        <a:pt x="4" y="255"/>
                      </a:cubicBezTo>
                      <a:cubicBezTo>
                        <a:pt x="4" y="298"/>
                        <a:pt x="0" y="334"/>
                        <a:pt x="0" y="377"/>
                      </a:cubicBezTo>
                      <a:cubicBezTo>
                        <a:pt x="657" y="201"/>
                        <a:pt x="1339" y="111"/>
                        <a:pt x="2025" y="111"/>
                      </a:cubicBezTo>
                      <a:cubicBezTo>
                        <a:pt x="3234" y="111"/>
                        <a:pt x="4454" y="388"/>
                        <a:pt x="5557" y="940"/>
                      </a:cubicBezTo>
                      <a:cubicBezTo>
                        <a:pt x="6770" y="1547"/>
                        <a:pt x="7832" y="2459"/>
                        <a:pt x="8862" y="3342"/>
                      </a:cubicBezTo>
                      <a:cubicBezTo>
                        <a:pt x="9609" y="3988"/>
                        <a:pt x="10388" y="4652"/>
                        <a:pt x="11216" y="5201"/>
                      </a:cubicBezTo>
                      <a:cubicBezTo>
                        <a:pt x="13482" y="6690"/>
                        <a:pt x="16307" y="7427"/>
                        <a:pt x="19784" y="7427"/>
                      </a:cubicBezTo>
                      <a:cubicBezTo>
                        <a:pt x="20833" y="7427"/>
                        <a:pt x="21938" y="7362"/>
                        <a:pt x="23108" y="7229"/>
                      </a:cubicBezTo>
                      <a:cubicBezTo>
                        <a:pt x="24439" y="7078"/>
                        <a:pt x="25786" y="6859"/>
                        <a:pt x="27088" y="6651"/>
                      </a:cubicBezTo>
                      <a:cubicBezTo>
                        <a:pt x="29497" y="6259"/>
                        <a:pt x="31977" y="5861"/>
                        <a:pt x="34461" y="5861"/>
                      </a:cubicBezTo>
                      <a:lnTo>
                        <a:pt x="34777" y="5861"/>
                      </a:lnTo>
                      <a:cubicBezTo>
                        <a:pt x="34953" y="5840"/>
                        <a:pt x="35129" y="5825"/>
                        <a:pt x="35305" y="5825"/>
                      </a:cubicBezTo>
                      <a:cubicBezTo>
                        <a:pt x="35595" y="5825"/>
                        <a:pt x="35883" y="5858"/>
                        <a:pt x="36173" y="5926"/>
                      </a:cubicBezTo>
                      <a:cubicBezTo>
                        <a:pt x="41485" y="6342"/>
                        <a:pt x="46575" y="8628"/>
                        <a:pt x="51506" y="10847"/>
                      </a:cubicBezTo>
                      <a:cubicBezTo>
                        <a:pt x="53147" y="11587"/>
                        <a:pt x="54845" y="12347"/>
                        <a:pt x="56521" y="13029"/>
                      </a:cubicBezTo>
                      <a:cubicBezTo>
                        <a:pt x="61751" y="15150"/>
                        <a:pt x="66126" y="16156"/>
                        <a:pt x="70189" y="16156"/>
                      </a:cubicBezTo>
                      <a:cubicBezTo>
                        <a:pt x="70544" y="16156"/>
                        <a:pt x="70892" y="16149"/>
                        <a:pt x="71245" y="16134"/>
                      </a:cubicBezTo>
                      <a:cubicBezTo>
                        <a:pt x="75749" y="15937"/>
                        <a:pt x="79805" y="14365"/>
                        <a:pt x="82720" y="11741"/>
                      </a:cubicBezTo>
                      <a:lnTo>
                        <a:pt x="82720" y="11587"/>
                      </a:lnTo>
                      <a:cubicBezTo>
                        <a:pt x="79819" y="14235"/>
                        <a:pt x="75759" y="15826"/>
                        <a:pt x="71237" y="16019"/>
                      </a:cubicBezTo>
                      <a:cubicBezTo>
                        <a:pt x="70889" y="16033"/>
                        <a:pt x="70541" y="16041"/>
                        <a:pt x="70189" y="16041"/>
                      </a:cubicBezTo>
                      <a:cubicBezTo>
                        <a:pt x="66141" y="16041"/>
                        <a:pt x="61776" y="15039"/>
                        <a:pt x="56564" y="12925"/>
                      </a:cubicBezTo>
                      <a:cubicBezTo>
                        <a:pt x="54891" y="12243"/>
                        <a:pt x="53194" y="11482"/>
                        <a:pt x="51553" y="10743"/>
                      </a:cubicBezTo>
                      <a:cubicBezTo>
                        <a:pt x="46303" y="8381"/>
                        <a:pt x="40871" y="5941"/>
                        <a:pt x="35172" y="5757"/>
                      </a:cubicBezTo>
                      <a:cubicBezTo>
                        <a:pt x="34935" y="5750"/>
                        <a:pt x="34698" y="5747"/>
                        <a:pt x="34461" y="5747"/>
                      </a:cubicBezTo>
                      <a:cubicBezTo>
                        <a:pt x="31970" y="5747"/>
                        <a:pt x="29483" y="6148"/>
                        <a:pt x="27071" y="6536"/>
                      </a:cubicBezTo>
                      <a:cubicBezTo>
                        <a:pt x="25771" y="6748"/>
                        <a:pt x="24426" y="6963"/>
                        <a:pt x="23097" y="7114"/>
                      </a:cubicBezTo>
                      <a:cubicBezTo>
                        <a:pt x="21931" y="7247"/>
                        <a:pt x="20829" y="7315"/>
                        <a:pt x="19784" y="7315"/>
                      </a:cubicBezTo>
                      <a:cubicBezTo>
                        <a:pt x="16328" y="7315"/>
                        <a:pt x="13525" y="6582"/>
                        <a:pt x="11281" y="5104"/>
                      </a:cubicBezTo>
                      <a:cubicBezTo>
                        <a:pt x="10456" y="4562"/>
                        <a:pt x="9680" y="3898"/>
                        <a:pt x="8934" y="3256"/>
                      </a:cubicBezTo>
                      <a:cubicBezTo>
                        <a:pt x="7900" y="2369"/>
                        <a:pt x="6831" y="1450"/>
                        <a:pt x="5607" y="837"/>
                      </a:cubicBezTo>
                      <a:cubicBezTo>
                        <a:pt x="4487" y="277"/>
                        <a:pt x="3252" y="0"/>
                        <a:pt x="2021"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6" name="Google Shape;716;p31"/>
              <p:cNvSpPr/>
              <p:nvPr/>
            </p:nvSpPr>
            <p:spPr>
              <a:xfrm>
                <a:off x="4921590" y="3223954"/>
                <a:ext cx="166021" cy="741615"/>
              </a:xfrm>
              <a:custGeom>
                <a:avLst/>
                <a:gdLst/>
                <a:ahLst/>
                <a:cxnLst/>
                <a:rect l="l" t="t" r="r" b="b"/>
                <a:pathLst>
                  <a:path w="4225" h="18873" extrusionOk="0">
                    <a:moveTo>
                      <a:pt x="0" y="0"/>
                    </a:moveTo>
                    <a:lnTo>
                      <a:pt x="0" y="18872"/>
                    </a:lnTo>
                    <a:lnTo>
                      <a:pt x="4225" y="18872"/>
                    </a:lnTo>
                    <a:lnTo>
                      <a:pt x="4225"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1"/>
              <p:cNvSpPr/>
              <p:nvPr/>
            </p:nvSpPr>
            <p:spPr>
              <a:xfrm>
                <a:off x="5168405" y="3072588"/>
                <a:ext cx="166179" cy="892979"/>
              </a:xfrm>
              <a:custGeom>
                <a:avLst/>
                <a:gdLst/>
                <a:ahLst/>
                <a:cxnLst/>
                <a:rect l="l" t="t" r="r" b="b"/>
                <a:pathLst>
                  <a:path w="4229" h="22725" extrusionOk="0">
                    <a:moveTo>
                      <a:pt x="1" y="1"/>
                    </a:moveTo>
                    <a:lnTo>
                      <a:pt x="1" y="22724"/>
                    </a:lnTo>
                    <a:lnTo>
                      <a:pt x="4229" y="22724"/>
                    </a:lnTo>
                    <a:lnTo>
                      <a:pt x="4229"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p:cNvSpPr/>
              <p:nvPr/>
            </p:nvSpPr>
            <p:spPr>
              <a:xfrm>
                <a:off x="5415377" y="2923933"/>
                <a:ext cx="166179" cy="1041632"/>
              </a:xfrm>
              <a:custGeom>
                <a:avLst/>
                <a:gdLst/>
                <a:ahLst/>
                <a:cxnLst/>
                <a:rect l="l" t="t" r="r" b="b"/>
                <a:pathLst>
                  <a:path w="4229" h="26508" extrusionOk="0">
                    <a:moveTo>
                      <a:pt x="1" y="0"/>
                    </a:moveTo>
                    <a:lnTo>
                      <a:pt x="1" y="26507"/>
                    </a:lnTo>
                    <a:lnTo>
                      <a:pt x="4229" y="26507"/>
                    </a:lnTo>
                    <a:lnTo>
                      <a:pt x="4229"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1"/>
              <p:cNvSpPr/>
              <p:nvPr/>
            </p:nvSpPr>
            <p:spPr>
              <a:xfrm>
                <a:off x="5662310" y="2741719"/>
                <a:ext cx="166100" cy="1223843"/>
              </a:xfrm>
              <a:custGeom>
                <a:avLst/>
                <a:gdLst/>
                <a:ahLst/>
                <a:cxnLst/>
                <a:rect l="l" t="t" r="r" b="b"/>
                <a:pathLst>
                  <a:path w="4227" h="31145" extrusionOk="0">
                    <a:moveTo>
                      <a:pt x="1" y="0"/>
                    </a:moveTo>
                    <a:lnTo>
                      <a:pt x="1" y="31144"/>
                    </a:lnTo>
                    <a:lnTo>
                      <a:pt x="4226" y="31144"/>
                    </a:lnTo>
                    <a:lnTo>
                      <a:pt x="4226"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1"/>
              <p:cNvSpPr/>
              <p:nvPr/>
            </p:nvSpPr>
            <p:spPr>
              <a:xfrm>
                <a:off x="5909282" y="3001659"/>
                <a:ext cx="166061" cy="963906"/>
              </a:xfrm>
              <a:custGeom>
                <a:avLst/>
                <a:gdLst/>
                <a:ahLst/>
                <a:cxnLst/>
                <a:rect l="l" t="t" r="r" b="b"/>
                <a:pathLst>
                  <a:path w="4226" h="24530" extrusionOk="0">
                    <a:moveTo>
                      <a:pt x="1" y="0"/>
                    </a:moveTo>
                    <a:lnTo>
                      <a:pt x="1" y="24529"/>
                    </a:lnTo>
                    <a:lnTo>
                      <a:pt x="4225" y="24529"/>
                    </a:lnTo>
                    <a:lnTo>
                      <a:pt x="42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1"/>
              <p:cNvSpPr/>
              <p:nvPr/>
            </p:nvSpPr>
            <p:spPr>
              <a:xfrm>
                <a:off x="6156254" y="2640416"/>
                <a:ext cx="166061" cy="1325145"/>
              </a:xfrm>
              <a:custGeom>
                <a:avLst/>
                <a:gdLst/>
                <a:ahLst/>
                <a:cxnLst/>
                <a:rect l="l" t="t" r="r" b="b"/>
                <a:pathLst>
                  <a:path w="4226" h="33723" extrusionOk="0">
                    <a:moveTo>
                      <a:pt x="1" y="1"/>
                    </a:moveTo>
                    <a:lnTo>
                      <a:pt x="1" y="33722"/>
                    </a:lnTo>
                    <a:lnTo>
                      <a:pt x="4225" y="33722"/>
                    </a:lnTo>
                    <a:lnTo>
                      <a:pt x="4225"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p:cNvSpPr/>
              <p:nvPr/>
            </p:nvSpPr>
            <p:spPr>
              <a:xfrm>
                <a:off x="6403226" y="3091489"/>
                <a:ext cx="166061" cy="874078"/>
              </a:xfrm>
              <a:custGeom>
                <a:avLst/>
                <a:gdLst/>
                <a:ahLst/>
                <a:cxnLst/>
                <a:rect l="l" t="t" r="r" b="b"/>
                <a:pathLst>
                  <a:path w="4226" h="22244" extrusionOk="0">
                    <a:moveTo>
                      <a:pt x="1" y="0"/>
                    </a:moveTo>
                    <a:lnTo>
                      <a:pt x="1" y="22243"/>
                    </a:lnTo>
                    <a:lnTo>
                      <a:pt x="4225" y="22243"/>
                    </a:lnTo>
                    <a:lnTo>
                      <a:pt x="42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a:off x="6650080" y="2798266"/>
                <a:ext cx="166179" cy="1167297"/>
              </a:xfrm>
              <a:custGeom>
                <a:avLst/>
                <a:gdLst/>
                <a:ahLst/>
                <a:cxnLst/>
                <a:rect l="l" t="t" r="r" b="b"/>
                <a:pathLst>
                  <a:path w="4229" h="29706" extrusionOk="0">
                    <a:moveTo>
                      <a:pt x="0" y="1"/>
                    </a:moveTo>
                    <a:lnTo>
                      <a:pt x="0" y="29705"/>
                    </a:lnTo>
                    <a:lnTo>
                      <a:pt x="4228" y="29705"/>
                    </a:lnTo>
                    <a:lnTo>
                      <a:pt x="4228"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p:cNvSpPr/>
              <p:nvPr/>
            </p:nvSpPr>
            <p:spPr>
              <a:xfrm>
                <a:off x="6897013" y="3673574"/>
                <a:ext cx="166218" cy="292001"/>
              </a:xfrm>
              <a:custGeom>
                <a:avLst/>
                <a:gdLst/>
                <a:ahLst/>
                <a:cxnLst/>
                <a:rect l="l" t="t" r="r" b="b"/>
                <a:pathLst>
                  <a:path w="4230" h="7431" extrusionOk="0">
                    <a:moveTo>
                      <a:pt x="1" y="1"/>
                    </a:moveTo>
                    <a:lnTo>
                      <a:pt x="1" y="7430"/>
                    </a:lnTo>
                    <a:lnTo>
                      <a:pt x="4229" y="7430"/>
                    </a:lnTo>
                    <a:lnTo>
                      <a:pt x="4229"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1"/>
              <p:cNvSpPr/>
              <p:nvPr/>
            </p:nvSpPr>
            <p:spPr>
              <a:xfrm>
                <a:off x="7143985" y="2724901"/>
                <a:ext cx="166061" cy="1240661"/>
              </a:xfrm>
              <a:custGeom>
                <a:avLst/>
                <a:gdLst/>
                <a:ahLst/>
                <a:cxnLst/>
                <a:rect l="l" t="t" r="r" b="b"/>
                <a:pathLst>
                  <a:path w="4226" h="31573" extrusionOk="0">
                    <a:moveTo>
                      <a:pt x="1" y="1"/>
                    </a:moveTo>
                    <a:lnTo>
                      <a:pt x="1" y="31572"/>
                    </a:lnTo>
                    <a:lnTo>
                      <a:pt x="4225" y="31572"/>
                    </a:lnTo>
                    <a:lnTo>
                      <a:pt x="4225"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1"/>
              <p:cNvSpPr/>
              <p:nvPr/>
            </p:nvSpPr>
            <p:spPr>
              <a:xfrm>
                <a:off x="7390957" y="2381065"/>
                <a:ext cx="166061" cy="1584492"/>
              </a:xfrm>
              <a:custGeom>
                <a:avLst/>
                <a:gdLst/>
                <a:ahLst/>
                <a:cxnLst/>
                <a:rect l="l" t="t" r="r" b="b"/>
                <a:pathLst>
                  <a:path w="4226" h="40323" extrusionOk="0">
                    <a:moveTo>
                      <a:pt x="1" y="0"/>
                    </a:moveTo>
                    <a:lnTo>
                      <a:pt x="1" y="40322"/>
                    </a:lnTo>
                    <a:lnTo>
                      <a:pt x="4225" y="40322"/>
                    </a:lnTo>
                    <a:lnTo>
                      <a:pt x="4225"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1"/>
              <p:cNvSpPr/>
              <p:nvPr/>
            </p:nvSpPr>
            <p:spPr>
              <a:xfrm>
                <a:off x="7637929" y="3115184"/>
                <a:ext cx="166061" cy="850383"/>
              </a:xfrm>
              <a:custGeom>
                <a:avLst/>
                <a:gdLst/>
                <a:ahLst/>
                <a:cxnLst/>
                <a:rect l="l" t="t" r="r" b="b"/>
                <a:pathLst>
                  <a:path w="4226" h="21641" extrusionOk="0">
                    <a:moveTo>
                      <a:pt x="1" y="0"/>
                    </a:moveTo>
                    <a:lnTo>
                      <a:pt x="1" y="21640"/>
                    </a:lnTo>
                    <a:lnTo>
                      <a:pt x="4225" y="21640"/>
                    </a:lnTo>
                    <a:lnTo>
                      <a:pt x="4225"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8" name="Google Shape;728;p31"/>
          <p:cNvGrpSpPr/>
          <p:nvPr/>
        </p:nvGrpSpPr>
        <p:grpSpPr>
          <a:xfrm>
            <a:off x="5262046" y="2085203"/>
            <a:ext cx="1054922" cy="2623643"/>
            <a:chOff x="5262046" y="2234728"/>
            <a:chExt cx="1054922" cy="2623643"/>
          </a:xfrm>
        </p:grpSpPr>
        <p:sp>
          <p:nvSpPr>
            <p:cNvPr id="729" name="Google Shape;729;p31"/>
            <p:cNvSpPr/>
            <p:nvPr/>
          </p:nvSpPr>
          <p:spPr>
            <a:xfrm>
              <a:off x="6104070" y="2510819"/>
              <a:ext cx="54895" cy="4008"/>
            </a:xfrm>
            <a:custGeom>
              <a:avLst/>
              <a:gdLst/>
              <a:ahLst/>
              <a:cxnLst/>
              <a:rect l="l" t="t" r="r" b="b"/>
              <a:pathLst>
                <a:path w="1397" h="102" extrusionOk="0">
                  <a:moveTo>
                    <a:pt x="529" y="0"/>
                  </a:moveTo>
                  <a:cubicBezTo>
                    <a:pt x="353" y="0"/>
                    <a:pt x="177" y="15"/>
                    <a:pt x="1" y="36"/>
                  </a:cubicBezTo>
                  <a:cubicBezTo>
                    <a:pt x="134" y="40"/>
                    <a:pt x="263" y="43"/>
                    <a:pt x="393" y="47"/>
                  </a:cubicBezTo>
                  <a:cubicBezTo>
                    <a:pt x="729" y="58"/>
                    <a:pt x="1064" y="76"/>
                    <a:pt x="1397" y="101"/>
                  </a:cubicBezTo>
                  <a:cubicBezTo>
                    <a:pt x="1107" y="33"/>
                    <a:pt x="819" y="0"/>
                    <a:pt x="529" y="0"/>
                  </a:cubicBezTo>
                  <a:close/>
                </a:path>
              </a:pathLst>
            </a:custGeom>
            <a:solidFill>
              <a:srgbClr val="C2D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1"/>
            <p:cNvSpPr/>
            <p:nvPr/>
          </p:nvSpPr>
          <p:spPr>
            <a:xfrm>
              <a:off x="6266871" y="2618410"/>
              <a:ext cx="157" cy="236"/>
            </a:xfrm>
            <a:custGeom>
              <a:avLst/>
              <a:gdLst/>
              <a:ahLst/>
              <a:cxnLst/>
              <a:rect l="l" t="t" r="r" b="b"/>
              <a:pathLst>
                <a:path w="4" h="6" extrusionOk="0">
                  <a:moveTo>
                    <a:pt x="0" y="1"/>
                  </a:moveTo>
                  <a:cubicBezTo>
                    <a:pt x="0" y="5"/>
                    <a:pt x="4" y="5"/>
                    <a:pt x="4" y="5"/>
                  </a:cubicBezTo>
                  <a:cubicBezTo>
                    <a:pt x="4" y="5"/>
                    <a:pt x="0" y="5"/>
                    <a:pt x="0" y="1"/>
                  </a:cubicBezTo>
                  <a:close/>
                </a:path>
              </a:pathLst>
            </a:custGeom>
            <a:solidFill>
              <a:srgbClr val="99B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1"/>
            <p:cNvSpPr/>
            <p:nvPr/>
          </p:nvSpPr>
          <p:spPr>
            <a:xfrm>
              <a:off x="5977067" y="2638333"/>
              <a:ext cx="3340" cy="49826"/>
            </a:xfrm>
            <a:custGeom>
              <a:avLst/>
              <a:gdLst/>
              <a:ahLst/>
              <a:cxnLst/>
              <a:rect l="l" t="t" r="r" b="b"/>
              <a:pathLst>
                <a:path w="85" h="1268" extrusionOk="0">
                  <a:moveTo>
                    <a:pt x="42" y="0"/>
                  </a:moveTo>
                  <a:cubicBezTo>
                    <a:pt x="9" y="244"/>
                    <a:pt x="1" y="487"/>
                    <a:pt x="15" y="728"/>
                  </a:cubicBezTo>
                  <a:lnTo>
                    <a:pt x="15" y="728"/>
                  </a:lnTo>
                  <a:cubicBezTo>
                    <a:pt x="2" y="487"/>
                    <a:pt x="11" y="243"/>
                    <a:pt x="45" y="0"/>
                  </a:cubicBezTo>
                  <a:close/>
                  <a:moveTo>
                    <a:pt x="15" y="728"/>
                  </a:moveTo>
                  <a:lnTo>
                    <a:pt x="15" y="728"/>
                  </a:lnTo>
                  <a:cubicBezTo>
                    <a:pt x="26" y="910"/>
                    <a:pt x="49" y="1091"/>
                    <a:pt x="85" y="1267"/>
                  </a:cubicBezTo>
                  <a:cubicBezTo>
                    <a:pt x="75" y="1213"/>
                    <a:pt x="63" y="1156"/>
                    <a:pt x="56" y="1099"/>
                  </a:cubicBezTo>
                  <a:cubicBezTo>
                    <a:pt x="37" y="976"/>
                    <a:pt x="23" y="852"/>
                    <a:pt x="15" y="728"/>
                  </a:cubicBezTo>
                  <a:close/>
                </a:path>
              </a:pathLst>
            </a:custGeom>
            <a:solidFill>
              <a:srgbClr val="E6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1"/>
            <p:cNvSpPr/>
            <p:nvPr/>
          </p:nvSpPr>
          <p:spPr>
            <a:xfrm>
              <a:off x="5988698" y="2715077"/>
              <a:ext cx="39099" cy="54306"/>
            </a:xfrm>
            <a:custGeom>
              <a:avLst/>
              <a:gdLst/>
              <a:ahLst/>
              <a:cxnLst/>
              <a:rect l="l" t="t" r="r" b="b"/>
              <a:pathLst>
                <a:path w="995" h="1382" extrusionOk="0">
                  <a:moveTo>
                    <a:pt x="1" y="0"/>
                  </a:moveTo>
                  <a:lnTo>
                    <a:pt x="1" y="0"/>
                  </a:lnTo>
                  <a:cubicBezTo>
                    <a:pt x="220" y="527"/>
                    <a:pt x="557" y="1001"/>
                    <a:pt x="995" y="1382"/>
                  </a:cubicBezTo>
                  <a:cubicBezTo>
                    <a:pt x="561" y="1001"/>
                    <a:pt x="220" y="524"/>
                    <a:pt x="1" y="0"/>
                  </a:cubicBezTo>
                  <a:close/>
                </a:path>
              </a:pathLst>
            </a:custGeom>
            <a:solidFill>
              <a:srgbClr val="E6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1"/>
            <p:cNvSpPr/>
            <p:nvPr/>
          </p:nvSpPr>
          <p:spPr>
            <a:xfrm>
              <a:off x="5965592" y="2784355"/>
              <a:ext cx="125548" cy="256714"/>
            </a:xfrm>
            <a:custGeom>
              <a:avLst/>
              <a:gdLst/>
              <a:ahLst/>
              <a:cxnLst/>
              <a:rect l="l" t="t" r="r" b="b"/>
              <a:pathLst>
                <a:path w="3195" h="6533" extrusionOk="0">
                  <a:moveTo>
                    <a:pt x="2729" y="0"/>
                  </a:moveTo>
                  <a:cubicBezTo>
                    <a:pt x="2573" y="0"/>
                    <a:pt x="2423" y="83"/>
                    <a:pt x="2344" y="229"/>
                  </a:cubicBezTo>
                  <a:cubicBezTo>
                    <a:pt x="1838" y="1169"/>
                    <a:pt x="1414" y="2139"/>
                    <a:pt x="1001" y="3115"/>
                  </a:cubicBezTo>
                  <a:cubicBezTo>
                    <a:pt x="804" y="3606"/>
                    <a:pt x="600" y="4091"/>
                    <a:pt x="417" y="4590"/>
                  </a:cubicBezTo>
                  <a:lnTo>
                    <a:pt x="137" y="5329"/>
                  </a:lnTo>
                  <a:cubicBezTo>
                    <a:pt x="44" y="5577"/>
                    <a:pt x="0" y="5843"/>
                    <a:pt x="173" y="6187"/>
                  </a:cubicBezTo>
                  <a:cubicBezTo>
                    <a:pt x="284" y="6404"/>
                    <a:pt x="505" y="6533"/>
                    <a:pt x="736" y="6533"/>
                  </a:cubicBezTo>
                  <a:cubicBezTo>
                    <a:pt x="819" y="6533"/>
                    <a:pt x="903" y="6516"/>
                    <a:pt x="983" y="6481"/>
                  </a:cubicBezTo>
                  <a:cubicBezTo>
                    <a:pt x="1339" y="6330"/>
                    <a:pt x="1475" y="6101"/>
                    <a:pt x="1561" y="5850"/>
                  </a:cubicBezTo>
                  <a:lnTo>
                    <a:pt x="1823" y="5103"/>
                  </a:lnTo>
                  <a:cubicBezTo>
                    <a:pt x="2007" y="4604"/>
                    <a:pt x="2161" y="4098"/>
                    <a:pt x="2326" y="3595"/>
                  </a:cubicBezTo>
                  <a:cubicBezTo>
                    <a:pt x="2638" y="2587"/>
                    <a:pt x="2936" y="1571"/>
                    <a:pt x="3155" y="523"/>
                  </a:cubicBezTo>
                  <a:cubicBezTo>
                    <a:pt x="3195" y="340"/>
                    <a:pt x="3108" y="146"/>
                    <a:pt x="2936" y="53"/>
                  </a:cubicBezTo>
                  <a:cubicBezTo>
                    <a:pt x="2870" y="17"/>
                    <a:pt x="2799" y="0"/>
                    <a:pt x="2729"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1"/>
            <p:cNvSpPr/>
            <p:nvPr/>
          </p:nvSpPr>
          <p:spPr>
            <a:xfrm>
              <a:off x="5288021" y="2719557"/>
              <a:ext cx="227950" cy="308348"/>
            </a:xfrm>
            <a:custGeom>
              <a:avLst/>
              <a:gdLst/>
              <a:ahLst/>
              <a:cxnLst/>
              <a:rect l="l" t="t" r="r" b="b"/>
              <a:pathLst>
                <a:path w="5801" h="7847" extrusionOk="0">
                  <a:moveTo>
                    <a:pt x="2024" y="1"/>
                  </a:moveTo>
                  <a:cubicBezTo>
                    <a:pt x="1928" y="130"/>
                    <a:pt x="1863" y="223"/>
                    <a:pt x="1788" y="331"/>
                  </a:cubicBezTo>
                  <a:cubicBezTo>
                    <a:pt x="1716" y="438"/>
                    <a:pt x="1648" y="543"/>
                    <a:pt x="1579" y="650"/>
                  </a:cubicBezTo>
                  <a:cubicBezTo>
                    <a:pt x="1446" y="866"/>
                    <a:pt x="1321" y="1081"/>
                    <a:pt x="1203" y="1303"/>
                  </a:cubicBezTo>
                  <a:cubicBezTo>
                    <a:pt x="966" y="1745"/>
                    <a:pt x="761" y="2204"/>
                    <a:pt x="582" y="2678"/>
                  </a:cubicBezTo>
                  <a:cubicBezTo>
                    <a:pt x="227" y="3626"/>
                    <a:pt x="0" y="4652"/>
                    <a:pt x="15" y="5718"/>
                  </a:cubicBezTo>
                  <a:cubicBezTo>
                    <a:pt x="15" y="5822"/>
                    <a:pt x="18" y="6049"/>
                    <a:pt x="68" y="6256"/>
                  </a:cubicBezTo>
                  <a:cubicBezTo>
                    <a:pt x="115" y="6465"/>
                    <a:pt x="205" y="6680"/>
                    <a:pt x="330" y="6864"/>
                  </a:cubicBezTo>
                  <a:cubicBezTo>
                    <a:pt x="585" y="7240"/>
                    <a:pt x="933" y="7452"/>
                    <a:pt x="1235" y="7578"/>
                  </a:cubicBezTo>
                  <a:cubicBezTo>
                    <a:pt x="1544" y="7707"/>
                    <a:pt x="1831" y="7768"/>
                    <a:pt x="2104" y="7804"/>
                  </a:cubicBezTo>
                  <a:cubicBezTo>
                    <a:pt x="2380" y="7840"/>
                    <a:pt x="2642" y="7847"/>
                    <a:pt x="2901" y="7847"/>
                  </a:cubicBezTo>
                  <a:cubicBezTo>
                    <a:pt x="3927" y="7822"/>
                    <a:pt x="4860" y="7628"/>
                    <a:pt x="5800" y="7341"/>
                  </a:cubicBezTo>
                  <a:lnTo>
                    <a:pt x="5603" y="6397"/>
                  </a:lnTo>
                  <a:cubicBezTo>
                    <a:pt x="5166" y="6423"/>
                    <a:pt x="4720" y="6442"/>
                    <a:pt x="4281" y="6442"/>
                  </a:cubicBezTo>
                  <a:cubicBezTo>
                    <a:pt x="3831" y="6442"/>
                    <a:pt x="3389" y="6422"/>
                    <a:pt x="2972" y="6372"/>
                  </a:cubicBezTo>
                  <a:cubicBezTo>
                    <a:pt x="2563" y="6325"/>
                    <a:pt x="2161" y="6225"/>
                    <a:pt x="1928" y="6092"/>
                  </a:cubicBezTo>
                  <a:cubicBezTo>
                    <a:pt x="1809" y="6024"/>
                    <a:pt x="1763" y="5959"/>
                    <a:pt x="1769" y="5938"/>
                  </a:cubicBezTo>
                  <a:lnTo>
                    <a:pt x="1773" y="5905"/>
                  </a:lnTo>
                  <a:lnTo>
                    <a:pt x="1784" y="5754"/>
                  </a:lnTo>
                  <a:cubicBezTo>
                    <a:pt x="1834" y="4961"/>
                    <a:pt x="2061" y="4157"/>
                    <a:pt x="2376" y="3382"/>
                  </a:cubicBezTo>
                  <a:cubicBezTo>
                    <a:pt x="2538" y="2991"/>
                    <a:pt x="2728" y="2610"/>
                    <a:pt x="2929" y="2237"/>
                  </a:cubicBezTo>
                  <a:cubicBezTo>
                    <a:pt x="3030" y="2050"/>
                    <a:pt x="3137" y="1863"/>
                    <a:pt x="3249" y="1684"/>
                  </a:cubicBezTo>
                  <a:lnTo>
                    <a:pt x="3417" y="1419"/>
                  </a:lnTo>
                  <a:cubicBezTo>
                    <a:pt x="3471" y="1336"/>
                    <a:pt x="3539" y="1235"/>
                    <a:pt x="3578" y="1178"/>
                  </a:cubicBezTo>
                  <a:lnTo>
                    <a:pt x="2024"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1"/>
            <p:cNvSpPr/>
            <p:nvPr/>
          </p:nvSpPr>
          <p:spPr>
            <a:xfrm>
              <a:off x="5297766" y="2639787"/>
              <a:ext cx="193528" cy="199147"/>
            </a:xfrm>
            <a:custGeom>
              <a:avLst/>
              <a:gdLst/>
              <a:ahLst/>
              <a:cxnLst/>
              <a:rect l="l" t="t" r="r" b="b"/>
              <a:pathLst>
                <a:path w="4925" h="5068" extrusionOk="0">
                  <a:moveTo>
                    <a:pt x="2971" y="1"/>
                  </a:moveTo>
                  <a:cubicBezTo>
                    <a:pt x="2873" y="1"/>
                    <a:pt x="2766" y="14"/>
                    <a:pt x="2649" y="43"/>
                  </a:cubicBezTo>
                  <a:cubicBezTo>
                    <a:pt x="1863" y="236"/>
                    <a:pt x="0" y="3338"/>
                    <a:pt x="0" y="3338"/>
                  </a:cubicBezTo>
                  <a:lnTo>
                    <a:pt x="4174" y="5067"/>
                  </a:lnTo>
                  <a:cubicBezTo>
                    <a:pt x="4174" y="5067"/>
                    <a:pt x="4924" y="2705"/>
                    <a:pt x="4454" y="1761"/>
                  </a:cubicBezTo>
                  <a:cubicBezTo>
                    <a:pt x="4017" y="883"/>
                    <a:pt x="3772" y="1"/>
                    <a:pt x="2971"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1"/>
            <p:cNvSpPr/>
            <p:nvPr/>
          </p:nvSpPr>
          <p:spPr>
            <a:xfrm>
              <a:off x="5488310" y="2958906"/>
              <a:ext cx="102442" cy="63068"/>
            </a:xfrm>
            <a:custGeom>
              <a:avLst/>
              <a:gdLst/>
              <a:ahLst/>
              <a:cxnLst/>
              <a:rect l="l" t="t" r="r" b="b"/>
              <a:pathLst>
                <a:path w="2607" h="1605" extrusionOk="0">
                  <a:moveTo>
                    <a:pt x="2606" y="1"/>
                  </a:moveTo>
                  <a:lnTo>
                    <a:pt x="696" y="202"/>
                  </a:lnTo>
                  <a:lnTo>
                    <a:pt x="0" y="765"/>
                  </a:lnTo>
                  <a:cubicBezTo>
                    <a:pt x="312" y="1494"/>
                    <a:pt x="1533" y="1605"/>
                    <a:pt x="1533" y="1605"/>
                  </a:cubicBezTo>
                  <a:lnTo>
                    <a:pt x="2606"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1"/>
            <p:cNvSpPr/>
            <p:nvPr/>
          </p:nvSpPr>
          <p:spPr>
            <a:xfrm>
              <a:off x="5548510" y="2958906"/>
              <a:ext cx="95801" cy="96076"/>
            </a:xfrm>
            <a:custGeom>
              <a:avLst/>
              <a:gdLst/>
              <a:ahLst/>
              <a:cxnLst/>
              <a:rect l="l" t="t" r="r" b="b"/>
              <a:pathLst>
                <a:path w="2438" h="2445" extrusionOk="0">
                  <a:moveTo>
                    <a:pt x="1074" y="1"/>
                  </a:moveTo>
                  <a:lnTo>
                    <a:pt x="1" y="1605"/>
                  </a:lnTo>
                  <a:lnTo>
                    <a:pt x="970" y="2445"/>
                  </a:lnTo>
                  <a:lnTo>
                    <a:pt x="2438" y="851"/>
                  </a:lnTo>
                  <a:lnTo>
                    <a:pt x="1074"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1"/>
            <p:cNvSpPr/>
            <p:nvPr/>
          </p:nvSpPr>
          <p:spPr>
            <a:xfrm>
              <a:off x="5395494" y="4767365"/>
              <a:ext cx="39099" cy="18940"/>
            </a:xfrm>
            <a:custGeom>
              <a:avLst/>
              <a:gdLst/>
              <a:ahLst/>
              <a:cxnLst/>
              <a:rect l="l" t="t" r="r" b="b"/>
              <a:pathLst>
                <a:path w="995" h="482" extrusionOk="0">
                  <a:moveTo>
                    <a:pt x="796" y="88"/>
                  </a:moveTo>
                  <a:cubicBezTo>
                    <a:pt x="818" y="88"/>
                    <a:pt x="836" y="91"/>
                    <a:pt x="851" y="98"/>
                  </a:cubicBezTo>
                  <a:cubicBezTo>
                    <a:pt x="865" y="105"/>
                    <a:pt x="883" y="119"/>
                    <a:pt x="890" y="159"/>
                  </a:cubicBezTo>
                  <a:cubicBezTo>
                    <a:pt x="901" y="227"/>
                    <a:pt x="887" y="281"/>
                    <a:pt x="843" y="316"/>
                  </a:cubicBezTo>
                  <a:cubicBezTo>
                    <a:pt x="789" y="368"/>
                    <a:pt x="685" y="393"/>
                    <a:pt x="545" y="393"/>
                  </a:cubicBezTo>
                  <a:cubicBezTo>
                    <a:pt x="438" y="393"/>
                    <a:pt x="310" y="378"/>
                    <a:pt x="166" y="349"/>
                  </a:cubicBezTo>
                  <a:cubicBezTo>
                    <a:pt x="372" y="227"/>
                    <a:pt x="650" y="88"/>
                    <a:pt x="796" y="88"/>
                  </a:cubicBezTo>
                  <a:close/>
                  <a:moveTo>
                    <a:pt x="792" y="1"/>
                  </a:moveTo>
                  <a:cubicBezTo>
                    <a:pt x="533" y="1"/>
                    <a:pt x="82" y="297"/>
                    <a:pt x="25" y="334"/>
                  </a:cubicBezTo>
                  <a:cubicBezTo>
                    <a:pt x="11" y="342"/>
                    <a:pt x="0" y="359"/>
                    <a:pt x="4" y="378"/>
                  </a:cubicBezTo>
                  <a:cubicBezTo>
                    <a:pt x="7" y="396"/>
                    <a:pt x="22" y="410"/>
                    <a:pt x="40" y="414"/>
                  </a:cubicBezTo>
                  <a:cubicBezTo>
                    <a:pt x="172" y="446"/>
                    <a:pt x="366" y="482"/>
                    <a:pt x="542" y="482"/>
                  </a:cubicBezTo>
                  <a:cubicBezTo>
                    <a:pt x="689" y="482"/>
                    <a:pt x="825" y="457"/>
                    <a:pt x="905" y="385"/>
                  </a:cubicBezTo>
                  <a:cubicBezTo>
                    <a:pt x="969" y="328"/>
                    <a:pt x="994" y="245"/>
                    <a:pt x="980" y="144"/>
                  </a:cubicBezTo>
                  <a:cubicBezTo>
                    <a:pt x="969" y="69"/>
                    <a:pt x="923" y="33"/>
                    <a:pt x="887" y="19"/>
                  </a:cubicBezTo>
                  <a:cubicBezTo>
                    <a:pt x="860" y="7"/>
                    <a:pt x="828" y="1"/>
                    <a:pt x="7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1"/>
            <p:cNvSpPr/>
            <p:nvPr/>
          </p:nvSpPr>
          <p:spPr>
            <a:xfrm>
              <a:off x="5395612" y="4749799"/>
              <a:ext cx="23341" cy="33990"/>
            </a:xfrm>
            <a:custGeom>
              <a:avLst/>
              <a:gdLst/>
              <a:ahLst/>
              <a:cxnLst/>
              <a:rect l="l" t="t" r="r" b="b"/>
              <a:pathLst>
                <a:path w="594" h="865" extrusionOk="0">
                  <a:moveTo>
                    <a:pt x="385" y="92"/>
                  </a:moveTo>
                  <a:cubicBezTo>
                    <a:pt x="446" y="100"/>
                    <a:pt x="456" y="125"/>
                    <a:pt x="461" y="147"/>
                  </a:cubicBezTo>
                  <a:cubicBezTo>
                    <a:pt x="489" y="279"/>
                    <a:pt x="274" y="588"/>
                    <a:pt x="94" y="731"/>
                  </a:cubicBezTo>
                  <a:cubicBezTo>
                    <a:pt x="101" y="548"/>
                    <a:pt x="144" y="240"/>
                    <a:pt x="267" y="132"/>
                  </a:cubicBezTo>
                  <a:cubicBezTo>
                    <a:pt x="295" y="103"/>
                    <a:pt x="327" y="92"/>
                    <a:pt x="367" y="92"/>
                  </a:cubicBezTo>
                  <a:close/>
                  <a:moveTo>
                    <a:pt x="361" y="0"/>
                  </a:moveTo>
                  <a:cubicBezTo>
                    <a:pt x="303" y="0"/>
                    <a:pt x="250" y="22"/>
                    <a:pt x="206" y="64"/>
                  </a:cubicBezTo>
                  <a:cubicBezTo>
                    <a:pt x="1" y="246"/>
                    <a:pt x="1" y="796"/>
                    <a:pt x="1" y="818"/>
                  </a:cubicBezTo>
                  <a:cubicBezTo>
                    <a:pt x="1" y="836"/>
                    <a:pt x="12" y="849"/>
                    <a:pt x="22" y="857"/>
                  </a:cubicBezTo>
                  <a:cubicBezTo>
                    <a:pt x="30" y="861"/>
                    <a:pt x="37" y="864"/>
                    <a:pt x="47" y="864"/>
                  </a:cubicBezTo>
                  <a:cubicBezTo>
                    <a:pt x="55" y="864"/>
                    <a:pt x="62" y="861"/>
                    <a:pt x="69" y="857"/>
                  </a:cubicBezTo>
                  <a:cubicBezTo>
                    <a:pt x="249" y="756"/>
                    <a:pt x="593" y="344"/>
                    <a:pt x="550" y="128"/>
                  </a:cubicBezTo>
                  <a:cubicBezTo>
                    <a:pt x="542" y="89"/>
                    <a:pt x="511" y="17"/>
                    <a:pt x="396" y="3"/>
                  </a:cubicBezTo>
                  <a:cubicBezTo>
                    <a:pt x="384" y="1"/>
                    <a:pt x="373" y="0"/>
                    <a:pt x="3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1"/>
            <p:cNvSpPr/>
            <p:nvPr/>
          </p:nvSpPr>
          <p:spPr>
            <a:xfrm>
              <a:off x="5732413" y="4767404"/>
              <a:ext cx="46722" cy="19058"/>
            </a:xfrm>
            <a:custGeom>
              <a:avLst/>
              <a:gdLst/>
              <a:ahLst/>
              <a:cxnLst/>
              <a:rect l="l" t="t" r="r" b="b"/>
              <a:pathLst>
                <a:path w="1189" h="485" extrusionOk="0">
                  <a:moveTo>
                    <a:pt x="977" y="88"/>
                  </a:moveTo>
                  <a:cubicBezTo>
                    <a:pt x="1011" y="88"/>
                    <a:pt x="1039" y="93"/>
                    <a:pt x="1060" y="104"/>
                  </a:cubicBezTo>
                  <a:cubicBezTo>
                    <a:pt x="1081" y="115"/>
                    <a:pt x="1089" y="129"/>
                    <a:pt x="1092" y="154"/>
                  </a:cubicBezTo>
                  <a:cubicBezTo>
                    <a:pt x="1099" y="215"/>
                    <a:pt x="1081" y="262"/>
                    <a:pt x="1042" y="298"/>
                  </a:cubicBezTo>
                  <a:cubicBezTo>
                    <a:pt x="973" y="361"/>
                    <a:pt x="830" y="392"/>
                    <a:pt x="634" y="392"/>
                  </a:cubicBezTo>
                  <a:cubicBezTo>
                    <a:pt x="506" y="392"/>
                    <a:pt x="356" y="378"/>
                    <a:pt x="188" y="352"/>
                  </a:cubicBezTo>
                  <a:cubicBezTo>
                    <a:pt x="449" y="225"/>
                    <a:pt x="798" y="88"/>
                    <a:pt x="977" y="88"/>
                  </a:cubicBezTo>
                  <a:close/>
                  <a:moveTo>
                    <a:pt x="979" y="0"/>
                  </a:moveTo>
                  <a:cubicBezTo>
                    <a:pt x="673" y="0"/>
                    <a:pt x="100" y="293"/>
                    <a:pt x="26" y="330"/>
                  </a:cubicBezTo>
                  <a:cubicBezTo>
                    <a:pt x="12" y="341"/>
                    <a:pt x="1" y="358"/>
                    <a:pt x="4" y="377"/>
                  </a:cubicBezTo>
                  <a:cubicBezTo>
                    <a:pt x="4" y="395"/>
                    <a:pt x="19" y="409"/>
                    <a:pt x="40" y="416"/>
                  </a:cubicBezTo>
                  <a:cubicBezTo>
                    <a:pt x="202" y="449"/>
                    <a:pt x="428" y="484"/>
                    <a:pt x="640" y="484"/>
                  </a:cubicBezTo>
                  <a:cubicBezTo>
                    <a:pt x="830" y="484"/>
                    <a:pt x="1003" y="452"/>
                    <a:pt x="1103" y="366"/>
                  </a:cubicBezTo>
                  <a:cubicBezTo>
                    <a:pt x="1164" y="308"/>
                    <a:pt x="1189" y="237"/>
                    <a:pt x="1182" y="143"/>
                  </a:cubicBezTo>
                  <a:cubicBezTo>
                    <a:pt x="1175" y="93"/>
                    <a:pt x="1150" y="50"/>
                    <a:pt x="1103" y="25"/>
                  </a:cubicBezTo>
                  <a:cubicBezTo>
                    <a:pt x="1070" y="8"/>
                    <a:pt x="1028" y="0"/>
                    <a:pt x="9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1"/>
            <p:cNvSpPr/>
            <p:nvPr/>
          </p:nvSpPr>
          <p:spPr>
            <a:xfrm>
              <a:off x="5732413" y="4749799"/>
              <a:ext cx="29118" cy="33990"/>
            </a:xfrm>
            <a:custGeom>
              <a:avLst/>
              <a:gdLst/>
              <a:ahLst/>
              <a:cxnLst/>
              <a:rect l="l" t="t" r="r" b="b"/>
              <a:pathLst>
                <a:path w="741" h="865" extrusionOk="0">
                  <a:moveTo>
                    <a:pt x="525" y="92"/>
                  </a:moveTo>
                  <a:cubicBezTo>
                    <a:pt x="607" y="100"/>
                    <a:pt x="612" y="135"/>
                    <a:pt x="615" y="147"/>
                  </a:cubicBezTo>
                  <a:cubicBezTo>
                    <a:pt x="637" y="276"/>
                    <a:pt x="332" y="599"/>
                    <a:pt x="102" y="738"/>
                  </a:cubicBezTo>
                  <a:cubicBezTo>
                    <a:pt x="123" y="588"/>
                    <a:pt x="184" y="279"/>
                    <a:pt x="342" y="150"/>
                  </a:cubicBezTo>
                  <a:cubicBezTo>
                    <a:pt x="389" y="110"/>
                    <a:pt x="439" y="92"/>
                    <a:pt x="496" y="92"/>
                  </a:cubicBezTo>
                  <a:close/>
                  <a:moveTo>
                    <a:pt x="496" y="1"/>
                  </a:moveTo>
                  <a:cubicBezTo>
                    <a:pt x="420" y="1"/>
                    <a:pt x="347" y="29"/>
                    <a:pt x="284" y="82"/>
                  </a:cubicBezTo>
                  <a:cubicBezTo>
                    <a:pt x="44" y="279"/>
                    <a:pt x="4" y="793"/>
                    <a:pt x="4" y="814"/>
                  </a:cubicBezTo>
                  <a:cubicBezTo>
                    <a:pt x="1" y="832"/>
                    <a:pt x="9" y="846"/>
                    <a:pt x="22" y="857"/>
                  </a:cubicBezTo>
                  <a:cubicBezTo>
                    <a:pt x="30" y="861"/>
                    <a:pt x="40" y="864"/>
                    <a:pt x="47" y="864"/>
                  </a:cubicBezTo>
                  <a:cubicBezTo>
                    <a:pt x="55" y="864"/>
                    <a:pt x="62" y="861"/>
                    <a:pt x="65" y="861"/>
                  </a:cubicBezTo>
                  <a:cubicBezTo>
                    <a:pt x="299" y="753"/>
                    <a:pt x="741" y="351"/>
                    <a:pt x="705" y="132"/>
                  </a:cubicBezTo>
                  <a:cubicBezTo>
                    <a:pt x="693" y="78"/>
                    <a:pt x="658" y="14"/>
                    <a:pt x="532" y="3"/>
                  </a:cubicBezTo>
                  <a:cubicBezTo>
                    <a:pt x="520" y="1"/>
                    <a:pt x="508" y="1"/>
                    <a:pt x="49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1"/>
            <p:cNvSpPr/>
            <p:nvPr/>
          </p:nvSpPr>
          <p:spPr>
            <a:xfrm>
              <a:off x="5530867" y="2460324"/>
              <a:ext cx="185944" cy="209207"/>
            </a:xfrm>
            <a:custGeom>
              <a:avLst/>
              <a:gdLst/>
              <a:ahLst/>
              <a:cxnLst/>
              <a:rect l="l" t="t" r="r" b="b"/>
              <a:pathLst>
                <a:path w="4732" h="5324" extrusionOk="0">
                  <a:moveTo>
                    <a:pt x="44" y="1"/>
                  </a:moveTo>
                  <a:lnTo>
                    <a:pt x="44" y="1"/>
                  </a:lnTo>
                  <a:cubicBezTo>
                    <a:pt x="274" y="1131"/>
                    <a:pt x="787" y="3421"/>
                    <a:pt x="1" y="4179"/>
                  </a:cubicBezTo>
                  <a:cubicBezTo>
                    <a:pt x="1" y="4179"/>
                    <a:pt x="320" y="5324"/>
                    <a:pt x="2420" y="5324"/>
                  </a:cubicBezTo>
                  <a:cubicBezTo>
                    <a:pt x="4732" y="5324"/>
                    <a:pt x="3518" y="4179"/>
                    <a:pt x="3518" y="4179"/>
                  </a:cubicBezTo>
                  <a:cubicBezTo>
                    <a:pt x="2255" y="3877"/>
                    <a:pt x="2280" y="2940"/>
                    <a:pt x="2496" y="2061"/>
                  </a:cubicBezTo>
                  <a:lnTo>
                    <a:pt x="44"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1"/>
            <p:cNvSpPr/>
            <p:nvPr/>
          </p:nvSpPr>
          <p:spPr>
            <a:xfrm>
              <a:off x="5716066" y="2364954"/>
              <a:ext cx="35444" cy="16268"/>
            </a:xfrm>
            <a:custGeom>
              <a:avLst/>
              <a:gdLst/>
              <a:ahLst/>
              <a:cxnLst/>
              <a:rect l="l" t="t" r="r" b="b"/>
              <a:pathLst>
                <a:path w="902" h="414" extrusionOk="0">
                  <a:moveTo>
                    <a:pt x="668" y="0"/>
                  </a:moveTo>
                  <a:cubicBezTo>
                    <a:pt x="514" y="0"/>
                    <a:pt x="268" y="41"/>
                    <a:pt x="37" y="256"/>
                  </a:cubicBezTo>
                  <a:cubicBezTo>
                    <a:pt x="1" y="291"/>
                    <a:pt x="1" y="349"/>
                    <a:pt x="33" y="385"/>
                  </a:cubicBezTo>
                  <a:cubicBezTo>
                    <a:pt x="51" y="403"/>
                    <a:pt x="76" y="414"/>
                    <a:pt x="102" y="414"/>
                  </a:cubicBezTo>
                  <a:cubicBezTo>
                    <a:pt x="123" y="414"/>
                    <a:pt x="145" y="407"/>
                    <a:pt x="162" y="389"/>
                  </a:cubicBezTo>
                  <a:cubicBezTo>
                    <a:pt x="349" y="213"/>
                    <a:pt x="548" y="181"/>
                    <a:pt x="669" y="181"/>
                  </a:cubicBezTo>
                  <a:cubicBezTo>
                    <a:pt x="733" y="181"/>
                    <a:pt x="774" y="190"/>
                    <a:pt x="780" y="192"/>
                  </a:cubicBezTo>
                  <a:cubicBezTo>
                    <a:pt x="786" y="193"/>
                    <a:pt x="793" y="194"/>
                    <a:pt x="800" y="194"/>
                  </a:cubicBezTo>
                  <a:cubicBezTo>
                    <a:pt x="842" y="194"/>
                    <a:pt x="879" y="167"/>
                    <a:pt x="891" y="127"/>
                  </a:cubicBezTo>
                  <a:cubicBezTo>
                    <a:pt x="902" y="76"/>
                    <a:pt x="873" y="26"/>
                    <a:pt x="823" y="16"/>
                  </a:cubicBezTo>
                  <a:cubicBezTo>
                    <a:pt x="817" y="14"/>
                    <a:pt x="758" y="0"/>
                    <a:pt x="668"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1"/>
            <p:cNvSpPr/>
            <p:nvPr/>
          </p:nvSpPr>
          <p:spPr>
            <a:xfrm>
              <a:off x="5721292" y="2426884"/>
              <a:ext cx="21887" cy="44757"/>
            </a:xfrm>
            <a:custGeom>
              <a:avLst/>
              <a:gdLst/>
              <a:ahLst/>
              <a:cxnLst/>
              <a:rect l="l" t="t" r="r" b="b"/>
              <a:pathLst>
                <a:path w="557" h="1139" extrusionOk="0">
                  <a:moveTo>
                    <a:pt x="244" y="1"/>
                  </a:moveTo>
                  <a:lnTo>
                    <a:pt x="0" y="1056"/>
                  </a:lnTo>
                  <a:cubicBezTo>
                    <a:pt x="0" y="1056"/>
                    <a:pt x="159" y="1139"/>
                    <a:pt x="336" y="1139"/>
                  </a:cubicBezTo>
                  <a:cubicBezTo>
                    <a:pt x="410" y="1139"/>
                    <a:pt x="487" y="1125"/>
                    <a:pt x="557" y="1084"/>
                  </a:cubicBezTo>
                  <a:cubicBezTo>
                    <a:pt x="348" y="705"/>
                    <a:pt x="244" y="1"/>
                    <a:pt x="244" y="1"/>
                  </a:cubicBezTo>
                  <a:close/>
                </a:path>
              </a:pathLst>
            </a:custGeom>
            <a:solidFill>
              <a:srgbClr val="DE5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1"/>
            <p:cNvSpPr/>
            <p:nvPr/>
          </p:nvSpPr>
          <p:spPr>
            <a:xfrm>
              <a:off x="5726637" y="2406332"/>
              <a:ext cx="16543" cy="21691"/>
            </a:xfrm>
            <a:custGeom>
              <a:avLst/>
              <a:gdLst/>
              <a:ahLst/>
              <a:cxnLst/>
              <a:rect l="l" t="t" r="r" b="b"/>
              <a:pathLst>
                <a:path w="421" h="552" extrusionOk="0">
                  <a:moveTo>
                    <a:pt x="248" y="1"/>
                  </a:moveTo>
                  <a:cubicBezTo>
                    <a:pt x="159" y="1"/>
                    <a:pt x="66" y="99"/>
                    <a:pt x="33" y="233"/>
                  </a:cubicBezTo>
                  <a:cubicBezTo>
                    <a:pt x="1" y="384"/>
                    <a:pt x="51" y="524"/>
                    <a:pt x="148" y="549"/>
                  </a:cubicBezTo>
                  <a:cubicBezTo>
                    <a:pt x="156" y="551"/>
                    <a:pt x="165" y="552"/>
                    <a:pt x="174" y="552"/>
                  </a:cubicBezTo>
                  <a:cubicBezTo>
                    <a:pt x="264" y="552"/>
                    <a:pt x="356" y="453"/>
                    <a:pt x="388" y="320"/>
                  </a:cubicBezTo>
                  <a:cubicBezTo>
                    <a:pt x="421" y="169"/>
                    <a:pt x="371" y="28"/>
                    <a:pt x="274" y="3"/>
                  </a:cubicBezTo>
                  <a:cubicBezTo>
                    <a:pt x="265" y="2"/>
                    <a:pt x="257" y="1"/>
                    <a:pt x="248"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1"/>
            <p:cNvSpPr/>
            <p:nvPr/>
          </p:nvSpPr>
          <p:spPr>
            <a:xfrm>
              <a:off x="5735557" y="2405743"/>
              <a:ext cx="15129" cy="4401"/>
            </a:xfrm>
            <a:custGeom>
              <a:avLst/>
              <a:gdLst/>
              <a:ahLst/>
              <a:cxnLst/>
              <a:rect l="l" t="t" r="r" b="b"/>
              <a:pathLst>
                <a:path w="385" h="112" extrusionOk="0">
                  <a:moveTo>
                    <a:pt x="384" y="0"/>
                  </a:moveTo>
                  <a:lnTo>
                    <a:pt x="0" y="18"/>
                  </a:lnTo>
                  <a:cubicBezTo>
                    <a:pt x="43" y="88"/>
                    <a:pt x="97" y="111"/>
                    <a:pt x="151" y="111"/>
                  </a:cubicBezTo>
                  <a:cubicBezTo>
                    <a:pt x="268" y="111"/>
                    <a:pt x="384" y="0"/>
                    <a:pt x="38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1"/>
            <p:cNvSpPr/>
            <p:nvPr/>
          </p:nvSpPr>
          <p:spPr>
            <a:xfrm>
              <a:off x="5651897" y="4608414"/>
              <a:ext cx="78865" cy="173527"/>
            </a:xfrm>
            <a:custGeom>
              <a:avLst/>
              <a:gdLst/>
              <a:ahLst/>
              <a:cxnLst/>
              <a:rect l="l" t="t" r="r" b="b"/>
              <a:pathLst>
                <a:path w="2007" h="4416" extrusionOk="0">
                  <a:moveTo>
                    <a:pt x="101" y="1"/>
                  </a:moveTo>
                  <a:lnTo>
                    <a:pt x="1" y="4416"/>
                  </a:lnTo>
                  <a:lnTo>
                    <a:pt x="1907" y="4416"/>
                  </a:lnTo>
                  <a:lnTo>
                    <a:pt x="2007"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1"/>
            <p:cNvSpPr/>
            <p:nvPr/>
          </p:nvSpPr>
          <p:spPr>
            <a:xfrm>
              <a:off x="5311559" y="4608414"/>
              <a:ext cx="97923" cy="173527"/>
            </a:xfrm>
            <a:custGeom>
              <a:avLst/>
              <a:gdLst/>
              <a:ahLst/>
              <a:cxnLst/>
              <a:rect l="l" t="t" r="r" b="b"/>
              <a:pathLst>
                <a:path w="2492" h="4416" extrusionOk="0">
                  <a:moveTo>
                    <a:pt x="586" y="1"/>
                  </a:moveTo>
                  <a:lnTo>
                    <a:pt x="1" y="4416"/>
                  </a:lnTo>
                  <a:lnTo>
                    <a:pt x="1906" y="4416"/>
                  </a:lnTo>
                  <a:lnTo>
                    <a:pt x="2492"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1"/>
            <p:cNvSpPr/>
            <p:nvPr/>
          </p:nvSpPr>
          <p:spPr>
            <a:xfrm>
              <a:off x="5290811" y="4773298"/>
              <a:ext cx="214001" cy="85074"/>
            </a:xfrm>
            <a:custGeom>
              <a:avLst/>
              <a:gdLst/>
              <a:ahLst/>
              <a:cxnLst/>
              <a:rect l="l" t="t" r="r" b="b"/>
              <a:pathLst>
                <a:path w="5446" h="2165" extrusionOk="0">
                  <a:moveTo>
                    <a:pt x="410" y="1"/>
                  </a:moveTo>
                  <a:cubicBezTo>
                    <a:pt x="331" y="1"/>
                    <a:pt x="270" y="54"/>
                    <a:pt x="259" y="130"/>
                  </a:cubicBezTo>
                  <a:lnTo>
                    <a:pt x="26" y="1824"/>
                  </a:lnTo>
                  <a:cubicBezTo>
                    <a:pt x="1" y="1998"/>
                    <a:pt x="152" y="2161"/>
                    <a:pt x="329" y="2161"/>
                  </a:cubicBezTo>
                  <a:cubicBezTo>
                    <a:pt x="331" y="2161"/>
                    <a:pt x="333" y="2161"/>
                    <a:pt x="335" y="2161"/>
                  </a:cubicBezTo>
                  <a:cubicBezTo>
                    <a:pt x="1082" y="2151"/>
                    <a:pt x="1440" y="2108"/>
                    <a:pt x="2381" y="2108"/>
                  </a:cubicBezTo>
                  <a:cubicBezTo>
                    <a:pt x="2962" y="2108"/>
                    <a:pt x="3809" y="2165"/>
                    <a:pt x="4609" y="2165"/>
                  </a:cubicBezTo>
                  <a:cubicBezTo>
                    <a:pt x="5392" y="2165"/>
                    <a:pt x="5446" y="1376"/>
                    <a:pt x="5112" y="1303"/>
                  </a:cubicBezTo>
                  <a:cubicBezTo>
                    <a:pt x="3615" y="984"/>
                    <a:pt x="3378" y="539"/>
                    <a:pt x="2873" y="115"/>
                  </a:cubicBezTo>
                  <a:cubicBezTo>
                    <a:pt x="2779" y="40"/>
                    <a:pt x="2668" y="1"/>
                    <a:pt x="2553"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1"/>
            <p:cNvSpPr/>
            <p:nvPr/>
          </p:nvSpPr>
          <p:spPr>
            <a:xfrm>
              <a:off x="5629184" y="4773298"/>
              <a:ext cx="227675" cy="85074"/>
            </a:xfrm>
            <a:custGeom>
              <a:avLst/>
              <a:gdLst/>
              <a:ahLst/>
              <a:cxnLst/>
              <a:rect l="l" t="t" r="r" b="b"/>
              <a:pathLst>
                <a:path w="5794" h="2165" extrusionOk="0">
                  <a:moveTo>
                    <a:pt x="406" y="1"/>
                  </a:moveTo>
                  <a:cubicBezTo>
                    <a:pt x="331" y="1"/>
                    <a:pt x="267" y="54"/>
                    <a:pt x="255" y="130"/>
                  </a:cubicBezTo>
                  <a:lnTo>
                    <a:pt x="22" y="1824"/>
                  </a:lnTo>
                  <a:cubicBezTo>
                    <a:pt x="1" y="1998"/>
                    <a:pt x="148" y="2161"/>
                    <a:pt x="326" y="2161"/>
                  </a:cubicBezTo>
                  <a:cubicBezTo>
                    <a:pt x="328" y="2161"/>
                    <a:pt x="329" y="2161"/>
                    <a:pt x="331" y="2161"/>
                  </a:cubicBezTo>
                  <a:cubicBezTo>
                    <a:pt x="1077" y="2151"/>
                    <a:pt x="1437" y="2108"/>
                    <a:pt x="2381" y="2108"/>
                  </a:cubicBezTo>
                  <a:cubicBezTo>
                    <a:pt x="2959" y="2108"/>
                    <a:pt x="4157" y="2165"/>
                    <a:pt x="4957" y="2165"/>
                  </a:cubicBezTo>
                  <a:cubicBezTo>
                    <a:pt x="5740" y="2165"/>
                    <a:pt x="5794" y="1376"/>
                    <a:pt x="5460" y="1303"/>
                  </a:cubicBezTo>
                  <a:cubicBezTo>
                    <a:pt x="3967" y="984"/>
                    <a:pt x="3375" y="539"/>
                    <a:pt x="2868" y="115"/>
                  </a:cubicBezTo>
                  <a:cubicBezTo>
                    <a:pt x="2779" y="40"/>
                    <a:pt x="2664" y="1"/>
                    <a:pt x="2549"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1"/>
            <p:cNvSpPr/>
            <p:nvPr/>
          </p:nvSpPr>
          <p:spPr>
            <a:xfrm>
              <a:off x="5653744" y="4608571"/>
              <a:ext cx="77018" cy="89475"/>
            </a:xfrm>
            <a:custGeom>
              <a:avLst/>
              <a:gdLst/>
              <a:ahLst/>
              <a:cxnLst/>
              <a:rect l="l" t="t" r="r" b="b"/>
              <a:pathLst>
                <a:path w="1960" h="2277" extrusionOk="0">
                  <a:moveTo>
                    <a:pt x="51" y="0"/>
                  </a:moveTo>
                  <a:lnTo>
                    <a:pt x="0" y="2276"/>
                  </a:lnTo>
                  <a:lnTo>
                    <a:pt x="1910" y="2276"/>
                  </a:lnTo>
                  <a:lnTo>
                    <a:pt x="1960" y="0"/>
                  </a:lnTo>
                  <a:close/>
                </a:path>
              </a:pathLst>
            </a:custGeom>
            <a:solidFill>
              <a:srgbClr val="CE6F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1"/>
            <p:cNvSpPr/>
            <p:nvPr/>
          </p:nvSpPr>
          <p:spPr>
            <a:xfrm>
              <a:off x="5322718" y="4608571"/>
              <a:ext cx="86763" cy="89475"/>
            </a:xfrm>
            <a:custGeom>
              <a:avLst/>
              <a:gdLst/>
              <a:ahLst/>
              <a:cxnLst/>
              <a:rect l="l" t="t" r="r" b="b"/>
              <a:pathLst>
                <a:path w="2208" h="2277" extrusionOk="0">
                  <a:moveTo>
                    <a:pt x="302" y="0"/>
                  </a:moveTo>
                  <a:lnTo>
                    <a:pt x="0" y="2276"/>
                  </a:lnTo>
                  <a:lnTo>
                    <a:pt x="1906" y="2276"/>
                  </a:lnTo>
                  <a:lnTo>
                    <a:pt x="2208" y="0"/>
                  </a:lnTo>
                  <a:close/>
                </a:path>
              </a:pathLst>
            </a:custGeom>
            <a:solidFill>
              <a:srgbClr val="CE6F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1"/>
            <p:cNvSpPr/>
            <p:nvPr/>
          </p:nvSpPr>
          <p:spPr>
            <a:xfrm>
              <a:off x="5401860" y="2621986"/>
              <a:ext cx="429730" cy="473741"/>
            </a:xfrm>
            <a:custGeom>
              <a:avLst/>
              <a:gdLst/>
              <a:ahLst/>
              <a:cxnLst/>
              <a:rect l="l" t="t" r="r" b="b"/>
              <a:pathLst>
                <a:path w="10936" h="12056" extrusionOk="0">
                  <a:moveTo>
                    <a:pt x="5294" y="1"/>
                  </a:moveTo>
                  <a:cubicBezTo>
                    <a:pt x="4661" y="1"/>
                    <a:pt x="4009" y="29"/>
                    <a:pt x="3284" y="65"/>
                  </a:cubicBezTo>
                  <a:cubicBezTo>
                    <a:pt x="1622" y="143"/>
                    <a:pt x="0" y="496"/>
                    <a:pt x="0" y="496"/>
                  </a:cubicBezTo>
                  <a:cubicBezTo>
                    <a:pt x="1551" y="6963"/>
                    <a:pt x="1558" y="8905"/>
                    <a:pt x="1450" y="12056"/>
                  </a:cubicBezTo>
                  <a:lnTo>
                    <a:pt x="9188" y="12056"/>
                  </a:lnTo>
                  <a:cubicBezTo>
                    <a:pt x="10936" y="872"/>
                    <a:pt x="10025" y="552"/>
                    <a:pt x="10025" y="552"/>
                  </a:cubicBezTo>
                  <a:cubicBezTo>
                    <a:pt x="10025" y="552"/>
                    <a:pt x="8313" y="201"/>
                    <a:pt x="6801" y="65"/>
                  </a:cubicBezTo>
                  <a:cubicBezTo>
                    <a:pt x="6292" y="19"/>
                    <a:pt x="5799" y="1"/>
                    <a:pt x="5294"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1"/>
            <p:cNvSpPr/>
            <p:nvPr/>
          </p:nvSpPr>
          <p:spPr>
            <a:xfrm>
              <a:off x="5744595" y="2726905"/>
              <a:ext cx="303515" cy="331846"/>
            </a:xfrm>
            <a:custGeom>
              <a:avLst/>
              <a:gdLst/>
              <a:ahLst/>
              <a:cxnLst/>
              <a:rect l="l" t="t" r="r" b="b"/>
              <a:pathLst>
                <a:path w="7724" h="8445" extrusionOk="0">
                  <a:moveTo>
                    <a:pt x="1927" y="1"/>
                  </a:moveTo>
                  <a:lnTo>
                    <a:pt x="0" y="284"/>
                  </a:lnTo>
                  <a:cubicBezTo>
                    <a:pt x="79" y="844"/>
                    <a:pt x="179" y="1364"/>
                    <a:pt x="290" y="1896"/>
                  </a:cubicBezTo>
                  <a:cubicBezTo>
                    <a:pt x="398" y="2426"/>
                    <a:pt x="534" y="2954"/>
                    <a:pt x="682" y="3478"/>
                  </a:cubicBezTo>
                  <a:cubicBezTo>
                    <a:pt x="980" y="4530"/>
                    <a:pt x="1331" y="5578"/>
                    <a:pt x="1895" y="6608"/>
                  </a:cubicBezTo>
                  <a:cubicBezTo>
                    <a:pt x="2038" y="6866"/>
                    <a:pt x="2200" y="7121"/>
                    <a:pt x="2391" y="7376"/>
                  </a:cubicBezTo>
                  <a:cubicBezTo>
                    <a:pt x="2484" y="7502"/>
                    <a:pt x="2595" y="7628"/>
                    <a:pt x="2706" y="7749"/>
                  </a:cubicBezTo>
                  <a:cubicBezTo>
                    <a:pt x="2839" y="7890"/>
                    <a:pt x="2997" y="8026"/>
                    <a:pt x="3180" y="8141"/>
                  </a:cubicBezTo>
                  <a:cubicBezTo>
                    <a:pt x="3481" y="8337"/>
                    <a:pt x="3873" y="8445"/>
                    <a:pt x="4235" y="8445"/>
                  </a:cubicBezTo>
                  <a:cubicBezTo>
                    <a:pt x="4317" y="8445"/>
                    <a:pt x="4398" y="8439"/>
                    <a:pt x="4475" y="8428"/>
                  </a:cubicBezTo>
                  <a:cubicBezTo>
                    <a:pt x="4903" y="8374"/>
                    <a:pt x="5240" y="8213"/>
                    <a:pt x="5524" y="8037"/>
                  </a:cubicBezTo>
                  <a:cubicBezTo>
                    <a:pt x="6087" y="7678"/>
                    <a:pt x="6475" y="7237"/>
                    <a:pt x="6830" y="6791"/>
                  </a:cubicBezTo>
                  <a:cubicBezTo>
                    <a:pt x="7006" y="6569"/>
                    <a:pt x="7167" y="6339"/>
                    <a:pt x="7311" y="6102"/>
                  </a:cubicBezTo>
                  <a:cubicBezTo>
                    <a:pt x="7462" y="5862"/>
                    <a:pt x="7595" y="5632"/>
                    <a:pt x="7724" y="5367"/>
                  </a:cubicBezTo>
                  <a:lnTo>
                    <a:pt x="6909" y="4850"/>
                  </a:lnTo>
                  <a:cubicBezTo>
                    <a:pt x="6755" y="5025"/>
                    <a:pt x="6579" y="5219"/>
                    <a:pt x="6407" y="5398"/>
                  </a:cubicBezTo>
                  <a:cubicBezTo>
                    <a:pt x="6231" y="5574"/>
                    <a:pt x="6052" y="5746"/>
                    <a:pt x="5872" y="5912"/>
                  </a:cubicBezTo>
                  <a:cubicBezTo>
                    <a:pt x="5517" y="6238"/>
                    <a:pt x="5121" y="6522"/>
                    <a:pt x="4770" y="6684"/>
                  </a:cubicBezTo>
                  <a:cubicBezTo>
                    <a:pt x="4608" y="6756"/>
                    <a:pt x="4459" y="6792"/>
                    <a:pt x="4358" y="6792"/>
                  </a:cubicBezTo>
                  <a:cubicBezTo>
                    <a:pt x="4349" y="6792"/>
                    <a:pt x="4340" y="6792"/>
                    <a:pt x="4332" y="6791"/>
                  </a:cubicBezTo>
                  <a:cubicBezTo>
                    <a:pt x="4231" y="6784"/>
                    <a:pt x="4200" y="6755"/>
                    <a:pt x="4131" y="6702"/>
                  </a:cubicBezTo>
                  <a:cubicBezTo>
                    <a:pt x="4095" y="6672"/>
                    <a:pt x="4056" y="6629"/>
                    <a:pt x="4013" y="6576"/>
                  </a:cubicBezTo>
                  <a:cubicBezTo>
                    <a:pt x="3955" y="6497"/>
                    <a:pt x="3894" y="6422"/>
                    <a:pt x="3837" y="6332"/>
                  </a:cubicBezTo>
                  <a:cubicBezTo>
                    <a:pt x="3722" y="6160"/>
                    <a:pt x="3610" y="5966"/>
                    <a:pt x="3514" y="5754"/>
                  </a:cubicBezTo>
                  <a:cubicBezTo>
                    <a:pt x="3305" y="5342"/>
                    <a:pt x="3133" y="4882"/>
                    <a:pt x="2979" y="4415"/>
                  </a:cubicBezTo>
                  <a:cubicBezTo>
                    <a:pt x="2821" y="3949"/>
                    <a:pt x="2681" y="3464"/>
                    <a:pt x="2555" y="2976"/>
                  </a:cubicBezTo>
                  <a:cubicBezTo>
                    <a:pt x="2311" y="1999"/>
                    <a:pt x="2096" y="980"/>
                    <a:pt x="1927"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1"/>
            <p:cNvSpPr/>
            <p:nvPr/>
          </p:nvSpPr>
          <p:spPr>
            <a:xfrm>
              <a:off x="5682076" y="2638490"/>
              <a:ext cx="167161" cy="221034"/>
            </a:xfrm>
            <a:custGeom>
              <a:avLst/>
              <a:gdLst/>
              <a:ahLst/>
              <a:cxnLst/>
              <a:rect l="l" t="t" r="r" b="b"/>
              <a:pathLst>
                <a:path w="4254" h="5625" extrusionOk="0">
                  <a:moveTo>
                    <a:pt x="2031" y="1"/>
                  </a:moveTo>
                  <a:cubicBezTo>
                    <a:pt x="1432" y="1"/>
                    <a:pt x="1040" y="273"/>
                    <a:pt x="600" y="911"/>
                  </a:cubicBezTo>
                  <a:cubicBezTo>
                    <a:pt x="1" y="1777"/>
                    <a:pt x="1235" y="5624"/>
                    <a:pt x="1235" y="5624"/>
                  </a:cubicBezTo>
                  <a:lnTo>
                    <a:pt x="4254" y="3564"/>
                  </a:lnTo>
                  <a:cubicBezTo>
                    <a:pt x="4254" y="3564"/>
                    <a:pt x="3684" y="330"/>
                    <a:pt x="2894" y="132"/>
                  </a:cubicBezTo>
                  <a:cubicBezTo>
                    <a:pt x="2559" y="47"/>
                    <a:pt x="2278" y="1"/>
                    <a:pt x="2031"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1"/>
            <p:cNvSpPr/>
            <p:nvPr/>
          </p:nvSpPr>
          <p:spPr>
            <a:xfrm>
              <a:off x="5997618" y="2884126"/>
              <a:ext cx="87038" cy="62676"/>
            </a:xfrm>
            <a:custGeom>
              <a:avLst/>
              <a:gdLst/>
              <a:ahLst/>
              <a:cxnLst/>
              <a:rect l="l" t="t" r="r" b="b"/>
              <a:pathLst>
                <a:path w="2215" h="1595" extrusionOk="0">
                  <a:moveTo>
                    <a:pt x="423" y="1"/>
                  </a:moveTo>
                  <a:cubicBezTo>
                    <a:pt x="423" y="1"/>
                    <a:pt x="0" y="856"/>
                    <a:pt x="287" y="1595"/>
                  </a:cubicBezTo>
                  <a:lnTo>
                    <a:pt x="1181" y="1513"/>
                  </a:lnTo>
                  <a:lnTo>
                    <a:pt x="2214" y="37"/>
                  </a:lnTo>
                  <a:lnTo>
                    <a:pt x="423"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7" name="Google Shape;757;p31"/>
            <p:cNvGrpSpPr/>
            <p:nvPr/>
          </p:nvGrpSpPr>
          <p:grpSpPr>
            <a:xfrm>
              <a:off x="5932859" y="2488224"/>
              <a:ext cx="384109" cy="413192"/>
              <a:chOff x="5932859" y="2488224"/>
              <a:chExt cx="384109" cy="413192"/>
            </a:xfrm>
          </p:grpSpPr>
          <p:sp>
            <p:nvSpPr>
              <p:cNvPr id="758" name="Google Shape;758;p31"/>
              <p:cNvSpPr/>
              <p:nvPr/>
            </p:nvSpPr>
            <p:spPr>
              <a:xfrm>
                <a:off x="5978835" y="2512234"/>
                <a:ext cx="274515" cy="202880"/>
              </a:xfrm>
              <a:custGeom>
                <a:avLst/>
                <a:gdLst/>
                <a:ahLst/>
                <a:cxnLst/>
                <a:rect l="l" t="t" r="r" b="b"/>
                <a:pathLst>
                  <a:path w="6986" h="5163" extrusionOk="0">
                    <a:moveTo>
                      <a:pt x="3188" y="0"/>
                    </a:moveTo>
                    <a:cubicBezTo>
                      <a:pt x="1864" y="191"/>
                      <a:pt x="683" y="1088"/>
                      <a:pt x="191" y="2434"/>
                    </a:cubicBezTo>
                    <a:cubicBezTo>
                      <a:pt x="98" y="2689"/>
                      <a:pt x="36" y="2947"/>
                      <a:pt x="0" y="3209"/>
                    </a:cubicBezTo>
                    <a:lnTo>
                      <a:pt x="5718" y="542"/>
                    </a:lnTo>
                    <a:cubicBezTo>
                      <a:pt x="6085" y="772"/>
                      <a:pt x="6404" y="1063"/>
                      <a:pt x="6663" y="1393"/>
                    </a:cubicBezTo>
                    <a:lnTo>
                      <a:pt x="5632" y="1871"/>
                    </a:lnTo>
                    <a:lnTo>
                      <a:pt x="6986" y="1871"/>
                    </a:lnTo>
                    <a:cubicBezTo>
                      <a:pt x="6562" y="1120"/>
                      <a:pt x="5880" y="510"/>
                      <a:pt x="5004" y="194"/>
                    </a:cubicBezTo>
                    <a:cubicBezTo>
                      <a:pt x="4864" y="140"/>
                      <a:pt x="4724" y="101"/>
                      <a:pt x="4584" y="65"/>
                    </a:cubicBezTo>
                    <a:cubicBezTo>
                      <a:pt x="4251" y="40"/>
                      <a:pt x="3916" y="22"/>
                      <a:pt x="3580" y="11"/>
                    </a:cubicBezTo>
                    <a:cubicBezTo>
                      <a:pt x="3450" y="7"/>
                      <a:pt x="3321" y="4"/>
                      <a:pt x="3188" y="0"/>
                    </a:cubicBezTo>
                    <a:close/>
                    <a:moveTo>
                      <a:pt x="3623" y="2810"/>
                    </a:moveTo>
                    <a:lnTo>
                      <a:pt x="40" y="4476"/>
                    </a:lnTo>
                    <a:cubicBezTo>
                      <a:pt x="91" y="4713"/>
                      <a:pt x="162" y="4942"/>
                      <a:pt x="252" y="5162"/>
                    </a:cubicBezTo>
                    <a:lnTo>
                      <a:pt x="3623" y="3593"/>
                    </a:lnTo>
                    <a:lnTo>
                      <a:pt x="3623" y="281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1"/>
              <p:cNvSpPr/>
              <p:nvPr/>
            </p:nvSpPr>
            <p:spPr>
              <a:xfrm>
                <a:off x="6121163" y="2585716"/>
                <a:ext cx="134743" cy="67745"/>
              </a:xfrm>
              <a:custGeom>
                <a:avLst/>
                <a:gdLst/>
                <a:ahLst/>
                <a:cxnLst/>
                <a:rect l="l" t="t" r="r" b="b"/>
                <a:pathLst>
                  <a:path w="3429" h="1724" extrusionOk="0">
                    <a:moveTo>
                      <a:pt x="2010" y="1"/>
                    </a:moveTo>
                    <a:lnTo>
                      <a:pt x="1" y="940"/>
                    </a:lnTo>
                    <a:lnTo>
                      <a:pt x="1" y="1723"/>
                    </a:lnTo>
                    <a:lnTo>
                      <a:pt x="3428" y="126"/>
                    </a:lnTo>
                    <a:cubicBezTo>
                      <a:pt x="3407" y="83"/>
                      <a:pt x="3385" y="44"/>
                      <a:pt x="336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1"/>
              <p:cNvSpPr/>
              <p:nvPr/>
            </p:nvSpPr>
            <p:spPr>
              <a:xfrm>
                <a:off x="6121163" y="2618607"/>
                <a:ext cx="151364" cy="187319"/>
              </a:xfrm>
              <a:custGeom>
                <a:avLst/>
                <a:gdLst/>
                <a:ahLst/>
                <a:cxnLst/>
                <a:rect l="l" t="t" r="r" b="b"/>
                <a:pathLst>
                  <a:path w="3852" h="4767" extrusionOk="0">
                    <a:moveTo>
                      <a:pt x="3712" y="0"/>
                    </a:moveTo>
                    <a:cubicBezTo>
                      <a:pt x="3731" y="72"/>
                      <a:pt x="3749" y="145"/>
                      <a:pt x="3765" y="218"/>
                    </a:cubicBezTo>
                    <a:lnTo>
                      <a:pt x="3765" y="218"/>
                    </a:lnTo>
                    <a:cubicBezTo>
                      <a:pt x="3749" y="145"/>
                      <a:pt x="3731" y="72"/>
                      <a:pt x="3712" y="0"/>
                    </a:cubicBezTo>
                    <a:close/>
                    <a:moveTo>
                      <a:pt x="3765" y="218"/>
                    </a:moveTo>
                    <a:lnTo>
                      <a:pt x="3765" y="218"/>
                    </a:lnTo>
                    <a:cubicBezTo>
                      <a:pt x="3779" y="286"/>
                      <a:pt x="3792" y="355"/>
                      <a:pt x="3804" y="425"/>
                    </a:cubicBezTo>
                    <a:lnTo>
                      <a:pt x="3804" y="425"/>
                    </a:lnTo>
                    <a:cubicBezTo>
                      <a:pt x="3792" y="355"/>
                      <a:pt x="3779" y="286"/>
                      <a:pt x="3765" y="218"/>
                    </a:cubicBezTo>
                    <a:close/>
                    <a:moveTo>
                      <a:pt x="3804" y="425"/>
                    </a:moveTo>
                    <a:cubicBezTo>
                      <a:pt x="3830" y="593"/>
                      <a:pt x="3846" y="764"/>
                      <a:pt x="3848" y="936"/>
                    </a:cubicBezTo>
                    <a:lnTo>
                      <a:pt x="1" y="2731"/>
                    </a:lnTo>
                    <a:lnTo>
                      <a:pt x="1" y="4763"/>
                    </a:lnTo>
                    <a:cubicBezTo>
                      <a:pt x="32" y="4763"/>
                      <a:pt x="69" y="4766"/>
                      <a:pt x="101" y="4766"/>
                    </a:cubicBezTo>
                    <a:cubicBezTo>
                      <a:pt x="1633" y="4766"/>
                      <a:pt x="3069" y="3819"/>
                      <a:pt x="3622" y="2297"/>
                    </a:cubicBezTo>
                    <a:cubicBezTo>
                      <a:pt x="3776" y="1874"/>
                      <a:pt x="3851" y="1439"/>
                      <a:pt x="3851" y="1012"/>
                    </a:cubicBezTo>
                    <a:cubicBezTo>
                      <a:pt x="3851" y="857"/>
                      <a:pt x="3841" y="706"/>
                      <a:pt x="3823" y="556"/>
                    </a:cubicBezTo>
                    <a:cubicBezTo>
                      <a:pt x="3817" y="512"/>
                      <a:pt x="3811" y="468"/>
                      <a:pt x="3804" y="425"/>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1"/>
              <p:cNvSpPr/>
              <p:nvPr/>
            </p:nvSpPr>
            <p:spPr>
              <a:xfrm>
                <a:off x="6121163" y="2585716"/>
                <a:ext cx="79022" cy="36977"/>
              </a:xfrm>
              <a:custGeom>
                <a:avLst/>
                <a:gdLst/>
                <a:ahLst/>
                <a:cxnLst/>
                <a:rect l="l" t="t" r="r" b="b"/>
                <a:pathLst>
                  <a:path w="2011" h="941" extrusionOk="0">
                    <a:moveTo>
                      <a:pt x="1" y="1"/>
                    </a:moveTo>
                    <a:lnTo>
                      <a:pt x="1" y="940"/>
                    </a:lnTo>
                    <a:lnTo>
                      <a:pt x="2010"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1"/>
              <p:cNvSpPr/>
              <p:nvPr/>
            </p:nvSpPr>
            <p:spPr>
              <a:xfrm>
                <a:off x="6121163" y="2590667"/>
                <a:ext cx="151207" cy="135253"/>
              </a:xfrm>
              <a:custGeom>
                <a:avLst/>
                <a:gdLst/>
                <a:ahLst/>
                <a:cxnLst/>
                <a:rect l="l" t="t" r="r" b="b"/>
                <a:pathLst>
                  <a:path w="3848" h="3442" extrusionOk="0">
                    <a:moveTo>
                      <a:pt x="3428" y="0"/>
                    </a:moveTo>
                    <a:lnTo>
                      <a:pt x="1" y="1597"/>
                    </a:lnTo>
                    <a:lnTo>
                      <a:pt x="1" y="3442"/>
                    </a:lnTo>
                    <a:lnTo>
                      <a:pt x="3848" y="1647"/>
                    </a:lnTo>
                    <a:cubicBezTo>
                      <a:pt x="3844" y="1328"/>
                      <a:pt x="3794" y="1016"/>
                      <a:pt x="3712" y="711"/>
                    </a:cubicBezTo>
                    <a:cubicBezTo>
                      <a:pt x="3712" y="711"/>
                      <a:pt x="3708" y="711"/>
                      <a:pt x="3708" y="707"/>
                    </a:cubicBezTo>
                    <a:cubicBezTo>
                      <a:pt x="3640" y="463"/>
                      <a:pt x="3546" y="226"/>
                      <a:pt x="3428"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1"/>
              <p:cNvSpPr/>
              <p:nvPr/>
            </p:nvSpPr>
            <p:spPr>
              <a:xfrm>
                <a:off x="6027758" y="2725883"/>
                <a:ext cx="93444" cy="79887"/>
              </a:xfrm>
              <a:custGeom>
                <a:avLst/>
                <a:gdLst/>
                <a:ahLst/>
                <a:cxnLst/>
                <a:rect l="l" t="t" r="r" b="b"/>
                <a:pathLst>
                  <a:path w="2378" h="2033" extrusionOk="0">
                    <a:moveTo>
                      <a:pt x="2378" y="1"/>
                    </a:moveTo>
                    <a:lnTo>
                      <a:pt x="1" y="1107"/>
                    </a:lnTo>
                    <a:cubicBezTo>
                      <a:pt x="342" y="1405"/>
                      <a:pt x="741" y="1645"/>
                      <a:pt x="1189" y="1806"/>
                    </a:cubicBezTo>
                    <a:cubicBezTo>
                      <a:pt x="1581" y="1950"/>
                      <a:pt x="1979" y="2025"/>
                      <a:pt x="2378" y="2033"/>
                    </a:cubicBezTo>
                    <a:lnTo>
                      <a:pt x="2378"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1"/>
              <p:cNvSpPr/>
              <p:nvPr/>
            </p:nvSpPr>
            <p:spPr>
              <a:xfrm>
                <a:off x="5976438" y="2533532"/>
                <a:ext cx="264220" cy="154626"/>
              </a:xfrm>
              <a:custGeom>
                <a:avLst/>
                <a:gdLst/>
                <a:ahLst/>
                <a:cxnLst/>
                <a:rect l="l" t="t" r="r" b="b"/>
                <a:pathLst>
                  <a:path w="6724" h="3935" extrusionOk="0">
                    <a:moveTo>
                      <a:pt x="5779" y="0"/>
                    </a:moveTo>
                    <a:lnTo>
                      <a:pt x="61" y="2667"/>
                    </a:lnTo>
                    <a:cubicBezTo>
                      <a:pt x="1" y="3095"/>
                      <a:pt x="18" y="3525"/>
                      <a:pt x="101" y="3934"/>
                    </a:cubicBezTo>
                    <a:lnTo>
                      <a:pt x="3684" y="2268"/>
                    </a:lnTo>
                    <a:lnTo>
                      <a:pt x="3684" y="1329"/>
                    </a:lnTo>
                    <a:lnTo>
                      <a:pt x="5693" y="1329"/>
                    </a:lnTo>
                    <a:lnTo>
                      <a:pt x="6724" y="851"/>
                    </a:lnTo>
                    <a:cubicBezTo>
                      <a:pt x="6465" y="521"/>
                      <a:pt x="6146" y="230"/>
                      <a:pt x="577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1"/>
              <p:cNvSpPr/>
              <p:nvPr/>
            </p:nvSpPr>
            <p:spPr>
              <a:xfrm>
                <a:off x="5988698" y="2653422"/>
                <a:ext cx="132503" cy="115960"/>
              </a:xfrm>
              <a:custGeom>
                <a:avLst/>
                <a:gdLst/>
                <a:ahLst/>
                <a:cxnLst/>
                <a:rect l="l" t="t" r="r" b="b"/>
                <a:pathLst>
                  <a:path w="3372" h="2951" extrusionOk="0">
                    <a:moveTo>
                      <a:pt x="3372" y="0"/>
                    </a:moveTo>
                    <a:lnTo>
                      <a:pt x="1" y="1569"/>
                    </a:lnTo>
                    <a:cubicBezTo>
                      <a:pt x="220" y="2093"/>
                      <a:pt x="561" y="2570"/>
                      <a:pt x="995" y="2951"/>
                    </a:cubicBezTo>
                    <a:lnTo>
                      <a:pt x="3372" y="1845"/>
                    </a:lnTo>
                    <a:lnTo>
                      <a:pt x="3372"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1"/>
              <p:cNvSpPr/>
              <p:nvPr/>
            </p:nvSpPr>
            <p:spPr>
              <a:xfrm>
                <a:off x="5932859" y="2488224"/>
                <a:ext cx="384109" cy="340295"/>
              </a:xfrm>
              <a:custGeom>
                <a:avLst/>
                <a:gdLst/>
                <a:ahLst/>
                <a:cxnLst/>
                <a:rect l="l" t="t" r="r" b="b"/>
                <a:pathLst>
                  <a:path w="9775" h="8660" extrusionOk="0">
                    <a:moveTo>
                      <a:pt x="4886" y="914"/>
                    </a:moveTo>
                    <a:cubicBezTo>
                      <a:pt x="5275" y="914"/>
                      <a:pt x="5670" y="981"/>
                      <a:pt x="6055" y="1121"/>
                    </a:cubicBezTo>
                    <a:cubicBezTo>
                      <a:pt x="7829" y="1767"/>
                      <a:pt x="8744" y="3727"/>
                      <a:pt x="8098" y="5500"/>
                    </a:cubicBezTo>
                    <a:cubicBezTo>
                      <a:pt x="7593" y="6887"/>
                      <a:pt x="6284" y="7747"/>
                      <a:pt x="4889" y="7747"/>
                    </a:cubicBezTo>
                    <a:cubicBezTo>
                      <a:pt x="4501" y="7747"/>
                      <a:pt x="4106" y="7680"/>
                      <a:pt x="3719" y="7539"/>
                    </a:cubicBezTo>
                    <a:cubicBezTo>
                      <a:pt x="1946" y="6893"/>
                      <a:pt x="1034" y="4933"/>
                      <a:pt x="1677" y="3160"/>
                    </a:cubicBezTo>
                    <a:cubicBezTo>
                      <a:pt x="2182" y="1773"/>
                      <a:pt x="3493" y="914"/>
                      <a:pt x="4886" y="914"/>
                    </a:cubicBezTo>
                    <a:close/>
                    <a:moveTo>
                      <a:pt x="4886" y="0"/>
                    </a:moveTo>
                    <a:cubicBezTo>
                      <a:pt x="3120" y="0"/>
                      <a:pt x="1459" y="1090"/>
                      <a:pt x="819" y="2848"/>
                    </a:cubicBezTo>
                    <a:cubicBezTo>
                      <a:pt x="0" y="5094"/>
                      <a:pt x="1160" y="7578"/>
                      <a:pt x="3407" y="8396"/>
                    </a:cubicBezTo>
                    <a:cubicBezTo>
                      <a:pt x="3896" y="8575"/>
                      <a:pt x="4397" y="8659"/>
                      <a:pt x="4890" y="8659"/>
                    </a:cubicBezTo>
                    <a:cubicBezTo>
                      <a:pt x="6657" y="8659"/>
                      <a:pt x="8316" y="7570"/>
                      <a:pt x="8956" y="5812"/>
                    </a:cubicBezTo>
                    <a:cubicBezTo>
                      <a:pt x="9774" y="3565"/>
                      <a:pt x="8615" y="1082"/>
                      <a:pt x="6368" y="263"/>
                    </a:cubicBezTo>
                    <a:cubicBezTo>
                      <a:pt x="5879" y="85"/>
                      <a:pt x="5379" y="0"/>
                      <a:pt x="4886"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1"/>
              <p:cNvSpPr/>
              <p:nvPr/>
            </p:nvSpPr>
            <p:spPr>
              <a:xfrm>
                <a:off x="6008032" y="2844399"/>
                <a:ext cx="85231" cy="57017"/>
              </a:xfrm>
              <a:custGeom>
                <a:avLst/>
                <a:gdLst/>
                <a:ahLst/>
                <a:cxnLst/>
                <a:rect l="l" t="t" r="r" b="b"/>
                <a:pathLst>
                  <a:path w="2169" h="1451" extrusionOk="0">
                    <a:moveTo>
                      <a:pt x="1854" y="1"/>
                    </a:moveTo>
                    <a:cubicBezTo>
                      <a:pt x="1808" y="1"/>
                      <a:pt x="1763" y="15"/>
                      <a:pt x="1724" y="47"/>
                    </a:cubicBezTo>
                    <a:lnTo>
                      <a:pt x="1217" y="452"/>
                    </a:lnTo>
                    <a:cubicBezTo>
                      <a:pt x="1134" y="519"/>
                      <a:pt x="1033" y="553"/>
                      <a:pt x="932" y="553"/>
                    </a:cubicBezTo>
                    <a:cubicBezTo>
                      <a:pt x="848" y="553"/>
                      <a:pt x="764" y="530"/>
                      <a:pt x="690" y="485"/>
                    </a:cubicBezTo>
                    <a:lnTo>
                      <a:pt x="532" y="309"/>
                    </a:lnTo>
                    <a:cubicBezTo>
                      <a:pt x="498" y="270"/>
                      <a:pt x="453" y="251"/>
                      <a:pt x="408" y="251"/>
                    </a:cubicBezTo>
                    <a:cubicBezTo>
                      <a:pt x="361" y="251"/>
                      <a:pt x="314" y="272"/>
                      <a:pt x="281" y="313"/>
                    </a:cubicBezTo>
                    <a:lnTo>
                      <a:pt x="241" y="359"/>
                    </a:lnTo>
                    <a:cubicBezTo>
                      <a:pt x="158" y="460"/>
                      <a:pt x="108" y="578"/>
                      <a:pt x="90" y="707"/>
                    </a:cubicBezTo>
                    <a:lnTo>
                      <a:pt x="1" y="1450"/>
                    </a:lnTo>
                    <a:lnTo>
                      <a:pt x="381" y="1152"/>
                    </a:lnTo>
                    <a:lnTo>
                      <a:pt x="1949" y="1048"/>
                    </a:lnTo>
                    <a:lnTo>
                      <a:pt x="2097" y="736"/>
                    </a:lnTo>
                    <a:cubicBezTo>
                      <a:pt x="2161" y="592"/>
                      <a:pt x="2169" y="427"/>
                      <a:pt x="2111" y="280"/>
                    </a:cubicBezTo>
                    <a:lnTo>
                      <a:pt x="2053" y="137"/>
                    </a:lnTo>
                    <a:cubicBezTo>
                      <a:pt x="2019" y="51"/>
                      <a:pt x="1937" y="1"/>
                      <a:pt x="1854"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8" name="Google Shape;768;p31"/>
            <p:cNvSpPr/>
            <p:nvPr/>
          </p:nvSpPr>
          <p:spPr>
            <a:xfrm>
              <a:off x="5515934" y="2262864"/>
              <a:ext cx="241782" cy="287011"/>
            </a:xfrm>
            <a:custGeom>
              <a:avLst/>
              <a:gdLst/>
              <a:ahLst/>
              <a:cxnLst/>
              <a:rect l="l" t="t" r="r" b="b"/>
              <a:pathLst>
                <a:path w="6153" h="7304" extrusionOk="0">
                  <a:moveTo>
                    <a:pt x="3019" y="0"/>
                  </a:moveTo>
                  <a:cubicBezTo>
                    <a:pt x="1817" y="0"/>
                    <a:pt x="702" y="866"/>
                    <a:pt x="485" y="2179"/>
                  </a:cubicBezTo>
                  <a:cubicBezTo>
                    <a:pt x="172" y="4046"/>
                    <a:pt x="0" y="4828"/>
                    <a:pt x="711" y="5995"/>
                  </a:cubicBezTo>
                  <a:cubicBezTo>
                    <a:pt x="1245" y="6869"/>
                    <a:pt x="2100" y="7303"/>
                    <a:pt x="2930" y="7303"/>
                  </a:cubicBezTo>
                  <a:cubicBezTo>
                    <a:pt x="3762" y="7303"/>
                    <a:pt x="4569" y="6866"/>
                    <a:pt x="5001" y="5998"/>
                  </a:cubicBezTo>
                  <a:cubicBezTo>
                    <a:pt x="5776" y="4440"/>
                    <a:pt x="6152" y="1648"/>
                    <a:pt x="4523" y="492"/>
                  </a:cubicBezTo>
                  <a:cubicBezTo>
                    <a:pt x="4046" y="154"/>
                    <a:pt x="3525" y="0"/>
                    <a:pt x="3019"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1"/>
            <p:cNvSpPr/>
            <p:nvPr/>
          </p:nvSpPr>
          <p:spPr>
            <a:xfrm>
              <a:off x="5262046" y="2236615"/>
              <a:ext cx="531583" cy="693989"/>
            </a:xfrm>
            <a:custGeom>
              <a:avLst/>
              <a:gdLst/>
              <a:ahLst/>
              <a:cxnLst/>
              <a:rect l="l" t="t" r="r" b="b"/>
              <a:pathLst>
                <a:path w="13528" h="17661" extrusionOk="0">
                  <a:moveTo>
                    <a:pt x="8819" y="1"/>
                  </a:moveTo>
                  <a:cubicBezTo>
                    <a:pt x="7000" y="1"/>
                    <a:pt x="5307" y="902"/>
                    <a:pt x="5374" y="2937"/>
                  </a:cubicBezTo>
                  <a:cubicBezTo>
                    <a:pt x="5464" y="5665"/>
                    <a:pt x="5374" y="5708"/>
                    <a:pt x="4143" y="7129"/>
                  </a:cubicBezTo>
                  <a:cubicBezTo>
                    <a:pt x="2908" y="8550"/>
                    <a:pt x="1128" y="9746"/>
                    <a:pt x="3156" y="11663"/>
                  </a:cubicBezTo>
                  <a:cubicBezTo>
                    <a:pt x="5184" y="13576"/>
                    <a:pt x="0" y="16217"/>
                    <a:pt x="6088" y="17491"/>
                  </a:cubicBezTo>
                  <a:cubicBezTo>
                    <a:pt x="6643" y="17607"/>
                    <a:pt x="7183" y="17661"/>
                    <a:pt x="7700" y="17661"/>
                  </a:cubicBezTo>
                  <a:cubicBezTo>
                    <a:pt x="11143" y="17661"/>
                    <a:pt x="13527" y="15291"/>
                    <a:pt x="11936" y="13349"/>
                  </a:cubicBezTo>
                  <a:cubicBezTo>
                    <a:pt x="10226" y="11264"/>
                    <a:pt x="11917" y="10578"/>
                    <a:pt x="12093" y="8759"/>
                  </a:cubicBezTo>
                  <a:cubicBezTo>
                    <a:pt x="12269" y="6939"/>
                    <a:pt x="9623" y="6125"/>
                    <a:pt x="10586" y="4793"/>
                  </a:cubicBezTo>
                  <a:cubicBezTo>
                    <a:pt x="11548" y="3461"/>
                    <a:pt x="12315" y="870"/>
                    <a:pt x="10647" y="302"/>
                  </a:cubicBezTo>
                  <a:cubicBezTo>
                    <a:pt x="10065" y="104"/>
                    <a:pt x="9435" y="1"/>
                    <a:pt x="881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1"/>
            <p:cNvSpPr/>
            <p:nvPr/>
          </p:nvSpPr>
          <p:spPr>
            <a:xfrm>
              <a:off x="5622425" y="2234728"/>
              <a:ext cx="139969" cy="168772"/>
            </a:xfrm>
            <a:custGeom>
              <a:avLst/>
              <a:gdLst/>
              <a:ahLst/>
              <a:cxnLst/>
              <a:rect l="l" t="t" r="r" b="b"/>
              <a:pathLst>
                <a:path w="3562" h="4295" extrusionOk="0">
                  <a:moveTo>
                    <a:pt x="1043" y="0"/>
                  </a:moveTo>
                  <a:cubicBezTo>
                    <a:pt x="721" y="0"/>
                    <a:pt x="372" y="24"/>
                    <a:pt x="0" y="63"/>
                  </a:cubicBezTo>
                  <a:lnTo>
                    <a:pt x="1167" y="4295"/>
                  </a:lnTo>
                  <a:cubicBezTo>
                    <a:pt x="1167" y="4295"/>
                    <a:pt x="3561" y="3347"/>
                    <a:pt x="3411" y="1728"/>
                  </a:cubicBezTo>
                  <a:cubicBezTo>
                    <a:pt x="3285" y="416"/>
                    <a:pt x="2408" y="0"/>
                    <a:pt x="104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1"/>
            <p:cNvSpPr/>
            <p:nvPr/>
          </p:nvSpPr>
          <p:spPr>
            <a:xfrm>
              <a:off x="5652761" y="2389278"/>
              <a:ext cx="53756" cy="71281"/>
            </a:xfrm>
            <a:custGeom>
              <a:avLst/>
              <a:gdLst/>
              <a:ahLst/>
              <a:cxnLst/>
              <a:rect l="l" t="t" r="r" b="b"/>
              <a:pathLst>
                <a:path w="1368" h="1814" extrusionOk="0">
                  <a:moveTo>
                    <a:pt x="664" y="0"/>
                  </a:moveTo>
                  <a:cubicBezTo>
                    <a:pt x="357" y="0"/>
                    <a:pt x="94" y="250"/>
                    <a:pt x="50" y="592"/>
                  </a:cubicBezTo>
                  <a:cubicBezTo>
                    <a:pt x="0" y="979"/>
                    <a:pt x="133" y="1357"/>
                    <a:pt x="334" y="1611"/>
                  </a:cubicBezTo>
                  <a:cubicBezTo>
                    <a:pt x="446" y="1751"/>
                    <a:pt x="575" y="1813"/>
                    <a:pt x="702" y="1813"/>
                  </a:cubicBezTo>
                  <a:cubicBezTo>
                    <a:pt x="918" y="1813"/>
                    <a:pt x="1126" y="1634"/>
                    <a:pt x="1221" y="1360"/>
                  </a:cubicBezTo>
                  <a:cubicBezTo>
                    <a:pt x="1360" y="969"/>
                    <a:pt x="1368" y="301"/>
                    <a:pt x="951" y="75"/>
                  </a:cubicBezTo>
                  <a:cubicBezTo>
                    <a:pt x="855" y="24"/>
                    <a:pt x="757" y="0"/>
                    <a:pt x="664"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1"/>
            <p:cNvSpPr/>
            <p:nvPr/>
          </p:nvSpPr>
          <p:spPr>
            <a:xfrm>
              <a:off x="5313405" y="3095694"/>
              <a:ext cx="369137" cy="1584964"/>
            </a:xfrm>
            <a:custGeom>
              <a:avLst/>
              <a:gdLst/>
              <a:ahLst/>
              <a:cxnLst/>
              <a:rect l="l" t="t" r="r" b="b"/>
              <a:pathLst>
                <a:path w="9394" h="40335" extrusionOk="0">
                  <a:moveTo>
                    <a:pt x="3701" y="1"/>
                  </a:moveTo>
                  <a:cubicBezTo>
                    <a:pt x="1242" y="3458"/>
                    <a:pt x="2979" y="5726"/>
                    <a:pt x="1885" y="20632"/>
                  </a:cubicBezTo>
                  <a:cubicBezTo>
                    <a:pt x="1454" y="26523"/>
                    <a:pt x="0" y="40334"/>
                    <a:pt x="0" y="40334"/>
                  </a:cubicBezTo>
                  <a:lnTo>
                    <a:pt x="2599" y="40334"/>
                  </a:lnTo>
                  <a:cubicBezTo>
                    <a:pt x="2599" y="40334"/>
                    <a:pt x="6020" y="26046"/>
                    <a:pt x="6910" y="20090"/>
                  </a:cubicBezTo>
                  <a:cubicBezTo>
                    <a:pt x="7006" y="19426"/>
                    <a:pt x="7107" y="18723"/>
                    <a:pt x="7208" y="17991"/>
                  </a:cubicBezTo>
                  <a:cubicBezTo>
                    <a:pt x="7614" y="15087"/>
                    <a:pt x="8033" y="11716"/>
                    <a:pt x="8399" y="8684"/>
                  </a:cubicBezTo>
                  <a:cubicBezTo>
                    <a:pt x="8966" y="3932"/>
                    <a:pt x="9393" y="1"/>
                    <a:pt x="939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1"/>
            <p:cNvSpPr/>
            <p:nvPr/>
          </p:nvSpPr>
          <p:spPr>
            <a:xfrm>
              <a:off x="5296587" y="4630420"/>
              <a:ext cx="147042" cy="51948"/>
            </a:xfrm>
            <a:custGeom>
              <a:avLst/>
              <a:gdLst/>
              <a:ahLst/>
              <a:cxnLst/>
              <a:rect l="l" t="t" r="r" b="b"/>
              <a:pathLst>
                <a:path w="3742" h="1322" extrusionOk="0">
                  <a:moveTo>
                    <a:pt x="3741" y="1"/>
                  </a:moveTo>
                  <a:lnTo>
                    <a:pt x="62" y="94"/>
                  </a:lnTo>
                  <a:lnTo>
                    <a:pt x="1" y="1321"/>
                  </a:lnTo>
                  <a:lnTo>
                    <a:pt x="3454" y="1321"/>
                  </a:lnTo>
                  <a:lnTo>
                    <a:pt x="3741"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1"/>
            <p:cNvSpPr/>
            <p:nvPr/>
          </p:nvSpPr>
          <p:spPr>
            <a:xfrm>
              <a:off x="5519157" y="3329738"/>
              <a:ext cx="124329" cy="472955"/>
            </a:xfrm>
            <a:custGeom>
              <a:avLst/>
              <a:gdLst/>
              <a:ahLst/>
              <a:cxnLst/>
              <a:rect l="l" t="t" r="r" b="b"/>
              <a:pathLst>
                <a:path w="3164" h="12036" extrusionOk="0">
                  <a:moveTo>
                    <a:pt x="2148" y="0"/>
                  </a:moveTo>
                  <a:cubicBezTo>
                    <a:pt x="1" y="1328"/>
                    <a:pt x="1365" y="8952"/>
                    <a:pt x="1972" y="12035"/>
                  </a:cubicBezTo>
                  <a:cubicBezTo>
                    <a:pt x="2378" y="9131"/>
                    <a:pt x="2797" y="5760"/>
                    <a:pt x="3163" y="2728"/>
                  </a:cubicBezTo>
                  <a:cubicBezTo>
                    <a:pt x="2984" y="1637"/>
                    <a:pt x="2664" y="682"/>
                    <a:pt x="21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1"/>
            <p:cNvSpPr/>
            <p:nvPr/>
          </p:nvSpPr>
          <p:spPr>
            <a:xfrm>
              <a:off x="5540180" y="3095694"/>
              <a:ext cx="271293" cy="1584964"/>
            </a:xfrm>
            <a:custGeom>
              <a:avLst/>
              <a:gdLst/>
              <a:ahLst/>
              <a:cxnLst/>
              <a:rect l="l" t="t" r="r" b="b"/>
              <a:pathLst>
                <a:path w="6904" h="40335" extrusionOk="0">
                  <a:moveTo>
                    <a:pt x="1" y="1"/>
                  </a:moveTo>
                  <a:cubicBezTo>
                    <a:pt x="1" y="1"/>
                    <a:pt x="1785" y="14118"/>
                    <a:pt x="2075" y="20594"/>
                  </a:cubicBezTo>
                  <a:cubicBezTo>
                    <a:pt x="2341" y="26530"/>
                    <a:pt x="2621" y="40334"/>
                    <a:pt x="2621" y="40334"/>
                  </a:cubicBezTo>
                  <a:lnTo>
                    <a:pt x="5202" y="40334"/>
                  </a:lnTo>
                  <a:cubicBezTo>
                    <a:pt x="5202" y="40334"/>
                    <a:pt x="6723" y="26178"/>
                    <a:pt x="6813" y="20130"/>
                  </a:cubicBezTo>
                  <a:cubicBezTo>
                    <a:pt x="6903" y="14319"/>
                    <a:pt x="5668" y="1"/>
                    <a:pt x="5668"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1"/>
            <p:cNvSpPr/>
            <p:nvPr/>
          </p:nvSpPr>
          <p:spPr>
            <a:xfrm>
              <a:off x="5624115" y="4630420"/>
              <a:ext cx="146885" cy="51948"/>
            </a:xfrm>
            <a:custGeom>
              <a:avLst/>
              <a:gdLst/>
              <a:ahLst/>
              <a:cxnLst/>
              <a:rect l="l" t="t" r="r" b="b"/>
              <a:pathLst>
                <a:path w="3738" h="1322" extrusionOk="0">
                  <a:moveTo>
                    <a:pt x="3737" y="1"/>
                  </a:moveTo>
                  <a:lnTo>
                    <a:pt x="0" y="94"/>
                  </a:lnTo>
                  <a:lnTo>
                    <a:pt x="61" y="1321"/>
                  </a:lnTo>
                  <a:lnTo>
                    <a:pt x="3449" y="1321"/>
                  </a:lnTo>
                  <a:lnTo>
                    <a:pt x="3737"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1"/>
            <p:cNvSpPr/>
            <p:nvPr/>
          </p:nvSpPr>
          <p:spPr>
            <a:xfrm>
              <a:off x="5439505" y="3075574"/>
              <a:ext cx="333025" cy="33872"/>
            </a:xfrm>
            <a:custGeom>
              <a:avLst/>
              <a:gdLst/>
              <a:ahLst/>
              <a:cxnLst/>
              <a:rect l="l" t="t" r="r" b="b"/>
              <a:pathLst>
                <a:path w="8475" h="862" extrusionOk="0">
                  <a:moveTo>
                    <a:pt x="495" y="0"/>
                  </a:moveTo>
                  <a:cubicBezTo>
                    <a:pt x="438" y="0"/>
                    <a:pt x="388" y="25"/>
                    <a:pt x="370" y="57"/>
                  </a:cubicBezTo>
                  <a:lnTo>
                    <a:pt x="25" y="750"/>
                  </a:lnTo>
                  <a:cubicBezTo>
                    <a:pt x="0" y="804"/>
                    <a:pt x="65" y="862"/>
                    <a:pt x="154" y="862"/>
                  </a:cubicBezTo>
                  <a:lnTo>
                    <a:pt x="8273" y="862"/>
                  </a:lnTo>
                  <a:cubicBezTo>
                    <a:pt x="8341" y="862"/>
                    <a:pt x="8399" y="826"/>
                    <a:pt x="8402" y="783"/>
                  </a:cubicBezTo>
                  <a:lnTo>
                    <a:pt x="8470" y="90"/>
                  </a:lnTo>
                  <a:cubicBezTo>
                    <a:pt x="8475" y="39"/>
                    <a:pt x="8414" y="0"/>
                    <a:pt x="8338"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1"/>
            <p:cNvSpPr/>
            <p:nvPr/>
          </p:nvSpPr>
          <p:spPr>
            <a:xfrm>
              <a:off x="5484459" y="3073177"/>
              <a:ext cx="18115" cy="39216"/>
            </a:xfrm>
            <a:custGeom>
              <a:avLst/>
              <a:gdLst/>
              <a:ahLst/>
              <a:cxnLst/>
              <a:rect l="l" t="t" r="r" b="b"/>
              <a:pathLst>
                <a:path w="461" h="998" extrusionOk="0">
                  <a:moveTo>
                    <a:pt x="177" y="0"/>
                  </a:moveTo>
                  <a:cubicBezTo>
                    <a:pt x="138" y="0"/>
                    <a:pt x="102" y="22"/>
                    <a:pt x="98" y="47"/>
                  </a:cubicBezTo>
                  <a:lnTo>
                    <a:pt x="4" y="948"/>
                  </a:lnTo>
                  <a:cubicBezTo>
                    <a:pt x="1" y="976"/>
                    <a:pt x="34" y="998"/>
                    <a:pt x="77" y="998"/>
                  </a:cubicBezTo>
                  <a:lnTo>
                    <a:pt x="284" y="998"/>
                  </a:lnTo>
                  <a:cubicBezTo>
                    <a:pt x="327" y="998"/>
                    <a:pt x="364" y="976"/>
                    <a:pt x="367" y="948"/>
                  </a:cubicBezTo>
                  <a:lnTo>
                    <a:pt x="461" y="47"/>
                  </a:lnTo>
                  <a:cubicBezTo>
                    <a:pt x="461" y="22"/>
                    <a:pt x="432" y="0"/>
                    <a:pt x="389" y="0"/>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1"/>
            <p:cNvSpPr/>
            <p:nvPr/>
          </p:nvSpPr>
          <p:spPr>
            <a:xfrm>
              <a:off x="5684512" y="3073177"/>
              <a:ext cx="18076" cy="39216"/>
            </a:xfrm>
            <a:custGeom>
              <a:avLst/>
              <a:gdLst/>
              <a:ahLst/>
              <a:cxnLst/>
              <a:rect l="l" t="t" r="r" b="b"/>
              <a:pathLst>
                <a:path w="460" h="998" extrusionOk="0">
                  <a:moveTo>
                    <a:pt x="176" y="0"/>
                  </a:moveTo>
                  <a:cubicBezTo>
                    <a:pt x="136" y="0"/>
                    <a:pt x="97" y="22"/>
                    <a:pt x="97" y="47"/>
                  </a:cubicBezTo>
                  <a:lnTo>
                    <a:pt x="4" y="948"/>
                  </a:lnTo>
                  <a:cubicBezTo>
                    <a:pt x="0" y="976"/>
                    <a:pt x="32" y="998"/>
                    <a:pt x="75" y="998"/>
                  </a:cubicBezTo>
                  <a:lnTo>
                    <a:pt x="283" y="998"/>
                  </a:lnTo>
                  <a:cubicBezTo>
                    <a:pt x="327" y="998"/>
                    <a:pt x="362" y="976"/>
                    <a:pt x="366" y="948"/>
                  </a:cubicBezTo>
                  <a:lnTo>
                    <a:pt x="459" y="47"/>
                  </a:lnTo>
                  <a:cubicBezTo>
                    <a:pt x="459" y="22"/>
                    <a:pt x="426" y="0"/>
                    <a:pt x="388" y="0"/>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27"/>
          <p:cNvSpPr txBox="1">
            <a:spLocks noGrp="1"/>
          </p:cNvSpPr>
          <p:nvPr>
            <p:ph type="ctrTitle"/>
          </p:nvPr>
        </p:nvSpPr>
        <p:spPr>
          <a:xfrm>
            <a:off x="5180650" y="457300"/>
            <a:ext cx="3483290" cy="48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vi-VN" dirty="0">
                <a:latin typeface="Lato" panose="020F0502020204030203" pitchFamily="34" charset="0"/>
                <a:ea typeface="Lato" panose="020F0502020204030203" pitchFamily="34" charset="0"/>
                <a:cs typeface="Lato" panose="020F0502020204030203" pitchFamily="34" charset="0"/>
              </a:rPr>
              <a:t>TỔNG QUAN VỀ TẬP DỮ LIỆU</a:t>
            </a:r>
            <a:endParaRPr dirty="0">
              <a:latin typeface="Lato" panose="020F0502020204030203" pitchFamily="34" charset="0"/>
              <a:ea typeface="Lato" panose="020F0502020204030203" pitchFamily="34" charset="0"/>
              <a:cs typeface="Lato" panose="020F0502020204030203" pitchFamily="34" charset="0"/>
            </a:endParaRPr>
          </a:p>
        </p:txBody>
      </p:sp>
      <p:sp>
        <p:nvSpPr>
          <p:cNvPr id="422" name="Google Shape;422;p27"/>
          <p:cNvSpPr txBox="1">
            <a:spLocks noGrp="1"/>
          </p:cNvSpPr>
          <p:nvPr>
            <p:ph type="subTitle" idx="1"/>
          </p:nvPr>
        </p:nvSpPr>
        <p:spPr>
          <a:xfrm flipH="1">
            <a:off x="4125287" y="1144859"/>
            <a:ext cx="1942255" cy="1290295"/>
          </a:xfrm>
          <a:prstGeom prst="rect">
            <a:avLst/>
          </a:prstGeom>
        </p:spPr>
        <p:txBody>
          <a:bodyPr spcFirstLastPara="1" wrap="square" lIns="91425" tIns="234000" rIns="91425" bIns="0" anchor="ctr" anchorCtr="0">
            <a:noAutofit/>
          </a:bodyPr>
          <a:lstStyle/>
          <a:p>
            <a:pPr marL="0" lvl="0" indent="0" algn="l" rtl="0">
              <a:spcBef>
                <a:spcPts val="0"/>
              </a:spcBef>
              <a:spcAft>
                <a:spcPts val="0"/>
              </a:spcAft>
              <a:buNone/>
            </a:pPr>
            <a:r>
              <a:rPr lang="vi-VN" dirty="0">
                <a:solidFill>
                  <a:schemeClr val="accent3"/>
                </a:solidFill>
              </a:rPr>
              <a:t>- Có khả năng trả được nợ: 1076751</a:t>
            </a:r>
          </a:p>
          <a:p>
            <a:pPr marL="0" lvl="0" indent="0" algn="l" rtl="0">
              <a:spcBef>
                <a:spcPts val="0"/>
              </a:spcBef>
              <a:spcAft>
                <a:spcPts val="0"/>
              </a:spcAft>
              <a:buNone/>
            </a:pPr>
            <a:r>
              <a:rPr lang="vi-VN" dirty="0">
                <a:solidFill>
                  <a:schemeClr val="accent3"/>
                </a:solidFill>
              </a:rPr>
              <a:t>- Không có khả năng trả nợ: 268559</a:t>
            </a:r>
          </a:p>
        </p:txBody>
      </p:sp>
      <p:sp>
        <p:nvSpPr>
          <p:cNvPr id="13" name="Google Shape;422;p27">
            <a:extLst>
              <a:ext uri="{FF2B5EF4-FFF2-40B4-BE49-F238E27FC236}">
                <a16:creationId xmlns:a16="http://schemas.microsoft.com/office/drawing/2014/main" id="{B5A1BE4E-D35A-D090-216A-C8F92098D542}"/>
              </a:ext>
            </a:extLst>
          </p:cNvPr>
          <p:cNvSpPr txBox="1">
            <a:spLocks/>
          </p:cNvSpPr>
          <p:nvPr/>
        </p:nvSpPr>
        <p:spPr>
          <a:xfrm flipH="1">
            <a:off x="6143932" y="3395452"/>
            <a:ext cx="3152465" cy="1785061"/>
          </a:xfrm>
          <a:prstGeom prst="rect">
            <a:avLst/>
          </a:prstGeom>
          <a:noFill/>
          <a:ln>
            <a:noFill/>
          </a:ln>
        </p:spPr>
        <p:txBody>
          <a:bodyPr spcFirstLastPara="1" wrap="square" lIns="91425" tIns="234000" rIns="91425" bIns="0"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000"/>
              <a:buFont typeface="Josefin Slab"/>
              <a:buAutoNum type="arabicPeriod"/>
              <a:defRPr sz="1100" b="0" i="0" u="none" strike="noStrike" cap="none">
                <a:solidFill>
                  <a:srgbClr val="434343"/>
                </a:solidFill>
                <a:latin typeface="Anaheim"/>
                <a:ea typeface="Anaheim"/>
                <a:cs typeface="Anaheim"/>
                <a:sym typeface="Anaheim"/>
              </a:defRPr>
            </a:lvl1pPr>
            <a:lvl2pPr marL="914400" marR="0" lvl="1" indent="-304800" algn="ctr" rtl="0">
              <a:lnSpc>
                <a:spcPct val="100000"/>
              </a:lnSpc>
              <a:spcBef>
                <a:spcPts val="0"/>
              </a:spcBef>
              <a:spcAft>
                <a:spcPts val="0"/>
              </a:spcAft>
              <a:buClr>
                <a:srgbClr val="434343"/>
              </a:buClr>
              <a:buSzPts val="1400"/>
              <a:buFont typeface="Josefin Slab SemiBold"/>
              <a:buAutoNum type="alphaLcPeriod"/>
              <a:defRPr sz="1400" b="0" i="0" u="none" strike="noStrike" cap="none">
                <a:solidFill>
                  <a:srgbClr val="434343"/>
                </a:solidFill>
                <a:latin typeface="Josefin Slab"/>
                <a:ea typeface="Josefin Slab"/>
                <a:cs typeface="Josefin Slab"/>
                <a:sym typeface="Josefin Slab"/>
              </a:defRPr>
            </a:lvl2pPr>
            <a:lvl3pPr marL="1371600" marR="0" lvl="2" indent="-304800" algn="ctr" rtl="0">
              <a:lnSpc>
                <a:spcPct val="100000"/>
              </a:lnSpc>
              <a:spcBef>
                <a:spcPts val="0"/>
              </a:spcBef>
              <a:spcAft>
                <a:spcPts val="0"/>
              </a:spcAft>
              <a:buClr>
                <a:srgbClr val="434343"/>
              </a:buClr>
              <a:buSzPts val="1400"/>
              <a:buFont typeface="Josefin Slab SemiBold"/>
              <a:buAutoNum type="romanLcPeriod"/>
              <a:defRPr sz="1400" b="0" i="0" u="none" strike="noStrike" cap="none">
                <a:solidFill>
                  <a:srgbClr val="434343"/>
                </a:solidFill>
                <a:latin typeface="Josefin Slab"/>
                <a:ea typeface="Josefin Slab"/>
                <a:cs typeface="Josefin Slab"/>
                <a:sym typeface="Josefin Slab"/>
              </a:defRPr>
            </a:lvl3pPr>
            <a:lvl4pPr marL="1828800" marR="0" lvl="3" indent="-304800" algn="ctr" rtl="0">
              <a:lnSpc>
                <a:spcPct val="100000"/>
              </a:lnSpc>
              <a:spcBef>
                <a:spcPts val="0"/>
              </a:spcBef>
              <a:spcAft>
                <a:spcPts val="0"/>
              </a:spcAft>
              <a:buClr>
                <a:srgbClr val="434343"/>
              </a:buClr>
              <a:buSzPts val="1400"/>
              <a:buFont typeface="Josefin Slab SemiBold"/>
              <a:buAutoNum type="arabicPeriod"/>
              <a:defRPr sz="1400" b="0" i="0" u="none" strike="noStrike" cap="none">
                <a:solidFill>
                  <a:srgbClr val="434343"/>
                </a:solidFill>
                <a:latin typeface="Josefin Slab"/>
                <a:ea typeface="Josefin Slab"/>
                <a:cs typeface="Josefin Slab"/>
                <a:sym typeface="Josefin Slab"/>
              </a:defRPr>
            </a:lvl4pPr>
            <a:lvl5pPr marL="2286000" marR="0" lvl="4" indent="-304800" algn="ctr" rtl="0">
              <a:lnSpc>
                <a:spcPct val="100000"/>
              </a:lnSpc>
              <a:spcBef>
                <a:spcPts val="0"/>
              </a:spcBef>
              <a:spcAft>
                <a:spcPts val="0"/>
              </a:spcAft>
              <a:buClr>
                <a:srgbClr val="434343"/>
              </a:buClr>
              <a:buSzPts val="1400"/>
              <a:buFont typeface="Josefin Slab SemiBold"/>
              <a:buAutoNum type="alphaLcPeriod"/>
              <a:defRPr sz="1400" b="0" i="0" u="none" strike="noStrike" cap="none">
                <a:solidFill>
                  <a:srgbClr val="434343"/>
                </a:solidFill>
                <a:latin typeface="Josefin Slab"/>
                <a:ea typeface="Josefin Slab"/>
                <a:cs typeface="Josefin Slab"/>
                <a:sym typeface="Josefin Slab"/>
              </a:defRPr>
            </a:lvl5pPr>
            <a:lvl6pPr marL="2743200" marR="0" lvl="5" indent="-304800" algn="ctr" rtl="0">
              <a:lnSpc>
                <a:spcPct val="100000"/>
              </a:lnSpc>
              <a:spcBef>
                <a:spcPts val="0"/>
              </a:spcBef>
              <a:spcAft>
                <a:spcPts val="0"/>
              </a:spcAft>
              <a:buClr>
                <a:srgbClr val="434343"/>
              </a:buClr>
              <a:buSzPts val="1400"/>
              <a:buFont typeface="Josefin Slab SemiBold"/>
              <a:buAutoNum type="romanLcPeriod"/>
              <a:defRPr sz="1400" b="0" i="0" u="none" strike="noStrike" cap="none">
                <a:solidFill>
                  <a:srgbClr val="434343"/>
                </a:solidFill>
                <a:latin typeface="Josefin Slab"/>
                <a:ea typeface="Josefin Slab"/>
                <a:cs typeface="Josefin Slab"/>
                <a:sym typeface="Josefin Slab"/>
              </a:defRPr>
            </a:lvl6pPr>
            <a:lvl7pPr marL="3200400" marR="0" lvl="6" indent="-304800" algn="ctr" rtl="0">
              <a:lnSpc>
                <a:spcPct val="100000"/>
              </a:lnSpc>
              <a:spcBef>
                <a:spcPts val="0"/>
              </a:spcBef>
              <a:spcAft>
                <a:spcPts val="0"/>
              </a:spcAft>
              <a:buClr>
                <a:srgbClr val="434343"/>
              </a:buClr>
              <a:buSzPts val="1400"/>
              <a:buFont typeface="Josefin Slab SemiBold"/>
              <a:buAutoNum type="arabicPeriod"/>
              <a:defRPr sz="1400" b="0" i="0" u="none" strike="noStrike" cap="none">
                <a:solidFill>
                  <a:srgbClr val="434343"/>
                </a:solidFill>
                <a:latin typeface="Josefin Slab"/>
                <a:ea typeface="Josefin Slab"/>
                <a:cs typeface="Josefin Slab"/>
                <a:sym typeface="Josefin Slab"/>
              </a:defRPr>
            </a:lvl7pPr>
            <a:lvl8pPr marL="3657600" marR="0" lvl="7" indent="-304800" algn="ctr" rtl="0">
              <a:lnSpc>
                <a:spcPct val="100000"/>
              </a:lnSpc>
              <a:spcBef>
                <a:spcPts val="0"/>
              </a:spcBef>
              <a:spcAft>
                <a:spcPts val="0"/>
              </a:spcAft>
              <a:buClr>
                <a:srgbClr val="434343"/>
              </a:buClr>
              <a:buSzPts val="1400"/>
              <a:buFont typeface="Josefin Slab SemiBold"/>
              <a:buAutoNum type="alphaLcPeriod"/>
              <a:defRPr sz="1400" b="0" i="0" u="none" strike="noStrike" cap="none">
                <a:solidFill>
                  <a:srgbClr val="434343"/>
                </a:solidFill>
                <a:latin typeface="Josefin Slab"/>
                <a:ea typeface="Josefin Slab"/>
                <a:cs typeface="Josefin Slab"/>
                <a:sym typeface="Josefin Slab"/>
              </a:defRPr>
            </a:lvl8pPr>
            <a:lvl9pPr marL="4114800" marR="0" lvl="8" indent="-304800" algn="ctr" rtl="0">
              <a:lnSpc>
                <a:spcPct val="100000"/>
              </a:lnSpc>
              <a:spcBef>
                <a:spcPts val="0"/>
              </a:spcBef>
              <a:spcAft>
                <a:spcPts val="0"/>
              </a:spcAft>
              <a:buClr>
                <a:srgbClr val="434343"/>
              </a:buClr>
              <a:buSzPts val="1400"/>
              <a:buFont typeface="Josefin Slab SemiBold"/>
              <a:buAutoNum type="romanLcPeriod"/>
              <a:defRPr sz="1400" b="0" i="0" u="none" strike="noStrike" cap="none">
                <a:solidFill>
                  <a:srgbClr val="434343"/>
                </a:solidFill>
                <a:latin typeface="Josefin Slab"/>
                <a:ea typeface="Josefin Slab"/>
                <a:cs typeface="Josefin Slab"/>
                <a:sym typeface="Josefin Slab"/>
              </a:defRPr>
            </a:lvl9pPr>
          </a:lstStyle>
          <a:p>
            <a:pPr marL="285750" indent="-285750">
              <a:spcBef>
                <a:spcPts val="300"/>
              </a:spcBef>
              <a:spcAft>
                <a:spcPts val="300"/>
              </a:spcAft>
              <a:buFont typeface="Arial" panose="020B0604020202020204" pitchFamily="34" charset="0"/>
              <a:buChar char="•"/>
            </a:pPr>
            <a:r>
              <a:rPr lang="es-ES" sz="1600" dirty="0">
                <a:solidFill>
                  <a:schemeClr val="accent3"/>
                </a:solidFill>
                <a:latin typeface="Lato" panose="020F0502020204030203" pitchFamily="34" charset="0"/>
                <a:ea typeface="Lato" panose="020F0502020204030203" pitchFamily="34" charset="0"/>
                <a:cs typeface="Lato" panose="020F0502020204030203" pitchFamily="34" charset="0"/>
              </a:rPr>
              <a:t>Khoảng </a:t>
            </a:r>
            <a:r>
              <a:rPr lang="vi-VN" sz="1600" dirty="0">
                <a:solidFill>
                  <a:schemeClr val="accent3"/>
                </a:solidFill>
                <a:latin typeface="Lato" panose="020F0502020204030203" pitchFamily="34" charset="0"/>
                <a:ea typeface="Lato" panose="020F0502020204030203" pitchFamily="34" charset="0"/>
                <a:cs typeface="Lato" panose="020F0502020204030203" pitchFamily="34" charset="0"/>
              </a:rPr>
              <a:t>1,3+</a:t>
            </a:r>
            <a:r>
              <a:rPr lang="en-US" sz="1600" dirty="0">
                <a:solidFill>
                  <a:schemeClr val="accent3"/>
                </a:solidFill>
                <a:latin typeface="Lato" panose="020F0502020204030203" pitchFamily="34" charset="0"/>
                <a:ea typeface="Lato" panose="020F0502020204030203" pitchFamily="34" charset="0"/>
                <a:cs typeface="Lato" panose="020F0502020204030203" pitchFamily="34" charset="0"/>
              </a:rPr>
              <a:t> </a:t>
            </a:r>
            <a:r>
              <a:rPr lang="vi-VN" sz="1600" dirty="0">
                <a:solidFill>
                  <a:schemeClr val="accent3"/>
                </a:solidFill>
                <a:latin typeface="Lato" panose="020F0502020204030203" pitchFamily="34" charset="0"/>
                <a:ea typeface="Lato" panose="020F0502020204030203" pitchFamily="34" charset="0"/>
                <a:cs typeface="Lato" panose="020F0502020204030203" pitchFamily="34" charset="0"/>
              </a:rPr>
              <a:t>triệu</a:t>
            </a:r>
            <a:r>
              <a:rPr lang="es-ES" sz="1600" dirty="0">
                <a:solidFill>
                  <a:schemeClr val="accent3"/>
                </a:solidFill>
                <a:latin typeface="Lato" panose="020F0502020204030203" pitchFamily="34" charset="0"/>
                <a:ea typeface="Lato" panose="020F0502020204030203" pitchFamily="34" charset="0"/>
                <a:cs typeface="Lato" panose="020F0502020204030203" pitchFamily="34" charset="0"/>
              </a:rPr>
              <a:t> quan sát ​</a:t>
            </a:r>
          </a:p>
          <a:p>
            <a:pPr marL="285750" indent="-285750">
              <a:spcBef>
                <a:spcPts val="300"/>
              </a:spcBef>
              <a:spcAft>
                <a:spcPts val="300"/>
              </a:spcAft>
              <a:buFont typeface="Arial" panose="020B0604020202020204" pitchFamily="34" charset="0"/>
              <a:buChar char="•"/>
            </a:pPr>
            <a:r>
              <a:rPr lang="es-ES" sz="1600" dirty="0">
                <a:solidFill>
                  <a:schemeClr val="accent3"/>
                </a:solidFill>
                <a:latin typeface="Lato" panose="020F0502020204030203" pitchFamily="34" charset="0"/>
                <a:ea typeface="Lato" panose="020F0502020204030203" pitchFamily="34" charset="0"/>
                <a:cs typeface="Lato" panose="020F0502020204030203" pitchFamily="34" charset="0"/>
              </a:rPr>
              <a:t>Có </a:t>
            </a:r>
            <a:r>
              <a:rPr lang="vi-VN" sz="1600" dirty="0">
                <a:solidFill>
                  <a:schemeClr val="accent3"/>
                </a:solidFill>
                <a:latin typeface="Lato" panose="020F0502020204030203" pitchFamily="34" charset="0"/>
                <a:ea typeface="Lato" panose="020F0502020204030203" pitchFamily="34" charset="0"/>
                <a:cs typeface="Lato" panose="020F0502020204030203" pitchFamily="34" charset="0"/>
              </a:rPr>
              <a:t>152 cột</a:t>
            </a:r>
            <a:r>
              <a:rPr lang="es-ES" sz="1600" dirty="0">
                <a:solidFill>
                  <a:schemeClr val="accent3"/>
                </a:solidFill>
                <a:latin typeface="Lato" panose="020F0502020204030203" pitchFamily="34" charset="0"/>
                <a:ea typeface="Lato" panose="020F0502020204030203" pitchFamily="34" charset="0"/>
                <a:cs typeface="Lato" panose="020F0502020204030203" pitchFamily="34" charset="0"/>
              </a:rPr>
              <a:t>​</a:t>
            </a:r>
            <a:endParaRPr lang="vi-VN" sz="1600" dirty="0">
              <a:solidFill>
                <a:schemeClr val="accent3"/>
              </a:solidFill>
              <a:latin typeface="Lato" panose="020F0502020204030203" pitchFamily="34" charset="0"/>
              <a:ea typeface="Lato" panose="020F0502020204030203" pitchFamily="34" charset="0"/>
              <a:cs typeface="Lato" panose="020F0502020204030203" pitchFamily="34" charset="0"/>
            </a:endParaRPr>
          </a:p>
          <a:p>
            <a:pPr marL="285750" indent="-285750">
              <a:spcBef>
                <a:spcPts val="300"/>
              </a:spcBef>
              <a:spcAft>
                <a:spcPts val="300"/>
              </a:spcAft>
              <a:buFont typeface="Arial" panose="020B0604020202020204" pitchFamily="34" charset="0"/>
              <a:buChar char="•"/>
            </a:pPr>
            <a:r>
              <a:rPr lang="vi-VN" sz="1600" dirty="0">
                <a:solidFill>
                  <a:schemeClr val="accent3"/>
                </a:solidFill>
                <a:latin typeface="Lato" panose="020F0502020204030203" pitchFamily="34" charset="0"/>
                <a:ea typeface="Lato" panose="020F0502020204030203" pitchFamily="34" charset="0"/>
                <a:cs typeface="Lato" panose="020F0502020204030203" pitchFamily="34" charset="0"/>
              </a:rPr>
              <a:t>Cột label: loan_status</a:t>
            </a:r>
          </a:p>
          <a:p>
            <a:pPr marL="285750" indent="-285750">
              <a:spcBef>
                <a:spcPts val="300"/>
              </a:spcBef>
              <a:spcAft>
                <a:spcPts val="300"/>
              </a:spcAft>
              <a:buFont typeface="Arial" panose="020B0604020202020204" pitchFamily="34" charset="0"/>
              <a:buChar char="•"/>
            </a:pPr>
            <a:r>
              <a:rPr lang="vi-VN" sz="1600" dirty="0">
                <a:solidFill>
                  <a:schemeClr val="accent3"/>
                </a:solidFill>
                <a:latin typeface="Lato" panose="020F0502020204030203" pitchFamily="34" charset="0"/>
                <a:ea typeface="Lato" panose="020F0502020204030203" pitchFamily="34" charset="0"/>
                <a:cs typeface="Lato" panose="020F0502020204030203" pitchFamily="34" charset="0"/>
              </a:rPr>
              <a:t>Fully Paid: 79%</a:t>
            </a:r>
          </a:p>
          <a:p>
            <a:pPr marL="285750" indent="-285750">
              <a:spcBef>
                <a:spcPts val="300"/>
              </a:spcBef>
              <a:spcAft>
                <a:spcPts val="300"/>
              </a:spcAft>
              <a:buFont typeface="Arial" panose="020B0604020202020204" pitchFamily="34" charset="0"/>
              <a:buChar char="•"/>
            </a:pPr>
            <a:r>
              <a:rPr lang="vi-VN" sz="1600" dirty="0">
                <a:solidFill>
                  <a:schemeClr val="accent3"/>
                </a:solidFill>
                <a:latin typeface="Lato" panose="020F0502020204030203" pitchFamily="34" charset="0"/>
                <a:ea typeface="Lato" panose="020F0502020204030203" pitchFamily="34" charset="0"/>
                <a:cs typeface="Lato" panose="020F0502020204030203" pitchFamily="34" charset="0"/>
              </a:rPr>
              <a:t>Charge Off: 21%</a:t>
            </a:r>
            <a:endParaRPr lang="es-ES" sz="1600" dirty="0">
              <a:solidFill>
                <a:schemeClr val="accent3"/>
              </a:solidFill>
              <a:latin typeface="Lato" panose="020F0502020204030203" pitchFamily="34" charset="0"/>
              <a:ea typeface="Lato" panose="020F0502020204030203" pitchFamily="34" charset="0"/>
              <a:cs typeface="Lato" panose="020F0502020204030203" pitchFamily="34" charset="0"/>
            </a:endParaRPr>
          </a:p>
          <a:p>
            <a:pPr marL="285750" indent="-285750">
              <a:spcBef>
                <a:spcPts val="300"/>
              </a:spcBef>
              <a:spcAft>
                <a:spcPts val="300"/>
              </a:spcAft>
              <a:buFont typeface="Arial" panose="020B0604020202020204" pitchFamily="34" charset="0"/>
              <a:buChar char="•"/>
            </a:pPr>
            <a:endParaRPr lang="es-ES" sz="160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pSp>
        <p:nvGrpSpPr>
          <p:cNvPr id="14" name="Google Shape;682;p31">
            <a:extLst>
              <a:ext uri="{FF2B5EF4-FFF2-40B4-BE49-F238E27FC236}">
                <a16:creationId xmlns:a16="http://schemas.microsoft.com/office/drawing/2014/main" id="{3B81397C-EB95-B59F-4746-01E54B6051AF}"/>
              </a:ext>
            </a:extLst>
          </p:cNvPr>
          <p:cNvGrpSpPr/>
          <p:nvPr/>
        </p:nvGrpSpPr>
        <p:grpSpPr>
          <a:xfrm>
            <a:off x="6080314" y="3078088"/>
            <a:ext cx="2659513" cy="78499"/>
            <a:chOff x="0" y="4397412"/>
            <a:chExt cx="4600713" cy="150450"/>
          </a:xfrm>
        </p:grpSpPr>
        <p:sp>
          <p:nvSpPr>
            <p:cNvPr id="15" name="Google Shape;683;p31">
              <a:extLst>
                <a:ext uri="{FF2B5EF4-FFF2-40B4-BE49-F238E27FC236}">
                  <a16:creationId xmlns:a16="http://schemas.microsoft.com/office/drawing/2014/main" id="{767F3020-1489-A217-F453-BD50816FCF82}"/>
                </a:ext>
              </a:extLst>
            </p:cNvPr>
            <p:cNvSpPr/>
            <p:nvPr/>
          </p:nvSpPr>
          <p:spPr>
            <a:xfrm>
              <a:off x="0" y="4397412"/>
              <a:ext cx="4600713" cy="2416"/>
            </a:xfrm>
            <a:custGeom>
              <a:avLst/>
              <a:gdLst/>
              <a:ahLst/>
              <a:cxnLst/>
              <a:rect l="l" t="t" r="r" b="b"/>
              <a:pathLst>
                <a:path w="131402" h="69" extrusionOk="0">
                  <a:moveTo>
                    <a:pt x="0" y="1"/>
                  </a:moveTo>
                  <a:lnTo>
                    <a:pt x="0" y="69"/>
                  </a:lnTo>
                  <a:lnTo>
                    <a:pt x="131401" y="69"/>
                  </a:lnTo>
                  <a:lnTo>
                    <a:pt x="131401"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84;p31">
              <a:extLst>
                <a:ext uri="{FF2B5EF4-FFF2-40B4-BE49-F238E27FC236}">
                  <a16:creationId xmlns:a16="http://schemas.microsoft.com/office/drawing/2014/main" id="{5BC383B2-4D1A-1D08-F2B7-A5E0F171FA16}"/>
                </a:ext>
              </a:extLst>
            </p:cNvPr>
            <p:cNvSpPr/>
            <p:nvPr/>
          </p:nvSpPr>
          <p:spPr>
            <a:xfrm>
              <a:off x="755786" y="4545586"/>
              <a:ext cx="305519" cy="2276"/>
            </a:xfrm>
            <a:custGeom>
              <a:avLst/>
              <a:gdLst/>
              <a:ahLst/>
              <a:cxnLst/>
              <a:rect l="l" t="t" r="r" b="b"/>
              <a:pathLst>
                <a:path w="8726" h="65" extrusionOk="0">
                  <a:moveTo>
                    <a:pt x="0" y="0"/>
                  </a:moveTo>
                  <a:lnTo>
                    <a:pt x="0" y="65"/>
                  </a:lnTo>
                  <a:lnTo>
                    <a:pt x="8726" y="65"/>
                  </a:lnTo>
                  <a:lnTo>
                    <a:pt x="8726" y="0"/>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85;p31">
              <a:extLst>
                <a:ext uri="{FF2B5EF4-FFF2-40B4-BE49-F238E27FC236}">
                  <a16:creationId xmlns:a16="http://schemas.microsoft.com/office/drawing/2014/main" id="{E851BD0F-BBBC-DA20-07CD-F928FBE747CF}"/>
                </a:ext>
              </a:extLst>
            </p:cNvPr>
            <p:cNvSpPr/>
            <p:nvPr/>
          </p:nvSpPr>
          <p:spPr>
            <a:xfrm>
              <a:off x="1619552" y="4536412"/>
              <a:ext cx="497808" cy="2276"/>
            </a:xfrm>
            <a:custGeom>
              <a:avLst/>
              <a:gdLst/>
              <a:ahLst/>
              <a:cxnLst/>
              <a:rect l="l" t="t" r="r" b="b"/>
              <a:pathLst>
                <a:path w="14218" h="65" extrusionOk="0">
                  <a:moveTo>
                    <a:pt x="0" y="0"/>
                  </a:moveTo>
                  <a:lnTo>
                    <a:pt x="0" y="65"/>
                  </a:lnTo>
                  <a:lnTo>
                    <a:pt x="14217" y="65"/>
                  </a:lnTo>
                  <a:lnTo>
                    <a:pt x="14217" y="0"/>
                  </a:lnTo>
                  <a:close/>
                </a:path>
              </a:pathLst>
            </a:custGeom>
            <a:solidFill>
              <a:srgbClr val="EBEBEB"/>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86;p31">
              <a:extLst>
                <a:ext uri="{FF2B5EF4-FFF2-40B4-BE49-F238E27FC236}">
                  <a16:creationId xmlns:a16="http://schemas.microsoft.com/office/drawing/2014/main" id="{E244848F-D989-F936-6B56-F45E92615C2D}"/>
                </a:ext>
              </a:extLst>
            </p:cNvPr>
            <p:cNvSpPr/>
            <p:nvPr/>
          </p:nvSpPr>
          <p:spPr>
            <a:xfrm>
              <a:off x="1070481" y="4460119"/>
              <a:ext cx="175833" cy="2311"/>
            </a:xfrm>
            <a:custGeom>
              <a:avLst/>
              <a:gdLst/>
              <a:ahLst/>
              <a:cxnLst/>
              <a:rect l="l" t="t" r="r" b="b"/>
              <a:pathLst>
                <a:path w="5022" h="66" extrusionOk="0">
                  <a:moveTo>
                    <a:pt x="1" y="1"/>
                  </a:moveTo>
                  <a:lnTo>
                    <a:pt x="1" y="65"/>
                  </a:lnTo>
                  <a:lnTo>
                    <a:pt x="5022" y="65"/>
                  </a:lnTo>
                  <a:lnTo>
                    <a:pt x="5022"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87;p31">
              <a:extLst>
                <a:ext uri="{FF2B5EF4-FFF2-40B4-BE49-F238E27FC236}">
                  <a16:creationId xmlns:a16="http://schemas.microsoft.com/office/drawing/2014/main" id="{6BFCACFE-0D81-E907-0A5A-E647F65B17C8}"/>
                </a:ext>
              </a:extLst>
            </p:cNvPr>
            <p:cNvSpPr/>
            <p:nvPr/>
          </p:nvSpPr>
          <p:spPr>
            <a:xfrm>
              <a:off x="2732853" y="4514424"/>
              <a:ext cx="418259" cy="2276"/>
            </a:xfrm>
            <a:custGeom>
              <a:avLst/>
              <a:gdLst/>
              <a:ahLst/>
              <a:cxnLst/>
              <a:rect l="l" t="t" r="r" b="b"/>
              <a:pathLst>
                <a:path w="11946" h="65" extrusionOk="0">
                  <a:moveTo>
                    <a:pt x="0" y="0"/>
                  </a:moveTo>
                  <a:lnTo>
                    <a:pt x="0" y="65"/>
                  </a:lnTo>
                  <a:lnTo>
                    <a:pt x="11946" y="65"/>
                  </a:lnTo>
                  <a:lnTo>
                    <a:pt x="11946" y="0"/>
                  </a:lnTo>
                  <a:close/>
                </a:path>
              </a:pathLst>
            </a:custGeom>
            <a:solidFill>
              <a:srgbClr val="EBEBE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688;p31">
            <a:extLst>
              <a:ext uri="{FF2B5EF4-FFF2-40B4-BE49-F238E27FC236}">
                <a16:creationId xmlns:a16="http://schemas.microsoft.com/office/drawing/2014/main" id="{F45BDAF7-DF5D-72A2-7BBA-E7F6E140AB7D}"/>
              </a:ext>
            </a:extLst>
          </p:cNvPr>
          <p:cNvGrpSpPr/>
          <p:nvPr/>
        </p:nvGrpSpPr>
        <p:grpSpPr>
          <a:xfrm>
            <a:off x="6761688" y="1341119"/>
            <a:ext cx="1781426" cy="1438786"/>
            <a:chOff x="5215723" y="1479118"/>
            <a:chExt cx="3081703" cy="2757573"/>
          </a:xfrm>
        </p:grpSpPr>
        <p:grpSp>
          <p:nvGrpSpPr>
            <p:cNvPr id="21" name="Google Shape;689;p31">
              <a:extLst>
                <a:ext uri="{FF2B5EF4-FFF2-40B4-BE49-F238E27FC236}">
                  <a16:creationId xmlns:a16="http://schemas.microsoft.com/office/drawing/2014/main" id="{D80BC14B-C64B-FB01-2EDF-D3963CFA0A1A}"/>
                </a:ext>
              </a:extLst>
            </p:cNvPr>
            <p:cNvGrpSpPr/>
            <p:nvPr/>
          </p:nvGrpSpPr>
          <p:grpSpPr>
            <a:xfrm>
              <a:off x="5215723" y="1707350"/>
              <a:ext cx="3081703" cy="2529341"/>
              <a:chOff x="5150194" y="1591500"/>
              <a:chExt cx="3081703" cy="2529341"/>
            </a:xfrm>
          </p:grpSpPr>
          <p:sp>
            <p:nvSpPr>
              <p:cNvPr id="28" name="Google Shape;690;p31">
                <a:extLst>
                  <a:ext uri="{FF2B5EF4-FFF2-40B4-BE49-F238E27FC236}">
                    <a16:creationId xmlns:a16="http://schemas.microsoft.com/office/drawing/2014/main" id="{819357A9-2030-3DD8-71DB-C6DDF288B27B}"/>
                  </a:ext>
                </a:extLst>
              </p:cNvPr>
              <p:cNvSpPr/>
              <p:nvPr/>
            </p:nvSpPr>
            <p:spPr>
              <a:xfrm>
                <a:off x="5150194" y="1591500"/>
                <a:ext cx="1147444" cy="2529341"/>
              </a:xfrm>
              <a:custGeom>
                <a:avLst/>
                <a:gdLst/>
                <a:ahLst/>
                <a:cxnLst/>
                <a:rect l="l" t="t" r="r" b="b"/>
                <a:pathLst>
                  <a:path w="46540" h="64368" extrusionOk="0">
                    <a:moveTo>
                      <a:pt x="45240" y="58"/>
                    </a:moveTo>
                    <a:cubicBezTo>
                      <a:pt x="45926" y="58"/>
                      <a:pt x="46482" y="614"/>
                      <a:pt x="46482" y="1299"/>
                    </a:cubicBezTo>
                    <a:lnTo>
                      <a:pt x="46482" y="63068"/>
                    </a:lnTo>
                    <a:cubicBezTo>
                      <a:pt x="46482" y="63753"/>
                      <a:pt x="45926" y="64310"/>
                      <a:pt x="45240" y="64310"/>
                    </a:cubicBezTo>
                    <a:lnTo>
                      <a:pt x="1299" y="64310"/>
                    </a:lnTo>
                    <a:cubicBezTo>
                      <a:pt x="615" y="64310"/>
                      <a:pt x="58" y="63753"/>
                      <a:pt x="58" y="63068"/>
                    </a:cubicBezTo>
                    <a:lnTo>
                      <a:pt x="58" y="1299"/>
                    </a:lnTo>
                    <a:cubicBezTo>
                      <a:pt x="58" y="614"/>
                      <a:pt x="615" y="58"/>
                      <a:pt x="1299" y="58"/>
                    </a:cubicBezTo>
                    <a:close/>
                    <a:moveTo>
                      <a:pt x="1299" y="0"/>
                    </a:moveTo>
                    <a:cubicBezTo>
                      <a:pt x="582" y="0"/>
                      <a:pt x="0" y="582"/>
                      <a:pt x="0" y="1299"/>
                    </a:cubicBezTo>
                    <a:lnTo>
                      <a:pt x="0" y="63068"/>
                    </a:lnTo>
                    <a:cubicBezTo>
                      <a:pt x="0" y="63786"/>
                      <a:pt x="582" y="64368"/>
                      <a:pt x="1299" y="64368"/>
                    </a:cubicBezTo>
                    <a:lnTo>
                      <a:pt x="45240" y="64368"/>
                    </a:lnTo>
                    <a:cubicBezTo>
                      <a:pt x="45958" y="64368"/>
                      <a:pt x="46539" y="63786"/>
                      <a:pt x="46539" y="63068"/>
                    </a:cubicBezTo>
                    <a:lnTo>
                      <a:pt x="46539" y="1299"/>
                    </a:lnTo>
                    <a:cubicBezTo>
                      <a:pt x="46539" y="582"/>
                      <a:pt x="45958" y="0"/>
                      <a:pt x="45240"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91;p31">
                <a:extLst>
                  <a:ext uri="{FF2B5EF4-FFF2-40B4-BE49-F238E27FC236}">
                    <a16:creationId xmlns:a16="http://schemas.microsoft.com/office/drawing/2014/main" id="{51179C34-C528-21A1-BAC7-86436CFAA9FA}"/>
                  </a:ext>
                </a:extLst>
              </p:cNvPr>
              <p:cNvSpPr/>
              <p:nvPr/>
            </p:nvSpPr>
            <p:spPr>
              <a:xfrm>
                <a:off x="6402990" y="1591500"/>
                <a:ext cx="1828907" cy="2529341"/>
              </a:xfrm>
              <a:custGeom>
                <a:avLst/>
                <a:gdLst/>
                <a:ahLst/>
                <a:cxnLst/>
                <a:rect l="l" t="t" r="r" b="b"/>
                <a:pathLst>
                  <a:path w="46543" h="64368" extrusionOk="0">
                    <a:moveTo>
                      <a:pt x="45243" y="58"/>
                    </a:moveTo>
                    <a:cubicBezTo>
                      <a:pt x="45928" y="58"/>
                      <a:pt x="46485" y="614"/>
                      <a:pt x="46485" y="1299"/>
                    </a:cubicBezTo>
                    <a:lnTo>
                      <a:pt x="46485" y="63068"/>
                    </a:lnTo>
                    <a:cubicBezTo>
                      <a:pt x="46485" y="63753"/>
                      <a:pt x="45928" y="64310"/>
                      <a:pt x="45243" y="64310"/>
                    </a:cubicBezTo>
                    <a:lnTo>
                      <a:pt x="1299" y="64310"/>
                    </a:lnTo>
                    <a:cubicBezTo>
                      <a:pt x="617" y="64310"/>
                      <a:pt x="57" y="63753"/>
                      <a:pt x="57" y="63068"/>
                    </a:cubicBezTo>
                    <a:lnTo>
                      <a:pt x="57" y="1299"/>
                    </a:lnTo>
                    <a:cubicBezTo>
                      <a:pt x="57" y="614"/>
                      <a:pt x="617" y="58"/>
                      <a:pt x="1299" y="58"/>
                    </a:cubicBezTo>
                    <a:close/>
                    <a:moveTo>
                      <a:pt x="1299" y="0"/>
                    </a:moveTo>
                    <a:cubicBezTo>
                      <a:pt x="585" y="0"/>
                      <a:pt x="0" y="582"/>
                      <a:pt x="0" y="1299"/>
                    </a:cubicBezTo>
                    <a:lnTo>
                      <a:pt x="0" y="63068"/>
                    </a:lnTo>
                    <a:cubicBezTo>
                      <a:pt x="0" y="63786"/>
                      <a:pt x="585" y="64368"/>
                      <a:pt x="1299" y="64368"/>
                    </a:cubicBezTo>
                    <a:lnTo>
                      <a:pt x="45243" y="64368"/>
                    </a:lnTo>
                    <a:cubicBezTo>
                      <a:pt x="45961" y="64368"/>
                      <a:pt x="46542" y="63786"/>
                      <a:pt x="46542" y="63068"/>
                    </a:cubicBezTo>
                    <a:lnTo>
                      <a:pt x="46542" y="1299"/>
                    </a:lnTo>
                    <a:cubicBezTo>
                      <a:pt x="46542" y="582"/>
                      <a:pt x="45961" y="0"/>
                      <a:pt x="45243"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692;p31">
              <a:extLst>
                <a:ext uri="{FF2B5EF4-FFF2-40B4-BE49-F238E27FC236}">
                  <a16:creationId xmlns:a16="http://schemas.microsoft.com/office/drawing/2014/main" id="{7FDE5F00-A5EB-1B30-2589-A7596853311C}"/>
                </a:ext>
              </a:extLst>
            </p:cNvPr>
            <p:cNvGrpSpPr/>
            <p:nvPr/>
          </p:nvGrpSpPr>
          <p:grpSpPr>
            <a:xfrm>
              <a:off x="5723516" y="1479118"/>
              <a:ext cx="2288423" cy="1787926"/>
              <a:chOff x="5723516" y="1479118"/>
              <a:chExt cx="2288423" cy="1787926"/>
            </a:xfrm>
          </p:grpSpPr>
          <p:sp>
            <p:nvSpPr>
              <p:cNvPr id="23" name="Google Shape;693;p31">
                <a:extLst>
                  <a:ext uri="{FF2B5EF4-FFF2-40B4-BE49-F238E27FC236}">
                    <a16:creationId xmlns:a16="http://schemas.microsoft.com/office/drawing/2014/main" id="{17465899-80D7-57C5-1181-0733EA3826AE}"/>
                  </a:ext>
                </a:extLst>
              </p:cNvPr>
              <p:cNvSpPr/>
              <p:nvPr/>
            </p:nvSpPr>
            <p:spPr>
              <a:xfrm>
                <a:off x="5723516" y="1479118"/>
                <a:ext cx="2288423" cy="291294"/>
              </a:xfrm>
              <a:custGeom>
                <a:avLst/>
                <a:gdLst/>
                <a:ahLst/>
                <a:cxnLst/>
                <a:rect l="l" t="t" r="r" b="b"/>
                <a:pathLst>
                  <a:path w="58237" h="7413" extrusionOk="0">
                    <a:moveTo>
                      <a:pt x="1756" y="1"/>
                    </a:moveTo>
                    <a:cubicBezTo>
                      <a:pt x="791" y="1"/>
                      <a:pt x="1" y="794"/>
                      <a:pt x="1" y="1760"/>
                    </a:cubicBezTo>
                    <a:lnTo>
                      <a:pt x="1" y="7413"/>
                    </a:lnTo>
                    <a:lnTo>
                      <a:pt x="58237" y="7413"/>
                    </a:lnTo>
                    <a:lnTo>
                      <a:pt x="58237" y="1760"/>
                    </a:lnTo>
                    <a:cubicBezTo>
                      <a:pt x="58237" y="794"/>
                      <a:pt x="57448" y="1"/>
                      <a:pt x="56482" y="1"/>
                    </a:cubicBezTo>
                    <a:close/>
                  </a:path>
                </a:pathLst>
              </a:custGeom>
              <a:solidFill>
                <a:srgbClr val="43434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94;p31">
                <a:extLst>
                  <a:ext uri="{FF2B5EF4-FFF2-40B4-BE49-F238E27FC236}">
                    <a16:creationId xmlns:a16="http://schemas.microsoft.com/office/drawing/2014/main" id="{7550F081-404B-2F64-6244-87DA16E40CAF}"/>
                  </a:ext>
                </a:extLst>
              </p:cNvPr>
              <p:cNvSpPr/>
              <p:nvPr/>
            </p:nvSpPr>
            <p:spPr>
              <a:xfrm>
                <a:off x="6229445" y="1572681"/>
                <a:ext cx="104407" cy="104368"/>
              </a:xfrm>
              <a:custGeom>
                <a:avLst/>
                <a:gdLst/>
                <a:ahLst/>
                <a:cxnLst/>
                <a:rect l="l" t="t" r="r" b="b"/>
                <a:pathLst>
                  <a:path w="2657" h="2656" extrusionOk="0">
                    <a:moveTo>
                      <a:pt x="1329" y="0"/>
                    </a:moveTo>
                    <a:cubicBezTo>
                      <a:pt x="597" y="0"/>
                      <a:pt x="1" y="595"/>
                      <a:pt x="1" y="1328"/>
                    </a:cubicBezTo>
                    <a:cubicBezTo>
                      <a:pt x="1" y="2060"/>
                      <a:pt x="597" y="2656"/>
                      <a:pt x="1329" y="2656"/>
                    </a:cubicBezTo>
                    <a:cubicBezTo>
                      <a:pt x="2065" y="2656"/>
                      <a:pt x="2656" y="2060"/>
                      <a:pt x="2656" y="1328"/>
                    </a:cubicBezTo>
                    <a:cubicBezTo>
                      <a:pt x="2656" y="595"/>
                      <a:pt x="2065" y="0"/>
                      <a:pt x="1329" y="0"/>
                    </a:cubicBezTo>
                    <a:close/>
                  </a:path>
                </a:pathLst>
              </a:custGeom>
              <a:solidFill>
                <a:srgbClr val="FFFFF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95;p31">
                <a:extLst>
                  <a:ext uri="{FF2B5EF4-FFF2-40B4-BE49-F238E27FC236}">
                    <a16:creationId xmlns:a16="http://schemas.microsoft.com/office/drawing/2014/main" id="{B50F12A6-18FB-9985-4662-F5E724601830}"/>
                  </a:ext>
                </a:extLst>
              </p:cNvPr>
              <p:cNvSpPr/>
              <p:nvPr/>
            </p:nvSpPr>
            <p:spPr>
              <a:xfrm>
                <a:off x="6044560" y="1572681"/>
                <a:ext cx="104407" cy="104368"/>
              </a:xfrm>
              <a:custGeom>
                <a:avLst/>
                <a:gdLst/>
                <a:ahLst/>
                <a:cxnLst/>
                <a:rect l="l" t="t" r="r" b="b"/>
                <a:pathLst>
                  <a:path w="2657" h="2656" extrusionOk="0">
                    <a:moveTo>
                      <a:pt x="1328" y="0"/>
                    </a:moveTo>
                    <a:cubicBezTo>
                      <a:pt x="596" y="0"/>
                      <a:pt x="0" y="595"/>
                      <a:pt x="0" y="1328"/>
                    </a:cubicBezTo>
                    <a:cubicBezTo>
                      <a:pt x="0" y="2060"/>
                      <a:pt x="596" y="2656"/>
                      <a:pt x="1328" y="2656"/>
                    </a:cubicBezTo>
                    <a:cubicBezTo>
                      <a:pt x="2060" y="2656"/>
                      <a:pt x="2656" y="2060"/>
                      <a:pt x="2656" y="1328"/>
                    </a:cubicBezTo>
                    <a:cubicBezTo>
                      <a:pt x="2656" y="595"/>
                      <a:pt x="2060" y="0"/>
                      <a:pt x="1328" y="0"/>
                    </a:cubicBezTo>
                    <a:close/>
                  </a:path>
                </a:pathLst>
              </a:custGeom>
              <a:solidFill>
                <a:srgbClr val="FFFFF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96;p31">
                <a:extLst>
                  <a:ext uri="{FF2B5EF4-FFF2-40B4-BE49-F238E27FC236}">
                    <a16:creationId xmlns:a16="http://schemas.microsoft.com/office/drawing/2014/main" id="{7ED889DF-D5B6-5FE4-C2FE-0A3D90C270CA}"/>
                  </a:ext>
                </a:extLst>
              </p:cNvPr>
              <p:cNvSpPr/>
              <p:nvPr/>
            </p:nvSpPr>
            <p:spPr>
              <a:xfrm>
                <a:off x="5859635" y="1572681"/>
                <a:ext cx="104407" cy="104368"/>
              </a:xfrm>
              <a:custGeom>
                <a:avLst/>
                <a:gdLst/>
                <a:ahLst/>
                <a:cxnLst/>
                <a:rect l="l" t="t" r="r" b="b"/>
                <a:pathLst>
                  <a:path w="2657" h="2656" extrusionOk="0">
                    <a:moveTo>
                      <a:pt x="1329" y="0"/>
                    </a:moveTo>
                    <a:cubicBezTo>
                      <a:pt x="593" y="0"/>
                      <a:pt x="0" y="595"/>
                      <a:pt x="0" y="1328"/>
                    </a:cubicBezTo>
                    <a:cubicBezTo>
                      <a:pt x="0" y="2060"/>
                      <a:pt x="593" y="2656"/>
                      <a:pt x="1329" y="2656"/>
                    </a:cubicBezTo>
                    <a:cubicBezTo>
                      <a:pt x="2061" y="2656"/>
                      <a:pt x="2656" y="2060"/>
                      <a:pt x="2656" y="1328"/>
                    </a:cubicBezTo>
                    <a:cubicBezTo>
                      <a:pt x="2656" y="595"/>
                      <a:pt x="2061" y="0"/>
                      <a:pt x="1329" y="0"/>
                    </a:cubicBezTo>
                    <a:close/>
                  </a:path>
                </a:pathLst>
              </a:custGeom>
              <a:solidFill>
                <a:srgbClr val="FFF2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97;p31">
                <a:extLst>
                  <a:ext uri="{FF2B5EF4-FFF2-40B4-BE49-F238E27FC236}">
                    <a16:creationId xmlns:a16="http://schemas.microsoft.com/office/drawing/2014/main" id="{3261760A-A41F-A31A-719F-EAF49F06817B}"/>
                  </a:ext>
                </a:extLst>
              </p:cNvPr>
              <p:cNvSpPr/>
              <p:nvPr/>
            </p:nvSpPr>
            <p:spPr>
              <a:xfrm>
                <a:off x="5723516" y="1770377"/>
                <a:ext cx="2288423" cy="1496668"/>
              </a:xfrm>
              <a:custGeom>
                <a:avLst/>
                <a:gdLst/>
                <a:ahLst/>
                <a:cxnLst/>
                <a:rect l="l" t="t" r="r" b="b"/>
                <a:pathLst>
                  <a:path w="58237" h="38088" extrusionOk="0">
                    <a:moveTo>
                      <a:pt x="1" y="1"/>
                    </a:moveTo>
                    <a:lnTo>
                      <a:pt x="1" y="36332"/>
                    </a:lnTo>
                    <a:cubicBezTo>
                      <a:pt x="1" y="37297"/>
                      <a:pt x="791" y="38087"/>
                      <a:pt x="1756" y="38087"/>
                    </a:cubicBezTo>
                    <a:lnTo>
                      <a:pt x="56482" y="38087"/>
                    </a:lnTo>
                    <a:cubicBezTo>
                      <a:pt x="57448" y="38087"/>
                      <a:pt x="58237" y="37297"/>
                      <a:pt x="58237" y="36332"/>
                    </a:cubicBezTo>
                    <a:lnTo>
                      <a:pt x="58237" y="1"/>
                    </a:lnTo>
                    <a:close/>
                  </a:path>
                </a:pathLst>
              </a:custGeom>
              <a:no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 name="Google Shape;700;p31">
            <a:extLst>
              <a:ext uri="{FF2B5EF4-FFF2-40B4-BE49-F238E27FC236}">
                <a16:creationId xmlns:a16="http://schemas.microsoft.com/office/drawing/2014/main" id="{98877BC0-8199-3803-10DF-DC52C11766D4}"/>
              </a:ext>
            </a:extLst>
          </p:cNvPr>
          <p:cNvGrpSpPr/>
          <p:nvPr/>
        </p:nvGrpSpPr>
        <p:grpSpPr>
          <a:xfrm>
            <a:off x="5940052" y="2426282"/>
            <a:ext cx="705853" cy="636648"/>
            <a:chOff x="4394088" y="3299519"/>
            <a:chExt cx="1221060" cy="1220197"/>
          </a:xfrm>
        </p:grpSpPr>
        <p:sp>
          <p:nvSpPr>
            <p:cNvPr id="31" name="Google Shape;701;p31">
              <a:extLst>
                <a:ext uri="{FF2B5EF4-FFF2-40B4-BE49-F238E27FC236}">
                  <a16:creationId xmlns:a16="http://schemas.microsoft.com/office/drawing/2014/main" id="{98677B5F-594D-1143-6332-B685B06AC646}"/>
                </a:ext>
              </a:extLst>
            </p:cNvPr>
            <p:cNvSpPr/>
            <p:nvPr/>
          </p:nvSpPr>
          <p:spPr>
            <a:xfrm>
              <a:off x="5004504" y="3380350"/>
              <a:ext cx="610644" cy="1139359"/>
            </a:xfrm>
            <a:custGeom>
              <a:avLst/>
              <a:gdLst/>
              <a:ahLst/>
              <a:cxnLst/>
              <a:rect l="l" t="t" r="r" b="b"/>
              <a:pathLst>
                <a:path w="15540" h="28995" extrusionOk="0">
                  <a:moveTo>
                    <a:pt x="7768" y="1"/>
                  </a:moveTo>
                  <a:lnTo>
                    <a:pt x="5740" y="3515"/>
                  </a:lnTo>
                  <a:cubicBezTo>
                    <a:pt x="9175" y="5492"/>
                    <a:pt x="11486" y="9203"/>
                    <a:pt x="11486" y="13457"/>
                  </a:cubicBezTo>
                  <a:cubicBezTo>
                    <a:pt x="11486" y="19799"/>
                    <a:pt x="6343" y="24939"/>
                    <a:pt x="1" y="24939"/>
                  </a:cubicBezTo>
                  <a:lnTo>
                    <a:pt x="1" y="28995"/>
                  </a:lnTo>
                  <a:cubicBezTo>
                    <a:pt x="8579" y="28995"/>
                    <a:pt x="15539" y="22035"/>
                    <a:pt x="15539" y="13457"/>
                  </a:cubicBezTo>
                  <a:cubicBezTo>
                    <a:pt x="15539" y="7707"/>
                    <a:pt x="12412" y="2685"/>
                    <a:pt x="7768"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02;p31">
              <a:extLst>
                <a:ext uri="{FF2B5EF4-FFF2-40B4-BE49-F238E27FC236}">
                  <a16:creationId xmlns:a16="http://schemas.microsoft.com/office/drawing/2014/main" id="{54C01BAA-5D40-8B82-D81C-303CB60A3C84}"/>
                </a:ext>
              </a:extLst>
            </p:cNvPr>
            <p:cNvSpPr/>
            <p:nvPr/>
          </p:nvSpPr>
          <p:spPr>
            <a:xfrm>
              <a:off x="4394088" y="3909150"/>
              <a:ext cx="610448" cy="610566"/>
            </a:xfrm>
            <a:custGeom>
              <a:avLst/>
              <a:gdLst/>
              <a:ahLst/>
              <a:cxnLst/>
              <a:rect l="l" t="t" r="r" b="b"/>
              <a:pathLst>
                <a:path w="15535" h="15538" extrusionOk="0">
                  <a:moveTo>
                    <a:pt x="0" y="0"/>
                  </a:moveTo>
                  <a:cubicBezTo>
                    <a:pt x="0" y="4117"/>
                    <a:pt x="1641" y="8076"/>
                    <a:pt x="4551" y="10984"/>
                  </a:cubicBezTo>
                  <a:cubicBezTo>
                    <a:pt x="7462" y="13894"/>
                    <a:pt x="11418" y="15538"/>
                    <a:pt x="15535" y="15538"/>
                  </a:cubicBezTo>
                  <a:lnTo>
                    <a:pt x="15535" y="11482"/>
                  </a:lnTo>
                  <a:cubicBezTo>
                    <a:pt x="9196" y="11482"/>
                    <a:pt x="4053" y="6342"/>
                    <a:pt x="4053"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703;p31">
              <a:extLst>
                <a:ext uri="{FF2B5EF4-FFF2-40B4-BE49-F238E27FC236}">
                  <a16:creationId xmlns:a16="http://schemas.microsoft.com/office/drawing/2014/main" id="{C46DA4D2-72CF-092C-43FB-F0E49B96A43E}"/>
                </a:ext>
              </a:extLst>
            </p:cNvPr>
            <p:cNvSpPr/>
            <p:nvPr/>
          </p:nvSpPr>
          <p:spPr>
            <a:xfrm>
              <a:off x="4394088" y="3299519"/>
              <a:ext cx="915691" cy="609662"/>
            </a:xfrm>
            <a:custGeom>
              <a:avLst/>
              <a:gdLst/>
              <a:ahLst/>
              <a:cxnLst/>
              <a:rect l="l" t="t" r="r" b="b"/>
              <a:pathLst>
                <a:path w="23303" h="15515" extrusionOk="0">
                  <a:moveTo>
                    <a:pt x="15601" y="0"/>
                  </a:moveTo>
                  <a:cubicBezTo>
                    <a:pt x="10214" y="0"/>
                    <a:pt x="4947" y="2787"/>
                    <a:pt x="2078" y="7750"/>
                  </a:cubicBezTo>
                  <a:cubicBezTo>
                    <a:pt x="721" y="10104"/>
                    <a:pt x="0" y="12790"/>
                    <a:pt x="0" y="15514"/>
                  </a:cubicBezTo>
                  <a:lnTo>
                    <a:pt x="4053" y="15514"/>
                  </a:lnTo>
                  <a:cubicBezTo>
                    <a:pt x="4053" y="9168"/>
                    <a:pt x="9196" y="4031"/>
                    <a:pt x="15535" y="4031"/>
                  </a:cubicBezTo>
                  <a:cubicBezTo>
                    <a:pt x="17627" y="4031"/>
                    <a:pt x="19590" y="4588"/>
                    <a:pt x="21274" y="5572"/>
                  </a:cubicBezTo>
                  <a:lnTo>
                    <a:pt x="23302" y="2058"/>
                  </a:lnTo>
                  <a:cubicBezTo>
                    <a:pt x="20882" y="662"/>
                    <a:pt x="18227" y="0"/>
                    <a:pt x="15601"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704;p31">
            <a:extLst>
              <a:ext uri="{FF2B5EF4-FFF2-40B4-BE49-F238E27FC236}">
                <a16:creationId xmlns:a16="http://schemas.microsoft.com/office/drawing/2014/main" id="{0788850E-B698-9AF1-43B8-5A50A3EF0DA4}"/>
              </a:ext>
            </a:extLst>
          </p:cNvPr>
          <p:cNvSpPr/>
          <p:nvPr/>
        </p:nvSpPr>
        <p:spPr>
          <a:xfrm>
            <a:off x="6216063" y="1890145"/>
            <a:ext cx="45719" cy="45719"/>
          </a:xfrm>
          <a:custGeom>
            <a:avLst/>
            <a:gdLst/>
            <a:ahLst/>
            <a:cxnLst/>
            <a:rect l="l" t="t" r="r" b="b"/>
            <a:pathLst>
              <a:path w="66" h="152" extrusionOk="0">
                <a:moveTo>
                  <a:pt x="65" y="1"/>
                </a:moveTo>
                <a:cubicBezTo>
                  <a:pt x="54" y="1"/>
                  <a:pt x="40" y="4"/>
                  <a:pt x="29" y="12"/>
                </a:cubicBezTo>
                <a:cubicBezTo>
                  <a:pt x="4" y="30"/>
                  <a:pt x="0" y="65"/>
                  <a:pt x="19" y="90"/>
                </a:cubicBezTo>
                <a:cubicBezTo>
                  <a:pt x="32" y="112"/>
                  <a:pt x="50" y="130"/>
                  <a:pt x="65" y="152"/>
                </a:cubicBezTo>
                <a:lnTo>
                  <a:pt x="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05;p31">
            <a:extLst>
              <a:ext uri="{FF2B5EF4-FFF2-40B4-BE49-F238E27FC236}">
                <a16:creationId xmlns:a16="http://schemas.microsoft.com/office/drawing/2014/main" id="{08605A06-350A-CB9B-1DFF-1DB2A747BD08}"/>
              </a:ext>
            </a:extLst>
          </p:cNvPr>
          <p:cNvSpPr/>
          <p:nvPr/>
        </p:nvSpPr>
        <p:spPr>
          <a:xfrm>
            <a:off x="9598853" y="1779135"/>
            <a:ext cx="45719" cy="45719"/>
          </a:xfrm>
          <a:custGeom>
            <a:avLst/>
            <a:gdLst/>
            <a:ahLst/>
            <a:cxnLst/>
            <a:rect l="l" t="t" r="r" b="b"/>
            <a:pathLst>
              <a:path w="65" h="126" extrusionOk="0">
                <a:moveTo>
                  <a:pt x="0" y="0"/>
                </a:moveTo>
                <a:lnTo>
                  <a:pt x="0" y="126"/>
                </a:lnTo>
                <a:cubicBezTo>
                  <a:pt x="18" y="126"/>
                  <a:pt x="36" y="116"/>
                  <a:pt x="47" y="98"/>
                </a:cubicBezTo>
                <a:cubicBezTo>
                  <a:pt x="65" y="73"/>
                  <a:pt x="58" y="36"/>
                  <a:pt x="29" y="18"/>
                </a:cubicBezTo>
                <a:cubicBezTo>
                  <a:pt x="18" y="15"/>
                  <a:pt x="11" y="8"/>
                  <a:pt x="0" y="0"/>
                </a:cubicBezTo>
                <a:close/>
              </a:path>
            </a:pathLst>
          </a:custGeom>
          <a:solidFill>
            <a:srgbClr val="FE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06;p31">
            <a:extLst>
              <a:ext uri="{FF2B5EF4-FFF2-40B4-BE49-F238E27FC236}">
                <a16:creationId xmlns:a16="http://schemas.microsoft.com/office/drawing/2014/main" id="{F5FCA3D4-1403-D0D8-54B4-C5CDD409C877}"/>
              </a:ext>
            </a:extLst>
          </p:cNvPr>
          <p:cNvSpPr/>
          <p:nvPr/>
        </p:nvSpPr>
        <p:spPr>
          <a:xfrm>
            <a:off x="6216063" y="819931"/>
            <a:ext cx="45719" cy="45719"/>
          </a:xfrm>
          <a:custGeom>
            <a:avLst/>
            <a:gdLst/>
            <a:ahLst/>
            <a:cxnLst/>
            <a:rect l="l" t="t" r="r" b="b"/>
            <a:pathLst>
              <a:path w="66" h="123" extrusionOk="0">
                <a:moveTo>
                  <a:pt x="65" y="0"/>
                </a:moveTo>
                <a:cubicBezTo>
                  <a:pt x="54" y="4"/>
                  <a:pt x="47" y="7"/>
                  <a:pt x="37" y="15"/>
                </a:cubicBezTo>
                <a:cubicBezTo>
                  <a:pt x="11" y="29"/>
                  <a:pt x="0" y="65"/>
                  <a:pt x="15" y="90"/>
                </a:cubicBezTo>
                <a:cubicBezTo>
                  <a:pt x="25" y="111"/>
                  <a:pt x="44" y="122"/>
                  <a:pt x="65" y="122"/>
                </a:cubicBezTo>
                <a:lnTo>
                  <a:pt x="65" y="0"/>
                </a:lnTo>
                <a:close/>
              </a:path>
            </a:pathLst>
          </a:custGeom>
          <a:solidFill>
            <a:srgbClr val="D6E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707;p31">
            <a:extLst>
              <a:ext uri="{FF2B5EF4-FFF2-40B4-BE49-F238E27FC236}">
                <a16:creationId xmlns:a16="http://schemas.microsoft.com/office/drawing/2014/main" id="{6134F78D-8E0F-4B72-C33A-C2FF4CF1AECD}"/>
              </a:ext>
            </a:extLst>
          </p:cNvPr>
          <p:cNvSpPr/>
          <p:nvPr/>
        </p:nvSpPr>
        <p:spPr>
          <a:xfrm>
            <a:off x="9598853" y="1171823"/>
            <a:ext cx="45719" cy="45719"/>
          </a:xfrm>
          <a:custGeom>
            <a:avLst/>
            <a:gdLst/>
            <a:ahLst/>
            <a:cxnLst/>
            <a:rect l="l" t="t" r="r" b="b"/>
            <a:pathLst>
              <a:path w="65" h="152" extrusionOk="0">
                <a:moveTo>
                  <a:pt x="0" y="0"/>
                </a:moveTo>
                <a:lnTo>
                  <a:pt x="0" y="151"/>
                </a:lnTo>
                <a:cubicBezTo>
                  <a:pt x="15" y="134"/>
                  <a:pt x="29" y="112"/>
                  <a:pt x="43" y="94"/>
                </a:cubicBezTo>
                <a:cubicBezTo>
                  <a:pt x="65" y="69"/>
                  <a:pt x="58" y="33"/>
                  <a:pt x="36" y="15"/>
                </a:cubicBezTo>
                <a:cubicBezTo>
                  <a:pt x="25" y="8"/>
                  <a:pt x="11" y="0"/>
                  <a:pt x="0" y="0"/>
                </a:cubicBezTo>
                <a:close/>
              </a:path>
            </a:pathLst>
          </a:custGeom>
          <a:solidFill>
            <a:srgbClr val="CCD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708;p31">
            <a:extLst>
              <a:ext uri="{FF2B5EF4-FFF2-40B4-BE49-F238E27FC236}">
                <a16:creationId xmlns:a16="http://schemas.microsoft.com/office/drawing/2014/main" id="{9EC98EF5-CEFC-3551-9289-A878DF1956AA}"/>
              </a:ext>
            </a:extLst>
          </p:cNvPr>
          <p:cNvGrpSpPr/>
          <p:nvPr/>
        </p:nvGrpSpPr>
        <p:grpSpPr>
          <a:xfrm>
            <a:off x="6256370" y="1464919"/>
            <a:ext cx="1954101" cy="1206879"/>
            <a:chOff x="4710406" y="1815485"/>
            <a:chExt cx="3380414" cy="2313100"/>
          </a:xfrm>
        </p:grpSpPr>
        <p:sp>
          <p:nvSpPr>
            <p:cNvPr id="39" name="Google Shape;709;p31">
              <a:extLst>
                <a:ext uri="{FF2B5EF4-FFF2-40B4-BE49-F238E27FC236}">
                  <a16:creationId xmlns:a16="http://schemas.microsoft.com/office/drawing/2014/main" id="{47D66817-457E-F472-FB2D-4FE9818C7705}"/>
                </a:ext>
              </a:extLst>
            </p:cNvPr>
            <p:cNvSpPr/>
            <p:nvPr/>
          </p:nvSpPr>
          <p:spPr>
            <a:xfrm>
              <a:off x="4710406" y="1815485"/>
              <a:ext cx="3380234" cy="2313100"/>
            </a:xfrm>
            <a:custGeom>
              <a:avLst/>
              <a:gdLst/>
              <a:ahLst/>
              <a:cxnLst/>
              <a:rect l="l" t="t" r="r" b="b"/>
              <a:pathLst>
                <a:path w="86022" h="58865" extrusionOk="0">
                  <a:moveTo>
                    <a:pt x="2190" y="1"/>
                  </a:moveTo>
                  <a:cubicBezTo>
                    <a:pt x="987" y="1"/>
                    <a:pt x="0" y="983"/>
                    <a:pt x="0" y="2186"/>
                  </a:cubicBezTo>
                  <a:lnTo>
                    <a:pt x="0" y="56679"/>
                  </a:lnTo>
                  <a:cubicBezTo>
                    <a:pt x="0" y="57881"/>
                    <a:pt x="987" y="58865"/>
                    <a:pt x="2190" y="58865"/>
                  </a:cubicBezTo>
                  <a:lnTo>
                    <a:pt x="83832" y="58865"/>
                  </a:lnTo>
                  <a:cubicBezTo>
                    <a:pt x="85034" y="58865"/>
                    <a:pt x="86021" y="57881"/>
                    <a:pt x="86021" y="56679"/>
                  </a:cubicBezTo>
                  <a:lnTo>
                    <a:pt x="86021" y="2186"/>
                  </a:lnTo>
                  <a:cubicBezTo>
                    <a:pt x="86021" y="983"/>
                    <a:pt x="85034" y="1"/>
                    <a:pt x="83832"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710;p31">
              <a:extLst>
                <a:ext uri="{FF2B5EF4-FFF2-40B4-BE49-F238E27FC236}">
                  <a16:creationId xmlns:a16="http://schemas.microsoft.com/office/drawing/2014/main" id="{798D7BC8-8D21-6A40-8841-7F865AD09E49}"/>
                </a:ext>
              </a:extLst>
            </p:cNvPr>
            <p:cNvSpPr/>
            <p:nvPr/>
          </p:nvSpPr>
          <p:spPr>
            <a:xfrm>
              <a:off x="4710425" y="2037750"/>
              <a:ext cx="3380234" cy="1927813"/>
            </a:xfrm>
            <a:custGeom>
              <a:avLst/>
              <a:gdLst/>
              <a:ahLst/>
              <a:cxnLst/>
              <a:rect l="l" t="t" r="r" b="b"/>
              <a:pathLst>
                <a:path w="86022" h="49060" extrusionOk="0">
                  <a:moveTo>
                    <a:pt x="0" y="1"/>
                  </a:moveTo>
                  <a:lnTo>
                    <a:pt x="0" y="49059"/>
                  </a:lnTo>
                  <a:lnTo>
                    <a:pt x="86021" y="49059"/>
                  </a:lnTo>
                  <a:lnTo>
                    <a:pt x="86021" y="1"/>
                  </a:lnTo>
                  <a:close/>
                </a:path>
              </a:pathLst>
            </a:custGeom>
            <a:solidFill>
              <a:srgbClr val="F8F8F8"/>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711;p31">
              <a:extLst>
                <a:ext uri="{FF2B5EF4-FFF2-40B4-BE49-F238E27FC236}">
                  <a16:creationId xmlns:a16="http://schemas.microsoft.com/office/drawing/2014/main" id="{DB084557-C4EC-D661-7E6A-E334718D6A6E}"/>
                </a:ext>
              </a:extLst>
            </p:cNvPr>
            <p:cNvGrpSpPr/>
            <p:nvPr/>
          </p:nvGrpSpPr>
          <p:grpSpPr>
            <a:xfrm>
              <a:off x="4710585" y="2281922"/>
              <a:ext cx="3380235" cy="1683652"/>
              <a:chOff x="4710585" y="2281922"/>
              <a:chExt cx="3380235" cy="1683652"/>
            </a:xfrm>
          </p:grpSpPr>
          <p:sp>
            <p:nvSpPr>
              <p:cNvPr id="42" name="Google Shape;712;p31">
                <a:extLst>
                  <a:ext uri="{FF2B5EF4-FFF2-40B4-BE49-F238E27FC236}">
                    <a16:creationId xmlns:a16="http://schemas.microsoft.com/office/drawing/2014/main" id="{3A5A3080-315D-EEC5-CAB7-CBFB06C9FD42}"/>
                  </a:ext>
                </a:extLst>
              </p:cNvPr>
              <p:cNvSpPr/>
              <p:nvPr/>
            </p:nvSpPr>
            <p:spPr>
              <a:xfrm>
                <a:off x="4710585" y="3230006"/>
                <a:ext cx="3380234" cy="447295"/>
              </a:xfrm>
              <a:custGeom>
                <a:avLst/>
                <a:gdLst/>
                <a:ahLst/>
                <a:cxnLst/>
                <a:rect l="l" t="t" r="r" b="b"/>
                <a:pathLst>
                  <a:path w="86022" h="11383" extrusionOk="0">
                    <a:moveTo>
                      <a:pt x="84485" y="464"/>
                    </a:moveTo>
                    <a:lnTo>
                      <a:pt x="84485" y="582"/>
                    </a:lnTo>
                    <a:cubicBezTo>
                      <a:pt x="85006" y="769"/>
                      <a:pt x="85512" y="1009"/>
                      <a:pt x="85989" y="1304"/>
                    </a:cubicBezTo>
                    <a:cubicBezTo>
                      <a:pt x="86000" y="1311"/>
                      <a:pt x="86011" y="1314"/>
                      <a:pt x="86021" y="1314"/>
                    </a:cubicBezTo>
                    <a:lnTo>
                      <a:pt x="86021" y="1188"/>
                    </a:lnTo>
                    <a:cubicBezTo>
                      <a:pt x="85534" y="890"/>
                      <a:pt x="85017" y="650"/>
                      <a:pt x="84485" y="464"/>
                    </a:cubicBezTo>
                    <a:close/>
                    <a:moveTo>
                      <a:pt x="0" y="3988"/>
                    </a:moveTo>
                    <a:lnTo>
                      <a:pt x="0" y="4139"/>
                    </a:lnTo>
                    <a:cubicBezTo>
                      <a:pt x="467" y="4760"/>
                      <a:pt x="980" y="5348"/>
                      <a:pt x="1536" y="5898"/>
                    </a:cubicBezTo>
                    <a:lnTo>
                      <a:pt x="1536" y="5740"/>
                    </a:lnTo>
                    <a:cubicBezTo>
                      <a:pt x="994" y="5194"/>
                      <a:pt x="499" y="4620"/>
                      <a:pt x="47" y="4009"/>
                    </a:cubicBezTo>
                    <a:cubicBezTo>
                      <a:pt x="36" y="3996"/>
                      <a:pt x="18" y="3988"/>
                      <a:pt x="0" y="3988"/>
                    </a:cubicBezTo>
                    <a:close/>
                    <a:moveTo>
                      <a:pt x="81772" y="0"/>
                    </a:moveTo>
                    <a:cubicBezTo>
                      <a:pt x="80738" y="0"/>
                      <a:pt x="79708" y="201"/>
                      <a:pt x="78764" y="603"/>
                    </a:cubicBezTo>
                    <a:cubicBezTo>
                      <a:pt x="77540" y="1131"/>
                      <a:pt x="76470" y="1971"/>
                      <a:pt x="75437" y="2785"/>
                    </a:cubicBezTo>
                    <a:cubicBezTo>
                      <a:pt x="74690" y="3375"/>
                      <a:pt x="73918" y="3984"/>
                      <a:pt x="73093" y="4469"/>
                    </a:cubicBezTo>
                    <a:cubicBezTo>
                      <a:pt x="71201" y="5578"/>
                      <a:pt x="68918" y="6128"/>
                      <a:pt x="66183" y="6128"/>
                    </a:cubicBezTo>
                    <a:cubicBezTo>
                      <a:pt x="64687" y="6128"/>
                      <a:pt x="63054" y="5966"/>
                      <a:pt x="61276" y="5636"/>
                    </a:cubicBezTo>
                    <a:cubicBezTo>
                      <a:pt x="59949" y="5388"/>
                      <a:pt x="58603" y="5076"/>
                      <a:pt x="57304" y="4774"/>
                    </a:cubicBezTo>
                    <a:cubicBezTo>
                      <a:pt x="54662" y="4160"/>
                      <a:pt x="51930" y="3525"/>
                      <a:pt x="49203" y="3418"/>
                    </a:cubicBezTo>
                    <a:cubicBezTo>
                      <a:pt x="48911" y="3406"/>
                      <a:pt x="48625" y="3399"/>
                      <a:pt x="48337" y="3399"/>
                    </a:cubicBezTo>
                    <a:cubicBezTo>
                      <a:pt x="46183" y="3399"/>
                      <a:pt x="44066" y="3711"/>
                      <a:pt x="41980" y="4207"/>
                    </a:cubicBezTo>
                    <a:lnTo>
                      <a:pt x="41980" y="4326"/>
                    </a:lnTo>
                    <a:cubicBezTo>
                      <a:pt x="44066" y="3827"/>
                      <a:pt x="46183" y="3514"/>
                      <a:pt x="48337" y="3514"/>
                    </a:cubicBezTo>
                    <a:cubicBezTo>
                      <a:pt x="48625" y="3514"/>
                      <a:pt x="48911" y="3518"/>
                      <a:pt x="49195" y="3532"/>
                    </a:cubicBezTo>
                    <a:cubicBezTo>
                      <a:pt x="51916" y="3636"/>
                      <a:pt x="54640" y="4271"/>
                      <a:pt x="57274" y="4885"/>
                    </a:cubicBezTo>
                    <a:cubicBezTo>
                      <a:pt x="58578" y="5187"/>
                      <a:pt x="59927" y="5499"/>
                      <a:pt x="61255" y="5747"/>
                    </a:cubicBezTo>
                    <a:cubicBezTo>
                      <a:pt x="63039" y="6077"/>
                      <a:pt x="64679" y="6242"/>
                      <a:pt x="66183" y="6242"/>
                    </a:cubicBezTo>
                    <a:cubicBezTo>
                      <a:pt x="68940" y="6242"/>
                      <a:pt x="71241" y="5686"/>
                      <a:pt x="73151" y="4566"/>
                    </a:cubicBezTo>
                    <a:cubicBezTo>
                      <a:pt x="73983" y="4077"/>
                      <a:pt x="74758" y="3468"/>
                      <a:pt x="75508" y="2876"/>
                    </a:cubicBezTo>
                    <a:cubicBezTo>
                      <a:pt x="76535" y="2064"/>
                      <a:pt x="77597" y="1228"/>
                      <a:pt x="78810" y="708"/>
                    </a:cubicBezTo>
                    <a:cubicBezTo>
                      <a:pt x="79740" y="309"/>
                      <a:pt x="80753" y="115"/>
                      <a:pt x="81772" y="115"/>
                    </a:cubicBezTo>
                    <a:cubicBezTo>
                      <a:pt x="82648" y="115"/>
                      <a:pt x="83531" y="259"/>
                      <a:pt x="84371" y="542"/>
                    </a:cubicBezTo>
                    <a:lnTo>
                      <a:pt x="84371" y="424"/>
                    </a:lnTo>
                    <a:cubicBezTo>
                      <a:pt x="83531" y="144"/>
                      <a:pt x="82648" y="0"/>
                      <a:pt x="81772" y="0"/>
                    </a:cubicBezTo>
                    <a:close/>
                    <a:moveTo>
                      <a:pt x="37756" y="5439"/>
                    </a:moveTo>
                    <a:cubicBezTo>
                      <a:pt x="36091" y="5994"/>
                      <a:pt x="34446" y="6619"/>
                      <a:pt x="32817" y="7233"/>
                    </a:cubicBezTo>
                    <a:cubicBezTo>
                      <a:pt x="31177" y="7854"/>
                      <a:pt x="29483" y="8497"/>
                      <a:pt x="27806" y="9057"/>
                    </a:cubicBezTo>
                    <a:cubicBezTo>
                      <a:pt x="23360" y="10546"/>
                      <a:pt x="19530" y="11267"/>
                      <a:pt x="15983" y="11267"/>
                    </a:cubicBezTo>
                    <a:cubicBezTo>
                      <a:pt x="15014" y="11267"/>
                      <a:pt x="14066" y="11214"/>
                      <a:pt x="13137" y="11106"/>
                    </a:cubicBezTo>
                    <a:cubicBezTo>
                      <a:pt x="8614" y="10589"/>
                      <a:pt x="4551" y="8708"/>
                      <a:pt x="1651" y="5851"/>
                    </a:cubicBezTo>
                    <a:lnTo>
                      <a:pt x="1651" y="6009"/>
                    </a:lnTo>
                    <a:cubicBezTo>
                      <a:pt x="4562" y="8841"/>
                      <a:pt x="8618" y="10704"/>
                      <a:pt x="13122" y="11220"/>
                    </a:cubicBezTo>
                    <a:cubicBezTo>
                      <a:pt x="14060" y="11328"/>
                      <a:pt x="15011" y="11382"/>
                      <a:pt x="15983" y="11382"/>
                    </a:cubicBezTo>
                    <a:cubicBezTo>
                      <a:pt x="19540" y="11382"/>
                      <a:pt x="23381" y="10657"/>
                      <a:pt x="27843" y="9164"/>
                    </a:cubicBezTo>
                    <a:cubicBezTo>
                      <a:pt x="29522" y="8604"/>
                      <a:pt x="31216" y="7962"/>
                      <a:pt x="32860" y="7341"/>
                    </a:cubicBezTo>
                    <a:cubicBezTo>
                      <a:pt x="34472" y="6731"/>
                      <a:pt x="36105" y="6113"/>
                      <a:pt x="37756" y="5557"/>
                    </a:cubicBezTo>
                    <a:lnTo>
                      <a:pt x="37756" y="5439"/>
                    </a:ln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713;p31">
                <a:extLst>
                  <a:ext uri="{FF2B5EF4-FFF2-40B4-BE49-F238E27FC236}">
                    <a16:creationId xmlns:a16="http://schemas.microsoft.com/office/drawing/2014/main" id="{5AC228EA-0F7A-1B41-3C1B-F62E46C3C738}"/>
                  </a:ext>
                </a:extLst>
              </p:cNvPr>
              <p:cNvGrpSpPr/>
              <p:nvPr/>
            </p:nvGrpSpPr>
            <p:grpSpPr>
              <a:xfrm>
                <a:off x="4710585" y="2281922"/>
                <a:ext cx="3380235" cy="634850"/>
                <a:chOff x="4672653" y="2281922"/>
                <a:chExt cx="3380235" cy="634850"/>
              </a:xfrm>
            </p:grpSpPr>
            <p:sp>
              <p:nvSpPr>
                <p:cNvPr id="56" name="Google Shape;714;p31">
                  <a:extLst>
                    <a:ext uri="{FF2B5EF4-FFF2-40B4-BE49-F238E27FC236}">
                      <a16:creationId xmlns:a16="http://schemas.microsoft.com/office/drawing/2014/main" id="{5265DFA9-B35C-4960-9666-4558484E60C0}"/>
                    </a:ext>
                  </a:extLst>
                </p:cNvPr>
                <p:cNvSpPr/>
                <p:nvPr/>
              </p:nvSpPr>
              <p:spPr>
                <a:xfrm>
                  <a:off x="4672653" y="2293200"/>
                  <a:ext cx="60514" cy="29235"/>
                </a:xfrm>
                <a:custGeom>
                  <a:avLst/>
                  <a:gdLst/>
                  <a:ahLst/>
                  <a:cxnLst/>
                  <a:rect l="l" t="t" r="r" b="b"/>
                  <a:pathLst>
                    <a:path w="1540" h="744" extrusionOk="0">
                      <a:moveTo>
                        <a:pt x="1539" y="0"/>
                      </a:moveTo>
                      <a:lnTo>
                        <a:pt x="1539" y="0"/>
                      </a:lnTo>
                      <a:cubicBezTo>
                        <a:pt x="1005" y="151"/>
                        <a:pt x="489" y="356"/>
                        <a:pt x="0" y="621"/>
                      </a:cubicBezTo>
                      <a:lnTo>
                        <a:pt x="0" y="743"/>
                      </a:lnTo>
                      <a:cubicBezTo>
                        <a:pt x="7" y="743"/>
                        <a:pt x="18" y="739"/>
                        <a:pt x="25" y="736"/>
                      </a:cubicBezTo>
                      <a:cubicBezTo>
                        <a:pt x="506" y="474"/>
                        <a:pt x="1012" y="270"/>
                        <a:pt x="1536" y="119"/>
                      </a:cubicBezTo>
                      <a:cubicBezTo>
                        <a:pt x="1536" y="79"/>
                        <a:pt x="1539" y="40"/>
                        <a:pt x="1539"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15;p31">
                  <a:extLst>
                    <a:ext uri="{FF2B5EF4-FFF2-40B4-BE49-F238E27FC236}">
                      <a16:creationId xmlns:a16="http://schemas.microsoft.com/office/drawing/2014/main" id="{487BAD3C-2FFA-A286-3D3B-40F91F8D7689}"/>
                    </a:ext>
                  </a:extLst>
                </p:cNvPr>
                <p:cNvSpPr/>
                <p:nvPr/>
              </p:nvSpPr>
              <p:spPr>
                <a:xfrm>
                  <a:off x="4737530" y="2281922"/>
                  <a:ext cx="3315358" cy="634850"/>
                </a:xfrm>
                <a:custGeom>
                  <a:avLst/>
                  <a:gdLst/>
                  <a:ahLst/>
                  <a:cxnLst/>
                  <a:rect l="l" t="t" r="r" b="b"/>
                  <a:pathLst>
                    <a:path w="84371" h="16156" extrusionOk="0">
                      <a:moveTo>
                        <a:pt x="84370" y="9834"/>
                      </a:moveTo>
                      <a:cubicBezTo>
                        <a:pt x="84352" y="9834"/>
                        <a:pt x="84335" y="9842"/>
                        <a:pt x="84324" y="9856"/>
                      </a:cubicBezTo>
                      <a:cubicBezTo>
                        <a:pt x="83871" y="10434"/>
                        <a:pt x="83373" y="10976"/>
                        <a:pt x="82834" y="11482"/>
                      </a:cubicBezTo>
                      <a:lnTo>
                        <a:pt x="82834" y="11636"/>
                      </a:lnTo>
                      <a:cubicBezTo>
                        <a:pt x="83391" y="11123"/>
                        <a:pt x="83904" y="10574"/>
                        <a:pt x="84370" y="9985"/>
                      </a:cubicBezTo>
                      <a:lnTo>
                        <a:pt x="84370" y="9834"/>
                      </a:lnTo>
                      <a:close/>
                      <a:moveTo>
                        <a:pt x="2021" y="0"/>
                      </a:moveTo>
                      <a:cubicBezTo>
                        <a:pt x="1339" y="0"/>
                        <a:pt x="660" y="86"/>
                        <a:pt x="4" y="255"/>
                      </a:cubicBezTo>
                      <a:cubicBezTo>
                        <a:pt x="4" y="298"/>
                        <a:pt x="0" y="334"/>
                        <a:pt x="0" y="377"/>
                      </a:cubicBezTo>
                      <a:cubicBezTo>
                        <a:pt x="657" y="201"/>
                        <a:pt x="1339" y="111"/>
                        <a:pt x="2025" y="111"/>
                      </a:cubicBezTo>
                      <a:cubicBezTo>
                        <a:pt x="3234" y="111"/>
                        <a:pt x="4454" y="388"/>
                        <a:pt x="5557" y="940"/>
                      </a:cubicBezTo>
                      <a:cubicBezTo>
                        <a:pt x="6770" y="1547"/>
                        <a:pt x="7832" y="2459"/>
                        <a:pt x="8862" y="3342"/>
                      </a:cubicBezTo>
                      <a:cubicBezTo>
                        <a:pt x="9609" y="3988"/>
                        <a:pt x="10388" y="4652"/>
                        <a:pt x="11216" y="5201"/>
                      </a:cubicBezTo>
                      <a:cubicBezTo>
                        <a:pt x="13482" y="6690"/>
                        <a:pt x="16307" y="7427"/>
                        <a:pt x="19784" y="7427"/>
                      </a:cubicBezTo>
                      <a:cubicBezTo>
                        <a:pt x="20833" y="7427"/>
                        <a:pt x="21938" y="7362"/>
                        <a:pt x="23108" y="7229"/>
                      </a:cubicBezTo>
                      <a:cubicBezTo>
                        <a:pt x="24439" y="7078"/>
                        <a:pt x="25786" y="6859"/>
                        <a:pt x="27088" y="6651"/>
                      </a:cubicBezTo>
                      <a:cubicBezTo>
                        <a:pt x="29497" y="6259"/>
                        <a:pt x="31977" y="5861"/>
                        <a:pt x="34461" y="5861"/>
                      </a:cubicBezTo>
                      <a:lnTo>
                        <a:pt x="34777" y="5861"/>
                      </a:lnTo>
                      <a:cubicBezTo>
                        <a:pt x="34953" y="5840"/>
                        <a:pt x="35129" y="5825"/>
                        <a:pt x="35305" y="5825"/>
                      </a:cubicBezTo>
                      <a:cubicBezTo>
                        <a:pt x="35595" y="5825"/>
                        <a:pt x="35883" y="5858"/>
                        <a:pt x="36173" y="5926"/>
                      </a:cubicBezTo>
                      <a:cubicBezTo>
                        <a:pt x="41485" y="6342"/>
                        <a:pt x="46575" y="8628"/>
                        <a:pt x="51506" y="10847"/>
                      </a:cubicBezTo>
                      <a:cubicBezTo>
                        <a:pt x="53147" y="11587"/>
                        <a:pt x="54845" y="12347"/>
                        <a:pt x="56521" y="13029"/>
                      </a:cubicBezTo>
                      <a:cubicBezTo>
                        <a:pt x="61751" y="15150"/>
                        <a:pt x="66126" y="16156"/>
                        <a:pt x="70189" y="16156"/>
                      </a:cubicBezTo>
                      <a:cubicBezTo>
                        <a:pt x="70544" y="16156"/>
                        <a:pt x="70892" y="16149"/>
                        <a:pt x="71245" y="16134"/>
                      </a:cubicBezTo>
                      <a:cubicBezTo>
                        <a:pt x="75749" y="15937"/>
                        <a:pt x="79805" y="14365"/>
                        <a:pt x="82720" y="11741"/>
                      </a:cubicBezTo>
                      <a:lnTo>
                        <a:pt x="82720" y="11587"/>
                      </a:lnTo>
                      <a:cubicBezTo>
                        <a:pt x="79819" y="14235"/>
                        <a:pt x="75759" y="15826"/>
                        <a:pt x="71237" y="16019"/>
                      </a:cubicBezTo>
                      <a:cubicBezTo>
                        <a:pt x="70889" y="16033"/>
                        <a:pt x="70541" y="16041"/>
                        <a:pt x="70189" y="16041"/>
                      </a:cubicBezTo>
                      <a:cubicBezTo>
                        <a:pt x="66141" y="16041"/>
                        <a:pt x="61776" y="15039"/>
                        <a:pt x="56564" y="12925"/>
                      </a:cubicBezTo>
                      <a:cubicBezTo>
                        <a:pt x="54891" y="12243"/>
                        <a:pt x="53194" y="11482"/>
                        <a:pt x="51553" y="10743"/>
                      </a:cubicBezTo>
                      <a:cubicBezTo>
                        <a:pt x="46303" y="8381"/>
                        <a:pt x="40871" y="5941"/>
                        <a:pt x="35172" y="5757"/>
                      </a:cubicBezTo>
                      <a:cubicBezTo>
                        <a:pt x="34935" y="5750"/>
                        <a:pt x="34698" y="5747"/>
                        <a:pt x="34461" y="5747"/>
                      </a:cubicBezTo>
                      <a:cubicBezTo>
                        <a:pt x="31970" y="5747"/>
                        <a:pt x="29483" y="6148"/>
                        <a:pt x="27071" y="6536"/>
                      </a:cubicBezTo>
                      <a:cubicBezTo>
                        <a:pt x="25771" y="6748"/>
                        <a:pt x="24426" y="6963"/>
                        <a:pt x="23097" y="7114"/>
                      </a:cubicBezTo>
                      <a:cubicBezTo>
                        <a:pt x="21931" y="7247"/>
                        <a:pt x="20829" y="7315"/>
                        <a:pt x="19784" y="7315"/>
                      </a:cubicBezTo>
                      <a:cubicBezTo>
                        <a:pt x="16328" y="7315"/>
                        <a:pt x="13525" y="6582"/>
                        <a:pt x="11281" y="5104"/>
                      </a:cubicBezTo>
                      <a:cubicBezTo>
                        <a:pt x="10456" y="4562"/>
                        <a:pt x="9680" y="3898"/>
                        <a:pt x="8934" y="3256"/>
                      </a:cubicBezTo>
                      <a:cubicBezTo>
                        <a:pt x="7900" y="2369"/>
                        <a:pt x="6831" y="1450"/>
                        <a:pt x="5607" y="837"/>
                      </a:cubicBezTo>
                      <a:cubicBezTo>
                        <a:pt x="4487" y="277"/>
                        <a:pt x="3252" y="0"/>
                        <a:pt x="2021"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Google Shape;716;p31">
                <a:extLst>
                  <a:ext uri="{FF2B5EF4-FFF2-40B4-BE49-F238E27FC236}">
                    <a16:creationId xmlns:a16="http://schemas.microsoft.com/office/drawing/2014/main" id="{22AE00EC-125D-3822-D33B-491F533481C5}"/>
                  </a:ext>
                </a:extLst>
              </p:cNvPr>
              <p:cNvSpPr/>
              <p:nvPr/>
            </p:nvSpPr>
            <p:spPr>
              <a:xfrm>
                <a:off x="4921590" y="3223954"/>
                <a:ext cx="166021" cy="741615"/>
              </a:xfrm>
              <a:custGeom>
                <a:avLst/>
                <a:gdLst/>
                <a:ahLst/>
                <a:cxnLst/>
                <a:rect l="l" t="t" r="r" b="b"/>
                <a:pathLst>
                  <a:path w="4225" h="18873" extrusionOk="0">
                    <a:moveTo>
                      <a:pt x="0" y="0"/>
                    </a:moveTo>
                    <a:lnTo>
                      <a:pt x="0" y="18872"/>
                    </a:lnTo>
                    <a:lnTo>
                      <a:pt x="4225" y="18872"/>
                    </a:lnTo>
                    <a:lnTo>
                      <a:pt x="4225"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717;p31">
                <a:extLst>
                  <a:ext uri="{FF2B5EF4-FFF2-40B4-BE49-F238E27FC236}">
                    <a16:creationId xmlns:a16="http://schemas.microsoft.com/office/drawing/2014/main" id="{06C617CE-C056-D91D-A574-ABD995452FB5}"/>
                  </a:ext>
                </a:extLst>
              </p:cNvPr>
              <p:cNvSpPr/>
              <p:nvPr/>
            </p:nvSpPr>
            <p:spPr>
              <a:xfrm>
                <a:off x="5168405" y="3072588"/>
                <a:ext cx="166179" cy="892979"/>
              </a:xfrm>
              <a:custGeom>
                <a:avLst/>
                <a:gdLst/>
                <a:ahLst/>
                <a:cxnLst/>
                <a:rect l="l" t="t" r="r" b="b"/>
                <a:pathLst>
                  <a:path w="4229" h="22725" extrusionOk="0">
                    <a:moveTo>
                      <a:pt x="1" y="1"/>
                    </a:moveTo>
                    <a:lnTo>
                      <a:pt x="1" y="22724"/>
                    </a:lnTo>
                    <a:lnTo>
                      <a:pt x="4229" y="22724"/>
                    </a:lnTo>
                    <a:lnTo>
                      <a:pt x="4229"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718;p31">
                <a:extLst>
                  <a:ext uri="{FF2B5EF4-FFF2-40B4-BE49-F238E27FC236}">
                    <a16:creationId xmlns:a16="http://schemas.microsoft.com/office/drawing/2014/main" id="{9CE088AD-C4C6-30C2-5CFF-3F82B64E9E67}"/>
                  </a:ext>
                </a:extLst>
              </p:cNvPr>
              <p:cNvSpPr/>
              <p:nvPr/>
            </p:nvSpPr>
            <p:spPr>
              <a:xfrm>
                <a:off x="5415377" y="2923933"/>
                <a:ext cx="166179" cy="1041632"/>
              </a:xfrm>
              <a:custGeom>
                <a:avLst/>
                <a:gdLst/>
                <a:ahLst/>
                <a:cxnLst/>
                <a:rect l="l" t="t" r="r" b="b"/>
                <a:pathLst>
                  <a:path w="4229" h="26508" extrusionOk="0">
                    <a:moveTo>
                      <a:pt x="1" y="0"/>
                    </a:moveTo>
                    <a:lnTo>
                      <a:pt x="1" y="26507"/>
                    </a:lnTo>
                    <a:lnTo>
                      <a:pt x="4229" y="26507"/>
                    </a:lnTo>
                    <a:lnTo>
                      <a:pt x="4229"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719;p31">
                <a:extLst>
                  <a:ext uri="{FF2B5EF4-FFF2-40B4-BE49-F238E27FC236}">
                    <a16:creationId xmlns:a16="http://schemas.microsoft.com/office/drawing/2014/main" id="{664A4F55-B50B-AD36-CDA1-C3EB7890BD61}"/>
                  </a:ext>
                </a:extLst>
              </p:cNvPr>
              <p:cNvSpPr/>
              <p:nvPr/>
            </p:nvSpPr>
            <p:spPr>
              <a:xfrm>
                <a:off x="5662310" y="2741719"/>
                <a:ext cx="166100" cy="1223843"/>
              </a:xfrm>
              <a:custGeom>
                <a:avLst/>
                <a:gdLst/>
                <a:ahLst/>
                <a:cxnLst/>
                <a:rect l="l" t="t" r="r" b="b"/>
                <a:pathLst>
                  <a:path w="4227" h="31145" extrusionOk="0">
                    <a:moveTo>
                      <a:pt x="1" y="0"/>
                    </a:moveTo>
                    <a:lnTo>
                      <a:pt x="1" y="31144"/>
                    </a:lnTo>
                    <a:lnTo>
                      <a:pt x="4226" y="31144"/>
                    </a:lnTo>
                    <a:lnTo>
                      <a:pt x="4226"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20;p31">
                <a:extLst>
                  <a:ext uri="{FF2B5EF4-FFF2-40B4-BE49-F238E27FC236}">
                    <a16:creationId xmlns:a16="http://schemas.microsoft.com/office/drawing/2014/main" id="{AD3B7ADD-556B-2141-749F-DF6E27177EA6}"/>
                  </a:ext>
                </a:extLst>
              </p:cNvPr>
              <p:cNvSpPr/>
              <p:nvPr/>
            </p:nvSpPr>
            <p:spPr>
              <a:xfrm>
                <a:off x="5909282" y="3001659"/>
                <a:ext cx="166061" cy="963906"/>
              </a:xfrm>
              <a:custGeom>
                <a:avLst/>
                <a:gdLst/>
                <a:ahLst/>
                <a:cxnLst/>
                <a:rect l="l" t="t" r="r" b="b"/>
                <a:pathLst>
                  <a:path w="4226" h="24530" extrusionOk="0">
                    <a:moveTo>
                      <a:pt x="1" y="0"/>
                    </a:moveTo>
                    <a:lnTo>
                      <a:pt x="1" y="24529"/>
                    </a:lnTo>
                    <a:lnTo>
                      <a:pt x="4225" y="24529"/>
                    </a:lnTo>
                    <a:lnTo>
                      <a:pt x="42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21;p31">
                <a:extLst>
                  <a:ext uri="{FF2B5EF4-FFF2-40B4-BE49-F238E27FC236}">
                    <a16:creationId xmlns:a16="http://schemas.microsoft.com/office/drawing/2014/main" id="{95A2A678-70B6-5517-0E77-DBA3756DBD90}"/>
                  </a:ext>
                </a:extLst>
              </p:cNvPr>
              <p:cNvSpPr/>
              <p:nvPr/>
            </p:nvSpPr>
            <p:spPr>
              <a:xfrm>
                <a:off x="6156254" y="2640416"/>
                <a:ext cx="166061" cy="1325145"/>
              </a:xfrm>
              <a:custGeom>
                <a:avLst/>
                <a:gdLst/>
                <a:ahLst/>
                <a:cxnLst/>
                <a:rect l="l" t="t" r="r" b="b"/>
                <a:pathLst>
                  <a:path w="4226" h="33723" extrusionOk="0">
                    <a:moveTo>
                      <a:pt x="1" y="1"/>
                    </a:moveTo>
                    <a:lnTo>
                      <a:pt x="1" y="33722"/>
                    </a:lnTo>
                    <a:lnTo>
                      <a:pt x="4225" y="33722"/>
                    </a:lnTo>
                    <a:lnTo>
                      <a:pt x="4225"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22;p31">
                <a:extLst>
                  <a:ext uri="{FF2B5EF4-FFF2-40B4-BE49-F238E27FC236}">
                    <a16:creationId xmlns:a16="http://schemas.microsoft.com/office/drawing/2014/main" id="{F1BEE6AA-0FE6-4ED6-6D50-04646B859231}"/>
                  </a:ext>
                </a:extLst>
              </p:cNvPr>
              <p:cNvSpPr/>
              <p:nvPr/>
            </p:nvSpPr>
            <p:spPr>
              <a:xfrm>
                <a:off x="6403226" y="3091489"/>
                <a:ext cx="166061" cy="874078"/>
              </a:xfrm>
              <a:custGeom>
                <a:avLst/>
                <a:gdLst/>
                <a:ahLst/>
                <a:cxnLst/>
                <a:rect l="l" t="t" r="r" b="b"/>
                <a:pathLst>
                  <a:path w="4226" h="22244" extrusionOk="0">
                    <a:moveTo>
                      <a:pt x="1" y="0"/>
                    </a:moveTo>
                    <a:lnTo>
                      <a:pt x="1" y="22243"/>
                    </a:lnTo>
                    <a:lnTo>
                      <a:pt x="4225" y="22243"/>
                    </a:lnTo>
                    <a:lnTo>
                      <a:pt x="42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23;p31">
                <a:extLst>
                  <a:ext uri="{FF2B5EF4-FFF2-40B4-BE49-F238E27FC236}">
                    <a16:creationId xmlns:a16="http://schemas.microsoft.com/office/drawing/2014/main" id="{F8BC0D73-423C-C69D-C5F3-A18DBB676921}"/>
                  </a:ext>
                </a:extLst>
              </p:cNvPr>
              <p:cNvSpPr/>
              <p:nvPr/>
            </p:nvSpPr>
            <p:spPr>
              <a:xfrm>
                <a:off x="6650080" y="2798266"/>
                <a:ext cx="166179" cy="1167297"/>
              </a:xfrm>
              <a:custGeom>
                <a:avLst/>
                <a:gdLst/>
                <a:ahLst/>
                <a:cxnLst/>
                <a:rect l="l" t="t" r="r" b="b"/>
                <a:pathLst>
                  <a:path w="4229" h="29706" extrusionOk="0">
                    <a:moveTo>
                      <a:pt x="0" y="1"/>
                    </a:moveTo>
                    <a:lnTo>
                      <a:pt x="0" y="29705"/>
                    </a:lnTo>
                    <a:lnTo>
                      <a:pt x="4228" y="29705"/>
                    </a:lnTo>
                    <a:lnTo>
                      <a:pt x="4228"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24;p31">
                <a:extLst>
                  <a:ext uri="{FF2B5EF4-FFF2-40B4-BE49-F238E27FC236}">
                    <a16:creationId xmlns:a16="http://schemas.microsoft.com/office/drawing/2014/main" id="{13CF031D-BFC7-EDD8-BDDA-A802421BCCE5}"/>
                  </a:ext>
                </a:extLst>
              </p:cNvPr>
              <p:cNvSpPr/>
              <p:nvPr/>
            </p:nvSpPr>
            <p:spPr>
              <a:xfrm>
                <a:off x="6897013" y="3673574"/>
                <a:ext cx="166218" cy="292001"/>
              </a:xfrm>
              <a:custGeom>
                <a:avLst/>
                <a:gdLst/>
                <a:ahLst/>
                <a:cxnLst/>
                <a:rect l="l" t="t" r="r" b="b"/>
                <a:pathLst>
                  <a:path w="4230" h="7431" extrusionOk="0">
                    <a:moveTo>
                      <a:pt x="1" y="1"/>
                    </a:moveTo>
                    <a:lnTo>
                      <a:pt x="1" y="7430"/>
                    </a:lnTo>
                    <a:lnTo>
                      <a:pt x="4229" y="7430"/>
                    </a:lnTo>
                    <a:lnTo>
                      <a:pt x="4229"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25;p31">
                <a:extLst>
                  <a:ext uri="{FF2B5EF4-FFF2-40B4-BE49-F238E27FC236}">
                    <a16:creationId xmlns:a16="http://schemas.microsoft.com/office/drawing/2014/main" id="{BA1D13BA-C6B6-6383-BAD1-A9A6603070B6}"/>
                  </a:ext>
                </a:extLst>
              </p:cNvPr>
              <p:cNvSpPr/>
              <p:nvPr/>
            </p:nvSpPr>
            <p:spPr>
              <a:xfrm>
                <a:off x="7143985" y="2724901"/>
                <a:ext cx="166061" cy="1240661"/>
              </a:xfrm>
              <a:custGeom>
                <a:avLst/>
                <a:gdLst/>
                <a:ahLst/>
                <a:cxnLst/>
                <a:rect l="l" t="t" r="r" b="b"/>
                <a:pathLst>
                  <a:path w="4226" h="31573" extrusionOk="0">
                    <a:moveTo>
                      <a:pt x="1" y="1"/>
                    </a:moveTo>
                    <a:lnTo>
                      <a:pt x="1" y="31572"/>
                    </a:lnTo>
                    <a:lnTo>
                      <a:pt x="4225" y="31572"/>
                    </a:lnTo>
                    <a:lnTo>
                      <a:pt x="4225"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26;p31">
                <a:extLst>
                  <a:ext uri="{FF2B5EF4-FFF2-40B4-BE49-F238E27FC236}">
                    <a16:creationId xmlns:a16="http://schemas.microsoft.com/office/drawing/2014/main" id="{34AEDDAA-1443-C7C9-98D9-C3ACE404D70E}"/>
                  </a:ext>
                </a:extLst>
              </p:cNvPr>
              <p:cNvSpPr/>
              <p:nvPr/>
            </p:nvSpPr>
            <p:spPr>
              <a:xfrm>
                <a:off x="7390957" y="2381065"/>
                <a:ext cx="166061" cy="1584492"/>
              </a:xfrm>
              <a:custGeom>
                <a:avLst/>
                <a:gdLst/>
                <a:ahLst/>
                <a:cxnLst/>
                <a:rect l="l" t="t" r="r" b="b"/>
                <a:pathLst>
                  <a:path w="4226" h="40323" extrusionOk="0">
                    <a:moveTo>
                      <a:pt x="1" y="0"/>
                    </a:moveTo>
                    <a:lnTo>
                      <a:pt x="1" y="40322"/>
                    </a:lnTo>
                    <a:lnTo>
                      <a:pt x="4225" y="40322"/>
                    </a:lnTo>
                    <a:lnTo>
                      <a:pt x="4225"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27;p31">
                <a:extLst>
                  <a:ext uri="{FF2B5EF4-FFF2-40B4-BE49-F238E27FC236}">
                    <a16:creationId xmlns:a16="http://schemas.microsoft.com/office/drawing/2014/main" id="{959A2CFF-C309-4010-98EE-4D155BF84841}"/>
                  </a:ext>
                </a:extLst>
              </p:cNvPr>
              <p:cNvSpPr/>
              <p:nvPr/>
            </p:nvSpPr>
            <p:spPr>
              <a:xfrm>
                <a:off x="7637929" y="3115184"/>
                <a:ext cx="166061" cy="850383"/>
              </a:xfrm>
              <a:custGeom>
                <a:avLst/>
                <a:gdLst/>
                <a:ahLst/>
                <a:cxnLst/>
                <a:rect l="l" t="t" r="r" b="b"/>
                <a:pathLst>
                  <a:path w="4226" h="21641" extrusionOk="0">
                    <a:moveTo>
                      <a:pt x="1" y="0"/>
                    </a:moveTo>
                    <a:lnTo>
                      <a:pt x="1" y="21640"/>
                    </a:lnTo>
                    <a:lnTo>
                      <a:pt x="4225" y="21640"/>
                    </a:lnTo>
                    <a:lnTo>
                      <a:pt x="4225"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 name="Google Shape;728;p31">
            <a:extLst>
              <a:ext uri="{FF2B5EF4-FFF2-40B4-BE49-F238E27FC236}">
                <a16:creationId xmlns:a16="http://schemas.microsoft.com/office/drawing/2014/main" id="{8F2BDB06-9565-14B2-BF16-D9E2C0CF9B25}"/>
              </a:ext>
            </a:extLst>
          </p:cNvPr>
          <p:cNvGrpSpPr/>
          <p:nvPr/>
        </p:nvGrpSpPr>
        <p:grpSpPr>
          <a:xfrm>
            <a:off x="6808010" y="2032678"/>
            <a:ext cx="609814" cy="1368907"/>
            <a:chOff x="5262046" y="2234728"/>
            <a:chExt cx="1054922" cy="2623643"/>
          </a:xfrm>
        </p:grpSpPr>
        <p:sp>
          <p:nvSpPr>
            <p:cNvPr id="59" name="Google Shape;729;p31">
              <a:extLst>
                <a:ext uri="{FF2B5EF4-FFF2-40B4-BE49-F238E27FC236}">
                  <a16:creationId xmlns:a16="http://schemas.microsoft.com/office/drawing/2014/main" id="{07EA4B5E-1D81-2737-02B1-8DDE4BC1BD48}"/>
                </a:ext>
              </a:extLst>
            </p:cNvPr>
            <p:cNvSpPr/>
            <p:nvPr/>
          </p:nvSpPr>
          <p:spPr>
            <a:xfrm>
              <a:off x="6104070" y="2510819"/>
              <a:ext cx="54895" cy="4008"/>
            </a:xfrm>
            <a:custGeom>
              <a:avLst/>
              <a:gdLst/>
              <a:ahLst/>
              <a:cxnLst/>
              <a:rect l="l" t="t" r="r" b="b"/>
              <a:pathLst>
                <a:path w="1397" h="102" extrusionOk="0">
                  <a:moveTo>
                    <a:pt x="529" y="0"/>
                  </a:moveTo>
                  <a:cubicBezTo>
                    <a:pt x="353" y="0"/>
                    <a:pt x="177" y="15"/>
                    <a:pt x="1" y="36"/>
                  </a:cubicBezTo>
                  <a:cubicBezTo>
                    <a:pt x="134" y="40"/>
                    <a:pt x="263" y="43"/>
                    <a:pt x="393" y="47"/>
                  </a:cubicBezTo>
                  <a:cubicBezTo>
                    <a:pt x="729" y="58"/>
                    <a:pt x="1064" y="76"/>
                    <a:pt x="1397" y="101"/>
                  </a:cubicBezTo>
                  <a:cubicBezTo>
                    <a:pt x="1107" y="33"/>
                    <a:pt x="819" y="0"/>
                    <a:pt x="529" y="0"/>
                  </a:cubicBezTo>
                  <a:close/>
                </a:path>
              </a:pathLst>
            </a:custGeom>
            <a:solidFill>
              <a:srgbClr val="C2D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30;p31">
              <a:extLst>
                <a:ext uri="{FF2B5EF4-FFF2-40B4-BE49-F238E27FC236}">
                  <a16:creationId xmlns:a16="http://schemas.microsoft.com/office/drawing/2014/main" id="{F56F9785-55FD-00A0-A45B-6CEC1CF4031E}"/>
                </a:ext>
              </a:extLst>
            </p:cNvPr>
            <p:cNvSpPr/>
            <p:nvPr/>
          </p:nvSpPr>
          <p:spPr>
            <a:xfrm>
              <a:off x="6266871" y="2618410"/>
              <a:ext cx="157" cy="236"/>
            </a:xfrm>
            <a:custGeom>
              <a:avLst/>
              <a:gdLst/>
              <a:ahLst/>
              <a:cxnLst/>
              <a:rect l="l" t="t" r="r" b="b"/>
              <a:pathLst>
                <a:path w="4" h="6" extrusionOk="0">
                  <a:moveTo>
                    <a:pt x="0" y="1"/>
                  </a:moveTo>
                  <a:cubicBezTo>
                    <a:pt x="0" y="5"/>
                    <a:pt x="4" y="5"/>
                    <a:pt x="4" y="5"/>
                  </a:cubicBezTo>
                  <a:cubicBezTo>
                    <a:pt x="4" y="5"/>
                    <a:pt x="0" y="5"/>
                    <a:pt x="0" y="1"/>
                  </a:cubicBezTo>
                  <a:close/>
                </a:path>
              </a:pathLst>
            </a:custGeom>
            <a:solidFill>
              <a:srgbClr val="99B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31;p31">
              <a:extLst>
                <a:ext uri="{FF2B5EF4-FFF2-40B4-BE49-F238E27FC236}">
                  <a16:creationId xmlns:a16="http://schemas.microsoft.com/office/drawing/2014/main" id="{AE0AD6A5-DECB-0C28-9DAF-EE7F25C30643}"/>
                </a:ext>
              </a:extLst>
            </p:cNvPr>
            <p:cNvSpPr/>
            <p:nvPr/>
          </p:nvSpPr>
          <p:spPr>
            <a:xfrm>
              <a:off x="5977067" y="2638333"/>
              <a:ext cx="3340" cy="49826"/>
            </a:xfrm>
            <a:custGeom>
              <a:avLst/>
              <a:gdLst/>
              <a:ahLst/>
              <a:cxnLst/>
              <a:rect l="l" t="t" r="r" b="b"/>
              <a:pathLst>
                <a:path w="85" h="1268" extrusionOk="0">
                  <a:moveTo>
                    <a:pt x="42" y="0"/>
                  </a:moveTo>
                  <a:cubicBezTo>
                    <a:pt x="9" y="244"/>
                    <a:pt x="1" y="487"/>
                    <a:pt x="15" y="728"/>
                  </a:cubicBezTo>
                  <a:lnTo>
                    <a:pt x="15" y="728"/>
                  </a:lnTo>
                  <a:cubicBezTo>
                    <a:pt x="2" y="487"/>
                    <a:pt x="11" y="243"/>
                    <a:pt x="45" y="0"/>
                  </a:cubicBezTo>
                  <a:close/>
                  <a:moveTo>
                    <a:pt x="15" y="728"/>
                  </a:moveTo>
                  <a:lnTo>
                    <a:pt x="15" y="728"/>
                  </a:lnTo>
                  <a:cubicBezTo>
                    <a:pt x="26" y="910"/>
                    <a:pt x="49" y="1091"/>
                    <a:pt x="85" y="1267"/>
                  </a:cubicBezTo>
                  <a:cubicBezTo>
                    <a:pt x="75" y="1213"/>
                    <a:pt x="63" y="1156"/>
                    <a:pt x="56" y="1099"/>
                  </a:cubicBezTo>
                  <a:cubicBezTo>
                    <a:pt x="37" y="976"/>
                    <a:pt x="23" y="852"/>
                    <a:pt x="15" y="728"/>
                  </a:cubicBezTo>
                  <a:close/>
                </a:path>
              </a:pathLst>
            </a:custGeom>
            <a:solidFill>
              <a:srgbClr val="E6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32;p31">
              <a:extLst>
                <a:ext uri="{FF2B5EF4-FFF2-40B4-BE49-F238E27FC236}">
                  <a16:creationId xmlns:a16="http://schemas.microsoft.com/office/drawing/2014/main" id="{C4ECA8DF-BAEC-17D3-D7FC-C7103882BA3C}"/>
                </a:ext>
              </a:extLst>
            </p:cNvPr>
            <p:cNvSpPr/>
            <p:nvPr/>
          </p:nvSpPr>
          <p:spPr>
            <a:xfrm>
              <a:off x="5988698" y="2715077"/>
              <a:ext cx="39099" cy="54306"/>
            </a:xfrm>
            <a:custGeom>
              <a:avLst/>
              <a:gdLst/>
              <a:ahLst/>
              <a:cxnLst/>
              <a:rect l="l" t="t" r="r" b="b"/>
              <a:pathLst>
                <a:path w="995" h="1382" extrusionOk="0">
                  <a:moveTo>
                    <a:pt x="1" y="0"/>
                  </a:moveTo>
                  <a:lnTo>
                    <a:pt x="1" y="0"/>
                  </a:lnTo>
                  <a:cubicBezTo>
                    <a:pt x="220" y="527"/>
                    <a:pt x="557" y="1001"/>
                    <a:pt x="995" y="1382"/>
                  </a:cubicBezTo>
                  <a:cubicBezTo>
                    <a:pt x="561" y="1001"/>
                    <a:pt x="220" y="524"/>
                    <a:pt x="1" y="0"/>
                  </a:cubicBezTo>
                  <a:close/>
                </a:path>
              </a:pathLst>
            </a:custGeom>
            <a:solidFill>
              <a:srgbClr val="E6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33;p31">
              <a:extLst>
                <a:ext uri="{FF2B5EF4-FFF2-40B4-BE49-F238E27FC236}">
                  <a16:creationId xmlns:a16="http://schemas.microsoft.com/office/drawing/2014/main" id="{3931F4AA-9F72-75FD-81B4-5811ED9C1B71}"/>
                </a:ext>
              </a:extLst>
            </p:cNvPr>
            <p:cNvSpPr/>
            <p:nvPr/>
          </p:nvSpPr>
          <p:spPr>
            <a:xfrm>
              <a:off x="5965592" y="2784355"/>
              <a:ext cx="125548" cy="256714"/>
            </a:xfrm>
            <a:custGeom>
              <a:avLst/>
              <a:gdLst/>
              <a:ahLst/>
              <a:cxnLst/>
              <a:rect l="l" t="t" r="r" b="b"/>
              <a:pathLst>
                <a:path w="3195" h="6533" extrusionOk="0">
                  <a:moveTo>
                    <a:pt x="2729" y="0"/>
                  </a:moveTo>
                  <a:cubicBezTo>
                    <a:pt x="2573" y="0"/>
                    <a:pt x="2423" y="83"/>
                    <a:pt x="2344" y="229"/>
                  </a:cubicBezTo>
                  <a:cubicBezTo>
                    <a:pt x="1838" y="1169"/>
                    <a:pt x="1414" y="2139"/>
                    <a:pt x="1001" y="3115"/>
                  </a:cubicBezTo>
                  <a:cubicBezTo>
                    <a:pt x="804" y="3606"/>
                    <a:pt x="600" y="4091"/>
                    <a:pt x="417" y="4590"/>
                  </a:cubicBezTo>
                  <a:lnTo>
                    <a:pt x="137" y="5329"/>
                  </a:lnTo>
                  <a:cubicBezTo>
                    <a:pt x="44" y="5577"/>
                    <a:pt x="0" y="5843"/>
                    <a:pt x="173" y="6187"/>
                  </a:cubicBezTo>
                  <a:cubicBezTo>
                    <a:pt x="284" y="6404"/>
                    <a:pt x="505" y="6533"/>
                    <a:pt x="736" y="6533"/>
                  </a:cubicBezTo>
                  <a:cubicBezTo>
                    <a:pt x="819" y="6533"/>
                    <a:pt x="903" y="6516"/>
                    <a:pt x="983" y="6481"/>
                  </a:cubicBezTo>
                  <a:cubicBezTo>
                    <a:pt x="1339" y="6330"/>
                    <a:pt x="1475" y="6101"/>
                    <a:pt x="1561" y="5850"/>
                  </a:cubicBezTo>
                  <a:lnTo>
                    <a:pt x="1823" y="5103"/>
                  </a:lnTo>
                  <a:cubicBezTo>
                    <a:pt x="2007" y="4604"/>
                    <a:pt x="2161" y="4098"/>
                    <a:pt x="2326" y="3595"/>
                  </a:cubicBezTo>
                  <a:cubicBezTo>
                    <a:pt x="2638" y="2587"/>
                    <a:pt x="2936" y="1571"/>
                    <a:pt x="3155" y="523"/>
                  </a:cubicBezTo>
                  <a:cubicBezTo>
                    <a:pt x="3195" y="340"/>
                    <a:pt x="3108" y="146"/>
                    <a:pt x="2936" y="53"/>
                  </a:cubicBezTo>
                  <a:cubicBezTo>
                    <a:pt x="2870" y="17"/>
                    <a:pt x="2799" y="0"/>
                    <a:pt x="2729"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734;p31">
              <a:extLst>
                <a:ext uri="{FF2B5EF4-FFF2-40B4-BE49-F238E27FC236}">
                  <a16:creationId xmlns:a16="http://schemas.microsoft.com/office/drawing/2014/main" id="{96105447-D815-162D-003B-ED6B92E2E4BA}"/>
                </a:ext>
              </a:extLst>
            </p:cNvPr>
            <p:cNvSpPr/>
            <p:nvPr/>
          </p:nvSpPr>
          <p:spPr>
            <a:xfrm>
              <a:off x="5288021" y="2719557"/>
              <a:ext cx="227950" cy="308348"/>
            </a:xfrm>
            <a:custGeom>
              <a:avLst/>
              <a:gdLst/>
              <a:ahLst/>
              <a:cxnLst/>
              <a:rect l="l" t="t" r="r" b="b"/>
              <a:pathLst>
                <a:path w="5801" h="7847" extrusionOk="0">
                  <a:moveTo>
                    <a:pt x="2024" y="1"/>
                  </a:moveTo>
                  <a:cubicBezTo>
                    <a:pt x="1928" y="130"/>
                    <a:pt x="1863" y="223"/>
                    <a:pt x="1788" y="331"/>
                  </a:cubicBezTo>
                  <a:cubicBezTo>
                    <a:pt x="1716" y="438"/>
                    <a:pt x="1648" y="543"/>
                    <a:pt x="1579" y="650"/>
                  </a:cubicBezTo>
                  <a:cubicBezTo>
                    <a:pt x="1446" y="866"/>
                    <a:pt x="1321" y="1081"/>
                    <a:pt x="1203" y="1303"/>
                  </a:cubicBezTo>
                  <a:cubicBezTo>
                    <a:pt x="966" y="1745"/>
                    <a:pt x="761" y="2204"/>
                    <a:pt x="582" y="2678"/>
                  </a:cubicBezTo>
                  <a:cubicBezTo>
                    <a:pt x="227" y="3626"/>
                    <a:pt x="0" y="4652"/>
                    <a:pt x="15" y="5718"/>
                  </a:cubicBezTo>
                  <a:cubicBezTo>
                    <a:pt x="15" y="5822"/>
                    <a:pt x="18" y="6049"/>
                    <a:pt x="68" y="6256"/>
                  </a:cubicBezTo>
                  <a:cubicBezTo>
                    <a:pt x="115" y="6465"/>
                    <a:pt x="205" y="6680"/>
                    <a:pt x="330" y="6864"/>
                  </a:cubicBezTo>
                  <a:cubicBezTo>
                    <a:pt x="585" y="7240"/>
                    <a:pt x="933" y="7452"/>
                    <a:pt x="1235" y="7578"/>
                  </a:cubicBezTo>
                  <a:cubicBezTo>
                    <a:pt x="1544" y="7707"/>
                    <a:pt x="1831" y="7768"/>
                    <a:pt x="2104" y="7804"/>
                  </a:cubicBezTo>
                  <a:cubicBezTo>
                    <a:pt x="2380" y="7840"/>
                    <a:pt x="2642" y="7847"/>
                    <a:pt x="2901" y="7847"/>
                  </a:cubicBezTo>
                  <a:cubicBezTo>
                    <a:pt x="3927" y="7822"/>
                    <a:pt x="4860" y="7628"/>
                    <a:pt x="5800" y="7341"/>
                  </a:cubicBezTo>
                  <a:lnTo>
                    <a:pt x="5603" y="6397"/>
                  </a:lnTo>
                  <a:cubicBezTo>
                    <a:pt x="5166" y="6423"/>
                    <a:pt x="4720" y="6442"/>
                    <a:pt x="4281" y="6442"/>
                  </a:cubicBezTo>
                  <a:cubicBezTo>
                    <a:pt x="3831" y="6442"/>
                    <a:pt x="3389" y="6422"/>
                    <a:pt x="2972" y="6372"/>
                  </a:cubicBezTo>
                  <a:cubicBezTo>
                    <a:pt x="2563" y="6325"/>
                    <a:pt x="2161" y="6225"/>
                    <a:pt x="1928" y="6092"/>
                  </a:cubicBezTo>
                  <a:cubicBezTo>
                    <a:pt x="1809" y="6024"/>
                    <a:pt x="1763" y="5959"/>
                    <a:pt x="1769" y="5938"/>
                  </a:cubicBezTo>
                  <a:lnTo>
                    <a:pt x="1773" y="5905"/>
                  </a:lnTo>
                  <a:lnTo>
                    <a:pt x="1784" y="5754"/>
                  </a:lnTo>
                  <a:cubicBezTo>
                    <a:pt x="1834" y="4961"/>
                    <a:pt x="2061" y="4157"/>
                    <a:pt x="2376" y="3382"/>
                  </a:cubicBezTo>
                  <a:cubicBezTo>
                    <a:pt x="2538" y="2991"/>
                    <a:pt x="2728" y="2610"/>
                    <a:pt x="2929" y="2237"/>
                  </a:cubicBezTo>
                  <a:cubicBezTo>
                    <a:pt x="3030" y="2050"/>
                    <a:pt x="3137" y="1863"/>
                    <a:pt x="3249" y="1684"/>
                  </a:cubicBezTo>
                  <a:lnTo>
                    <a:pt x="3417" y="1419"/>
                  </a:lnTo>
                  <a:cubicBezTo>
                    <a:pt x="3471" y="1336"/>
                    <a:pt x="3539" y="1235"/>
                    <a:pt x="3578" y="1178"/>
                  </a:cubicBezTo>
                  <a:lnTo>
                    <a:pt x="2024"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735;p31">
              <a:extLst>
                <a:ext uri="{FF2B5EF4-FFF2-40B4-BE49-F238E27FC236}">
                  <a16:creationId xmlns:a16="http://schemas.microsoft.com/office/drawing/2014/main" id="{C517BF86-9A73-43CD-C03D-02FF215AC709}"/>
                </a:ext>
              </a:extLst>
            </p:cNvPr>
            <p:cNvSpPr/>
            <p:nvPr/>
          </p:nvSpPr>
          <p:spPr>
            <a:xfrm>
              <a:off x="5297766" y="2639787"/>
              <a:ext cx="193528" cy="199147"/>
            </a:xfrm>
            <a:custGeom>
              <a:avLst/>
              <a:gdLst/>
              <a:ahLst/>
              <a:cxnLst/>
              <a:rect l="l" t="t" r="r" b="b"/>
              <a:pathLst>
                <a:path w="4925" h="5068" extrusionOk="0">
                  <a:moveTo>
                    <a:pt x="2971" y="1"/>
                  </a:moveTo>
                  <a:cubicBezTo>
                    <a:pt x="2873" y="1"/>
                    <a:pt x="2766" y="14"/>
                    <a:pt x="2649" y="43"/>
                  </a:cubicBezTo>
                  <a:cubicBezTo>
                    <a:pt x="1863" y="236"/>
                    <a:pt x="0" y="3338"/>
                    <a:pt x="0" y="3338"/>
                  </a:cubicBezTo>
                  <a:lnTo>
                    <a:pt x="4174" y="5067"/>
                  </a:lnTo>
                  <a:cubicBezTo>
                    <a:pt x="4174" y="5067"/>
                    <a:pt x="4924" y="2705"/>
                    <a:pt x="4454" y="1761"/>
                  </a:cubicBezTo>
                  <a:cubicBezTo>
                    <a:pt x="4017" y="883"/>
                    <a:pt x="3772" y="1"/>
                    <a:pt x="2971"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736;p31">
              <a:extLst>
                <a:ext uri="{FF2B5EF4-FFF2-40B4-BE49-F238E27FC236}">
                  <a16:creationId xmlns:a16="http://schemas.microsoft.com/office/drawing/2014/main" id="{2940CA17-B9BF-8336-509C-21230E3DCFAC}"/>
                </a:ext>
              </a:extLst>
            </p:cNvPr>
            <p:cNvSpPr/>
            <p:nvPr/>
          </p:nvSpPr>
          <p:spPr>
            <a:xfrm>
              <a:off x="5488310" y="2958906"/>
              <a:ext cx="102442" cy="63068"/>
            </a:xfrm>
            <a:custGeom>
              <a:avLst/>
              <a:gdLst/>
              <a:ahLst/>
              <a:cxnLst/>
              <a:rect l="l" t="t" r="r" b="b"/>
              <a:pathLst>
                <a:path w="2607" h="1605" extrusionOk="0">
                  <a:moveTo>
                    <a:pt x="2606" y="1"/>
                  </a:moveTo>
                  <a:lnTo>
                    <a:pt x="696" y="202"/>
                  </a:lnTo>
                  <a:lnTo>
                    <a:pt x="0" y="765"/>
                  </a:lnTo>
                  <a:cubicBezTo>
                    <a:pt x="312" y="1494"/>
                    <a:pt x="1533" y="1605"/>
                    <a:pt x="1533" y="1605"/>
                  </a:cubicBezTo>
                  <a:lnTo>
                    <a:pt x="2606"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737;p31">
              <a:extLst>
                <a:ext uri="{FF2B5EF4-FFF2-40B4-BE49-F238E27FC236}">
                  <a16:creationId xmlns:a16="http://schemas.microsoft.com/office/drawing/2014/main" id="{158AD164-8BC1-28AA-7D3B-90BA4DC682CD}"/>
                </a:ext>
              </a:extLst>
            </p:cNvPr>
            <p:cNvSpPr/>
            <p:nvPr/>
          </p:nvSpPr>
          <p:spPr>
            <a:xfrm>
              <a:off x="5548510" y="2958906"/>
              <a:ext cx="95801" cy="96076"/>
            </a:xfrm>
            <a:custGeom>
              <a:avLst/>
              <a:gdLst/>
              <a:ahLst/>
              <a:cxnLst/>
              <a:rect l="l" t="t" r="r" b="b"/>
              <a:pathLst>
                <a:path w="2438" h="2445" extrusionOk="0">
                  <a:moveTo>
                    <a:pt x="1074" y="1"/>
                  </a:moveTo>
                  <a:lnTo>
                    <a:pt x="1" y="1605"/>
                  </a:lnTo>
                  <a:lnTo>
                    <a:pt x="970" y="2445"/>
                  </a:lnTo>
                  <a:lnTo>
                    <a:pt x="2438" y="851"/>
                  </a:lnTo>
                  <a:lnTo>
                    <a:pt x="1074"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738;p31">
              <a:extLst>
                <a:ext uri="{FF2B5EF4-FFF2-40B4-BE49-F238E27FC236}">
                  <a16:creationId xmlns:a16="http://schemas.microsoft.com/office/drawing/2014/main" id="{DFD8B6E6-FCFD-5647-0830-833AABF4DBCC}"/>
                </a:ext>
              </a:extLst>
            </p:cNvPr>
            <p:cNvSpPr/>
            <p:nvPr/>
          </p:nvSpPr>
          <p:spPr>
            <a:xfrm>
              <a:off x="5395494" y="4767365"/>
              <a:ext cx="39099" cy="18940"/>
            </a:xfrm>
            <a:custGeom>
              <a:avLst/>
              <a:gdLst/>
              <a:ahLst/>
              <a:cxnLst/>
              <a:rect l="l" t="t" r="r" b="b"/>
              <a:pathLst>
                <a:path w="995" h="482" extrusionOk="0">
                  <a:moveTo>
                    <a:pt x="796" y="88"/>
                  </a:moveTo>
                  <a:cubicBezTo>
                    <a:pt x="818" y="88"/>
                    <a:pt x="836" y="91"/>
                    <a:pt x="851" y="98"/>
                  </a:cubicBezTo>
                  <a:cubicBezTo>
                    <a:pt x="865" y="105"/>
                    <a:pt x="883" y="119"/>
                    <a:pt x="890" y="159"/>
                  </a:cubicBezTo>
                  <a:cubicBezTo>
                    <a:pt x="901" y="227"/>
                    <a:pt x="887" y="281"/>
                    <a:pt x="843" y="316"/>
                  </a:cubicBezTo>
                  <a:cubicBezTo>
                    <a:pt x="789" y="368"/>
                    <a:pt x="685" y="393"/>
                    <a:pt x="545" y="393"/>
                  </a:cubicBezTo>
                  <a:cubicBezTo>
                    <a:pt x="438" y="393"/>
                    <a:pt x="310" y="378"/>
                    <a:pt x="166" y="349"/>
                  </a:cubicBezTo>
                  <a:cubicBezTo>
                    <a:pt x="372" y="227"/>
                    <a:pt x="650" y="88"/>
                    <a:pt x="796" y="88"/>
                  </a:cubicBezTo>
                  <a:close/>
                  <a:moveTo>
                    <a:pt x="792" y="1"/>
                  </a:moveTo>
                  <a:cubicBezTo>
                    <a:pt x="533" y="1"/>
                    <a:pt x="82" y="297"/>
                    <a:pt x="25" y="334"/>
                  </a:cubicBezTo>
                  <a:cubicBezTo>
                    <a:pt x="11" y="342"/>
                    <a:pt x="0" y="359"/>
                    <a:pt x="4" y="378"/>
                  </a:cubicBezTo>
                  <a:cubicBezTo>
                    <a:pt x="7" y="396"/>
                    <a:pt x="22" y="410"/>
                    <a:pt x="40" y="414"/>
                  </a:cubicBezTo>
                  <a:cubicBezTo>
                    <a:pt x="172" y="446"/>
                    <a:pt x="366" y="482"/>
                    <a:pt x="542" y="482"/>
                  </a:cubicBezTo>
                  <a:cubicBezTo>
                    <a:pt x="689" y="482"/>
                    <a:pt x="825" y="457"/>
                    <a:pt x="905" y="385"/>
                  </a:cubicBezTo>
                  <a:cubicBezTo>
                    <a:pt x="969" y="328"/>
                    <a:pt x="994" y="245"/>
                    <a:pt x="980" y="144"/>
                  </a:cubicBezTo>
                  <a:cubicBezTo>
                    <a:pt x="969" y="69"/>
                    <a:pt x="923" y="33"/>
                    <a:pt x="887" y="19"/>
                  </a:cubicBezTo>
                  <a:cubicBezTo>
                    <a:pt x="860" y="7"/>
                    <a:pt x="828" y="1"/>
                    <a:pt x="7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739;p31">
              <a:extLst>
                <a:ext uri="{FF2B5EF4-FFF2-40B4-BE49-F238E27FC236}">
                  <a16:creationId xmlns:a16="http://schemas.microsoft.com/office/drawing/2014/main" id="{85148B33-1EAA-983E-04EB-3623265CCD69}"/>
                </a:ext>
              </a:extLst>
            </p:cNvPr>
            <p:cNvSpPr/>
            <p:nvPr/>
          </p:nvSpPr>
          <p:spPr>
            <a:xfrm>
              <a:off x="5395612" y="4749799"/>
              <a:ext cx="23341" cy="33990"/>
            </a:xfrm>
            <a:custGeom>
              <a:avLst/>
              <a:gdLst/>
              <a:ahLst/>
              <a:cxnLst/>
              <a:rect l="l" t="t" r="r" b="b"/>
              <a:pathLst>
                <a:path w="594" h="865" extrusionOk="0">
                  <a:moveTo>
                    <a:pt x="385" y="92"/>
                  </a:moveTo>
                  <a:cubicBezTo>
                    <a:pt x="446" y="100"/>
                    <a:pt x="456" y="125"/>
                    <a:pt x="461" y="147"/>
                  </a:cubicBezTo>
                  <a:cubicBezTo>
                    <a:pt x="489" y="279"/>
                    <a:pt x="274" y="588"/>
                    <a:pt x="94" y="731"/>
                  </a:cubicBezTo>
                  <a:cubicBezTo>
                    <a:pt x="101" y="548"/>
                    <a:pt x="144" y="240"/>
                    <a:pt x="267" y="132"/>
                  </a:cubicBezTo>
                  <a:cubicBezTo>
                    <a:pt x="295" y="103"/>
                    <a:pt x="327" y="92"/>
                    <a:pt x="367" y="92"/>
                  </a:cubicBezTo>
                  <a:close/>
                  <a:moveTo>
                    <a:pt x="361" y="0"/>
                  </a:moveTo>
                  <a:cubicBezTo>
                    <a:pt x="303" y="0"/>
                    <a:pt x="250" y="22"/>
                    <a:pt x="206" y="64"/>
                  </a:cubicBezTo>
                  <a:cubicBezTo>
                    <a:pt x="1" y="246"/>
                    <a:pt x="1" y="796"/>
                    <a:pt x="1" y="818"/>
                  </a:cubicBezTo>
                  <a:cubicBezTo>
                    <a:pt x="1" y="836"/>
                    <a:pt x="12" y="849"/>
                    <a:pt x="22" y="857"/>
                  </a:cubicBezTo>
                  <a:cubicBezTo>
                    <a:pt x="30" y="861"/>
                    <a:pt x="37" y="864"/>
                    <a:pt x="47" y="864"/>
                  </a:cubicBezTo>
                  <a:cubicBezTo>
                    <a:pt x="55" y="864"/>
                    <a:pt x="62" y="861"/>
                    <a:pt x="69" y="857"/>
                  </a:cubicBezTo>
                  <a:cubicBezTo>
                    <a:pt x="249" y="756"/>
                    <a:pt x="593" y="344"/>
                    <a:pt x="550" y="128"/>
                  </a:cubicBezTo>
                  <a:cubicBezTo>
                    <a:pt x="542" y="89"/>
                    <a:pt x="511" y="17"/>
                    <a:pt x="396" y="3"/>
                  </a:cubicBezTo>
                  <a:cubicBezTo>
                    <a:pt x="384" y="1"/>
                    <a:pt x="373" y="0"/>
                    <a:pt x="3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740;p31">
              <a:extLst>
                <a:ext uri="{FF2B5EF4-FFF2-40B4-BE49-F238E27FC236}">
                  <a16:creationId xmlns:a16="http://schemas.microsoft.com/office/drawing/2014/main" id="{F70863C5-244B-F681-F6DD-F2A1969EBA04}"/>
                </a:ext>
              </a:extLst>
            </p:cNvPr>
            <p:cNvSpPr/>
            <p:nvPr/>
          </p:nvSpPr>
          <p:spPr>
            <a:xfrm>
              <a:off x="5732413" y="4767404"/>
              <a:ext cx="46722" cy="19058"/>
            </a:xfrm>
            <a:custGeom>
              <a:avLst/>
              <a:gdLst/>
              <a:ahLst/>
              <a:cxnLst/>
              <a:rect l="l" t="t" r="r" b="b"/>
              <a:pathLst>
                <a:path w="1189" h="485" extrusionOk="0">
                  <a:moveTo>
                    <a:pt x="977" y="88"/>
                  </a:moveTo>
                  <a:cubicBezTo>
                    <a:pt x="1011" y="88"/>
                    <a:pt x="1039" y="93"/>
                    <a:pt x="1060" y="104"/>
                  </a:cubicBezTo>
                  <a:cubicBezTo>
                    <a:pt x="1081" y="115"/>
                    <a:pt x="1089" y="129"/>
                    <a:pt x="1092" y="154"/>
                  </a:cubicBezTo>
                  <a:cubicBezTo>
                    <a:pt x="1099" y="215"/>
                    <a:pt x="1081" y="262"/>
                    <a:pt x="1042" y="298"/>
                  </a:cubicBezTo>
                  <a:cubicBezTo>
                    <a:pt x="973" y="361"/>
                    <a:pt x="830" y="392"/>
                    <a:pt x="634" y="392"/>
                  </a:cubicBezTo>
                  <a:cubicBezTo>
                    <a:pt x="506" y="392"/>
                    <a:pt x="356" y="378"/>
                    <a:pt x="188" y="352"/>
                  </a:cubicBezTo>
                  <a:cubicBezTo>
                    <a:pt x="449" y="225"/>
                    <a:pt x="798" y="88"/>
                    <a:pt x="977" y="88"/>
                  </a:cubicBezTo>
                  <a:close/>
                  <a:moveTo>
                    <a:pt x="979" y="0"/>
                  </a:moveTo>
                  <a:cubicBezTo>
                    <a:pt x="673" y="0"/>
                    <a:pt x="100" y="293"/>
                    <a:pt x="26" y="330"/>
                  </a:cubicBezTo>
                  <a:cubicBezTo>
                    <a:pt x="12" y="341"/>
                    <a:pt x="1" y="358"/>
                    <a:pt x="4" y="377"/>
                  </a:cubicBezTo>
                  <a:cubicBezTo>
                    <a:pt x="4" y="395"/>
                    <a:pt x="19" y="409"/>
                    <a:pt x="40" y="416"/>
                  </a:cubicBezTo>
                  <a:cubicBezTo>
                    <a:pt x="202" y="449"/>
                    <a:pt x="428" y="484"/>
                    <a:pt x="640" y="484"/>
                  </a:cubicBezTo>
                  <a:cubicBezTo>
                    <a:pt x="830" y="484"/>
                    <a:pt x="1003" y="452"/>
                    <a:pt x="1103" y="366"/>
                  </a:cubicBezTo>
                  <a:cubicBezTo>
                    <a:pt x="1164" y="308"/>
                    <a:pt x="1189" y="237"/>
                    <a:pt x="1182" y="143"/>
                  </a:cubicBezTo>
                  <a:cubicBezTo>
                    <a:pt x="1175" y="93"/>
                    <a:pt x="1150" y="50"/>
                    <a:pt x="1103" y="25"/>
                  </a:cubicBezTo>
                  <a:cubicBezTo>
                    <a:pt x="1070" y="8"/>
                    <a:pt x="1028" y="0"/>
                    <a:pt x="9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741;p31">
              <a:extLst>
                <a:ext uri="{FF2B5EF4-FFF2-40B4-BE49-F238E27FC236}">
                  <a16:creationId xmlns:a16="http://schemas.microsoft.com/office/drawing/2014/main" id="{5BB8BDB0-E54E-D664-B1D4-A97C910568BA}"/>
                </a:ext>
              </a:extLst>
            </p:cNvPr>
            <p:cNvSpPr/>
            <p:nvPr/>
          </p:nvSpPr>
          <p:spPr>
            <a:xfrm>
              <a:off x="5732413" y="4749799"/>
              <a:ext cx="29118" cy="33990"/>
            </a:xfrm>
            <a:custGeom>
              <a:avLst/>
              <a:gdLst/>
              <a:ahLst/>
              <a:cxnLst/>
              <a:rect l="l" t="t" r="r" b="b"/>
              <a:pathLst>
                <a:path w="741" h="865" extrusionOk="0">
                  <a:moveTo>
                    <a:pt x="525" y="92"/>
                  </a:moveTo>
                  <a:cubicBezTo>
                    <a:pt x="607" y="100"/>
                    <a:pt x="612" y="135"/>
                    <a:pt x="615" y="147"/>
                  </a:cubicBezTo>
                  <a:cubicBezTo>
                    <a:pt x="637" y="276"/>
                    <a:pt x="332" y="599"/>
                    <a:pt x="102" y="738"/>
                  </a:cubicBezTo>
                  <a:cubicBezTo>
                    <a:pt x="123" y="588"/>
                    <a:pt x="184" y="279"/>
                    <a:pt x="342" y="150"/>
                  </a:cubicBezTo>
                  <a:cubicBezTo>
                    <a:pt x="389" y="110"/>
                    <a:pt x="439" y="92"/>
                    <a:pt x="496" y="92"/>
                  </a:cubicBezTo>
                  <a:close/>
                  <a:moveTo>
                    <a:pt x="496" y="1"/>
                  </a:moveTo>
                  <a:cubicBezTo>
                    <a:pt x="420" y="1"/>
                    <a:pt x="347" y="29"/>
                    <a:pt x="284" y="82"/>
                  </a:cubicBezTo>
                  <a:cubicBezTo>
                    <a:pt x="44" y="279"/>
                    <a:pt x="4" y="793"/>
                    <a:pt x="4" y="814"/>
                  </a:cubicBezTo>
                  <a:cubicBezTo>
                    <a:pt x="1" y="832"/>
                    <a:pt x="9" y="846"/>
                    <a:pt x="22" y="857"/>
                  </a:cubicBezTo>
                  <a:cubicBezTo>
                    <a:pt x="30" y="861"/>
                    <a:pt x="40" y="864"/>
                    <a:pt x="47" y="864"/>
                  </a:cubicBezTo>
                  <a:cubicBezTo>
                    <a:pt x="55" y="864"/>
                    <a:pt x="62" y="861"/>
                    <a:pt x="65" y="861"/>
                  </a:cubicBezTo>
                  <a:cubicBezTo>
                    <a:pt x="299" y="753"/>
                    <a:pt x="741" y="351"/>
                    <a:pt x="705" y="132"/>
                  </a:cubicBezTo>
                  <a:cubicBezTo>
                    <a:pt x="693" y="78"/>
                    <a:pt x="658" y="14"/>
                    <a:pt x="532" y="3"/>
                  </a:cubicBezTo>
                  <a:cubicBezTo>
                    <a:pt x="520" y="1"/>
                    <a:pt x="508" y="1"/>
                    <a:pt x="49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742;p31">
              <a:extLst>
                <a:ext uri="{FF2B5EF4-FFF2-40B4-BE49-F238E27FC236}">
                  <a16:creationId xmlns:a16="http://schemas.microsoft.com/office/drawing/2014/main" id="{4E2C8C48-E655-54D4-CF6E-631F5ECD6C62}"/>
                </a:ext>
              </a:extLst>
            </p:cNvPr>
            <p:cNvSpPr/>
            <p:nvPr/>
          </p:nvSpPr>
          <p:spPr>
            <a:xfrm>
              <a:off x="5530867" y="2460324"/>
              <a:ext cx="185944" cy="209207"/>
            </a:xfrm>
            <a:custGeom>
              <a:avLst/>
              <a:gdLst/>
              <a:ahLst/>
              <a:cxnLst/>
              <a:rect l="l" t="t" r="r" b="b"/>
              <a:pathLst>
                <a:path w="4732" h="5324" extrusionOk="0">
                  <a:moveTo>
                    <a:pt x="44" y="1"/>
                  </a:moveTo>
                  <a:lnTo>
                    <a:pt x="44" y="1"/>
                  </a:lnTo>
                  <a:cubicBezTo>
                    <a:pt x="274" y="1131"/>
                    <a:pt x="787" y="3421"/>
                    <a:pt x="1" y="4179"/>
                  </a:cubicBezTo>
                  <a:cubicBezTo>
                    <a:pt x="1" y="4179"/>
                    <a:pt x="320" y="5324"/>
                    <a:pt x="2420" y="5324"/>
                  </a:cubicBezTo>
                  <a:cubicBezTo>
                    <a:pt x="4732" y="5324"/>
                    <a:pt x="3518" y="4179"/>
                    <a:pt x="3518" y="4179"/>
                  </a:cubicBezTo>
                  <a:cubicBezTo>
                    <a:pt x="2255" y="3877"/>
                    <a:pt x="2280" y="2940"/>
                    <a:pt x="2496" y="2061"/>
                  </a:cubicBezTo>
                  <a:lnTo>
                    <a:pt x="44"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743;p31">
              <a:extLst>
                <a:ext uri="{FF2B5EF4-FFF2-40B4-BE49-F238E27FC236}">
                  <a16:creationId xmlns:a16="http://schemas.microsoft.com/office/drawing/2014/main" id="{B496B14C-4FB9-6291-AF81-16E5C52B7F01}"/>
                </a:ext>
              </a:extLst>
            </p:cNvPr>
            <p:cNvSpPr/>
            <p:nvPr/>
          </p:nvSpPr>
          <p:spPr>
            <a:xfrm>
              <a:off x="5716066" y="2364954"/>
              <a:ext cx="35444" cy="16268"/>
            </a:xfrm>
            <a:custGeom>
              <a:avLst/>
              <a:gdLst/>
              <a:ahLst/>
              <a:cxnLst/>
              <a:rect l="l" t="t" r="r" b="b"/>
              <a:pathLst>
                <a:path w="902" h="414" extrusionOk="0">
                  <a:moveTo>
                    <a:pt x="668" y="0"/>
                  </a:moveTo>
                  <a:cubicBezTo>
                    <a:pt x="514" y="0"/>
                    <a:pt x="268" y="41"/>
                    <a:pt x="37" y="256"/>
                  </a:cubicBezTo>
                  <a:cubicBezTo>
                    <a:pt x="1" y="291"/>
                    <a:pt x="1" y="349"/>
                    <a:pt x="33" y="385"/>
                  </a:cubicBezTo>
                  <a:cubicBezTo>
                    <a:pt x="51" y="403"/>
                    <a:pt x="76" y="414"/>
                    <a:pt x="102" y="414"/>
                  </a:cubicBezTo>
                  <a:cubicBezTo>
                    <a:pt x="123" y="414"/>
                    <a:pt x="145" y="407"/>
                    <a:pt x="162" y="389"/>
                  </a:cubicBezTo>
                  <a:cubicBezTo>
                    <a:pt x="349" y="213"/>
                    <a:pt x="548" y="181"/>
                    <a:pt x="669" y="181"/>
                  </a:cubicBezTo>
                  <a:cubicBezTo>
                    <a:pt x="733" y="181"/>
                    <a:pt x="774" y="190"/>
                    <a:pt x="780" y="192"/>
                  </a:cubicBezTo>
                  <a:cubicBezTo>
                    <a:pt x="786" y="193"/>
                    <a:pt x="793" y="194"/>
                    <a:pt x="800" y="194"/>
                  </a:cubicBezTo>
                  <a:cubicBezTo>
                    <a:pt x="842" y="194"/>
                    <a:pt x="879" y="167"/>
                    <a:pt x="891" y="127"/>
                  </a:cubicBezTo>
                  <a:cubicBezTo>
                    <a:pt x="902" y="76"/>
                    <a:pt x="873" y="26"/>
                    <a:pt x="823" y="16"/>
                  </a:cubicBezTo>
                  <a:cubicBezTo>
                    <a:pt x="817" y="14"/>
                    <a:pt x="758" y="0"/>
                    <a:pt x="668"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744;p31">
              <a:extLst>
                <a:ext uri="{FF2B5EF4-FFF2-40B4-BE49-F238E27FC236}">
                  <a16:creationId xmlns:a16="http://schemas.microsoft.com/office/drawing/2014/main" id="{26EA5ADD-5D69-39C5-7AB2-8DC31C00F0C0}"/>
                </a:ext>
              </a:extLst>
            </p:cNvPr>
            <p:cNvSpPr/>
            <p:nvPr/>
          </p:nvSpPr>
          <p:spPr>
            <a:xfrm>
              <a:off x="5721292" y="2426884"/>
              <a:ext cx="21887" cy="44757"/>
            </a:xfrm>
            <a:custGeom>
              <a:avLst/>
              <a:gdLst/>
              <a:ahLst/>
              <a:cxnLst/>
              <a:rect l="l" t="t" r="r" b="b"/>
              <a:pathLst>
                <a:path w="557" h="1139" extrusionOk="0">
                  <a:moveTo>
                    <a:pt x="244" y="1"/>
                  </a:moveTo>
                  <a:lnTo>
                    <a:pt x="0" y="1056"/>
                  </a:lnTo>
                  <a:cubicBezTo>
                    <a:pt x="0" y="1056"/>
                    <a:pt x="159" y="1139"/>
                    <a:pt x="336" y="1139"/>
                  </a:cubicBezTo>
                  <a:cubicBezTo>
                    <a:pt x="410" y="1139"/>
                    <a:pt x="487" y="1125"/>
                    <a:pt x="557" y="1084"/>
                  </a:cubicBezTo>
                  <a:cubicBezTo>
                    <a:pt x="348" y="705"/>
                    <a:pt x="244" y="1"/>
                    <a:pt x="244" y="1"/>
                  </a:cubicBezTo>
                  <a:close/>
                </a:path>
              </a:pathLst>
            </a:custGeom>
            <a:solidFill>
              <a:srgbClr val="DE5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745;p31">
              <a:extLst>
                <a:ext uri="{FF2B5EF4-FFF2-40B4-BE49-F238E27FC236}">
                  <a16:creationId xmlns:a16="http://schemas.microsoft.com/office/drawing/2014/main" id="{D522FBB9-08F0-0EE6-2931-D0D13243C583}"/>
                </a:ext>
              </a:extLst>
            </p:cNvPr>
            <p:cNvSpPr/>
            <p:nvPr/>
          </p:nvSpPr>
          <p:spPr>
            <a:xfrm>
              <a:off x="5726637" y="2406332"/>
              <a:ext cx="16543" cy="21691"/>
            </a:xfrm>
            <a:custGeom>
              <a:avLst/>
              <a:gdLst/>
              <a:ahLst/>
              <a:cxnLst/>
              <a:rect l="l" t="t" r="r" b="b"/>
              <a:pathLst>
                <a:path w="421" h="552" extrusionOk="0">
                  <a:moveTo>
                    <a:pt x="248" y="1"/>
                  </a:moveTo>
                  <a:cubicBezTo>
                    <a:pt x="159" y="1"/>
                    <a:pt x="66" y="99"/>
                    <a:pt x="33" y="233"/>
                  </a:cubicBezTo>
                  <a:cubicBezTo>
                    <a:pt x="1" y="384"/>
                    <a:pt x="51" y="524"/>
                    <a:pt x="148" y="549"/>
                  </a:cubicBezTo>
                  <a:cubicBezTo>
                    <a:pt x="156" y="551"/>
                    <a:pt x="165" y="552"/>
                    <a:pt x="174" y="552"/>
                  </a:cubicBezTo>
                  <a:cubicBezTo>
                    <a:pt x="264" y="552"/>
                    <a:pt x="356" y="453"/>
                    <a:pt x="388" y="320"/>
                  </a:cubicBezTo>
                  <a:cubicBezTo>
                    <a:pt x="421" y="169"/>
                    <a:pt x="371" y="28"/>
                    <a:pt x="274" y="3"/>
                  </a:cubicBezTo>
                  <a:cubicBezTo>
                    <a:pt x="265" y="2"/>
                    <a:pt x="257" y="1"/>
                    <a:pt x="248"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746;p31">
              <a:extLst>
                <a:ext uri="{FF2B5EF4-FFF2-40B4-BE49-F238E27FC236}">
                  <a16:creationId xmlns:a16="http://schemas.microsoft.com/office/drawing/2014/main" id="{F62FBF1D-CA00-C89F-8C96-722D1C794C67}"/>
                </a:ext>
              </a:extLst>
            </p:cNvPr>
            <p:cNvSpPr/>
            <p:nvPr/>
          </p:nvSpPr>
          <p:spPr>
            <a:xfrm>
              <a:off x="5735557" y="2405743"/>
              <a:ext cx="15129" cy="4401"/>
            </a:xfrm>
            <a:custGeom>
              <a:avLst/>
              <a:gdLst/>
              <a:ahLst/>
              <a:cxnLst/>
              <a:rect l="l" t="t" r="r" b="b"/>
              <a:pathLst>
                <a:path w="385" h="112" extrusionOk="0">
                  <a:moveTo>
                    <a:pt x="384" y="0"/>
                  </a:moveTo>
                  <a:lnTo>
                    <a:pt x="0" y="18"/>
                  </a:lnTo>
                  <a:cubicBezTo>
                    <a:pt x="43" y="88"/>
                    <a:pt x="97" y="111"/>
                    <a:pt x="151" y="111"/>
                  </a:cubicBezTo>
                  <a:cubicBezTo>
                    <a:pt x="268" y="111"/>
                    <a:pt x="384" y="0"/>
                    <a:pt x="38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747;p31">
              <a:extLst>
                <a:ext uri="{FF2B5EF4-FFF2-40B4-BE49-F238E27FC236}">
                  <a16:creationId xmlns:a16="http://schemas.microsoft.com/office/drawing/2014/main" id="{F79AE17F-1383-8CD3-F66F-454D81B9EFFE}"/>
                </a:ext>
              </a:extLst>
            </p:cNvPr>
            <p:cNvSpPr/>
            <p:nvPr/>
          </p:nvSpPr>
          <p:spPr>
            <a:xfrm>
              <a:off x="5651897" y="4608414"/>
              <a:ext cx="78865" cy="173527"/>
            </a:xfrm>
            <a:custGeom>
              <a:avLst/>
              <a:gdLst/>
              <a:ahLst/>
              <a:cxnLst/>
              <a:rect l="l" t="t" r="r" b="b"/>
              <a:pathLst>
                <a:path w="2007" h="4416" extrusionOk="0">
                  <a:moveTo>
                    <a:pt x="101" y="1"/>
                  </a:moveTo>
                  <a:lnTo>
                    <a:pt x="1" y="4416"/>
                  </a:lnTo>
                  <a:lnTo>
                    <a:pt x="1907" y="4416"/>
                  </a:lnTo>
                  <a:lnTo>
                    <a:pt x="2007"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748;p31">
              <a:extLst>
                <a:ext uri="{FF2B5EF4-FFF2-40B4-BE49-F238E27FC236}">
                  <a16:creationId xmlns:a16="http://schemas.microsoft.com/office/drawing/2014/main" id="{979A4467-AAD1-2430-64CA-1419F0375CC9}"/>
                </a:ext>
              </a:extLst>
            </p:cNvPr>
            <p:cNvSpPr/>
            <p:nvPr/>
          </p:nvSpPr>
          <p:spPr>
            <a:xfrm>
              <a:off x="5311559" y="4608414"/>
              <a:ext cx="97923" cy="173527"/>
            </a:xfrm>
            <a:custGeom>
              <a:avLst/>
              <a:gdLst/>
              <a:ahLst/>
              <a:cxnLst/>
              <a:rect l="l" t="t" r="r" b="b"/>
              <a:pathLst>
                <a:path w="2492" h="4416" extrusionOk="0">
                  <a:moveTo>
                    <a:pt x="586" y="1"/>
                  </a:moveTo>
                  <a:lnTo>
                    <a:pt x="1" y="4416"/>
                  </a:lnTo>
                  <a:lnTo>
                    <a:pt x="1906" y="4416"/>
                  </a:lnTo>
                  <a:lnTo>
                    <a:pt x="2492"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749;p31">
              <a:extLst>
                <a:ext uri="{FF2B5EF4-FFF2-40B4-BE49-F238E27FC236}">
                  <a16:creationId xmlns:a16="http://schemas.microsoft.com/office/drawing/2014/main" id="{23FF8094-1050-6A56-4219-1DE341C4F8FA}"/>
                </a:ext>
              </a:extLst>
            </p:cNvPr>
            <p:cNvSpPr/>
            <p:nvPr/>
          </p:nvSpPr>
          <p:spPr>
            <a:xfrm>
              <a:off x="5290811" y="4773298"/>
              <a:ext cx="214001" cy="85074"/>
            </a:xfrm>
            <a:custGeom>
              <a:avLst/>
              <a:gdLst/>
              <a:ahLst/>
              <a:cxnLst/>
              <a:rect l="l" t="t" r="r" b="b"/>
              <a:pathLst>
                <a:path w="5446" h="2165" extrusionOk="0">
                  <a:moveTo>
                    <a:pt x="410" y="1"/>
                  </a:moveTo>
                  <a:cubicBezTo>
                    <a:pt x="331" y="1"/>
                    <a:pt x="270" y="54"/>
                    <a:pt x="259" y="130"/>
                  </a:cubicBezTo>
                  <a:lnTo>
                    <a:pt x="26" y="1824"/>
                  </a:lnTo>
                  <a:cubicBezTo>
                    <a:pt x="1" y="1998"/>
                    <a:pt x="152" y="2161"/>
                    <a:pt x="329" y="2161"/>
                  </a:cubicBezTo>
                  <a:cubicBezTo>
                    <a:pt x="331" y="2161"/>
                    <a:pt x="333" y="2161"/>
                    <a:pt x="335" y="2161"/>
                  </a:cubicBezTo>
                  <a:cubicBezTo>
                    <a:pt x="1082" y="2151"/>
                    <a:pt x="1440" y="2108"/>
                    <a:pt x="2381" y="2108"/>
                  </a:cubicBezTo>
                  <a:cubicBezTo>
                    <a:pt x="2962" y="2108"/>
                    <a:pt x="3809" y="2165"/>
                    <a:pt x="4609" y="2165"/>
                  </a:cubicBezTo>
                  <a:cubicBezTo>
                    <a:pt x="5392" y="2165"/>
                    <a:pt x="5446" y="1376"/>
                    <a:pt x="5112" y="1303"/>
                  </a:cubicBezTo>
                  <a:cubicBezTo>
                    <a:pt x="3615" y="984"/>
                    <a:pt x="3378" y="539"/>
                    <a:pt x="2873" y="115"/>
                  </a:cubicBezTo>
                  <a:cubicBezTo>
                    <a:pt x="2779" y="40"/>
                    <a:pt x="2668" y="1"/>
                    <a:pt x="2553"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750;p31">
              <a:extLst>
                <a:ext uri="{FF2B5EF4-FFF2-40B4-BE49-F238E27FC236}">
                  <a16:creationId xmlns:a16="http://schemas.microsoft.com/office/drawing/2014/main" id="{DEAB90E1-AEAF-B8CC-89DE-01066CC7AAB7}"/>
                </a:ext>
              </a:extLst>
            </p:cNvPr>
            <p:cNvSpPr/>
            <p:nvPr/>
          </p:nvSpPr>
          <p:spPr>
            <a:xfrm>
              <a:off x="5629184" y="4773298"/>
              <a:ext cx="227675" cy="85074"/>
            </a:xfrm>
            <a:custGeom>
              <a:avLst/>
              <a:gdLst/>
              <a:ahLst/>
              <a:cxnLst/>
              <a:rect l="l" t="t" r="r" b="b"/>
              <a:pathLst>
                <a:path w="5794" h="2165" extrusionOk="0">
                  <a:moveTo>
                    <a:pt x="406" y="1"/>
                  </a:moveTo>
                  <a:cubicBezTo>
                    <a:pt x="331" y="1"/>
                    <a:pt x="267" y="54"/>
                    <a:pt x="255" y="130"/>
                  </a:cubicBezTo>
                  <a:lnTo>
                    <a:pt x="22" y="1824"/>
                  </a:lnTo>
                  <a:cubicBezTo>
                    <a:pt x="1" y="1998"/>
                    <a:pt x="148" y="2161"/>
                    <a:pt x="326" y="2161"/>
                  </a:cubicBezTo>
                  <a:cubicBezTo>
                    <a:pt x="328" y="2161"/>
                    <a:pt x="329" y="2161"/>
                    <a:pt x="331" y="2161"/>
                  </a:cubicBezTo>
                  <a:cubicBezTo>
                    <a:pt x="1077" y="2151"/>
                    <a:pt x="1437" y="2108"/>
                    <a:pt x="2381" y="2108"/>
                  </a:cubicBezTo>
                  <a:cubicBezTo>
                    <a:pt x="2959" y="2108"/>
                    <a:pt x="4157" y="2165"/>
                    <a:pt x="4957" y="2165"/>
                  </a:cubicBezTo>
                  <a:cubicBezTo>
                    <a:pt x="5740" y="2165"/>
                    <a:pt x="5794" y="1376"/>
                    <a:pt x="5460" y="1303"/>
                  </a:cubicBezTo>
                  <a:cubicBezTo>
                    <a:pt x="3967" y="984"/>
                    <a:pt x="3375" y="539"/>
                    <a:pt x="2868" y="115"/>
                  </a:cubicBezTo>
                  <a:cubicBezTo>
                    <a:pt x="2779" y="40"/>
                    <a:pt x="2664" y="1"/>
                    <a:pt x="2549"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751;p31">
              <a:extLst>
                <a:ext uri="{FF2B5EF4-FFF2-40B4-BE49-F238E27FC236}">
                  <a16:creationId xmlns:a16="http://schemas.microsoft.com/office/drawing/2014/main" id="{700F5102-1972-FFCC-6B73-2330CC430AC4}"/>
                </a:ext>
              </a:extLst>
            </p:cNvPr>
            <p:cNvSpPr/>
            <p:nvPr/>
          </p:nvSpPr>
          <p:spPr>
            <a:xfrm>
              <a:off x="5653744" y="4608571"/>
              <a:ext cx="77018" cy="89475"/>
            </a:xfrm>
            <a:custGeom>
              <a:avLst/>
              <a:gdLst/>
              <a:ahLst/>
              <a:cxnLst/>
              <a:rect l="l" t="t" r="r" b="b"/>
              <a:pathLst>
                <a:path w="1960" h="2277" extrusionOk="0">
                  <a:moveTo>
                    <a:pt x="51" y="0"/>
                  </a:moveTo>
                  <a:lnTo>
                    <a:pt x="0" y="2276"/>
                  </a:lnTo>
                  <a:lnTo>
                    <a:pt x="1910" y="2276"/>
                  </a:lnTo>
                  <a:lnTo>
                    <a:pt x="1960" y="0"/>
                  </a:lnTo>
                  <a:close/>
                </a:path>
              </a:pathLst>
            </a:custGeom>
            <a:solidFill>
              <a:srgbClr val="CE6F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752;p31">
              <a:extLst>
                <a:ext uri="{FF2B5EF4-FFF2-40B4-BE49-F238E27FC236}">
                  <a16:creationId xmlns:a16="http://schemas.microsoft.com/office/drawing/2014/main" id="{2BB71C10-AD5F-0139-AC02-8C12C26A2104}"/>
                </a:ext>
              </a:extLst>
            </p:cNvPr>
            <p:cNvSpPr/>
            <p:nvPr/>
          </p:nvSpPr>
          <p:spPr>
            <a:xfrm>
              <a:off x="5322718" y="4608571"/>
              <a:ext cx="86763" cy="89475"/>
            </a:xfrm>
            <a:custGeom>
              <a:avLst/>
              <a:gdLst/>
              <a:ahLst/>
              <a:cxnLst/>
              <a:rect l="l" t="t" r="r" b="b"/>
              <a:pathLst>
                <a:path w="2208" h="2277" extrusionOk="0">
                  <a:moveTo>
                    <a:pt x="302" y="0"/>
                  </a:moveTo>
                  <a:lnTo>
                    <a:pt x="0" y="2276"/>
                  </a:lnTo>
                  <a:lnTo>
                    <a:pt x="1906" y="2276"/>
                  </a:lnTo>
                  <a:lnTo>
                    <a:pt x="2208" y="0"/>
                  </a:lnTo>
                  <a:close/>
                </a:path>
              </a:pathLst>
            </a:custGeom>
            <a:solidFill>
              <a:srgbClr val="CE6F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753;p31">
              <a:extLst>
                <a:ext uri="{FF2B5EF4-FFF2-40B4-BE49-F238E27FC236}">
                  <a16:creationId xmlns:a16="http://schemas.microsoft.com/office/drawing/2014/main" id="{F6C1B6A6-93BF-AAAD-FCAE-2086D6DC90C1}"/>
                </a:ext>
              </a:extLst>
            </p:cNvPr>
            <p:cNvSpPr/>
            <p:nvPr/>
          </p:nvSpPr>
          <p:spPr>
            <a:xfrm>
              <a:off x="5401860" y="2621986"/>
              <a:ext cx="429730" cy="473741"/>
            </a:xfrm>
            <a:custGeom>
              <a:avLst/>
              <a:gdLst/>
              <a:ahLst/>
              <a:cxnLst/>
              <a:rect l="l" t="t" r="r" b="b"/>
              <a:pathLst>
                <a:path w="10936" h="12056" extrusionOk="0">
                  <a:moveTo>
                    <a:pt x="5294" y="1"/>
                  </a:moveTo>
                  <a:cubicBezTo>
                    <a:pt x="4661" y="1"/>
                    <a:pt x="4009" y="29"/>
                    <a:pt x="3284" y="65"/>
                  </a:cubicBezTo>
                  <a:cubicBezTo>
                    <a:pt x="1622" y="143"/>
                    <a:pt x="0" y="496"/>
                    <a:pt x="0" y="496"/>
                  </a:cubicBezTo>
                  <a:cubicBezTo>
                    <a:pt x="1551" y="6963"/>
                    <a:pt x="1558" y="8905"/>
                    <a:pt x="1450" y="12056"/>
                  </a:cubicBezTo>
                  <a:lnTo>
                    <a:pt x="9188" y="12056"/>
                  </a:lnTo>
                  <a:cubicBezTo>
                    <a:pt x="10936" y="872"/>
                    <a:pt x="10025" y="552"/>
                    <a:pt x="10025" y="552"/>
                  </a:cubicBezTo>
                  <a:cubicBezTo>
                    <a:pt x="10025" y="552"/>
                    <a:pt x="8313" y="201"/>
                    <a:pt x="6801" y="65"/>
                  </a:cubicBezTo>
                  <a:cubicBezTo>
                    <a:pt x="6292" y="19"/>
                    <a:pt x="5799" y="1"/>
                    <a:pt x="5294"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754;p31">
              <a:extLst>
                <a:ext uri="{FF2B5EF4-FFF2-40B4-BE49-F238E27FC236}">
                  <a16:creationId xmlns:a16="http://schemas.microsoft.com/office/drawing/2014/main" id="{D99A101A-0131-DB75-659A-367ECE0BADB4}"/>
                </a:ext>
              </a:extLst>
            </p:cNvPr>
            <p:cNvSpPr/>
            <p:nvPr/>
          </p:nvSpPr>
          <p:spPr>
            <a:xfrm>
              <a:off x="5744595" y="2726905"/>
              <a:ext cx="303515" cy="331846"/>
            </a:xfrm>
            <a:custGeom>
              <a:avLst/>
              <a:gdLst/>
              <a:ahLst/>
              <a:cxnLst/>
              <a:rect l="l" t="t" r="r" b="b"/>
              <a:pathLst>
                <a:path w="7724" h="8445" extrusionOk="0">
                  <a:moveTo>
                    <a:pt x="1927" y="1"/>
                  </a:moveTo>
                  <a:lnTo>
                    <a:pt x="0" y="284"/>
                  </a:lnTo>
                  <a:cubicBezTo>
                    <a:pt x="79" y="844"/>
                    <a:pt x="179" y="1364"/>
                    <a:pt x="290" y="1896"/>
                  </a:cubicBezTo>
                  <a:cubicBezTo>
                    <a:pt x="398" y="2426"/>
                    <a:pt x="534" y="2954"/>
                    <a:pt x="682" y="3478"/>
                  </a:cubicBezTo>
                  <a:cubicBezTo>
                    <a:pt x="980" y="4530"/>
                    <a:pt x="1331" y="5578"/>
                    <a:pt x="1895" y="6608"/>
                  </a:cubicBezTo>
                  <a:cubicBezTo>
                    <a:pt x="2038" y="6866"/>
                    <a:pt x="2200" y="7121"/>
                    <a:pt x="2391" y="7376"/>
                  </a:cubicBezTo>
                  <a:cubicBezTo>
                    <a:pt x="2484" y="7502"/>
                    <a:pt x="2595" y="7628"/>
                    <a:pt x="2706" y="7749"/>
                  </a:cubicBezTo>
                  <a:cubicBezTo>
                    <a:pt x="2839" y="7890"/>
                    <a:pt x="2997" y="8026"/>
                    <a:pt x="3180" y="8141"/>
                  </a:cubicBezTo>
                  <a:cubicBezTo>
                    <a:pt x="3481" y="8337"/>
                    <a:pt x="3873" y="8445"/>
                    <a:pt x="4235" y="8445"/>
                  </a:cubicBezTo>
                  <a:cubicBezTo>
                    <a:pt x="4317" y="8445"/>
                    <a:pt x="4398" y="8439"/>
                    <a:pt x="4475" y="8428"/>
                  </a:cubicBezTo>
                  <a:cubicBezTo>
                    <a:pt x="4903" y="8374"/>
                    <a:pt x="5240" y="8213"/>
                    <a:pt x="5524" y="8037"/>
                  </a:cubicBezTo>
                  <a:cubicBezTo>
                    <a:pt x="6087" y="7678"/>
                    <a:pt x="6475" y="7237"/>
                    <a:pt x="6830" y="6791"/>
                  </a:cubicBezTo>
                  <a:cubicBezTo>
                    <a:pt x="7006" y="6569"/>
                    <a:pt x="7167" y="6339"/>
                    <a:pt x="7311" y="6102"/>
                  </a:cubicBezTo>
                  <a:cubicBezTo>
                    <a:pt x="7462" y="5862"/>
                    <a:pt x="7595" y="5632"/>
                    <a:pt x="7724" y="5367"/>
                  </a:cubicBezTo>
                  <a:lnTo>
                    <a:pt x="6909" y="4850"/>
                  </a:lnTo>
                  <a:cubicBezTo>
                    <a:pt x="6755" y="5025"/>
                    <a:pt x="6579" y="5219"/>
                    <a:pt x="6407" y="5398"/>
                  </a:cubicBezTo>
                  <a:cubicBezTo>
                    <a:pt x="6231" y="5574"/>
                    <a:pt x="6052" y="5746"/>
                    <a:pt x="5872" y="5912"/>
                  </a:cubicBezTo>
                  <a:cubicBezTo>
                    <a:pt x="5517" y="6238"/>
                    <a:pt x="5121" y="6522"/>
                    <a:pt x="4770" y="6684"/>
                  </a:cubicBezTo>
                  <a:cubicBezTo>
                    <a:pt x="4608" y="6756"/>
                    <a:pt x="4459" y="6792"/>
                    <a:pt x="4358" y="6792"/>
                  </a:cubicBezTo>
                  <a:cubicBezTo>
                    <a:pt x="4349" y="6792"/>
                    <a:pt x="4340" y="6792"/>
                    <a:pt x="4332" y="6791"/>
                  </a:cubicBezTo>
                  <a:cubicBezTo>
                    <a:pt x="4231" y="6784"/>
                    <a:pt x="4200" y="6755"/>
                    <a:pt x="4131" y="6702"/>
                  </a:cubicBezTo>
                  <a:cubicBezTo>
                    <a:pt x="4095" y="6672"/>
                    <a:pt x="4056" y="6629"/>
                    <a:pt x="4013" y="6576"/>
                  </a:cubicBezTo>
                  <a:cubicBezTo>
                    <a:pt x="3955" y="6497"/>
                    <a:pt x="3894" y="6422"/>
                    <a:pt x="3837" y="6332"/>
                  </a:cubicBezTo>
                  <a:cubicBezTo>
                    <a:pt x="3722" y="6160"/>
                    <a:pt x="3610" y="5966"/>
                    <a:pt x="3514" y="5754"/>
                  </a:cubicBezTo>
                  <a:cubicBezTo>
                    <a:pt x="3305" y="5342"/>
                    <a:pt x="3133" y="4882"/>
                    <a:pt x="2979" y="4415"/>
                  </a:cubicBezTo>
                  <a:cubicBezTo>
                    <a:pt x="2821" y="3949"/>
                    <a:pt x="2681" y="3464"/>
                    <a:pt x="2555" y="2976"/>
                  </a:cubicBezTo>
                  <a:cubicBezTo>
                    <a:pt x="2311" y="1999"/>
                    <a:pt x="2096" y="980"/>
                    <a:pt x="1927"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755;p31">
              <a:extLst>
                <a:ext uri="{FF2B5EF4-FFF2-40B4-BE49-F238E27FC236}">
                  <a16:creationId xmlns:a16="http://schemas.microsoft.com/office/drawing/2014/main" id="{E79C5208-6351-348F-B400-D515D9684E10}"/>
                </a:ext>
              </a:extLst>
            </p:cNvPr>
            <p:cNvSpPr/>
            <p:nvPr/>
          </p:nvSpPr>
          <p:spPr>
            <a:xfrm>
              <a:off x="5682076" y="2638490"/>
              <a:ext cx="167161" cy="221034"/>
            </a:xfrm>
            <a:custGeom>
              <a:avLst/>
              <a:gdLst/>
              <a:ahLst/>
              <a:cxnLst/>
              <a:rect l="l" t="t" r="r" b="b"/>
              <a:pathLst>
                <a:path w="4254" h="5625" extrusionOk="0">
                  <a:moveTo>
                    <a:pt x="2031" y="1"/>
                  </a:moveTo>
                  <a:cubicBezTo>
                    <a:pt x="1432" y="1"/>
                    <a:pt x="1040" y="273"/>
                    <a:pt x="600" y="911"/>
                  </a:cubicBezTo>
                  <a:cubicBezTo>
                    <a:pt x="1" y="1777"/>
                    <a:pt x="1235" y="5624"/>
                    <a:pt x="1235" y="5624"/>
                  </a:cubicBezTo>
                  <a:lnTo>
                    <a:pt x="4254" y="3564"/>
                  </a:lnTo>
                  <a:cubicBezTo>
                    <a:pt x="4254" y="3564"/>
                    <a:pt x="3684" y="330"/>
                    <a:pt x="2894" y="132"/>
                  </a:cubicBezTo>
                  <a:cubicBezTo>
                    <a:pt x="2559" y="47"/>
                    <a:pt x="2278" y="1"/>
                    <a:pt x="2031"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756;p31">
              <a:extLst>
                <a:ext uri="{FF2B5EF4-FFF2-40B4-BE49-F238E27FC236}">
                  <a16:creationId xmlns:a16="http://schemas.microsoft.com/office/drawing/2014/main" id="{D23AE6FC-078A-8721-FF76-0B3634A218F5}"/>
                </a:ext>
              </a:extLst>
            </p:cNvPr>
            <p:cNvSpPr/>
            <p:nvPr/>
          </p:nvSpPr>
          <p:spPr>
            <a:xfrm>
              <a:off x="5997618" y="2884126"/>
              <a:ext cx="87038" cy="62676"/>
            </a:xfrm>
            <a:custGeom>
              <a:avLst/>
              <a:gdLst/>
              <a:ahLst/>
              <a:cxnLst/>
              <a:rect l="l" t="t" r="r" b="b"/>
              <a:pathLst>
                <a:path w="2215" h="1595" extrusionOk="0">
                  <a:moveTo>
                    <a:pt x="423" y="1"/>
                  </a:moveTo>
                  <a:cubicBezTo>
                    <a:pt x="423" y="1"/>
                    <a:pt x="0" y="856"/>
                    <a:pt x="287" y="1595"/>
                  </a:cubicBezTo>
                  <a:lnTo>
                    <a:pt x="1181" y="1513"/>
                  </a:lnTo>
                  <a:lnTo>
                    <a:pt x="2214" y="37"/>
                  </a:lnTo>
                  <a:lnTo>
                    <a:pt x="423"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7" name="Google Shape;757;p31">
              <a:extLst>
                <a:ext uri="{FF2B5EF4-FFF2-40B4-BE49-F238E27FC236}">
                  <a16:creationId xmlns:a16="http://schemas.microsoft.com/office/drawing/2014/main" id="{A9925BA2-AB68-BCA4-53D8-DBDE445F745E}"/>
                </a:ext>
              </a:extLst>
            </p:cNvPr>
            <p:cNvGrpSpPr/>
            <p:nvPr/>
          </p:nvGrpSpPr>
          <p:grpSpPr>
            <a:xfrm>
              <a:off x="5932859" y="2488224"/>
              <a:ext cx="384109" cy="413192"/>
              <a:chOff x="5932859" y="2488224"/>
              <a:chExt cx="384109" cy="413192"/>
            </a:xfrm>
          </p:grpSpPr>
          <p:sp>
            <p:nvSpPr>
              <p:cNvPr id="420" name="Google Shape;758;p31">
                <a:extLst>
                  <a:ext uri="{FF2B5EF4-FFF2-40B4-BE49-F238E27FC236}">
                    <a16:creationId xmlns:a16="http://schemas.microsoft.com/office/drawing/2014/main" id="{CA833D6A-22CC-F9F1-725E-40AC9C69FC8A}"/>
                  </a:ext>
                </a:extLst>
              </p:cNvPr>
              <p:cNvSpPr/>
              <p:nvPr/>
            </p:nvSpPr>
            <p:spPr>
              <a:xfrm>
                <a:off x="5978835" y="2512234"/>
                <a:ext cx="274515" cy="202880"/>
              </a:xfrm>
              <a:custGeom>
                <a:avLst/>
                <a:gdLst/>
                <a:ahLst/>
                <a:cxnLst/>
                <a:rect l="l" t="t" r="r" b="b"/>
                <a:pathLst>
                  <a:path w="6986" h="5163" extrusionOk="0">
                    <a:moveTo>
                      <a:pt x="3188" y="0"/>
                    </a:moveTo>
                    <a:cubicBezTo>
                      <a:pt x="1864" y="191"/>
                      <a:pt x="683" y="1088"/>
                      <a:pt x="191" y="2434"/>
                    </a:cubicBezTo>
                    <a:cubicBezTo>
                      <a:pt x="98" y="2689"/>
                      <a:pt x="36" y="2947"/>
                      <a:pt x="0" y="3209"/>
                    </a:cubicBezTo>
                    <a:lnTo>
                      <a:pt x="5718" y="542"/>
                    </a:lnTo>
                    <a:cubicBezTo>
                      <a:pt x="6085" y="772"/>
                      <a:pt x="6404" y="1063"/>
                      <a:pt x="6663" y="1393"/>
                    </a:cubicBezTo>
                    <a:lnTo>
                      <a:pt x="5632" y="1871"/>
                    </a:lnTo>
                    <a:lnTo>
                      <a:pt x="6986" y="1871"/>
                    </a:lnTo>
                    <a:cubicBezTo>
                      <a:pt x="6562" y="1120"/>
                      <a:pt x="5880" y="510"/>
                      <a:pt x="5004" y="194"/>
                    </a:cubicBezTo>
                    <a:cubicBezTo>
                      <a:pt x="4864" y="140"/>
                      <a:pt x="4724" y="101"/>
                      <a:pt x="4584" y="65"/>
                    </a:cubicBezTo>
                    <a:cubicBezTo>
                      <a:pt x="4251" y="40"/>
                      <a:pt x="3916" y="22"/>
                      <a:pt x="3580" y="11"/>
                    </a:cubicBezTo>
                    <a:cubicBezTo>
                      <a:pt x="3450" y="7"/>
                      <a:pt x="3321" y="4"/>
                      <a:pt x="3188" y="0"/>
                    </a:cubicBezTo>
                    <a:close/>
                    <a:moveTo>
                      <a:pt x="3623" y="2810"/>
                    </a:moveTo>
                    <a:lnTo>
                      <a:pt x="40" y="4476"/>
                    </a:lnTo>
                    <a:cubicBezTo>
                      <a:pt x="91" y="4713"/>
                      <a:pt x="162" y="4942"/>
                      <a:pt x="252" y="5162"/>
                    </a:cubicBezTo>
                    <a:lnTo>
                      <a:pt x="3623" y="3593"/>
                    </a:lnTo>
                    <a:lnTo>
                      <a:pt x="3623" y="281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759;p31">
                <a:extLst>
                  <a:ext uri="{FF2B5EF4-FFF2-40B4-BE49-F238E27FC236}">
                    <a16:creationId xmlns:a16="http://schemas.microsoft.com/office/drawing/2014/main" id="{F3806671-F3FF-A854-CE7F-2E22B403F529}"/>
                  </a:ext>
                </a:extLst>
              </p:cNvPr>
              <p:cNvSpPr/>
              <p:nvPr/>
            </p:nvSpPr>
            <p:spPr>
              <a:xfrm>
                <a:off x="6121163" y="2585716"/>
                <a:ext cx="134743" cy="67745"/>
              </a:xfrm>
              <a:custGeom>
                <a:avLst/>
                <a:gdLst/>
                <a:ahLst/>
                <a:cxnLst/>
                <a:rect l="l" t="t" r="r" b="b"/>
                <a:pathLst>
                  <a:path w="3429" h="1724" extrusionOk="0">
                    <a:moveTo>
                      <a:pt x="2010" y="1"/>
                    </a:moveTo>
                    <a:lnTo>
                      <a:pt x="1" y="940"/>
                    </a:lnTo>
                    <a:lnTo>
                      <a:pt x="1" y="1723"/>
                    </a:lnTo>
                    <a:lnTo>
                      <a:pt x="3428" y="126"/>
                    </a:lnTo>
                    <a:cubicBezTo>
                      <a:pt x="3407" y="83"/>
                      <a:pt x="3385" y="44"/>
                      <a:pt x="336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760;p31">
                <a:extLst>
                  <a:ext uri="{FF2B5EF4-FFF2-40B4-BE49-F238E27FC236}">
                    <a16:creationId xmlns:a16="http://schemas.microsoft.com/office/drawing/2014/main" id="{BCA2E444-B13A-5783-F2FB-153B985394AE}"/>
                  </a:ext>
                </a:extLst>
              </p:cNvPr>
              <p:cNvSpPr/>
              <p:nvPr/>
            </p:nvSpPr>
            <p:spPr>
              <a:xfrm>
                <a:off x="6121163" y="2618607"/>
                <a:ext cx="151364" cy="187319"/>
              </a:xfrm>
              <a:custGeom>
                <a:avLst/>
                <a:gdLst/>
                <a:ahLst/>
                <a:cxnLst/>
                <a:rect l="l" t="t" r="r" b="b"/>
                <a:pathLst>
                  <a:path w="3852" h="4767" extrusionOk="0">
                    <a:moveTo>
                      <a:pt x="3712" y="0"/>
                    </a:moveTo>
                    <a:cubicBezTo>
                      <a:pt x="3731" y="72"/>
                      <a:pt x="3749" y="145"/>
                      <a:pt x="3765" y="218"/>
                    </a:cubicBezTo>
                    <a:lnTo>
                      <a:pt x="3765" y="218"/>
                    </a:lnTo>
                    <a:cubicBezTo>
                      <a:pt x="3749" y="145"/>
                      <a:pt x="3731" y="72"/>
                      <a:pt x="3712" y="0"/>
                    </a:cubicBezTo>
                    <a:close/>
                    <a:moveTo>
                      <a:pt x="3765" y="218"/>
                    </a:moveTo>
                    <a:lnTo>
                      <a:pt x="3765" y="218"/>
                    </a:lnTo>
                    <a:cubicBezTo>
                      <a:pt x="3779" y="286"/>
                      <a:pt x="3792" y="355"/>
                      <a:pt x="3804" y="425"/>
                    </a:cubicBezTo>
                    <a:lnTo>
                      <a:pt x="3804" y="425"/>
                    </a:lnTo>
                    <a:cubicBezTo>
                      <a:pt x="3792" y="355"/>
                      <a:pt x="3779" y="286"/>
                      <a:pt x="3765" y="218"/>
                    </a:cubicBezTo>
                    <a:close/>
                    <a:moveTo>
                      <a:pt x="3804" y="425"/>
                    </a:moveTo>
                    <a:cubicBezTo>
                      <a:pt x="3830" y="593"/>
                      <a:pt x="3846" y="764"/>
                      <a:pt x="3848" y="936"/>
                    </a:cubicBezTo>
                    <a:lnTo>
                      <a:pt x="1" y="2731"/>
                    </a:lnTo>
                    <a:lnTo>
                      <a:pt x="1" y="4763"/>
                    </a:lnTo>
                    <a:cubicBezTo>
                      <a:pt x="32" y="4763"/>
                      <a:pt x="69" y="4766"/>
                      <a:pt x="101" y="4766"/>
                    </a:cubicBezTo>
                    <a:cubicBezTo>
                      <a:pt x="1633" y="4766"/>
                      <a:pt x="3069" y="3819"/>
                      <a:pt x="3622" y="2297"/>
                    </a:cubicBezTo>
                    <a:cubicBezTo>
                      <a:pt x="3776" y="1874"/>
                      <a:pt x="3851" y="1439"/>
                      <a:pt x="3851" y="1012"/>
                    </a:cubicBezTo>
                    <a:cubicBezTo>
                      <a:pt x="3851" y="857"/>
                      <a:pt x="3841" y="706"/>
                      <a:pt x="3823" y="556"/>
                    </a:cubicBezTo>
                    <a:cubicBezTo>
                      <a:pt x="3817" y="512"/>
                      <a:pt x="3811" y="468"/>
                      <a:pt x="3804" y="425"/>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761;p31">
                <a:extLst>
                  <a:ext uri="{FF2B5EF4-FFF2-40B4-BE49-F238E27FC236}">
                    <a16:creationId xmlns:a16="http://schemas.microsoft.com/office/drawing/2014/main" id="{25A649A3-44E3-1AB0-BDD8-BFFA802296F7}"/>
                  </a:ext>
                </a:extLst>
              </p:cNvPr>
              <p:cNvSpPr/>
              <p:nvPr/>
            </p:nvSpPr>
            <p:spPr>
              <a:xfrm>
                <a:off x="6121163" y="2585716"/>
                <a:ext cx="79022" cy="36977"/>
              </a:xfrm>
              <a:custGeom>
                <a:avLst/>
                <a:gdLst/>
                <a:ahLst/>
                <a:cxnLst/>
                <a:rect l="l" t="t" r="r" b="b"/>
                <a:pathLst>
                  <a:path w="2011" h="941" extrusionOk="0">
                    <a:moveTo>
                      <a:pt x="1" y="1"/>
                    </a:moveTo>
                    <a:lnTo>
                      <a:pt x="1" y="940"/>
                    </a:lnTo>
                    <a:lnTo>
                      <a:pt x="2010"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762;p31">
                <a:extLst>
                  <a:ext uri="{FF2B5EF4-FFF2-40B4-BE49-F238E27FC236}">
                    <a16:creationId xmlns:a16="http://schemas.microsoft.com/office/drawing/2014/main" id="{AB3B06A6-66A3-5671-9E1D-52ACD2973805}"/>
                  </a:ext>
                </a:extLst>
              </p:cNvPr>
              <p:cNvSpPr/>
              <p:nvPr/>
            </p:nvSpPr>
            <p:spPr>
              <a:xfrm>
                <a:off x="6121163" y="2590667"/>
                <a:ext cx="151207" cy="135253"/>
              </a:xfrm>
              <a:custGeom>
                <a:avLst/>
                <a:gdLst/>
                <a:ahLst/>
                <a:cxnLst/>
                <a:rect l="l" t="t" r="r" b="b"/>
                <a:pathLst>
                  <a:path w="3848" h="3442" extrusionOk="0">
                    <a:moveTo>
                      <a:pt x="3428" y="0"/>
                    </a:moveTo>
                    <a:lnTo>
                      <a:pt x="1" y="1597"/>
                    </a:lnTo>
                    <a:lnTo>
                      <a:pt x="1" y="3442"/>
                    </a:lnTo>
                    <a:lnTo>
                      <a:pt x="3848" y="1647"/>
                    </a:lnTo>
                    <a:cubicBezTo>
                      <a:pt x="3844" y="1328"/>
                      <a:pt x="3794" y="1016"/>
                      <a:pt x="3712" y="711"/>
                    </a:cubicBezTo>
                    <a:cubicBezTo>
                      <a:pt x="3712" y="711"/>
                      <a:pt x="3708" y="711"/>
                      <a:pt x="3708" y="707"/>
                    </a:cubicBezTo>
                    <a:cubicBezTo>
                      <a:pt x="3640" y="463"/>
                      <a:pt x="3546" y="226"/>
                      <a:pt x="3428"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763;p31">
                <a:extLst>
                  <a:ext uri="{FF2B5EF4-FFF2-40B4-BE49-F238E27FC236}">
                    <a16:creationId xmlns:a16="http://schemas.microsoft.com/office/drawing/2014/main" id="{4324FC48-CB67-E411-6B5F-B21BD5690EC5}"/>
                  </a:ext>
                </a:extLst>
              </p:cNvPr>
              <p:cNvSpPr/>
              <p:nvPr/>
            </p:nvSpPr>
            <p:spPr>
              <a:xfrm>
                <a:off x="6027758" y="2725883"/>
                <a:ext cx="93444" cy="79887"/>
              </a:xfrm>
              <a:custGeom>
                <a:avLst/>
                <a:gdLst/>
                <a:ahLst/>
                <a:cxnLst/>
                <a:rect l="l" t="t" r="r" b="b"/>
                <a:pathLst>
                  <a:path w="2378" h="2033" extrusionOk="0">
                    <a:moveTo>
                      <a:pt x="2378" y="1"/>
                    </a:moveTo>
                    <a:lnTo>
                      <a:pt x="1" y="1107"/>
                    </a:lnTo>
                    <a:cubicBezTo>
                      <a:pt x="342" y="1405"/>
                      <a:pt x="741" y="1645"/>
                      <a:pt x="1189" y="1806"/>
                    </a:cubicBezTo>
                    <a:cubicBezTo>
                      <a:pt x="1581" y="1950"/>
                      <a:pt x="1979" y="2025"/>
                      <a:pt x="2378" y="2033"/>
                    </a:cubicBezTo>
                    <a:lnTo>
                      <a:pt x="2378"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764;p31">
                <a:extLst>
                  <a:ext uri="{FF2B5EF4-FFF2-40B4-BE49-F238E27FC236}">
                    <a16:creationId xmlns:a16="http://schemas.microsoft.com/office/drawing/2014/main" id="{128292C4-4534-392D-2253-E241E9610187}"/>
                  </a:ext>
                </a:extLst>
              </p:cNvPr>
              <p:cNvSpPr/>
              <p:nvPr/>
            </p:nvSpPr>
            <p:spPr>
              <a:xfrm>
                <a:off x="5976438" y="2533532"/>
                <a:ext cx="264220" cy="154626"/>
              </a:xfrm>
              <a:custGeom>
                <a:avLst/>
                <a:gdLst/>
                <a:ahLst/>
                <a:cxnLst/>
                <a:rect l="l" t="t" r="r" b="b"/>
                <a:pathLst>
                  <a:path w="6724" h="3935" extrusionOk="0">
                    <a:moveTo>
                      <a:pt x="5779" y="0"/>
                    </a:moveTo>
                    <a:lnTo>
                      <a:pt x="61" y="2667"/>
                    </a:lnTo>
                    <a:cubicBezTo>
                      <a:pt x="1" y="3095"/>
                      <a:pt x="18" y="3525"/>
                      <a:pt x="101" y="3934"/>
                    </a:cubicBezTo>
                    <a:lnTo>
                      <a:pt x="3684" y="2268"/>
                    </a:lnTo>
                    <a:lnTo>
                      <a:pt x="3684" y="1329"/>
                    </a:lnTo>
                    <a:lnTo>
                      <a:pt x="5693" y="1329"/>
                    </a:lnTo>
                    <a:lnTo>
                      <a:pt x="6724" y="851"/>
                    </a:lnTo>
                    <a:cubicBezTo>
                      <a:pt x="6465" y="521"/>
                      <a:pt x="6146" y="230"/>
                      <a:pt x="577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765;p31">
                <a:extLst>
                  <a:ext uri="{FF2B5EF4-FFF2-40B4-BE49-F238E27FC236}">
                    <a16:creationId xmlns:a16="http://schemas.microsoft.com/office/drawing/2014/main" id="{25A5532D-7B88-D606-6430-5D3AFBF03D50}"/>
                  </a:ext>
                </a:extLst>
              </p:cNvPr>
              <p:cNvSpPr/>
              <p:nvPr/>
            </p:nvSpPr>
            <p:spPr>
              <a:xfrm>
                <a:off x="5988698" y="2653422"/>
                <a:ext cx="132503" cy="115960"/>
              </a:xfrm>
              <a:custGeom>
                <a:avLst/>
                <a:gdLst/>
                <a:ahLst/>
                <a:cxnLst/>
                <a:rect l="l" t="t" r="r" b="b"/>
                <a:pathLst>
                  <a:path w="3372" h="2951" extrusionOk="0">
                    <a:moveTo>
                      <a:pt x="3372" y="0"/>
                    </a:moveTo>
                    <a:lnTo>
                      <a:pt x="1" y="1569"/>
                    </a:lnTo>
                    <a:cubicBezTo>
                      <a:pt x="220" y="2093"/>
                      <a:pt x="561" y="2570"/>
                      <a:pt x="995" y="2951"/>
                    </a:cubicBezTo>
                    <a:lnTo>
                      <a:pt x="3372" y="1845"/>
                    </a:lnTo>
                    <a:lnTo>
                      <a:pt x="3372"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766;p31">
                <a:extLst>
                  <a:ext uri="{FF2B5EF4-FFF2-40B4-BE49-F238E27FC236}">
                    <a16:creationId xmlns:a16="http://schemas.microsoft.com/office/drawing/2014/main" id="{3E44FB78-27FB-28FB-2D01-4B23F480D07E}"/>
                  </a:ext>
                </a:extLst>
              </p:cNvPr>
              <p:cNvSpPr/>
              <p:nvPr/>
            </p:nvSpPr>
            <p:spPr>
              <a:xfrm>
                <a:off x="5932859" y="2488224"/>
                <a:ext cx="384109" cy="340295"/>
              </a:xfrm>
              <a:custGeom>
                <a:avLst/>
                <a:gdLst/>
                <a:ahLst/>
                <a:cxnLst/>
                <a:rect l="l" t="t" r="r" b="b"/>
                <a:pathLst>
                  <a:path w="9775" h="8660" extrusionOk="0">
                    <a:moveTo>
                      <a:pt x="4886" y="914"/>
                    </a:moveTo>
                    <a:cubicBezTo>
                      <a:pt x="5275" y="914"/>
                      <a:pt x="5670" y="981"/>
                      <a:pt x="6055" y="1121"/>
                    </a:cubicBezTo>
                    <a:cubicBezTo>
                      <a:pt x="7829" y="1767"/>
                      <a:pt x="8744" y="3727"/>
                      <a:pt x="8098" y="5500"/>
                    </a:cubicBezTo>
                    <a:cubicBezTo>
                      <a:pt x="7593" y="6887"/>
                      <a:pt x="6284" y="7747"/>
                      <a:pt x="4889" y="7747"/>
                    </a:cubicBezTo>
                    <a:cubicBezTo>
                      <a:pt x="4501" y="7747"/>
                      <a:pt x="4106" y="7680"/>
                      <a:pt x="3719" y="7539"/>
                    </a:cubicBezTo>
                    <a:cubicBezTo>
                      <a:pt x="1946" y="6893"/>
                      <a:pt x="1034" y="4933"/>
                      <a:pt x="1677" y="3160"/>
                    </a:cubicBezTo>
                    <a:cubicBezTo>
                      <a:pt x="2182" y="1773"/>
                      <a:pt x="3493" y="914"/>
                      <a:pt x="4886" y="914"/>
                    </a:cubicBezTo>
                    <a:close/>
                    <a:moveTo>
                      <a:pt x="4886" y="0"/>
                    </a:moveTo>
                    <a:cubicBezTo>
                      <a:pt x="3120" y="0"/>
                      <a:pt x="1459" y="1090"/>
                      <a:pt x="819" y="2848"/>
                    </a:cubicBezTo>
                    <a:cubicBezTo>
                      <a:pt x="0" y="5094"/>
                      <a:pt x="1160" y="7578"/>
                      <a:pt x="3407" y="8396"/>
                    </a:cubicBezTo>
                    <a:cubicBezTo>
                      <a:pt x="3896" y="8575"/>
                      <a:pt x="4397" y="8659"/>
                      <a:pt x="4890" y="8659"/>
                    </a:cubicBezTo>
                    <a:cubicBezTo>
                      <a:pt x="6657" y="8659"/>
                      <a:pt x="8316" y="7570"/>
                      <a:pt x="8956" y="5812"/>
                    </a:cubicBezTo>
                    <a:cubicBezTo>
                      <a:pt x="9774" y="3565"/>
                      <a:pt x="8615" y="1082"/>
                      <a:pt x="6368" y="263"/>
                    </a:cubicBezTo>
                    <a:cubicBezTo>
                      <a:pt x="5879" y="85"/>
                      <a:pt x="5379" y="0"/>
                      <a:pt x="4886"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767;p31">
                <a:extLst>
                  <a:ext uri="{FF2B5EF4-FFF2-40B4-BE49-F238E27FC236}">
                    <a16:creationId xmlns:a16="http://schemas.microsoft.com/office/drawing/2014/main" id="{EF9DDE17-4808-7876-86B0-C9966FA49508}"/>
                  </a:ext>
                </a:extLst>
              </p:cNvPr>
              <p:cNvSpPr/>
              <p:nvPr/>
            </p:nvSpPr>
            <p:spPr>
              <a:xfrm>
                <a:off x="6008032" y="2844399"/>
                <a:ext cx="85231" cy="57017"/>
              </a:xfrm>
              <a:custGeom>
                <a:avLst/>
                <a:gdLst/>
                <a:ahLst/>
                <a:cxnLst/>
                <a:rect l="l" t="t" r="r" b="b"/>
                <a:pathLst>
                  <a:path w="2169" h="1451" extrusionOk="0">
                    <a:moveTo>
                      <a:pt x="1854" y="1"/>
                    </a:moveTo>
                    <a:cubicBezTo>
                      <a:pt x="1808" y="1"/>
                      <a:pt x="1763" y="15"/>
                      <a:pt x="1724" y="47"/>
                    </a:cubicBezTo>
                    <a:lnTo>
                      <a:pt x="1217" y="452"/>
                    </a:lnTo>
                    <a:cubicBezTo>
                      <a:pt x="1134" y="519"/>
                      <a:pt x="1033" y="553"/>
                      <a:pt x="932" y="553"/>
                    </a:cubicBezTo>
                    <a:cubicBezTo>
                      <a:pt x="848" y="553"/>
                      <a:pt x="764" y="530"/>
                      <a:pt x="690" y="485"/>
                    </a:cubicBezTo>
                    <a:lnTo>
                      <a:pt x="532" y="309"/>
                    </a:lnTo>
                    <a:cubicBezTo>
                      <a:pt x="498" y="270"/>
                      <a:pt x="453" y="251"/>
                      <a:pt x="408" y="251"/>
                    </a:cubicBezTo>
                    <a:cubicBezTo>
                      <a:pt x="361" y="251"/>
                      <a:pt x="314" y="272"/>
                      <a:pt x="281" y="313"/>
                    </a:cubicBezTo>
                    <a:lnTo>
                      <a:pt x="241" y="359"/>
                    </a:lnTo>
                    <a:cubicBezTo>
                      <a:pt x="158" y="460"/>
                      <a:pt x="108" y="578"/>
                      <a:pt x="90" y="707"/>
                    </a:cubicBezTo>
                    <a:lnTo>
                      <a:pt x="1" y="1450"/>
                    </a:lnTo>
                    <a:lnTo>
                      <a:pt x="381" y="1152"/>
                    </a:lnTo>
                    <a:lnTo>
                      <a:pt x="1949" y="1048"/>
                    </a:lnTo>
                    <a:lnTo>
                      <a:pt x="2097" y="736"/>
                    </a:lnTo>
                    <a:cubicBezTo>
                      <a:pt x="2161" y="592"/>
                      <a:pt x="2169" y="427"/>
                      <a:pt x="2111" y="280"/>
                    </a:cubicBezTo>
                    <a:lnTo>
                      <a:pt x="2053" y="137"/>
                    </a:lnTo>
                    <a:cubicBezTo>
                      <a:pt x="2019" y="51"/>
                      <a:pt x="1937" y="1"/>
                      <a:pt x="1854"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8" name="Google Shape;768;p31">
              <a:extLst>
                <a:ext uri="{FF2B5EF4-FFF2-40B4-BE49-F238E27FC236}">
                  <a16:creationId xmlns:a16="http://schemas.microsoft.com/office/drawing/2014/main" id="{611D0C48-CC08-5DA7-535D-2E9418173307}"/>
                </a:ext>
              </a:extLst>
            </p:cNvPr>
            <p:cNvSpPr/>
            <p:nvPr/>
          </p:nvSpPr>
          <p:spPr>
            <a:xfrm>
              <a:off x="5515934" y="2262864"/>
              <a:ext cx="241782" cy="287011"/>
            </a:xfrm>
            <a:custGeom>
              <a:avLst/>
              <a:gdLst/>
              <a:ahLst/>
              <a:cxnLst/>
              <a:rect l="l" t="t" r="r" b="b"/>
              <a:pathLst>
                <a:path w="6153" h="7304" extrusionOk="0">
                  <a:moveTo>
                    <a:pt x="3019" y="0"/>
                  </a:moveTo>
                  <a:cubicBezTo>
                    <a:pt x="1817" y="0"/>
                    <a:pt x="702" y="866"/>
                    <a:pt x="485" y="2179"/>
                  </a:cubicBezTo>
                  <a:cubicBezTo>
                    <a:pt x="172" y="4046"/>
                    <a:pt x="0" y="4828"/>
                    <a:pt x="711" y="5995"/>
                  </a:cubicBezTo>
                  <a:cubicBezTo>
                    <a:pt x="1245" y="6869"/>
                    <a:pt x="2100" y="7303"/>
                    <a:pt x="2930" y="7303"/>
                  </a:cubicBezTo>
                  <a:cubicBezTo>
                    <a:pt x="3762" y="7303"/>
                    <a:pt x="4569" y="6866"/>
                    <a:pt x="5001" y="5998"/>
                  </a:cubicBezTo>
                  <a:cubicBezTo>
                    <a:pt x="5776" y="4440"/>
                    <a:pt x="6152" y="1648"/>
                    <a:pt x="4523" y="492"/>
                  </a:cubicBezTo>
                  <a:cubicBezTo>
                    <a:pt x="4046" y="154"/>
                    <a:pt x="3525" y="0"/>
                    <a:pt x="3019"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769;p31">
              <a:extLst>
                <a:ext uri="{FF2B5EF4-FFF2-40B4-BE49-F238E27FC236}">
                  <a16:creationId xmlns:a16="http://schemas.microsoft.com/office/drawing/2014/main" id="{4D30A2CC-603D-895F-1918-BBE38AB5712C}"/>
                </a:ext>
              </a:extLst>
            </p:cNvPr>
            <p:cNvSpPr/>
            <p:nvPr/>
          </p:nvSpPr>
          <p:spPr>
            <a:xfrm>
              <a:off x="5262046" y="2236615"/>
              <a:ext cx="531583" cy="693989"/>
            </a:xfrm>
            <a:custGeom>
              <a:avLst/>
              <a:gdLst/>
              <a:ahLst/>
              <a:cxnLst/>
              <a:rect l="l" t="t" r="r" b="b"/>
              <a:pathLst>
                <a:path w="13528" h="17661" extrusionOk="0">
                  <a:moveTo>
                    <a:pt x="8819" y="1"/>
                  </a:moveTo>
                  <a:cubicBezTo>
                    <a:pt x="7000" y="1"/>
                    <a:pt x="5307" y="902"/>
                    <a:pt x="5374" y="2937"/>
                  </a:cubicBezTo>
                  <a:cubicBezTo>
                    <a:pt x="5464" y="5665"/>
                    <a:pt x="5374" y="5708"/>
                    <a:pt x="4143" y="7129"/>
                  </a:cubicBezTo>
                  <a:cubicBezTo>
                    <a:pt x="2908" y="8550"/>
                    <a:pt x="1128" y="9746"/>
                    <a:pt x="3156" y="11663"/>
                  </a:cubicBezTo>
                  <a:cubicBezTo>
                    <a:pt x="5184" y="13576"/>
                    <a:pt x="0" y="16217"/>
                    <a:pt x="6088" y="17491"/>
                  </a:cubicBezTo>
                  <a:cubicBezTo>
                    <a:pt x="6643" y="17607"/>
                    <a:pt x="7183" y="17661"/>
                    <a:pt x="7700" y="17661"/>
                  </a:cubicBezTo>
                  <a:cubicBezTo>
                    <a:pt x="11143" y="17661"/>
                    <a:pt x="13527" y="15291"/>
                    <a:pt x="11936" y="13349"/>
                  </a:cubicBezTo>
                  <a:cubicBezTo>
                    <a:pt x="10226" y="11264"/>
                    <a:pt x="11917" y="10578"/>
                    <a:pt x="12093" y="8759"/>
                  </a:cubicBezTo>
                  <a:cubicBezTo>
                    <a:pt x="12269" y="6939"/>
                    <a:pt x="9623" y="6125"/>
                    <a:pt x="10586" y="4793"/>
                  </a:cubicBezTo>
                  <a:cubicBezTo>
                    <a:pt x="11548" y="3461"/>
                    <a:pt x="12315" y="870"/>
                    <a:pt x="10647" y="302"/>
                  </a:cubicBezTo>
                  <a:cubicBezTo>
                    <a:pt x="10065" y="104"/>
                    <a:pt x="9435" y="1"/>
                    <a:pt x="881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770;p31">
              <a:extLst>
                <a:ext uri="{FF2B5EF4-FFF2-40B4-BE49-F238E27FC236}">
                  <a16:creationId xmlns:a16="http://schemas.microsoft.com/office/drawing/2014/main" id="{1B9527F9-1839-24EE-88DB-203A0B85FAAB}"/>
                </a:ext>
              </a:extLst>
            </p:cNvPr>
            <p:cNvSpPr/>
            <p:nvPr/>
          </p:nvSpPr>
          <p:spPr>
            <a:xfrm>
              <a:off x="5622425" y="2234728"/>
              <a:ext cx="139969" cy="168772"/>
            </a:xfrm>
            <a:custGeom>
              <a:avLst/>
              <a:gdLst/>
              <a:ahLst/>
              <a:cxnLst/>
              <a:rect l="l" t="t" r="r" b="b"/>
              <a:pathLst>
                <a:path w="3562" h="4295" extrusionOk="0">
                  <a:moveTo>
                    <a:pt x="1043" y="0"/>
                  </a:moveTo>
                  <a:cubicBezTo>
                    <a:pt x="721" y="0"/>
                    <a:pt x="372" y="24"/>
                    <a:pt x="0" y="63"/>
                  </a:cubicBezTo>
                  <a:lnTo>
                    <a:pt x="1167" y="4295"/>
                  </a:lnTo>
                  <a:cubicBezTo>
                    <a:pt x="1167" y="4295"/>
                    <a:pt x="3561" y="3347"/>
                    <a:pt x="3411" y="1728"/>
                  </a:cubicBezTo>
                  <a:cubicBezTo>
                    <a:pt x="3285" y="416"/>
                    <a:pt x="2408" y="0"/>
                    <a:pt x="104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771;p31">
              <a:extLst>
                <a:ext uri="{FF2B5EF4-FFF2-40B4-BE49-F238E27FC236}">
                  <a16:creationId xmlns:a16="http://schemas.microsoft.com/office/drawing/2014/main" id="{4D54137C-DD69-19DA-8B2C-7889E2FA3E1B}"/>
                </a:ext>
              </a:extLst>
            </p:cNvPr>
            <p:cNvSpPr/>
            <p:nvPr/>
          </p:nvSpPr>
          <p:spPr>
            <a:xfrm>
              <a:off x="5652761" y="2389278"/>
              <a:ext cx="53756" cy="71281"/>
            </a:xfrm>
            <a:custGeom>
              <a:avLst/>
              <a:gdLst/>
              <a:ahLst/>
              <a:cxnLst/>
              <a:rect l="l" t="t" r="r" b="b"/>
              <a:pathLst>
                <a:path w="1368" h="1814" extrusionOk="0">
                  <a:moveTo>
                    <a:pt x="664" y="0"/>
                  </a:moveTo>
                  <a:cubicBezTo>
                    <a:pt x="357" y="0"/>
                    <a:pt x="94" y="250"/>
                    <a:pt x="50" y="592"/>
                  </a:cubicBezTo>
                  <a:cubicBezTo>
                    <a:pt x="0" y="979"/>
                    <a:pt x="133" y="1357"/>
                    <a:pt x="334" y="1611"/>
                  </a:cubicBezTo>
                  <a:cubicBezTo>
                    <a:pt x="446" y="1751"/>
                    <a:pt x="575" y="1813"/>
                    <a:pt x="702" y="1813"/>
                  </a:cubicBezTo>
                  <a:cubicBezTo>
                    <a:pt x="918" y="1813"/>
                    <a:pt x="1126" y="1634"/>
                    <a:pt x="1221" y="1360"/>
                  </a:cubicBezTo>
                  <a:cubicBezTo>
                    <a:pt x="1360" y="969"/>
                    <a:pt x="1368" y="301"/>
                    <a:pt x="951" y="75"/>
                  </a:cubicBezTo>
                  <a:cubicBezTo>
                    <a:pt x="855" y="24"/>
                    <a:pt x="757" y="0"/>
                    <a:pt x="664"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772;p31">
              <a:extLst>
                <a:ext uri="{FF2B5EF4-FFF2-40B4-BE49-F238E27FC236}">
                  <a16:creationId xmlns:a16="http://schemas.microsoft.com/office/drawing/2014/main" id="{42936466-6208-88D6-3882-1ED23D3906C9}"/>
                </a:ext>
              </a:extLst>
            </p:cNvPr>
            <p:cNvSpPr/>
            <p:nvPr/>
          </p:nvSpPr>
          <p:spPr>
            <a:xfrm>
              <a:off x="5313405" y="3095694"/>
              <a:ext cx="369137" cy="1584964"/>
            </a:xfrm>
            <a:custGeom>
              <a:avLst/>
              <a:gdLst/>
              <a:ahLst/>
              <a:cxnLst/>
              <a:rect l="l" t="t" r="r" b="b"/>
              <a:pathLst>
                <a:path w="9394" h="40335" extrusionOk="0">
                  <a:moveTo>
                    <a:pt x="3701" y="1"/>
                  </a:moveTo>
                  <a:cubicBezTo>
                    <a:pt x="1242" y="3458"/>
                    <a:pt x="2979" y="5726"/>
                    <a:pt x="1885" y="20632"/>
                  </a:cubicBezTo>
                  <a:cubicBezTo>
                    <a:pt x="1454" y="26523"/>
                    <a:pt x="0" y="40334"/>
                    <a:pt x="0" y="40334"/>
                  </a:cubicBezTo>
                  <a:lnTo>
                    <a:pt x="2599" y="40334"/>
                  </a:lnTo>
                  <a:cubicBezTo>
                    <a:pt x="2599" y="40334"/>
                    <a:pt x="6020" y="26046"/>
                    <a:pt x="6910" y="20090"/>
                  </a:cubicBezTo>
                  <a:cubicBezTo>
                    <a:pt x="7006" y="19426"/>
                    <a:pt x="7107" y="18723"/>
                    <a:pt x="7208" y="17991"/>
                  </a:cubicBezTo>
                  <a:cubicBezTo>
                    <a:pt x="7614" y="15087"/>
                    <a:pt x="8033" y="11716"/>
                    <a:pt x="8399" y="8684"/>
                  </a:cubicBezTo>
                  <a:cubicBezTo>
                    <a:pt x="8966" y="3932"/>
                    <a:pt x="9393" y="1"/>
                    <a:pt x="939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773;p31">
              <a:extLst>
                <a:ext uri="{FF2B5EF4-FFF2-40B4-BE49-F238E27FC236}">
                  <a16:creationId xmlns:a16="http://schemas.microsoft.com/office/drawing/2014/main" id="{B3726BE7-7B91-A534-4E9B-0FBD04B8ACF7}"/>
                </a:ext>
              </a:extLst>
            </p:cNvPr>
            <p:cNvSpPr/>
            <p:nvPr/>
          </p:nvSpPr>
          <p:spPr>
            <a:xfrm>
              <a:off x="5296587" y="4630420"/>
              <a:ext cx="147042" cy="51948"/>
            </a:xfrm>
            <a:custGeom>
              <a:avLst/>
              <a:gdLst/>
              <a:ahLst/>
              <a:cxnLst/>
              <a:rect l="l" t="t" r="r" b="b"/>
              <a:pathLst>
                <a:path w="3742" h="1322" extrusionOk="0">
                  <a:moveTo>
                    <a:pt x="3741" y="1"/>
                  </a:moveTo>
                  <a:lnTo>
                    <a:pt x="62" y="94"/>
                  </a:lnTo>
                  <a:lnTo>
                    <a:pt x="1" y="1321"/>
                  </a:lnTo>
                  <a:lnTo>
                    <a:pt x="3454" y="1321"/>
                  </a:lnTo>
                  <a:lnTo>
                    <a:pt x="3741"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774;p31">
              <a:extLst>
                <a:ext uri="{FF2B5EF4-FFF2-40B4-BE49-F238E27FC236}">
                  <a16:creationId xmlns:a16="http://schemas.microsoft.com/office/drawing/2014/main" id="{11B7998A-0744-E38B-06AB-E3ACB0D39D09}"/>
                </a:ext>
              </a:extLst>
            </p:cNvPr>
            <p:cNvSpPr/>
            <p:nvPr/>
          </p:nvSpPr>
          <p:spPr>
            <a:xfrm>
              <a:off x="5519157" y="3329738"/>
              <a:ext cx="124329" cy="472955"/>
            </a:xfrm>
            <a:custGeom>
              <a:avLst/>
              <a:gdLst/>
              <a:ahLst/>
              <a:cxnLst/>
              <a:rect l="l" t="t" r="r" b="b"/>
              <a:pathLst>
                <a:path w="3164" h="12036" extrusionOk="0">
                  <a:moveTo>
                    <a:pt x="2148" y="0"/>
                  </a:moveTo>
                  <a:cubicBezTo>
                    <a:pt x="1" y="1328"/>
                    <a:pt x="1365" y="8952"/>
                    <a:pt x="1972" y="12035"/>
                  </a:cubicBezTo>
                  <a:cubicBezTo>
                    <a:pt x="2378" y="9131"/>
                    <a:pt x="2797" y="5760"/>
                    <a:pt x="3163" y="2728"/>
                  </a:cubicBezTo>
                  <a:cubicBezTo>
                    <a:pt x="2984" y="1637"/>
                    <a:pt x="2664" y="682"/>
                    <a:pt x="21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775;p31">
              <a:extLst>
                <a:ext uri="{FF2B5EF4-FFF2-40B4-BE49-F238E27FC236}">
                  <a16:creationId xmlns:a16="http://schemas.microsoft.com/office/drawing/2014/main" id="{7126B695-0CBC-FF24-A004-8EE1D4860C9B}"/>
                </a:ext>
              </a:extLst>
            </p:cNvPr>
            <p:cNvSpPr/>
            <p:nvPr/>
          </p:nvSpPr>
          <p:spPr>
            <a:xfrm>
              <a:off x="5540180" y="3095694"/>
              <a:ext cx="271293" cy="1584964"/>
            </a:xfrm>
            <a:custGeom>
              <a:avLst/>
              <a:gdLst/>
              <a:ahLst/>
              <a:cxnLst/>
              <a:rect l="l" t="t" r="r" b="b"/>
              <a:pathLst>
                <a:path w="6904" h="40335" extrusionOk="0">
                  <a:moveTo>
                    <a:pt x="1" y="1"/>
                  </a:moveTo>
                  <a:cubicBezTo>
                    <a:pt x="1" y="1"/>
                    <a:pt x="1785" y="14118"/>
                    <a:pt x="2075" y="20594"/>
                  </a:cubicBezTo>
                  <a:cubicBezTo>
                    <a:pt x="2341" y="26530"/>
                    <a:pt x="2621" y="40334"/>
                    <a:pt x="2621" y="40334"/>
                  </a:cubicBezTo>
                  <a:lnTo>
                    <a:pt x="5202" y="40334"/>
                  </a:lnTo>
                  <a:cubicBezTo>
                    <a:pt x="5202" y="40334"/>
                    <a:pt x="6723" y="26178"/>
                    <a:pt x="6813" y="20130"/>
                  </a:cubicBezTo>
                  <a:cubicBezTo>
                    <a:pt x="6903" y="14319"/>
                    <a:pt x="5668" y="1"/>
                    <a:pt x="5668"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776;p31">
              <a:extLst>
                <a:ext uri="{FF2B5EF4-FFF2-40B4-BE49-F238E27FC236}">
                  <a16:creationId xmlns:a16="http://schemas.microsoft.com/office/drawing/2014/main" id="{B1A7E37E-F4BF-ADAD-333B-ED0A948549DC}"/>
                </a:ext>
              </a:extLst>
            </p:cNvPr>
            <p:cNvSpPr/>
            <p:nvPr/>
          </p:nvSpPr>
          <p:spPr>
            <a:xfrm>
              <a:off x="5624115" y="4630420"/>
              <a:ext cx="146885" cy="51948"/>
            </a:xfrm>
            <a:custGeom>
              <a:avLst/>
              <a:gdLst/>
              <a:ahLst/>
              <a:cxnLst/>
              <a:rect l="l" t="t" r="r" b="b"/>
              <a:pathLst>
                <a:path w="3738" h="1322" extrusionOk="0">
                  <a:moveTo>
                    <a:pt x="3737" y="1"/>
                  </a:moveTo>
                  <a:lnTo>
                    <a:pt x="0" y="94"/>
                  </a:lnTo>
                  <a:lnTo>
                    <a:pt x="61" y="1321"/>
                  </a:lnTo>
                  <a:lnTo>
                    <a:pt x="3449" y="1321"/>
                  </a:lnTo>
                  <a:lnTo>
                    <a:pt x="3737"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777;p31">
              <a:extLst>
                <a:ext uri="{FF2B5EF4-FFF2-40B4-BE49-F238E27FC236}">
                  <a16:creationId xmlns:a16="http://schemas.microsoft.com/office/drawing/2014/main" id="{1F9A7166-3694-EF89-930E-A484F34FD30A}"/>
                </a:ext>
              </a:extLst>
            </p:cNvPr>
            <p:cNvSpPr/>
            <p:nvPr/>
          </p:nvSpPr>
          <p:spPr>
            <a:xfrm>
              <a:off x="5439505" y="3075574"/>
              <a:ext cx="333025" cy="33872"/>
            </a:xfrm>
            <a:custGeom>
              <a:avLst/>
              <a:gdLst/>
              <a:ahLst/>
              <a:cxnLst/>
              <a:rect l="l" t="t" r="r" b="b"/>
              <a:pathLst>
                <a:path w="8475" h="862" extrusionOk="0">
                  <a:moveTo>
                    <a:pt x="495" y="0"/>
                  </a:moveTo>
                  <a:cubicBezTo>
                    <a:pt x="438" y="0"/>
                    <a:pt x="388" y="25"/>
                    <a:pt x="370" y="57"/>
                  </a:cubicBezTo>
                  <a:lnTo>
                    <a:pt x="25" y="750"/>
                  </a:lnTo>
                  <a:cubicBezTo>
                    <a:pt x="0" y="804"/>
                    <a:pt x="65" y="862"/>
                    <a:pt x="154" y="862"/>
                  </a:cubicBezTo>
                  <a:lnTo>
                    <a:pt x="8273" y="862"/>
                  </a:lnTo>
                  <a:cubicBezTo>
                    <a:pt x="8341" y="862"/>
                    <a:pt x="8399" y="826"/>
                    <a:pt x="8402" y="783"/>
                  </a:cubicBezTo>
                  <a:lnTo>
                    <a:pt x="8470" y="90"/>
                  </a:lnTo>
                  <a:cubicBezTo>
                    <a:pt x="8475" y="39"/>
                    <a:pt x="8414" y="0"/>
                    <a:pt x="8338"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778;p31">
              <a:extLst>
                <a:ext uri="{FF2B5EF4-FFF2-40B4-BE49-F238E27FC236}">
                  <a16:creationId xmlns:a16="http://schemas.microsoft.com/office/drawing/2014/main" id="{5D585DC9-8A5F-4F05-F4E4-A9BA9A58FBAE}"/>
                </a:ext>
              </a:extLst>
            </p:cNvPr>
            <p:cNvSpPr/>
            <p:nvPr/>
          </p:nvSpPr>
          <p:spPr>
            <a:xfrm>
              <a:off x="5484459" y="3073177"/>
              <a:ext cx="18115" cy="39216"/>
            </a:xfrm>
            <a:custGeom>
              <a:avLst/>
              <a:gdLst/>
              <a:ahLst/>
              <a:cxnLst/>
              <a:rect l="l" t="t" r="r" b="b"/>
              <a:pathLst>
                <a:path w="461" h="998" extrusionOk="0">
                  <a:moveTo>
                    <a:pt x="177" y="0"/>
                  </a:moveTo>
                  <a:cubicBezTo>
                    <a:pt x="138" y="0"/>
                    <a:pt x="102" y="22"/>
                    <a:pt x="98" y="47"/>
                  </a:cubicBezTo>
                  <a:lnTo>
                    <a:pt x="4" y="948"/>
                  </a:lnTo>
                  <a:cubicBezTo>
                    <a:pt x="1" y="976"/>
                    <a:pt x="34" y="998"/>
                    <a:pt x="77" y="998"/>
                  </a:cubicBezTo>
                  <a:lnTo>
                    <a:pt x="284" y="998"/>
                  </a:lnTo>
                  <a:cubicBezTo>
                    <a:pt x="327" y="998"/>
                    <a:pt x="364" y="976"/>
                    <a:pt x="367" y="948"/>
                  </a:cubicBezTo>
                  <a:lnTo>
                    <a:pt x="461" y="47"/>
                  </a:lnTo>
                  <a:cubicBezTo>
                    <a:pt x="461" y="22"/>
                    <a:pt x="432" y="0"/>
                    <a:pt x="389" y="0"/>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779;p31">
              <a:extLst>
                <a:ext uri="{FF2B5EF4-FFF2-40B4-BE49-F238E27FC236}">
                  <a16:creationId xmlns:a16="http://schemas.microsoft.com/office/drawing/2014/main" id="{3637057C-DA1E-4DCA-ECED-3AB63F66C2CB}"/>
                </a:ext>
              </a:extLst>
            </p:cNvPr>
            <p:cNvSpPr/>
            <p:nvPr/>
          </p:nvSpPr>
          <p:spPr>
            <a:xfrm>
              <a:off x="5684512" y="3073177"/>
              <a:ext cx="18076" cy="39216"/>
            </a:xfrm>
            <a:custGeom>
              <a:avLst/>
              <a:gdLst/>
              <a:ahLst/>
              <a:cxnLst/>
              <a:rect l="l" t="t" r="r" b="b"/>
              <a:pathLst>
                <a:path w="460" h="998" extrusionOk="0">
                  <a:moveTo>
                    <a:pt x="176" y="0"/>
                  </a:moveTo>
                  <a:cubicBezTo>
                    <a:pt x="136" y="0"/>
                    <a:pt x="97" y="22"/>
                    <a:pt x="97" y="47"/>
                  </a:cubicBezTo>
                  <a:lnTo>
                    <a:pt x="4" y="948"/>
                  </a:lnTo>
                  <a:cubicBezTo>
                    <a:pt x="0" y="976"/>
                    <a:pt x="32" y="998"/>
                    <a:pt x="75" y="998"/>
                  </a:cubicBezTo>
                  <a:lnTo>
                    <a:pt x="283" y="998"/>
                  </a:lnTo>
                  <a:cubicBezTo>
                    <a:pt x="327" y="998"/>
                    <a:pt x="362" y="976"/>
                    <a:pt x="366" y="948"/>
                  </a:cubicBezTo>
                  <a:lnTo>
                    <a:pt x="459" y="47"/>
                  </a:lnTo>
                  <a:cubicBezTo>
                    <a:pt x="459" y="22"/>
                    <a:pt x="426" y="0"/>
                    <a:pt x="388" y="0"/>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10" name="Chart 9">
            <a:extLst>
              <a:ext uri="{FF2B5EF4-FFF2-40B4-BE49-F238E27FC236}">
                <a16:creationId xmlns:a16="http://schemas.microsoft.com/office/drawing/2014/main" id="{7C91363D-CDD9-35D4-A683-E45C3C03A157}"/>
              </a:ext>
            </a:extLst>
          </p:cNvPr>
          <p:cNvGraphicFramePr/>
          <p:nvPr>
            <p:extLst>
              <p:ext uri="{D42A27DB-BD31-4B8C-83A1-F6EECF244321}">
                <p14:modId xmlns:p14="http://schemas.microsoft.com/office/powerpoint/2010/main" val="1519640522"/>
              </p:ext>
            </p:extLst>
          </p:nvPr>
        </p:nvGraphicFramePr>
        <p:xfrm>
          <a:off x="331941" y="938500"/>
          <a:ext cx="6646676" cy="4064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34"/>
          <p:cNvSpPr txBox="1">
            <a:spLocks noGrp="1"/>
          </p:cNvSpPr>
          <p:nvPr>
            <p:ph type="ctrTitle"/>
          </p:nvPr>
        </p:nvSpPr>
        <p:spPr>
          <a:xfrm>
            <a:off x="200257" y="2049317"/>
            <a:ext cx="4538400" cy="182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4000">
                <a:latin typeface="Lato" panose="020F0502020204030203" pitchFamily="34" charset="0"/>
                <a:ea typeface="Lato" panose="020F0502020204030203" pitchFamily="34" charset="0"/>
                <a:cs typeface="Lato" panose="020F0502020204030203" pitchFamily="34" charset="0"/>
              </a:rPr>
              <a:t>T</a:t>
            </a:r>
            <a:r>
              <a:rPr lang="en-US" sz="4000">
                <a:latin typeface="Lato" panose="020F0502020204030203" pitchFamily="34" charset="0"/>
                <a:ea typeface="Lato" panose="020F0502020204030203" pitchFamily="34" charset="0"/>
                <a:cs typeface="Lato" panose="020F0502020204030203" pitchFamily="34" charset="0"/>
              </a:rPr>
              <a:t>ại sao </a:t>
            </a:r>
            <a:r>
              <a:rPr lang="vi-VN" sz="4000">
                <a:latin typeface="Lato" panose="020F0502020204030203" pitchFamily="34" charset="0"/>
                <a:ea typeface="Lato" panose="020F0502020204030203" pitchFamily="34" charset="0"/>
                <a:cs typeface="Lato" panose="020F0502020204030203" pitchFamily="34" charset="0"/>
              </a:rPr>
              <a:t>l</a:t>
            </a:r>
            <a:r>
              <a:rPr lang="en-US" sz="4000">
                <a:latin typeface="Lato" panose="020F0502020204030203" pitchFamily="34" charset="0"/>
                <a:ea typeface="Lato" panose="020F0502020204030203" pitchFamily="34" charset="0"/>
                <a:cs typeface="Lato" panose="020F0502020204030203" pitchFamily="34" charset="0"/>
              </a:rPr>
              <a:t>ại </a:t>
            </a:r>
            <a:r>
              <a:rPr lang="en-US" sz="4000" dirty="0">
                <a:latin typeface="Lato" panose="020F0502020204030203" pitchFamily="34" charset="0"/>
                <a:ea typeface="Lato" panose="020F0502020204030203" pitchFamily="34" charset="0"/>
                <a:cs typeface="Lato" panose="020F0502020204030203" pitchFamily="34" charset="0"/>
              </a:rPr>
              <a:t>là Fully Paid và Charged- Off</a:t>
            </a:r>
            <a:endParaRPr sz="4000" dirty="0">
              <a:latin typeface="Lato" panose="020F0502020204030203" pitchFamily="34" charset="0"/>
              <a:ea typeface="Lato" panose="020F0502020204030203" pitchFamily="34" charset="0"/>
              <a:cs typeface="Lato" panose="020F0502020204030203" pitchFamily="34" charset="0"/>
            </a:endParaRPr>
          </a:p>
        </p:txBody>
      </p:sp>
      <p:sp>
        <p:nvSpPr>
          <p:cNvPr id="836" name="Google Shape;836;p34"/>
          <p:cNvSpPr/>
          <p:nvPr/>
        </p:nvSpPr>
        <p:spPr>
          <a:xfrm>
            <a:off x="10529695" y="2633661"/>
            <a:ext cx="189725" cy="176648"/>
          </a:xfrm>
          <a:custGeom>
            <a:avLst/>
            <a:gdLst/>
            <a:ahLst/>
            <a:cxnLst/>
            <a:rect l="l" t="t" r="r" b="b"/>
            <a:pathLst>
              <a:path w="5223" h="4863" extrusionOk="0">
                <a:moveTo>
                  <a:pt x="2509" y="229"/>
                </a:moveTo>
                <a:cubicBezTo>
                  <a:pt x="2718" y="229"/>
                  <a:pt x="2926" y="258"/>
                  <a:pt x="3131" y="319"/>
                </a:cubicBezTo>
                <a:cubicBezTo>
                  <a:pt x="4297" y="657"/>
                  <a:pt x="4968" y="1881"/>
                  <a:pt x="4628" y="3047"/>
                </a:cubicBezTo>
                <a:cubicBezTo>
                  <a:pt x="4462" y="3614"/>
                  <a:pt x="4089" y="4081"/>
                  <a:pt x="3572" y="4361"/>
                </a:cubicBezTo>
                <a:cubicBezTo>
                  <a:pt x="3245" y="4541"/>
                  <a:pt x="2885" y="4633"/>
                  <a:pt x="2520" y="4633"/>
                </a:cubicBezTo>
                <a:cubicBezTo>
                  <a:pt x="2313" y="4633"/>
                  <a:pt x="2104" y="4603"/>
                  <a:pt x="1900" y="4543"/>
                </a:cubicBezTo>
                <a:cubicBezTo>
                  <a:pt x="1333" y="4382"/>
                  <a:pt x="866" y="4005"/>
                  <a:pt x="586" y="3492"/>
                </a:cubicBezTo>
                <a:cubicBezTo>
                  <a:pt x="302" y="2975"/>
                  <a:pt x="238" y="2379"/>
                  <a:pt x="402" y="1816"/>
                </a:cubicBezTo>
                <a:cubicBezTo>
                  <a:pt x="564" y="1253"/>
                  <a:pt x="941" y="786"/>
                  <a:pt x="1454" y="502"/>
                </a:cubicBezTo>
                <a:cubicBezTo>
                  <a:pt x="1785" y="319"/>
                  <a:pt x="2147" y="229"/>
                  <a:pt x="2509" y="229"/>
                </a:cubicBezTo>
                <a:close/>
                <a:moveTo>
                  <a:pt x="2508" y="1"/>
                </a:moveTo>
                <a:cubicBezTo>
                  <a:pt x="2106" y="1"/>
                  <a:pt x="1708" y="102"/>
                  <a:pt x="1347" y="301"/>
                </a:cubicBezTo>
                <a:cubicBezTo>
                  <a:pt x="776" y="613"/>
                  <a:pt x="364" y="1130"/>
                  <a:pt x="184" y="1751"/>
                </a:cubicBezTo>
                <a:cubicBezTo>
                  <a:pt x="1" y="2376"/>
                  <a:pt x="72" y="3032"/>
                  <a:pt x="385" y="3600"/>
                </a:cubicBezTo>
                <a:cubicBezTo>
                  <a:pt x="697" y="4170"/>
                  <a:pt x="1210" y="4583"/>
                  <a:pt x="1835" y="4763"/>
                </a:cubicBezTo>
                <a:cubicBezTo>
                  <a:pt x="2061" y="4831"/>
                  <a:pt x="2291" y="4863"/>
                  <a:pt x="2517" y="4863"/>
                </a:cubicBezTo>
                <a:cubicBezTo>
                  <a:pt x="2922" y="4863"/>
                  <a:pt x="3321" y="4759"/>
                  <a:pt x="3684" y="4561"/>
                </a:cubicBezTo>
                <a:cubicBezTo>
                  <a:pt x="4250" y="4250"/>
                  <a:pt x="4666" y="3736"/>
                  <a:pt x="4847" y="3112"/>
                </a:cubicBezTo>
                <a:cubicBezTo>
                  <a:pt x="5223" y="1826"/>
                  <a:pt x="4480" y="473"/>
                  <a:pt x="3195" y="100"/>
                </a:cubicBezTo>
                <a:cubicBezTo>
                  <a:pt x="2969" y="34"/>
                  <a:pt x="2738" y="1"/>
                  <a:pt x="25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4"/>
          <p:cNvSpPr/>
          <p:nvPr/>
        </p:nvSpPr>
        <p:spPr>
          <a:xfrm>
            <a:off x="11428406" y="2940695"/>
            <a:ext cx="25718" cy="71342"/>
          </a:xfrm>
          <a:custGeom>
            <a:avLst/>
            <a:gdLst/>
            <a:ahLst/>
            <a:cxnLst/>
            <a:rect l="l" t="t" r="r" b="b"/>
            <a:pathLst>
              <a:path w="708" h="1964" extrusionOk="0">
                <a:moveTo>
                  <a:pt x="101" y="1"/>
                </a:moveTo>
                <a:lnTo>
                  <a:pt x="54" y="163"/>
                </a:lnTo>
                <a:lnTo>
                  <a:pt x="475" y="287"/>
                </a:lnTo>
                <a:lnTo>
                  <a:pt x="1" y="1910"/>
                </a:lnTo>
                <a:lnTo>
                  <a:pt x="183" y="1964"/>
                </a:lnTo>
                <a:lnTo>
                  <a:pt x="707" y="176"/>
                </a:lnTo>
                <a:lnTo>
                  <a:pt x="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4"/>
          <p:cNvSpPr/>
          <p:nvPr/>
        </p:nvSpPr>
        <p:spPr>
          <a:xfrm>
            <a:off x="11456304" y="2957223"/>
            <a:ext cx="59755" cy="74248"/>
          </a:xfrm>
          <a:custGeom>
            <a:avLst/>
            <a:gdLst/>
            <a:ahLst/>
            <a:cxnLst/>
            <a:rect l="l" t="t" r="r" b="b"/>
            <a:pathLst>
              <a:path w="1645" h="2044" extrusionOk="0">
                <a:moveTo>
                  <a:pt x="811" y="1"/>
                </a:moveTo>
                <a:cubicBezTo>
                  <a:pt x="656" y="1"/>
                  <a:pt x="515" y="40"/>
                  <a:pt x="399" y="117"/>
                </a:cubicBezTo>
                <a:lnTo>
                  <a:pt x="496" y="267"/>
                </a:lnTo>
                <a:cubicBezTo>
                  <a:pt x="594" y="205"/>
                  <a:pt x="699" y="175"/>
                  <a:pt x="815" y="175"/>
                </a:cubicBezTo>
                <a:cubicBezTo>
                  <a:pt x="887" y="175"/>
                  <a:pt x="962" y="186"/>
                  <a:pt x="1042" y="210"/>
                </a:cubicBezTo>
                <a:cubicBezTo>
                  <a:pt x="1314" y="289"/>
                  <a:pt x="1425" y="461"/>
                  <a:pt x="1365" y="665"/>
                </a:cubicBezTo>
                <a:cubicBezTo>
                  <a:pt x="1329" y="788"/>
                  <a:pt x="1253" y="899"/>
                  <a:pt x="994" y="1038"/>
                </a:cubicBezTo>
                <a:lnTo>
                  <a:pt x="40" y="1548"/>
                </a:lnTo>
                <a:lnTo>
                  <a:pt x="0" y="1681"/>
                </a:lnTo>
                <a:lnTo>
                  <a:pt x="1257" y="2044"/>
                </a:lnTo>
                <a:lnTo>
                  <a:pt x="1304" y="1883"/>
                </a:lnTo>
                <a:lnTo>
                  <a:pt x="320" y="1595"/>
                </a:lnTo>
                <a:lnTo>
                  <a:pt x="1102" y="1175"/>
                </a:lnTo>
                <a:cubicBezTo>
                  <a:pt x="1411" y="1010"/>
                  <a:pt x="1508" y="874"/>
                  <a:pt x="1559" y="702"/>
                </a:cubicBezTo>
                <a:cubicBezTo>
                  <a:pt x="1645" y="404"/>
                  <a:pt x="1468" y="152"/>
                  <a:pt x="1106" y="44"/>
                </a:cubicBezTo>
                <a:cubicBezTo>
                  <a:pt x="1004" y="15"/>
                  <a:pt x="905" y="1"/>
                  <a:pt x="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4"/>
          <p:cNvSpPr/>
          <p:nvPr/>
        </p:nvSpPr>
        <p:spPr>
          <a:xfrm>
            <a:off x="11515513" y="2970663"/>
            <a:ext cx="61062" cy="73050"/>
          </a:xfrm>
          <a:custGeom>
            <a:avLst/>
            <a:gdLst/>
            <a:ahLst/>
            <a:cxnLst/>
            <a:rect l="l" t="t" r="r" b="b"/>
            <a:pathLst>
              <a:path w="1681" h="2011" extrusionOk="0">
                <a:moveTo>
                  <a:pt x="532" y="1"/>
                </a:moveTo>
                <a:lnTo>
                  <a:pt x="484" y="163"/>
                </a:lnTo>
                <a:lnTo>
                  <a:pt x="1400" y="428"/>
                </a:lnTo>
                <a:lnTo>
                  <a:pt x="721" y="905"/>
                </a:lnTo>
                <a:lnTo>
                  <a:pt x="682" y="1042"/>
                </a:lnTo>
                <a:lnTo>
                  <a:pt x="812" y="1078"/>
                </a:lnTo>
                <a:cubicBezTo>
                  <a:pt x="1142" y="1175"/>
                  <a:pt x="1253" y="1358"/>
                  <a:pt x="1192" y="1573"/>
                </a:cubicBezTo>
                <a:cubicBezTo>
                  <a:pt x="1141" y="1740"/>
                  <a:pt x="1016" y="1832"/>
                  <a:pt x="832" y="1832"/>
                </a:cubicBezTo>
                <a:cubicBezTo>
                  <a:pt x="769" y="1832"/>
                  <a:pt x="700" y="1821"/>
                  <a:pt x="625" y="1799"/>
                </a:cubicBezTo>
                <a:cubicBezTo>
                  <a:pt x="391" y="1731"/>
                  <a:pt x="212" y="1584"/>
                  <a:pt x="133" y="1433"/>
                </a:cubicBezTo>
                <a:lnTo>
                  <a:pt x="0" y="1551"/>
                </a:lnTo>
                <a:cubicBezTo>
                  <a:pt x="97" y="1731"/>
                  <a:pt x="320" y="1893"/>
                  <a:pt x="578" y="1968"/>
                </a:cubicBezTo>
                <a:cubicBezTo>
                  <a:pt x="677" y="1997"/>
                  <a:pt x="769" y="2011"/>
                  <a:pt x="852" y="2011"/>
                </a:cubicBezTo>
                <a:cubicBezTo>
                  <a:pt x="1129" y="2011"/>
                  <a:pt x="1312" y="1860"/>
                  <a:pt x="1379" y="1631"/>
                </a:cubicBezTo>
                <a:cubicBezTo>
                  <a:pt x="1461" y="1344"/>
                  <a:pt x="1329" y="1085"/>
                  <a:pt x="951" y="953"/>
                </a:cubicBezTo>
                <a:lnTo>
                  <a:pt x="1644" y="464"/>
                </a:lnTo>
                <a:lnTo>
                  <a:pt x="1680" y="335"/>
                </a:lnTo>
                <a:lnTo>
                  <a:pt x="5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0" name="Google Shape;840;p34"/>
          <p:cNvGrpSpPr/>
          <p:nvPr/>
        </p:nvGrpSpPr>
        <p:grpSpPr>
          <a:xfrm>
            <a:off x="4539142" y="596016"/>
            <a:ext cx="5045501" cy="4267484"/>
            <a:chOff x="4089562" y="596016"/>
            <a:chExt cx="5045501" cy="4267484"/>
          </a:xfrm>
        </p:grpSpPr>
        <p:grpSp>
          <p:nvGrpSpPr>
            <p:cNvPr id="841" name="Google Shape;841;p34"/>
            <p:cNvGrpSpPr/>
            <p:nvPr/>
          </p:nvGrpSpPr>
          <p:grpSpPr>
            <a:xfrm>
              <a:off x="6472501" y="1326053"/>
              <a:ext cx="1000385" cy="883233"/>
              <a:chOff x="6472501" y="1326053"/>
              <a:chExt cx="1000385" cy="883233"/>
            </a:xfrm>
          </p:grpSpPr>
          <p:sp>
            <p:nvSpPr>
              <p:cNvPr id="842" name="Google Shape;842;p34"/>
              <p:cNvSpPr/>
              <p:nvPr/>
            </p:nvSpPr>
            <p:spPr>
              <a:xfrm>
                <a:off x="6472501" y="1326053"/>
                <a:ext cx="1000385" cy="883233"/>
              </a:xfrm>
              <a:custGeom>
                <a:avLst/>
                <a:gdLst/>
                <a:ahLst/>
                <a:cxnLst/>
                <a:rect l="l" t="t" r="r" b="b"/>
                <a:pathLst>
                  <a:path w="22535" h="19896" extrusionOk="0">
                    <a:moveTo>
                      <a:pt x="11255" y="0"/>
                    </a:moveTo>
                    <a:cubicBezTo>
                      <a:pt x="8227" y="0"/>
                      <a:pt x="5239" y="1376"/>
                      <a:pt x="3289" y="3985"/>
                    </a:cubicBezTo>
                    <a:cubicBezTo>
                      <a:pt x="1" y="8378"/>
                      <a:pt x="913" y="14612"/>
                      <a:pt x="5316" y="17907"/>
                    </a:cubicBezTo>
                    <a:cubicBezTo>
                      <a:pt x="7110" y="19248"/>
                      <a:pt x="9206" y="19895"/>
                      <a:pt x="11284" y="19895"/>
                    </a:cubicBezTo>
                    <a:cubicBezTo>
                      <a:pt x="14312" y="19895"/>
                      <a:pt x="17299" y="18520"/>
                      <a:pt x="19247" y="15912"/>
                    </a:cubicBezTo>
                    <a:cubicBezTo>
                      <a:pt x="22535" y="11515"/>
                      <a:pt x="21627" y="5281"/>
                      <a:pt x="17219" y="1986"/>
                    </a:cubicBezTo>
                    <a:cubicBezTo>
                      <a:pt x="15426" y="647"/>
                      <a:pt x="13331" y="0"/>
                      <a:pt x="11255"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4"/>
              <p:cNvSpPr/>
              <p:nvPr/>
            </p:nvSpPr>
            <p:spPr>
              <a:xfrm>
                <a:off x="6591559" y="1431083"/>
                <a:ext cx="762308" cy="673123"/>
              </a:xfrm>
              <a:custGeom>
                <a:avLst/>
                <a:gdLst/>
                <a:ahLst/>
                <a:cxnLst/>
                <a:rect l="l" t="t" r="r" b="b"/>
                <a:pathLst>
                  <a:path w="17172" h="15163" extrusionOk="0">
                    <a:moveTo>
                      <a:pt x="8574" y="0"/>
                    </a:moveTo>
                    <a:cubicBezTo>
                      <a:pt x="6268" y="0"/>
                      <a:pt x="3991" y="1048"/>
                      <a:pt x="2505" y="3036"/>
                    </a:cubicBezTo>
                    <a:cubicBezTo>
                      <a:pt x="0" y="6385"/>
                      <a:pt x="693" y="11138"/>
                      <a:pt x="4052" y="13646"/>
                    </a:cubicBezTo>
                    <a:cubicBezTo>
                      <a:pt x="5418" y="14669"/>
                      <a:pt x="7014" y="15162"/>
                      <a:pt x="8596" y="15162"/>
                    </a:cubicBezTo>
                    <a:cubicBezTo>
                      <a:pt x="10903" y="15162"/>
                      <a:pt x="13180" y="14113"/>
                      <a:pt x="14666" y="12124"/>
                    </a:cubicBezTo>
                    <a:cubicBezTo>
                      <a:pt x="17171" y="8776"/>
                      <a:pt x="16479" y="4023"/>
                      <a:pt x="13119" y="1515"/>
                    </a:cubicBezTo>
                    <a:cubicBezTo>
                      <a:pt x="11753" y="494"/>
                      <a:pt x="10157" y="0"/>
                      <a:pt x="8574"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4"/>
              <p:cNvSpPr/>
              <p:nvPr/>
            </p:nvSpPr>
            <p:spPr>
              <a:xfrm>
                <a:off x="6695435" y="1419230"/>
                <a:ext cx="625446" cy="541722"/>
              </a:xfrm>
              <a:custGeom>
                <a:avLst/>
                <a:gdLst/>
                <a:ahLst/>
                <a:cxnLst/>
                <a:rect l="l" t="t" r="r" b="b"/>
                <a:pathLst>
                  <a:path w="14089" h="12203" extrusionOk="0">
                    <a:moveTo>
                      <a:pt x="6307" y="1"/>
                    </a:moveTo>
                    <a:cubicBezTo>
                      <a:pt x="6282" y="1"/>
                      <a:pt x="6257" y="1"/>
                      <a:pt x="6231" y="1"/>
                    </a:cubicBezTo>
                    <a:cubicBezTo>
                      <a:pt x="5492" y="8"/>
                      <a:pt x="4795" y="127"/>
                      <a:pt x="4167" y="306"/>
                    </a:cubicBezTo>
                    <a:cubicBezTo>
                      <a:pt x="3539" y="490"/>
                      <a:pt x="2983" y="737"/>
                      <a:pt x="2502" y="1013"/>
                    </a:cubicBezTo>
                    <a:cubicBezTo>
                      <a:pt x="1540" y="1566"/>
                      <a:pt x="909" y="2216"/>
                      <a:pt x="528" y="2690"/>
                    </a:cubicBezTo>
                    <a:cubicBezTo>
                      <a:pt x="147" y="3170"/>
                      <a:pt x="1" y="3480"/>
                      <a:pt x="29" y="3497"/>
                    </a:cubicBezTo>
                    <a:cubicBezTo>
                      <a:pt x="31" y="3498"/>
                      <a:pt x="33" y="3499"/>
                      <a:pt x="35" y="3499"/>
                    </a:cubicBezTo>
                    <a:cubicBezTo>
                      <a:pt x="85" y="3499"/>
                      <a:pt x="292" y="3245"/>
                      <a:pt x="693" y="2844"/>
                    </a:cubicBezTo>
                    <a:cubicBezTo>
                      <a:pt x="1116" y="2428"/>
                      <a:pt x="1767" y="1853"/>
                      <a:pt x="2700" y="1376"/>
                    </a:cubicBezTo>
                    <a:cubicBezTo>
                      <a:pt x="3166" y="1136"/>
                      <a:pt x="3701" y="924"/>
                      <a:pt x="4297" y="770"/>
                    </a:cubicBezTo>
                    <a:cubicBezTo>
                      <a:pt x="4863" y="630"/>
                      <a:pt x="5480" y="539"/>
                      <a:pt x="6128" y="539"/>
                    </a:cubicBezTo>
                    <a:cubicBezTo>
                      <a:pt x="6162" y="539"/>
                      <a:pt x="6197" y="539"/>
                      <a:pt x="6231" y="540"/>
                    </a:cubicBezTo>
                    <a:cubicBezTo>
                      <a:pt x="6576" y="543"/>
                      <a:pt x="6928" y="565"/>
                      <a:pt x="7283" y="622"/>
                    </a:cubicBezTo>
                    <a:cubicBezTo>
                      <a:pt x="7638" y="680"/>
                      <a:pt x="7997" y="755"/>
                      <a:pt x="8357" y="869"/>
                    </a:cubicBezTo>
                    <a:cubicBezTo>
                      <a:pt x="8712" y="981"/>
                      <a:pt x="9067" y="1114"/>
                      <a:pt x="9412" y="1286"/>
                    </a:cubicBezTo>
                    <a:cubicBezTo>
                      <a:pt x="9760" y="1459"/>
                      <a:pt x="10097" y="1656"/>
                      <a:pt x="10424" y="1882"/>
                    </a:cubicBezTo>
                    <a:cubicBezTo>
                      <a:pt x="10747" y="2112"/>
                      <a:pt x="11049" y="2360"/>
                      <a:pt x="11324" y="2625"/>
                    </a:cubicBezTo>
                    <a:cubicBezTo>
                      <a:pt x="11604" y="2890"/>
                      <a:pt x="11856" y="3182"/>
                      <a:pt x="12082" y="3475"/>
                    </a:cubicBezTo>
                    <a:cubicBezTo>
                      <a:pt x="12311" y="3773"/>
                      <a:pt x="12505" y="4083"/>
                      <a:pt x="12678" y="4398"/>
                    </a:cubicBezTo>
                    <a:cubicBezTo>
                      <a:pt x="12853" y="4714"/>
                      <a:pt x="12997" y="5034"/>
                      <a:pt x="13120" y="5357"/>
                    </a:cubicBezTo>
                    <a:cubicBezTo>
                      <a:pt x="13363" y="5999"/>
                      <a:pt x="13499" y="6645"/>
                      <a:pt x="13564" y="7255"/>
                    </a:cubicBezTo>
                    <a:cubicBezTo>
                      <a:pt x="13625" y="7865"/>
                      <a:pt x="13607" y="8443"/>
                      <a:pt x="13547" y="8960"/>
                    </a:cubicBezTo>
                    <a:cubicBezTo>
                      <a:pt x="13418" y="10005"/>
                      <a:pt x="13098" y="10812"/>
                      <a:pt x="12853" y="11351"/>
                    </a:cubicBezTo>
                    <a:cubicBezTo>
                      <a:pt x="12603" y="11889"/>
                      <a:pt x="12430" y="12176"/>
                      <a:pt x="12466" y="12202"/>
                    </a:cubicBezTo>
                    <a:cubicBezTo>
                      <a:pt x="12467" y="12202"/>
                      <a:pt x="12468" y="12202"/>
                      <a:pt x="12469" y="12202"/>
                    </a:cubicBezTo>
                    <a:cubicBezTo>
                      <a:pt x="12511" y="12202"/>
                      <a:pt x="12743" y="11961"/>
                      <a:pt x="13055" y="11455"/>
                    </a:cubicBezTo>
                    <a:cubicBezTo>
                      <a:pt x="13367" y="10934"/>
                      <a:pt x="13762" y="10116"/>
                      <a:pt x="13952" y="9025"/>
                    </a:cubicBezTo>
                    <a:cubicBezTo>
                      <a:pt x="14046" y="8479"/>
                      <a:pt x="14089" y="7869"/>
                      <a:pt x="14046" y="7216"/>
                    </a:cubicBezTo>
                    <a:cubicBezTo>
                      <a:pt x="13999" y="6566"/>
                      <a:pt x="13873" y="5870"/>
                      <a:pt x="13622" y="5173"/>
                    </a:cubicBezTo>
                    <a:cubicBezTo>
                      <a:pt x="13499" y="4829"/>
                      <a:pt x="13353" y="4477"/>
                      <a:pt x="13169" y="4136"/>
                    </a:cubicBezTo>
                    <a:cubicBezTo>
                      <a:pt x="12987" y="3795"/>
                      <a:pt x="12782" y="3458"/>
                      <a:pt x="12538" y="3135"/>
                    </a:cubicBezTo>
                    <a:cubicBezTo>
                      <a:pt x="12293" y="2815"/>
                      <a:pt x="12028" y="2499"/>
                      <a:pt x="11730" y="2212"/>
                    </a:cubicBezTo>
                    <a:cubicBezTo>
                      <a:pt x="11429" y="1921"/>
                      <a:pt x="11102" y="1652"/>
                      <a:pt x="10754" y="1404"/>
                    </a:cubicBezTo>
                    <a:cubicBezTo>
                      <a:pt x="10403" y="1164"/>
                      <a:pt x="10040" y="949"/>
                      <a:pt x="9663" y="766"/>
                    </a:cubicBezTo>
                    <a:cubicBezTo>
                      <a:pt x="9290" y="583"/>
                      <a:pt x="8905" y="443"/>
                      <a:pt x="8518" y="324"/>
                    </a:cubicBezTo>
                    <a:cubicBezTo>
                      <a:pt x="8134" y="206"/>
                      <a:pt x="7746" y="127"/>
                      <a:pt x="7362" y="73"/>
                    </a:cubicBezTo>
                    <a:cubicBezTo>
                      <a:pt x="7005" y="23"/>
                      <a:pt x="6653" y="1"/>
                      <a:pt x="630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4"/>
              <p:cNvSpPr/>
              <p:nvPr/>
            </p:nvSpPr>
            <p:spPr>
              <a:xfrm>
                <a:off x="6758560" y="1569362"/>
                <a:ext cx="413028" cy="429586"/>
              </a:xfrm>
              <a:custGeom>
                <a:avLst/>
                <a:gdLst/>
                <a:ahLst/>
                <a:cxnLst/>
                <a:rect l="l" t="t" r="r" b="b"/>
                <a:pathLst>
                  <a:path w="9304" h="9677" extrusionOk="0">
                    <a:moveTo>
                      <a:pt x="5325" y="2199"/>
                    </a:moveTo>
                    <a:cubicBezTo>
                      <a:pt x="5490" y="2199"/>
                      <a:pt x="5679" y="2241"/>
                      <a:pt x="5893" y="2333"/>
                    </a:cubicBezTo>
                    <a:lnTo>
                      <a:pt x="4910" y="3690"/>
                    </a:lnTo>
                    <a:cubicBezTo>
                      <a:pt x="4587" y="3252"/>
                      <a:pt x="4429" y="2861"/>
                      <a:pt x="4673" y="2527"/>
                    </a:cubicBezTo>
                    <a:cubicBezTo>
                      <a:pt x="4819" y="2326"/>
                      <a:pt x="5035" y="2199"/>
                      <a:pt x="5325" y="2199"/>
                    </a:cubicBezTo>
                    <a:close/>
                    <a:moveTo>
                      <a:pt x="4673" y="6027"/>
                    </a:moveTo>
                    <a:cubicBezTo>
                      <a:pt x="4978" y="6468"/>
                      <a:pt x="5126" y="6849"/>
                      <a:pt x="4881" y="7186"/>
                    </a:cubicBezTo>
                    <a:cubicBezTo>
                      <a:pt x="4747" y="7373"/>
                      <a:pt x="4548" y="7482"/>
                      <a:pt x="4286" y="7482"/>
                    </a:cubicBezTo>
                    <a:cubicBezTo>
                      <a:pt x="4121" y="7482"/>
                      <a:pt x="3930" y="7438"/>
                      <a:pt x="3715" y="7344"/>
                    </a:cubicBezTo>
                    <a:lnTo>
                      <a:pt x="4673" y="6027"/>
                    </a:lnTo>
                    <a:close/>
                    <a:moveTo>
                      <a:pt x="7584" y="0"/>
                    </a:moveTo>
                    <a:lnTo>
                      <a:pt x="6816" y="1059"/>
                    </a:lnTo>
                    <a:cubicBezTo>
                      <a:pt x="6155" y="686"/>
                      <a:pt x="5538" y="519"/>
                      <a:pt x="4989" y="519"/>
                    </a:cubicBezTo>
                    <a:cubicBezTo>
                      <a:pt x="4180" y="519"/>
                      <a:pt x="3518" y="883"/>
                      <a:pt x="3080" y="1486"/>
                    </a:cubicBezTo>
                    <a:cubicBezTo>
                      <a:pt x="2089" y="2854"/>
                      <a:pt x="3015" y="4067"/>
                      <a:pt x="3890" y="5094"/>
                    </a:cubicBezTo>
                    <a:lnTo>
                      <a:pt x="2731" y="6691"/>
                    </a:lnTo>
                    <a:cubicBezTo>
                      <a:pt x="2093" y="6123"/>
                      <a:pt x="1594" y="5366"/>
                      <a:pt x="1371" y="4667"/>
                    </a:cubicBezTo>
                    <a:lnTo>
                      <a:pt x="0" y="5452"/>
                    </a:lnTo>
                    <a:cubicBezTo>
                      <a:pt x="226" y="6246"/>
                      <a:pt x="918" y="7200"/>
                      <a:pt x="1823" y="7944"/>
                    </a:cubicBezTo>
                    <a:lnTo>
                      <a:pt x="1069" y="8984"/>
                    </a:lnTo>
                    <a:lnTo>
                      <a:pt x="2024" y="9677"/>
                    </a:lnTo>
                    <a:lnTo>
                      <a:pt x="2800" y="8608"/>
                    </a:lnTo>
                    <a:cubicBezTo>
                      <a:pt x="3458" y="8973"/>
                      <a:pt x="4071" y="9136"/>
                      <a:pt x="4614" y="9136"/>
                    </a:cubicBezTo>
                    <a:cubicBezTo>
                      <a:pt x="5419" y="9136"/>
                      <a:pt x="6073" y="8778"/>
                      <a:pt x="6504" y="8187"/>
                    </a:cubicBezTo>
                    <a:cubicBezTo>
                      <a:pt x="7480" y="6838"/>
                      <a:pt x="6572" y="5639"/>
                      <a:pt x="5692" y="4620"/>
                    </a:cubicBezTo>
                    <a:lnTo>
                      <a:pt x="6870" y="2997"/>
                    </a:lnTo>
                    <a:cubicBezTo>
                      <a:pt x="7308" y="3399"/>
                      <a:pt x="7684" y="3923"/>
                      <a:pt x="7972" y="4556"/>
                    </a:cubicBezTo>
                    <a:lnTo>
                      <a:pt x="9304" y="3726"/>
                    </a:lnTo>
                    <a:cubicBezTo>
                      <a:pt x="9019" y="3008"/>
                      <a:pt x="8459" y="2311"/>
                      <a:pt x="7785" y="1734"/>
                    </a:cubicBezTo>
                    <a:lnTo>
                      <a:pt x="8539" y="693"/>
                    </a:lnTo>
                    <a:lnTo>
                      <a:pt x="7584"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 name="Google Shape;846;p34"/>
            <p:cNvGrpSpPr/>
            <p:nvPr/>
          </p:nvGrpSpPr>
          <p:grpSpPr>
            <a:xfrm>
              <a:off x="4694531" y="2250235"/>
              <a:ext cx="1090502" cy="1018186"/>
              <a:chOff x="4694531" y="2250235"/>
              <a:chExt cx="1090502" cy="1018186"/>
            </a:xfrm>
          </p:grpSpPr>
          <p:sp>
            <p:nvSpPr>
              <p:cNvPr id="847" name="Google Shape;847;p34"/>
              <p:cNvSpPr/>
              <p:nvPr/>
            </p:nvSpPr>
            <p:spPr>
              <a:xfrm>
                <a:off x="4694531" y="2250235"/>
                <a:ext cx="1090502" cy="1018186"/>
              </a:xfrm>
              <a:custGeom>
                <a:avLst/>
                <a:gdLst/>
                <a:ahLst/>
                <a:cxnLst/>
                <a:rect l="l" t="t" r="r" b="b"/>
                <a:pathLst>
                  <a:path w="24565" h="22936" extrusionOk="0">
                    <a:moveTo>
                      <a:pt x="12304" y="1"/>
                    </a:moveTo>
                    <a:cubicBezTo>
                      <a:pt x="11753" y="1"/>
                      <a:pt x="11196" y="40"/>
                      <a:pt x="10635" y="122"/>
                    </a:cubicBezTo>
                    <a:cubicBezTo>
                      <a:pt x="4354" y="1033"/>
                      <a:pt x="0" y="6855"/>
                      <a:pt x="912" y="13122"/>
                    </a:cubicBezTo>
                    <a:cubicBezTo>
                      <a:pt x="1738" y="18828"/>
                      <a:pt x="6647" y="22935"/>
                      <a:pt x="12259" y="22935"/>
                    </a:cubicBezTo>
                    <a:cubicBezTo>
                      <a:pt x="12812" y="22935"/>
                      <a:pt x="13371" y="22895"/>
                      <a:pt x="13934" y="22813"/>
                    </a:cubicBezTo>
                    <a:cubicBezTo>
                      <a:pt x="20211" y="21901"/>
                      <a:pt x="24565" y="16083"/>
                      <a:pt x="23657" y="9816"/>
                    </a:cubicBezTo>
                    <a:cubicBezTo>
                      <a:pt x="22827" y="4109"/>
                      <a:pt x="17918" y="1"/>
                      <a:pt x="1230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4"/>
              <p:cNvSpPr/>
              <p:nvPr/>
            </p:nvSpPr>
            <p:spPr>
              <a:xfrm>
                <a:off x="4824199" y="2371334"/>
                <a:ext cx="831161" cy="775937"/>
              </a:xfrm>
              <a:custGeom>
                <a:avLst/>
                <a:gdLst/>
                <a:ahLst/>
                <a:cxnLst/>
                <a:rect l="l" t="t" r="r" b="b"/>
                <a:pathLst>
                  <a:path w="18723" h="17479" extrusionOk="0">
                    <a:moveTo>
                      <a:pt x="9375" y="1"/>
                    </a:moveTo>
                    <a:cubicBezTo>
                      <a:pt x="8956" y="1"/>
                      <a:pt x="8532" y="31"/>
                      <a:pt x="8106" y="92"/>
                    </a:cubicBezTo>
                    <a:cubicBezTo>
                      <a:pt x="3320" y="789"/>
                      <a:pt x="0" y="5226"/>
                      <a:pt x="697" y="9999"/>
                    </a:cubicBezTo>
                    <a:cubicBezTo>
                      <a:pt x="1328" y="14348"/>
                      <a:pt x="5067" y="17478"/>
                      <a:pt x="9342" y="17478"/>
                    </a:cubicBezTo>
                    <a:cubicBezTo>
                      <a:pt x="9763" y="17478"/>
                      <a:pt x="10189" y="17448"/>
                      <a:pt x="10617" y="17386"/>
                    </a:cubicBezTo>
                    <a:cubicBezTo>
                      <a:pt x="15406" y="16690"/>
                      <a:pt x="18723" y="12257"/>
                      <a:pt x="18029" y="7479"/>
                    </a:cubicBezTo>
                    <a:cubicBezTo>
                      <a:pt x="17395" y="3131"/>
                      <a:pt x="13655" y="1"/>
                      <a:pt x="937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4"/>
              <p:cNvSpPr/>
              <p:nvPr/>
            </p:nvSpPr>
            <p:spPr>
              <a:xfrm>
                <a:off x="4841911" y="2356596"/>
                <a:ext cx="782507" cy="470782"/>
              </a:xfrm>
              <a:custGeom>
                <a:avLst/>
                <a:gdLst/>
                <a:ahLst/>
                <a:cxnLst/>
                <a:rect l="l" t="t" r="r" b="b"/>
                <a:pathLst>
                  <a:path w="17627" h="10605" extrusionOk="0">
                    <a:moveTo>
                      <a:pt x="8959" y="0"/>
                    </a:moveTo>
                    <a:cubicBezTo>
                      <a:pt x="8916" y="0"/>
                      <a:pt x="8873" y="1"/>
                      <a:pt x="8830" y="1"/>
                    </a:cubicBezTo>
                    <a:cubicBezTo>
                      <a:pt x="8348" y="12"/>
                      <a:pt x="7864" y="55"/>
                      <a:pt x="7379" y="141"/>
                    </a:cubicBezTo>
                    <a:cubicBezTo>
                      <a:pt x="6895" y="227"/>
                      <a:pt x="6421" y="353"/>
                      <a:pt x="5969" y="511"/>
                    </a:cubicBezTo>
                    <a:cubicBezTo>
                      <a:pt x="5513" y="665"/>
                      <a:pt x="5083" y="866"/>
                      <a:pt x="4673" y="1085"/>
                    </a:cubicBezTo>
                    <a:cubicBezTo>
                      <a:pt x="4264" y="1301"/>
                      <a:pt x="3880" y="1556"/>
                      <a:pt x="3524" y="1824"/>
                    </a:cubicBezTo>
                    <a:cubicBezTo>
                      <a:pt x="3169" y="2094"/>
                      <a:pt x="2843" y="2384"/>
                      <a:pt x="2545" y="2689"/>
                    </a:cubicBezTo>
                    <a:cubicBezTo>
                      <a:pt x="1949" y="3296"/>
                      <a:pt x="1478" y="3964"/>
                      <a:pt x="1112" y="4620"/>
                    </a:cubicBezTo>
                    <a:cubicBezTo>
                      <a:pt x="750" y="5281"/>
                      <a:pt x="499" y="5941"/>
                      <a:pt x="334" y="6559"/>
                    </a:cubicBezTo>
                    <a:cubicBezTo>
                      <a:pt x="0" y="7793"/>
                      <a:pt x="14" y="8842"/>
                      <a:pt x="90" y="9538"/>
                    </a:cubicBezTo>
                    <a:cubicBezTo>
                      <a:pt x="172" y="10235"/>
                      <a:pt x="303" y="10604"/>
                      <a:pt x="340" y="10604"/>
                    </a:cubicBezTo>
                    <a:cubicBezTo>
                      <a:pt x="341" y="10604"/>
                      <a:pt x="341" y="10604"/>
                      <a:pt x="341" y="10604"/>
                    </a:cubicBezTo>
                    <a:cubicBezTo>
                      <a:pt x="395" y="10593"/>
                      <a:pt x="352" y="10209"/>
                      <a:pt x="352" y="9524"/>
                    </a:cubicBezTo>
                    <a:cubicBezTo>
                      <a:pt x="355" y="8842"/>
                      <a:pt x="416" y="7844"/>
                      <a:pt x="786" y="6691"/>
                    </a:cubicBezTo>
                    <a:cubicBezTo>
                      <a:pt x="973" y="6118"/>
                      <a:pt x="1235" y="5503"/>
                      <a:pt x="1594" y="4894"/>
                    </a:cubicBezTo>
                    <a:cubicBezTo>
                      <a:pt x="1960" y="4291"/>
                      <a:pt x="2416" y="3680"/>
                      <a:pt x="2982" y="3124"/>
                    </a:cubicBezTo>
                    <a:cubicBezTo>
                      <a:pt x="3266" y="2848"/>
                      <a:pt x="3575" y="2578"/>
                      <a:pt x="3908" y="2338"/>
                    </a:cubicBezTo>
                    <a:cubicBezTo>
                      <a:pt x="4246" y="2090"/>
                      <a:pt x="4601" y="1860"/>
                      <a:pt x="4985" y="1663"/>
                    </a:cubicBezTo>
                    <a:cubicBezTo>
                      <a:pt x="5366" y="1462"/>
                      <a:pt x="5764" y="1282"/>
                      <a:pt x="6188" y="1139"/>
                    </a:cubicBezTo>
                    <a:cubicBezTo>
                      <a:pt x="6608" y="996"/>
                      <a:pt x="7046" y="880"/>
                      <a:pt x="7495" y="798"/>
                    </a:cubicBezTo>
                    <a:cubicBezTo>
                      <a:pt x="7947" y="722"/>
                      <a:pt x="8396" y="679"/>
                      <a:pt x="8840" y="669"/>
                    </a:cubicBezTo>
                    <a:cubicBezTo>
                      <a:pt x="8899" y="668"/>
                      <a:pt x="8958" y="667"/>
                      <a:pt x="9016" y="667"/>
                    </a:cubicBezTo>
                    <a:cubicBezTo>
                      <a:pt x="9401" y="667"/>
                      <a:pt x="9780" y="698"/>
                      <a:pt x="10150" y="744"/>
                    </a:cubicBezTo>
                    <a:cubicBezTo>
                      <a:pt x="10578" y="798"/>
                      <a:pt x="10994" y="895"/>
                      <a:pt x="11393" y="1009"/>
                    </a:cubicBezTo>
                    <a:cubicBezTo>
                      <a:pt x="11791" y="1121"/>
                      <a:pt x="12171" y="1268"/>
                      <a:pt x="12531" y="1430"/>
                    </a:cubicBezTo>
                    <a:cubicBezTo>
                      <a:pt x="13255" y="1753"/>
                      <a:pt x="13894" y="2169"/>
                      <a:pt x="14447" y="2614"/>
                    </a:cubicBezTo>
                    <a:cubicBezTo>
                      <a:pt x="14993" y="3063"/>
                      <a:pt x="15448" y="3547"/>
                      <a:pt x="15821" y="4021"/>
                    </a:cubicBezTo>
                    <a:cubicBezTo>
                      <a:pt x="16568" y="4976"/>
                      <a:pt x="16970" y="5895"/>
                      <a:pt x="17207" y="6534"/>
                    </a:cubicBezTo>
                    <a:cubicBezTo>
                      <a:pt x="17442" y="7171"/>
                      <a:pt x="17536" y="7543"/>
                      <a:pt x="17586" y="7543"/>
                    </a:cubicBezTo>
                    <a:cubicBezTo>
                      <a:pt x="17586" y="7543"/>
                      <a:pt x="17587" y="7543"/>
                      <a:pt x="17587" y="7542"/>
                    </a:cubicBezTo>
                    <a:cubicBezTo>
                      <a:pt x="17627" y="7535"/>
                      <a:pt x="17623" y="7144"/>
                      <a:pt x="17458" y="6454"/>
                    </a:cubicBezTo>
                    <a:cubicBezTo>
                      <a:pt x="17290" y="5773"/>
                      <a:pt x="16941" y="4786"/>
                      <a:pt x="16205" y="3741"/>
                    </a:cubicBezTo>
                    <a:cubicBezTo>
                      <a:pt x="15836" y="3221"/>
                      <a:pt x="15373" y="2686"/>
                      <a:pt x="14806" y="2190"/>
                    </a:cubicBezTo>
                    <a:cubicBezTo>
                      <a:pt x="14235" y="1699"/>
                      <a:pt x="13564" y="1236"/>
                      <a:pt x="12792" y="870"/>
                    </a:cubicBezTo>
                    <a:cubicBezTo>
                      <a:pt x="12408" y="686"/>
                      <a:pt x="12002" y="525"/>
                      <a:pt x="11575" y="396"/>
                    </a:cubicBezTo>
                    <a:cubicBezTo>
                      <a:pt x="11148" y="267"/>
                      <a:pt x="10703" y="159"/>
                      <a:pt x="10243" y="95"/>
                    </a:cubicBezTo>
                    <a:cubicBezTo>
                      <a:pt x="9825" y="36"/>
                      <a:pt x="9395" y="0"/>
                      <a:pt x="8959"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4"/>
              <p:cNvSpPr/>
              <p:nvPr/>
            </p:nvSpPr>
            <p:spPr>
              <a:xfrm>
                <a:off x="5058586" y="2488083"/>
                <a:ext cx="386747" cy="570799"/>
              </a:xfrm>
              <a:custGeom>
                <a:avLst/>
                <a:gdLst/>
                <a:ahLst/>
                <a:cxnLst/>
                <a:rect l="l" t="t" r="r" b="b"/>
                <a:pathLst>
                  <a:path w="8712" h="12858" extrusionOk="0">
                    <a:moveTo>
                      <a:pt x="3209" y="3500"/>
                    </a:moveTo>
                    <a:lnTo>
                      <a:pt x="3518" y="5409"/>
                    </a:lnTo>
                    <a:cubicBezTo>
                      <a:pt x="2894" y="5316"/>
                      <a:pt x="2452" y="5122"/>
                      <a:pt x="2377" y="4652"/>
                    </a:cubicBezTo>
                    <a:cubicBezTo>
                      <a:pt x="2304" y="4211"/>
                      <a:pt x="2524" y="3772"/>
                      <a:pt x="3209" y="3500"/>
                    </a:cubicBezTo>
                    <a:close/>
                    <a:moveTo>
                      <a:pt x="5233" y="7506"/>
                    </a:moveTo>
                    <a:cubicBezTo>
                      <a:pt x="5844" y="7617"/>
                      <a:pt x="6275" y="7807"/>
                      <a:pt x="6350" y="8277"/>
                    </a:cubicBezTo>
                    <a:cubicBezTo>
                      <a:pt x="6418" y="8708"/>
                      <a:pt x="6177" y="9106"/>
                      <a:pt x="5528" y="9361"/>
                    </a:cubicBezTo>
                    <a:lnTo>
                      <a:pt x="5233" y="7506"/>
                    </a:lnTo>
                    <a:close/>
                    <a:moveTo>
                      <a:pt x="4032" y="0"/>
                    </a:moveTo>
                    <a:lnTo>
                      <a:pt x="2685" y="216"/>
                    </a:lnTo>
                    <a:lnTo>
                      <a:pt x="2925" y="1708"/>
                    </a:lnTo>
                    <a:cubicBezTo>
                      <a:pt x="840" y="2290"/>
                      <a:pt x="0" y="3683"/>
                      <a:pt x="227" y="5108"/>
                    </a:cubicBezTo>
                    <a:cubicBezTo>
                      <a:pt x="535" y="7032"/>
                      <a:pt x="2283" y="7261"/>
                      <a:pt x="3833" y="7384"/>
                    </a:cubicBezTo>
                    <a:lnTo>
                      <a:pt x="4193" y="9630"/>
                    </a:lnTo>
                    <a:cubicBezTo>
                      <a:pt x="4079" y="9637"/>
                      <a:pt x="3965" y="9641"/>
                      <a:pt x="3850" y="9641"/>
                    </a:cubicBezTo>
                    <a:cubicBezTo>
                      <a:pt x="2975" y="9641"/>
                      <a:pt x="2096" y="9438"/>
                      <a:pt x="1433" y="9092"/>
                    </a:cubicBezTo>
                    <a:lnTo>
                      <a:pt x="955" y="10854"/>
                    </a:lnTo>
                    <a:cubicBezTo>
                      <a:pt x="1623" y="11223"/>
                      <a:pt x="2619" y="11432"/>
                      <a:pt x="3681" y="11432"/>
                    </a:cubicBezTo>
                    <a:cubicBezTo>
                      <a:pt x="3943" y="11432"/>
                      <a:pt x="4210" y="11419"/>
                      <a:pt x="4476" y="11393"/>
                    </a:cubicBezTo>
                    <a:lnTo>
                      <a:pt x="4709" y="12857"/>
                    </a:lnTo>
                    <a:lnTo>
                      <a:pt x="6056" y="12642"/>
                    </a:lnTo>
                    <a:lnTo>
                      <a:pt x="5815" y="11138"/>
                    </a:lnTo>
                    <a:cubicBezTo>
                      <a:pt x="7882" y="10542"/>
                      <a:pt x="8712" y="9171"/>
                      <a:pt x="8489" y="7771"/>
                    </a:cubicBezTo>
                    <a:cubicBezTo>
                      <a:pt x="8184" y="5876"/>
                      <a:pt x="6465" y="5639"/>
                      <a:pt x="4915" y="5528"/>
                    </a:cubicBezTo>
                    <a:lnTo>
                      <a:pt x="4548" y="3242"/>
                    </a:lnTo>
                    <a:cubicBezTo>
                      <a:pt x="4611" y="3239"/>
                      <a:pt x="4673" y="3238"/>
                      <a:pt x="4736" y="3238"/>
                    </a:cubicBezTo>
                    <a:cubicBezTo>
                      <a:pt x="5367" y="3238"/>
                      <a:pt x="6038" y="3357"/>
                      <a:pt x="6719" y="3611"/>
                    </a:cubicBezTo>
                    <a:lnTo>
                      <a:pt x="7125" y="1849"/>
                    </a:lnTo>
                    <a:cubicBezTo>
                      <a:pt x="6479" y="1570"/>
                      <a:pt x="5703" y="1442"/>
                      <a:pt x="4899" y="1442"/>
                    </a:cubicBezTo>
                    <a:cubicBezTo>
                      <a:pt x="4689" y="1442"/>
                      <a:pt x="4476" y="1451"/>
                      <a:pt x="4264" y="1468"/>
                    </a:cubicBezTo>
                    <a:lnTo>
                      <a:pt x="403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34"/>
            <p:cNvGrpSpPr/>
            <p:nvPr/>
          </p:nvGrpSpPr>
          <p:grpSpPr>
            <a:xfrm>
              <a:off x="6256625" y="616414"/>
              <a:ext cx="546250" cy="503056"/>
              <a:chOff x="6256625" y="616414"/>
              <a:chExt cx="546250" cy="503056"/>
            </a:xfrm>
          </p:grpSpPr>
          <p:sp>
            <p:nvSpPr>
              <p:cNvPr id="852" name="Google Shape;852;p34"/>
              <p:cNvSpPr/>
              <p:nvPr/>
            </p:nvSpPr>
            <p:spPr>
              <a:xfrm>
                <a:off x="6256625" y="616414"/>
                <a:ext cx="546250" cy="503056"/>
              </a:xfrm>
              <a:custGeom>
                <a:avLst/>
                <a:gdLst/>
                <a:ahLst/>
                <a:cxnLst/>
                <a:rect l="l" t="t" r="r" b="b"/>
                <a:pathLst>
                  <a:path w="12305" h="11332" extrusionOk="0">
                    <a:moveTo>
                      <a:pt x="6142" y="0"/>
                    </a:moveTo>
                    <a:cubicBezTo>
                      <a:pt x="3460" y="0"/>
                      <a:pt x="1077" y="1903"/>
                      <a:pt x="571" y="4630"/>
                    </a:cubicBezTo>
                    <a:cubicBezTo>
                      <a:pt x="1" y="7706"/>
                      <a:pt x="2035" y="10663"/>
                      <a:pt x="5119" y="11234"/>
                    </a:cubicBezTo>
                    <a:cubicBezTo>
                      <a:pt x="5471" y="11300"/>
                      <a:pt x="5822" y="11332"/>
                      <a:pt x="6167" y="11332"/>
                    </a:cubicBezTo>
                    <a:cubicBezTo>
                      <a:pt x="8847" y="11332"/>
                      <a:pt x="11228" y="9429"/>
                      <a:pt x="11733" y="6705"/>
                    </a:cubicBezTo>
                    <a:cubicBezTo>
                      <a:pt x="12305" y="3629"/>
                      <a:pt x="10269" y="671"/>
                      <a:pt x="7186" y="97"/>
                    </a:cubicBezTo>
                    <a:cubicBezTo>
                      <a:pt x="6835" y="32"/>
                      <a:pt x="6486" y="0"/>
                      <a:pt x="6142"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4"/>
              <p:cNvSpPr/>
              <p:nvPr/>
            </p:nvSpPr>
            <p:spPr>
              <a:xfrm>
                <a:off x="6321659" y="676342"/>
                <a:ext cx="416224" cy="383285"/>
              </a:xfrm>
              <a:custGeom>
                <a:avLst/>
                <a:gdLst/>
                <a:ahLst/>
                <a:cxnLst/>
                <a:rect l="l" t="t" r="r" b="b"/>
                <a:pathLst>
                  <a:path w="9376" h="8634" extrusionOk="0">
                    <a:moveTo>
                      <a:pt x="4678" y="0"/>
                    </a:moveTo>
                    <a:cubicBezTo>
                      <a:pt x="2635" y="0"/>
                      <a:pt x="819" y="1451"/>
                      <a:pt x="434" y="3528"/>
                    </a:cubicBezTo>
                    <a:cubicBezTo>
                      <a:pt x="0" y="5872"/>
                      <a:pt x="1551" y="8125"/>
                      <a:pt x="3898" y="8559"/>
                    </a:cubicBezTo>
                    <a:cubicBezTo>
                      <a:pt x="4167" y="8610"/>
                      <a:pt x="4434" y="8634"/>
                      <a:pt x="4698" y="8634"/>
                    </a:cubicBezTo>
                    <a:cubicBezTo>
                      <a:pt x="6741" y="8634"/>
                      <a:pt x="8556" y="7183"/>
                      <a:pt x="8941" y="5107"/>
                    </a:cubicBezTo>
                    <a:cubicBezTo>
                      <a:pt x="9375" y="2763"/>
                      <a:pt x="7825" y="509"/>
                      <a:pt x="5477" y="74"/>
                    </a:cubicBezTo>
                    <a:cubicBezTo>
                      <a:pt x="5209" y="24"/>
                      <a:pt x="4942" y="0"/>
                      <a:pt x="4678"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4"/>
              <p:cNvSpPr/>
              <p:nvPr/>
            </p:nvSpPr>
            <p:spPr>
              <a:xfrm>
                <a:off x="6339016" y="668929"/>
                <a:ext cx="386881" cy="228266"/>
              </a:xfrm>
              <a:custGeom>
                <a:avLst/>
                <a:gdLst/>
                <a:ahLst/>
                <a:cxnLst/>
                <a:rect l="l" t="t" r="r" b="b"/>
                <a:pathLst>
                  <a:path w="8715" h="5142" extrusionOk="0">
                    <a:moveTo>
                      <a:pt x="4257" y="1"/>
                    </a:moveTo>
                    <a:cubicBezTo>
                      <a:pt x="4020" y="4"/>
                      <a:pt x="3787" y="26"/>
                      <a:pt x="3561" y="66"/>
                    </a:cubicBezTo>
                    <a:cubicBezTo>
                      <a:pt x="3335" y="102"/>
                      <a:pt x="3115" y="159"/>
                      <a:pt x="2908" y="227"/>
                    </a:cubicBezTo>
                    <a:cubicBezTo>
                      <a:pt x="2696" y="296"/>
                      <a:pt x="2498" y="382"/>
                      <a:pt x="2312" y="478"/>
                    </a:cubicBezTo>
                    <a:cubicBezTo>
                      <a:pt x="1935" y="665"/>
                      <a:pt x="1608" y="902"/>
                      <a:pt x="1332" y="1154"/>
                    </a:cubicBezTo>
                    <a:cubicBezTo>
                      <a:pt x="1059" y="1404"/>
                      <a:pt x="837" y="1674"/>
                      <a:pt x="660" y="1936"/>
                    </a:cubicBezTo>
                    <a:cubicBezTo>
                      <a:pt x="309" y="2459"/>
                      <a:pt x="148" y="2951"/>
                      <a:pt x="72" y="3289"/>
                    </a:cubicBezTo>
                    <a:cubicBezTo>
                      <a:pt x="0" y="3630"/>
                      <a:pt x="0" y="3824"/>
                      <a:pt x="22" y="3827"/>
                    </a:cubicBezTo>
                    <a:cubicBezTo>
                      <a:pt x="22" y="3827"/>
                      <a:pt x="22" y="3827"/>
                      <a:pt x="23" y="3827"/>
                    </a:cubicBezTo>
                    <a:cubicBezTo>
                      <a:pt x="48" y="3827"/>
                      <a:pt x="91" y="3641"/>
                      <a:pt x="198" y="3325"/>
                    </a:cubicBezTo>
                    <a:cubicBezTo>
                      <a:pt x="309" y="3006"/>
                      <a:pt x="496" y="2550"/>
                      <a:pt x="851" y="2068"/>
                    </a:cubicBezTo>
                    <a:cubicBezTo>
                      <a:pt x="1031" y="1828"/>
                      <a:pt x="1249" y="1584"/>
                      <a:pt x="1515" y="1358"/>
                    </a:cubicBezTo>
                    <a:cubicBezTo>
                      <a:pt x="1780" y="1132"/>
                      <a:pt x="2093" y="920"/>
                      <a:pt x="2448" y="751"/>
                    </a:cubicBezTo>
                    <a:cubicBezTo>
                      <a:pt x="2624" y="665"/>
                      <a:pt x="2810" y="590"/>
                      <a:pt x="3004" y="529"/>
                    </a:cubicBezTo>
                    <a:cubicBezTo>
                      <a:pt x="3201" y="468"/>
                      <a:pt x="3403" y="418"/>
                      <a:pt x="3615" y="385"/>
                    </a:cubicBezTo>
                    <a:cubicBezTo>
                      <a:pt x="3826" y="353"/>
                      <a:pt x="4041" y="332"/>
                      <a:pt x="4261" y="332"/>
                    </a:cubicBezTo>
                    <a:cubicBezTo>
                      <a:pt x="4480" y="332"/>
                      <a:pt x="4702" y="349"/>
                      <a:pt x="4929" y="382"/>
                    </a:cubicBezTo>
                    <a:cubicBezTo>
                      <a:pt x="5151" y="418"/>
                      <a:pt x="5366" y="468"/>
                      <a:pt x="5578" y="532"/>
                    </a:cubicBezTo>
                    <a:cubicBezTo>
                      <a:pt x="5786" y="600"/>
                      <a:pt x="5987" y="683"/>
                      <a:pt x="6178" y="780"/>
                    </a:cubicBezTo>
                    <a:cubicBezTo>
                      <a:pt x="6367" y="870"/>
                      <a:pt x="6547" y="981"/>
                      <a:pt x="6716" y="1099"/>
                    </a:cubicBezTo>
                    <a:cubicBezTo>
                      <a:pt x="6884" y="1215"/>
                      <a:pt x="7039" y="1344"/>
                      <a:pt x="7182" y="1477"/>
                    </a:cubicBezTo>
                    <a:cubicBezTo>
                      <a:pt x="7470" y="1745"/>
                      <a:pt x="7699" y="2040"/>
                      <a:pt x="7889" y="2335"/>
                    </a:cubicBezTo>
                    <a:cubicBezTo>
                      <a:pt x="8073" y="2632"/>
                      <a:pt x="8209" y="2930"/>
                      <a:pt x="8310" y="3213"/>
                    </a:cubicBezTo>
                    <a:cubicBezTo>
                      <a:pt x="8504" y="3777"/>
                      <a:pt x="8547" y="4273"/>
                      <a:pt x="8557" y="4606"/>
                    </a:cubicBezTo>
                    <a:cubicBezTo>
                      <a:pt x="8564" y="4947"/>
                      <a:pt x="8547" y="5138"/>
                      <a:pt x="8575" y="5141"/>
                    </a:cubicBezTo>
                    <a:cubicBezTo>
                      <a:pt x="8575" y="5141"/>
                      <a:pt x="8575" y="5141"/>
                      <a:pt x="8576" y="5141"/>
                    </a:cubicBezTo>
                    <a:cubicBezTo>
                      <a:pt x="8594" y="5141"/>
                      <a:pt x="8655" y="4954"/>
                      <a:pt x="8686" y="4613"/>
                    </a:cubicBezTo>
                    <a:cubicBezTo>
                      <a:pt x="8715" y="4265"/>
                      <a:pt x="8708" y="3748"/>
                      <a:pt x="8532" y="3142"/>
                    </a:cubicBezTo>
                    <a:cubicBezTo>
                      <a:pt x="8442" y="2840"/>
                      <a:pt x="8310" y="2517"/>
                      <a:pt x="8123" y="2194"/>
                    </a:cubicBezTo>
                    <a:cubicBezTo>
                      <a:pt x="7936" y="1875"/>
                      <a:pt x="7695" y="1552"/>
                      <a:pt x="7394" y="1258"/>
                    </a:cubicBezTo>
                    <a:cubicBezTo>
                      <a:pt x="7243" y="1110"/>
                      <a:pt x="7078" y="970"/>
                      <a:pt x="6899" y="841"/>
                    </a:cubicBezTo>
                    <a:cubicBezTo>
                      <a:pt x="6719" y="712"/>
                      <a:pt x="6529" y="594"/>
                      <a:pt x="6324" y="489"/>
                    </a:cubicBezTo>
                    <a:cubicBezTo>
                      <a:pt x="6120" y="385"/>
                      <a:pt x="5905" y="292"/>
                      <a:pt x="5678" y="220"/>
                    </a:cubicBezTo>
                    <a:cubicBezTo>
                      <a:pt x="5452" y="148"/>
                      <a:pt x="5219" y="91"/>
                      <a:pt x="4979" y="55"/>
                    </a:cubicBezTo>
                    <a:cubicBezTo>
                      <a:pt x="4735" y="19"/>
                      <a:pt x="4494" y="1"/>
                      <a:pt x="425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4"/>
              <p:cNvSpPr/>
              <p:nvPr/>
            </p:nvSpPr>
            <p:spPr>
              <a:xfrm>
                <a:off x="6431261" y="735693"/>
                <a:ext cx="191864" cy="281937"/>
              </a:xfrm>
              <a:custGeom>
                <a:avLst/>
                <a:gdLst/>
                <a:ahLst/>
                <a:cxnLst/>
                <a:rect l="l" t="t" r="r" b="b"/>
                <a:pathLst>
                  <a:path w="4322" h="6351" extrusionOk="0">
                    <a:moveTo>
                      <a:pt x="2226" y="1620"/>
                    </a:moveTo>
                    <a:lnTo>
                      <a:pt x="2064" y="2560"/>
                    </a:lnTo>
                    <a:cubicBezTo>
                      <a:pt x="1791" y="2420"/>
                      <a:pt x="1612" y="2259"/>
                      <a:pt x="1651" y="2025"/>
                    </a:cubicBezTo>
                    <a:cubicBezTo>
                      <a:pt x="1691" y="1807"/>
                      <a:pt x="1863" y="1638"/>
                      <a:pt x="2226" y="1620"/>
                    </a:cubicBezTo>
                    <a:close/>
                    <a:moveTo>
                      <a:pt x="2534" y="3816"/>
                    </a:moveTo>
                    <a:cubicBezTo>
                      <a:pt x="2803" y="3964"/>
                      <a:pt x="2972" y="4121"/>
                      <a:pt x="2932" y="4355"/>
                    </a:cubicBezTo>
                    <a:cubicBezTo>
                      <a:pt x="2897" y="4567"/>
                      <a:pt x="2721" y="4714"/>
                      <a:pt x="2377" y="4732"/>
                    </a:cubicBezTo>
                    <a:lnTo>
                      <a:pt x="2534" y="3816"/>
                    </a:lnTo>
                    <a:close/>
                    <a:moveTo>
                      <a:pt x="2502" y="1"/>
                    </a:moveTo>
                    <a:lnTo>
                      <a:pt x="2377" y="737"/>
                    </a:lnTo>
                    <a:cubicBezTo>
                      <a:pt x="2323" y="734"/>
                      <a:pt x="2270" y="732"/>
                      <a:pt x="2218" y="732"/>
                    </a:cubicBezTo>
                    <a:cubicBezTo>
                      <a:pt x="1249" y="732"/>
                      <a:pt x="691" y="1228"/>
                      <a:pt x="575" y="1896"/>
                    </a:cubicBezTo>
                    <a:cubicBezTo>
                      <a:pt x="413" y="2847"/>
                      <a:pt x="1192" y="3231"/>
                      <a:pt x="1899" y="3536"/>
                    </a:cubicBezTo>
                    <a:lnTo>
                      <a:pt x="1709" y="4646"/>
                    </a:lnTo>
                    <a:cubicBezTo>
                      <a:pt x="1239" y="4517"/>
                      <a:pt x="793" y="4255"/>
                      <a:pt x="503" y="3953"/>
                    </a:cubicBezTo>
                    <a:lnTo>
                      <a:pt x="0" y="4699"/>
                    </a:lnTo>
                    <a:cubicBezTo>
                      <a:pt x="316" y="5047"/>
                      <a:pt x="912" y="5360"/>
                      <a:pt x="1562" y="5514"/>
                    </a:cubicBezTo>
                    <a:lnTo>
                      <a:pt x="1440" y="6236"/>
                    </a:lnTo>
                    <a:lnTo>
                      <a:pt x="2100" y="6351"/>
                    </a:lnTo>
                    <a:lnTo>
                      <a:pt x="2229" y="5607"/>
                    </a:lnTo>
                    <a:cubicBezTo>
                      <a:pt x="2278" y="5610"/>
                      <a:pt x="2326" y="5611"/>
                      <a:pt x="2373" y="5611"/>
                    </a:cubicBezTo>
                    <a:cubicBezTo>
                      <a:pt x="3346" y="5611"/>
                      <a:pt x="3904" y="5116"/>
                      <a:pt x="4017" y="4459"/>
                    </a:cubicBezTo>
                    <a:cubicBezTo>
                      <a:pt x="4175" y="3523"/>
                      <a:pt x="3406" y="3138"/>
                      <a:pt x="2700" y="2840"/>
                    </a:cubicBezTo>
                    <a:lnTo>
                      <a:pt x="2894" y="1714"/>
                    </a:lnTo>
                    <a:cubicBezTo>
                      <a:pt x="3220" y="1810"/>
                      <a:pt x="3543" y="1982"/>
                      <a:pt x="3848" y="2230"/>
                    </a:cubicBezTo>
                    <a:lnTo>
                      <a:pt x="4322" y="1472"/>
                    </a:lnTo>
                    <a:cubicBezTo>
                      <a:pt x="3995" y="1179"/>
                      <a:pt x="3532" y="963"/>
                      <a:pt x="3044" y="837"/>
                    </a:cubicBezTo>
                    <a:lnTo>
                      <a:pt x="3166" y="116"/>
                    </a:lnTo>
                    <a:lnTo>
                      <a:pt x="2502"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 name="Google Shape;856;p34"/>
            <p:cNvGrpSpPr/>
            <p:nvPr/>
          </p:nvGrpSpPr>
          <p:grpSpPr>
            <a:xfrm>
              <a:off x="4321997" y="3141168"/>
              <a:ext cx="921144" cy="1561106"/>
              <a:chOff x="4321997" y="3141168"/>
              <a:chExt cx="921144" cy="1561106"/>
            </a:xfrm>
          </p:grpSpPr>
          <p:sp>
            <p:nvSpPr>
              <p:cNvPr id="857" name="Google Shape;857;p34"/>
              <p:cNvSpPr/>
              <p:nvPr/>
            </p:nvSpPr>
            <p:spPr>
              <a:xfrm>
                <a:off x="4321997" y="3141168"/>
                <a:ext cx="921144" cy="1187366"/>
              </a:xfrm>
              <a:custGeom>
                <a:avLst/>
                <a:gdLst/>
                <a:ahLst/>
                <a:cxnLst/>
                <a:rect l="l" t="t" r="r" b="b"/>
                <a:pathLst>
                  <a:path w="20750" h="26747" extrusionOk="0">
                    <a:moveTo>
                      <a:pt x="2574" y="0"/>
                    </a:moveTo>
                    <a:cubicBezTo>
                      <a:pt x="1560" y="0"/>
                      <a:pt x="524" y="638"/>
                      <a:pt x="269" y="1627"/>
                    </a:cubicBezTo>
                    <a:cubicBezTo>
                      <a:pt x="0" y="2664"/>
                      <a:pt x="607" y="3716"/>
                      <a:pt x="1264" y="4552"/>
                    </a:cubicBezTo>
                    <a:cubicBezTo>
                      <a:pt x="2240" y="5797"/>
                      <a:pt x="3396" y="6900"/>
                      <a:pt x="4680" y="7811"/>
                    </a:cubicBezTo>
                    <a:cubicBezTo>
                      <a:pt x="4910" y="7977"/>
                      <a:pt x="5162" y="8152"/>
                      <a:pt x="5251" y="8425"/>
                    </a:cubicBezTo>
                    <a:cubicBezTo>
                      <a:pt x="5412" y="8913"/>
                      <a:pt x="4946" y="9402"/>
                      <a:pt x="4461" y="9563"/>
                    </a:cubicBezTo>
                    <a:cubicBezTo>
                      <a:pt x="3916" y="9746"/>
                      <a:pt x="3320" y="9688"/>
                      <a:pt x="2745" y="9756"/>
                    </a:cubicBezTo>
                    <a:cubicBezTo>
                      <a:pt x="2175" y="9824"/>
                      <a:pt x="1554" y="10076"/>
                      <a:pt x="1335" y="10618"/>
                    </a:cubicBezTo>
                    <a:cubicBezTo>
                      <a:pt x="1034" y="11368"/>
                      <a:pt x="1662" y="12158"/>
                      <a:pt x="2283" y="12672"/>
                    </a:cubicBezTo>
                    <a:cubicBezTo>
                      <a:pt x="3521" y="13705"/>
                      <a:pt x="4935" y="14519"/>
                      <a:pt x="6443" y="15072"/>
                    </a:cubicBezTo>
                    <a:cubicBezTo>
                      <a:pt x="6981" y="15270"/>
                      <a:pt x="7552" y="15445"/>
                      <a:pt x="7986" y="15826"/>
                    </a:cubicBezTo>
                    <a:cubicBezTo>
                      <a:pt x="8424" y="16207"/>
                      <a:pt x="8686" y="16867"/>
                      <a:pt x="8424" y="17384"/>
                    </a:cubicBezTo>
                    <a:cubicBezTo>
                      <a:pt x="8209" y="17803"/>
                      <a:pt x="7723" y="17991"/>
                      <a:pt x="7244" y="17991"/>
                    </a:cubicBezTo>
                    <a:cubicBezTo>
                      <a:pt x="7133" y="17991"/>
                      <a:pt x="7023" y="17981"/>
                      <a:pt x="6917" y="17962"/>
                    </a:cubicBezTo>
                    <a:cubicBezTo>
                      <a:pt x="6350" y="17857"/>
                      <a:pt x="5843" y="17549"/>
                      <a:pt x="5305" y="17348"/>
                    </a:cubicBezTo>
                    <a:cubicBezTo>
                      <a:pt x="4931" y="17206"/>
                      <a:pt x="4517" y="17126"/>
                      <a:pt x="4111" y="17126"/>
                    </a:cubicBezTo>
                    <a:cubicBezTo>
                      <a:pt x="3419" y="17126"/>
                      <a:pt x="2751" y="17358"/>
                      <a:pt x="2344" y="17908"/>
                    </a:cubicBezTo>
                    <a:cubicBezTo>
                      <a:pt x="1917" y="18482"/>
                      <a:pt x="1881" y="19279"/>
                      <a:pt x="2096" y="19964"/>
                    </a:cubicBezTo>
                    <a:cubicBezTo>
                      <a:pt x="2308" y="20650"/>
                      <a:pt x="2745" y="21238"/>
                      <a:pt x="3209" y="21781"/>
                    </a:cubicBezTo>
                    <a:cubicBezTo>
                      <a:pt x="4828" y="23680"/>
                      <a:pt x="6902" y="25209"/>
                      <a:pt x="9246" y="26024"/>
                    </a:cubicBezTo>
                    <a:cubicBezTo>
                      <a:pt x="10555" y="26477"/>
                      <a:pt x="11811" y="26747"/>
                      <a:pt x="13072" y="26747"/>
                    </a:cubicBezTo>
                    <a:cubicBezTo>
                      <a:pt x="14065" y="26747"/>
                      <a:pt x="15061" y="26579"/>
                      <a:pt x="16087" y="26203"/>
                    </a:cubicBezTo>
                    <a:cubicBezTo>
                      <a:pt x="19885" y="23551"/>
                      <a:pt x="20749" y="18626"/>
                      <a:pt x="20599" y="14196"/>
                    </a:cubicBezTo>
                    <a:cubicBezTo>
                      <a:pt x="20574" y="13457"/>
                      <a:pt x="20653" y="12678"/>
                      <a:pt x="20301" y="12029"/>
                    </a:cubicBezTo>
                    <a:cubicBezTo>
                      <a:pt x="20028" y="11528"/>
                      <a:pt x="19475" y="11148"/>
                      <a:pt x="18933" y="11148"/>
                    </a:cubicBezTo>
                    <a:cubicBezTo>
                      <a:pt x="18776" y="11148"/>
                      <a:pt x="18619" y="11180"/>
                      <a:pt x="18471" y="11250"/>
                    </a:cubicBezTo>
                    <a:cubicBezTo>
                      <a:pt x="17921" y="11509"/>
                      <a:pt x="17681" y="12147"/>
                      <a:pt x="17373" y="12675"/>
                    </a:cubicBezTo>
                    <a:cubicBezTo>
                      <a:pt x="16967" y="13378"/>
                      <a:pt x="16356" y="13959"/>
                      <a:pt x="15639" y="14330"/>
                    </a:cubicBezTo>
                    <a:cubicBezTo>
                      <a:pt x="15341" y="14484"/>
                      <a:pt x="15000" y="14601"/>
                      <a:pt x="14672" y="14601"/>
                    </a:cubicBezTo>
                    <a:cubicBezTo>
                      <a:pt x="14481" y="14601"/>
                      <a:pt x="14294" y="14561"/>
                      <a:pt x="14124" y="14466"/>
                    </a:cubicBezTo>
                    <a:cubicBezTo>
                      <a:pt x="13485" y="14114"/>
                      <a:pt x="13410" y="13235"/>
                      <a:pt x="13413" y="12499"/>
                    </a:cubicBezTo>
                    <a:cubicBezTo>
                      <a:pt x="13424" y="11128"/>
                      <a:pt x="13432" y="9760"/>
                      <a:pt x="13442" y="8389"/>
                    </a:cubicBezTo>
                    <a:cubicBezTo>
                      <a:pt x="13445" y="7654"/>
                      <a:pt x="13445" y="6903"/>
                      <a:pt x="13220" y="6206"/>
                    </a:cubicBezTo>
                    <a:cubicBezTo>
                      <a:pt x="12990" y="5507"/>
                      <a:pt x="12484" y="4861"/>
                      <a:pt x="11784" y="4664"/>
                    </a:cubicBezTo>
                    <a:cubicBezTo>
                      <a:pt x="11666" y="4631"/>
                      <a:pt x="11543" y="4615"/>
                      <a:pt x="11419" y="4615"/>
                    </a:cubicBezTo>
                    <a:cubicBezTo>
                      <a:pt x="10815" y="4615"/>
                      <a:pt x="10198" y="4993"/>
                      <a:pt x="10075" y="5590"/>
                    </a:cubicBezTo>
                    <a:cubicBezTo>
                      <a:pt x="10011" y="5891"/>
                      <a:pt x="10072" y="6203"/>
                      <a:pt x="10054" y="6505"/>
                    </a:cubicBezTo>
                    <a:cubicBezTo>
                      <a:pt x="10032" y="6814"/>
                      <a:pt x="9888" y="7151"/>
                      <a:pt x="9602" y="7233"/>
                    </a:cubicBezTo>
                    <a:cubicBezTo>
                      <a:pt x="9555" y="7247"/>
                      <a:pt x="9508" y="7253"/>
                      <a:pt x="9462" y="7253"/>
                    </a:cubicBezTo>
                    <a:cubicBezTo>
                      <a:pt x="9216" y="7253"/>
                      <a:pt x="8978" y="7077"/>
                      <a:pt x="8794" y="6896"/>
                    </a:cubicBezTo>
                    <a:cubicBezTo>
                      <a:pt x="8033" y="6156"/>
                      <a:pt x="7520" y="5199"/>
                      <a:pt x="7039" y="4247"/>
                    </a:cubicBezTo>
                    <a:cubicBezTo>
                      <a:pt x="6557" y="3296"/>
                      <a:pt x="6091" y="2323"/>
                      <a:pt x="5402" y="1516"/>
                    </a:cubicBezTo>
                    <a:cubicBezTo>
                      <a:pt x="4713" y="704"/>
                      <a:pt x="3762" y="62"/>
                      <a:pt x="2710" y="4"/>
                    </a:cubicBezTo>
                    <a:cubicBezTo>
                      <a:pt x="2665" y="2"/>
                      <a:pt x="2619" y="0"/>
                      <a:pt x="2574"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4"/>
              <p:cNvSpPr/>
              <p:nvPr/>
            </p:nvSpPr>
            <p:spPr>
              <a:xfrm>
                <a:off x="4380949" y="3168602"/>
                <a:ext cx="665088" cy="1533672"/>
              </a:xfrm>
              <a:custGeom>
                <a:avLst/>
                <a:gdLst/>
                <a:ahLst/>
                <a:cxnLst/>
                <a:rect l="l" t="t" r="r" b="b"/>
                <a:pathLst>
                  <a:path w="14982" h="34548" extrusionOk="0">
                    <a:moveTo>
                      <a:pt x="0" y="0"/>
                    </a:moveTo>
                    <a:cubicBezTo>
                      <a:pt x="0" y="4"/>
                      <a:pt x="25" y="25"/>
                      <a:pt x="72" y="72"/>
                    </a:cubicBezTo>
                    <a:cubicBezTo>
                      <a:pt x="125" y="118"/>
                      <a:pt x="201" y="183"/>
                      <a:pt x="291" y="266"/>
                    </a:cubicBezTo>
                    <a:cubicBezTo>
                      <a:pt x="485" y="434"/>
                      <a:pt x="768" y="686"/>
                      <a:pt x="1124" y="1019"/>
                    </a:cubicBezTo>
                    <a:cubicBezTo>
                      <a:pt x="1838" y="1684"/>
                      <a:pt x="2843" y="2681"/>
                      <a:pt x="3934" y="4049"/>
                    </a:cubicBezTo>
                    <a:cubicBezTo>
                      <a:pt x="4480" y="4731"/>
                      <a:pt x="5047" y="5502"/>
                      <a:pt x="5643" y="6342"/>
                    </a:cubicBezTo>
                    <a:cubicBezTo>
                      <a:pt x="6238" y="7182"/>
                      <a:pt x="6866" y="8083"/>
                      <a:pt x="7491" y="9056"/>
                    </a:cubicBezTo>
                    <a:cubicBezTo>
                      <a:pt x="8115" y="10029"/>
                      <a:pt x="8744" y="11073"/>
                      <a:pt x="9304" y="12200"/>
                    </a:cubicBezTo>
                    <a:cubicBezTo>
                      <a:pt x="9587" y="12760"/>
                      <a:pt x="9842" y="13349"/>
                      <a:pt x="10096" y="13949"/>
                    </a:cubicBezTo>
                    <a:cubicBezTo>
                      <a:pt x="10355" y="14547"/>
                      <a:pt x="10613" y="15158"/>
                      <a:pt x="10879" y="15771"/>
                    </a:cubicBezTo>
                    <a:cubicBezTo>
                      <a:pt x="11924" y="18238"/>
                      <a:pt x="12843" y="20620"/>
                      <a:pt x="13499" y="22846"/>
                    </a:cubicBezTo>
                    <a:cubicBezTo>
                      <a:pt x="14160" y="25072"/>
                      <a:pt x="14551" y="27132"/>
                      <a:pt x="14723" y="28876"/>
                    </a:cubicBezTo>
                    <a:cubicBezTo>
                      <a:pt x="14899" y="30624"/>
                      <a:pt x="14864" y="32053"/>
                      <a:pt x="14791" y="33029"/>
                    </a:cubicBezTo>
                    <a:cubicBezTo>
                      <a:pt x="14752" y="33517"/>
                      <a:pt x="14716" y="33898"/>
                      <a:pt x="14680" y="34156"/>
                    </a:cubicBezTo>
                    <a:cubicBezTo>
                      <a:pt x="14666" y="34279"/>
                      <a:pt x="14655" y="34375"/>
                      <a:pt x="14648" y="34447"/>
                    </a:cubicBezTo>
                    <a:cubicBezTo>
                      <a:pt x="14640" y="34515"/>
                      <a:pt x="14637" y="34547"/>
                      <a:pt x="14640" y="34547"/>
                    </a:cubicBezTo>
                    <a:cubicBezTo>
                      <a:pt x="14645" y="34547"/>
                      <a:pt x="14652" y="34515"/>
                      <a:pt x="14662" y="34451"/>
                    </a:cubicBezTo>
                    <a:cubicBezTo>
                      <a:pt x="14673" y="34378"/>
                      <a:pt x="14688" y="34282"/>
                      <a:pt x="14709" y="34160"/>
                    </a:cubicBezTo>
                    <a:cubicBezTo>
                      <a:pt x="14752" y="33905"/>
                      <a:pt x="14799" y="33525"/>
                      <a:pt x="14845" y="33033"/>
                    </a:cubicBezTo>
                    <a:cubicBezTo>
                      <a:pt x="14932" y="32053"/>
                      <a:pt x="14982" y="30624"/>
                      <a:pt x="14817" y="28869"/>
                    </a:cubicBezTo>
                    <a:cubicBezTo>
                      <a:pt x="14659" y="27114"/>
                      <a:pt x="14274" y="25043"/>
                      <a:pt x="13618" y="22810"/>
                    </a:cubicBezTo>
                    <a:cubicBezTo>
                      <a:pt x="12965" y="20574"/>
                      <a:pt x="12049" y="18183"/>
                      <a:pt x="11001" y="15718"/>
                    </a:cubicBezTo>
                    <a:cubicBezTo>
                      <a:pt x="10739" y="15104"/>
                      <a:pt x="10477" y="14494"/>
                      <a:pt x="10222" y="13894"/>
                    </a:cubicBezTo>
                    <a:cubicBezTo>
                      <a:pt x="9964" y="13295"/>
                      <a:pt x="9709" y="12703"/>
                      <a:pt x="9422" y="12140"/>
                    </a:cubicBezTo>
                    <a:cubicBezTo>
                      <a:pt x="8855" y="11009"/>
                      <a:pt x="8227" y="9960"/>
                      <a:pt x="7595" y="8988"/>
                    </a:cubicBezTo>
                    <a:cubicBezTo>
                      <a:pt x="6967" y="8015"/>
                      <a:pt x="6332" y="7114"/>
                      <a:pt x="5732" y="6274"/>
                    </a:cubicBezTo>
                    <a:cubicBezTo>
                      <a:pt x="5133" y="5438"/>
                      <a:pt x="4558" y="4670"/>
                      <a:pt x="4006" y="3988"/>
                    </a:cubicBezTo>
                    <a:cubicBezTo>
                      <a:pt x="2903" y="2624"/>
                      <a:pt x="1884" y="1634"/>
                      <a:pt x="1159" y="980"/>
                    </a:cubicBezTo>
                    <a:cubicBezTo>
                      <a:pt x="797" y="653"/>
                      <a:pt x="506" y="406"/>
                      <a:pt x="309" y="244"/>
                    </a:cubicBezTo>
                    <a:cubicBezTo>
                      <a:pt x="211" y="166"/>
                      <a:pt x="140" y="105"/>
                      <a:pt x="82" y="61"/>
                    </a:cubicBezTo>
                    <a:cubicBezTo>
                      <a:pt x="29" y="18"/>
                      <a:pt x="4" y="0"/>
                      <a:pt x="0"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4"/>
              <p:cNvSpPr/>
              <p:nvPr/>
            </p:nvSpPr>
            <p:spPr>
              <a:xfrm>
                <a:off x="4797120" y="3348164"/>
                <a:ext cx="48477" cy="359002"/>
              </a:xfrm>
              <a:custGeom>
                <a:avLst/>
                <a:gdLst/>
                <a:ahLst/>
                <a:cxnLst/>
                <a:rect l="l" t="t" r="r" b="b"/>
                <a:pathLst>
                  <a:path w="1092" h="8087" extrusionOk="0">
                    <a:moveTo>
                      <a:pt x="1081" y="1"/>
                    </a:moveTo>
                    <a:lnTo>
                      <a:pt x="1081" y="1"/>
                    </a:lnTo>
                    <a:cubicBezTo>
                      <a:pt x="1074" y="1"/>
                      <a:pt x="1041" y="108"/>
                      <a:pt x="991" y="309"/>
                    </a:cubicBezTo>
                    <a:cubicBezTo>
                      <a:pt x="937" y="510"/>
                      <a:pt x="876" y="801"/>
                      <a:pt x="808" y="1167"/>
                    </a:cubicBezTo>
                    <a:cubicBezTo>
                      <a:pt x="668" y="1892"/>
                      <a:pt x="528" y="2908"/>
                      <a:pt x="413" y="4028"/>
                    </a:cubicBezTo>
                    <a:cubicBezTo>
                      <a:pt x="302" y="5133"/>
                      <a:pt x="198" y="6135"/>
                      <a:pt x="123" y="6899"/>
                    </a:cubicBezTo>
                    <a:cubicBezTo>
                      <a:pt x="87" y="7244"/>
                      <a:pt x="54" y="7535"/>
                      <a:pt x="29" y="7767"/>
                    </a:cubicBezTo>
                    <a:cubicBezTo>
                      <a:pt x="7" y="7972"/>
                      <a:pt x="0" y="8087"/>
                      <a:pt x="7" y="8087"/>
                    </a:cubicBezTo>
                    <a:cubicBezTo>
                      <a:pt x="7" y="8087"/>
                      <a:pt x="8" y="8087"/>
                      <a:pt x="8" y="8087"/>
                    </a:cubicBezTo>
                    <a:cubicBezTo>
                      <a:pt x="19" y="8087"/>
                      <a:pt x="44" y="7976"/>
                      <a:pt x="80" y="7775"/>
                    </a:cubicBezTo>
                    <a:cubicBezTo>
                      <a:pt x="118" y="7570"/>
                      <a:pt x="166" y="7276"/>
                      <a:pt x="216" y="6910"/>
                    </a:cubicBezTo>
                    <a:cubicBezTo>
                      <a:pt x="320" y="6178"/>
                      <a:pt x="431" y="5161"/>
                      <a:pt x="546" y="4042"/>
                    </a:cubicBezTo>
                    <a:cubicBezTo>
                      <a:pt x="661" y="2922"/>
                      <a:pt x="786" y="1910"/>
                      <a:pt x="901" y="1182"/>
                    </a:cubicBezTo>
                    <a:cubicBezTo>
                      <a:pt x="955" y="819"/>
                      <a:pt x="1006" y="524"/>
                      <a:pt x="1041" y="320"/>
                    </a:cubicBezTo>
                    <a:cubicBezTo>
                      <a:pt x="1077" y="119"/>
                      <a:pt x="1092" y="4"/>
                      <a:pt x="1081"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4"/>
              <p:cNvSpPr/>
              <p:nvPr/>
            </p:nvSpPr>
            <p:spPr>
              <a:xfrm>
                <a:off x="4377886" y="3628362"/>
                <a:ext cx="419731" cy="78930"/>
              </a:xfrm>
              <a:custGeom>
                <a:avLst/>
                <a:gdLst/>
                <a:ahLst/>
                <a:cxnLst/>
                <a:rect l="l" t="t" r="r" b="b"/>
                <a:pathLst>
                  <a:path w="9455" h="1778" extrusionOk="0">
                    <a:moveTo>
                      <a:pt x="209" y="1"/>
                    </a:moveTo>
                    <a:cubicBezTo>
                      <a:pt x="74" y="1"/>
                      <a:pt x="0" y="4"/>
                      <a:pt x="0" y="9"/>
                    </a:cubicBezTo>
                    <a:cubicBezTo>
                      <a:pt x="0" y="20"/>
                      <a:pt x="137" y="34"/>
                      <a:pt x="378" y="55"/>
                    </a:cubicBezTo>
                    <a:cubicBezTo>
                      <a:pt x="622" y="77"/>
                      <a:pt x="974" y="106"/>
                      <a:pt x="1405" y="156"/>
                    </a:cubicBezTo>
                    <a:cubicBezTo>
                      <a:pt x="2270" y="249"/>
                      <a:pt x="3461" y="422"/>
                      <a:pt x="4768" y="666"/>
                    </a:cubicBezTo>
                    <a:cubicBezTo>
                      <a:pt x="6074" y="917"/>
                      <a:pt x="7248" y="1190"/>
                      <a:pt x="8088" y="1417"/>
                    </a:cubicBezTo>
                    <a:cubicBezTo>
                      <a:pt x="8511" y="1524"/>
                      <a:pt x="8848" y="1621"/>
                      <a:pt x="9085" y="1685"/>
                    </a:cubicBezTo>
                    <a:cubicBezTo>
                      <a:pt x="9288" y="1745"/>
                      <a:pt x="9415" y="1777"/>
                      <a:pt x="9445" y="1777"/>
                    </a:cubicBezTo>
                    <a:cubicBezTo>
                      <a:pt x="9449" y="1777"/>
                      <a:pt x="9451" y="1776"/>
                      <a:pt x="9451" y="1775"/>
                    </a:cubicBezTo>
                    <a:cubicBezTo>
                      <a:pt x="9455" y="1768"/>
                      <a:pt x="9330" y="1718"/>
                      <a:pt x="9100" y="1635"/>
                    </a:cubicBezTo>
                    <a:cubicBezTo>
                      <a:pt x="8870" y="1553"/>
                      <a:pt x="8533" y="1442"/>
                      <a:pt x="8113" y="1319"/>
                    </a:cubicBezTo>
                    <a:cubicBezTo>
                      <a:pt x="7276" y="1072"/>
                      <a:pt x="6103" y="781"/>
                      <a:pt x="4793" y="534"/>
                    </a:cubicBezTo>
                    <a:cubicBezTo>
                      <a:pt x="3482" y="285"/>
                      <a:pt x="2283" y="128"/>
                      <a:pt x="1415" y="60"/>
                    </a:cubicBezTo>
                    <a:cubicBezTo>
                      <a:pt x="981" y="24"/>
                      <a:pt x="625" y="9"/>
                      <a:pt x="381" y="2"/>
                    </a:cubicBezTo>
                    <a:cubicBezTo>
                      <a:pt x="316" y="1"/>
                      <a:pt x="258" y="1"/>
                      <a:pt x="209"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4"/>
              <p:cNvSpPr/>
              <p:nvPr/>
            </p:nvSpPr>
            <p:spPr>
              <a:xfrm>
                <a:off x="4980013" y="3637507"/>
                <a:ext cx="211663" cy="535906"/>
              </a:xfrm>
              <a:custGeom>
                <a:avLst/>
                <a:gdLst/>
                <a:ahLst/>
                <a:cxnLst/>
                <a:rect l="l" t="t" r="r" b="b"/>
                <a:pathLst>
                  <a:path w="4768" h="12072" extrusionOk="0">
                    <a:moveTo>
                      <a:pt x="4764" y="0"/>
                    </a:moveTo>
                    <a:lnTo>
                      <a:pt x="4764" y="0"/>
                    </a:lnTo>
                    <a:cubicBezTo>
                      <a:pt x="4760" y="0"/>
                      <a:pt x="4739" y="40"/>
                      <a:pt x="4699" y="119"/>
                    </a:cubicBezTo>
                    <a:cubicBezTo>
                      <a:pt x="4656" y="209"/>
                      <a:pt x="4602" y="323"/>
                      <a:pt x="4538" y="460"/>
                    </a:cubicBezTo>
                    <a:cubicBezTo>
                      <a:pt x="4397" y="758"/>
                      <a:pt x="4208" y="1192"/>
                      <a:pt x="3981" y="1734"/>
                    </a:cubicBezTo>
                    <a:cubicBezTo>
                      <a:pt x="3526" y="2818"/>
                      <a:pt x="2944" y="4333"/>
                      <a:pt x="2323" y="6013"/>
                    </a:cubicBezTo>
                    <a:cubicBezTo>
                      <a:pt x="1702" y="7696"/>
                      <a:pt x="1132" y="9214"/>
                      <a:pt x="701" y="10306"/>
                    </a:cubicBezTo>
                    <a:cubicBezTo>
                      <a:pt x="489" y="10833"/>
                      <a:pt x="313" y="11271"/>
                      <a:pt x="184" y="11594"/>
                    </a:cubicBezTo>
                    <a:cubicBezTo>
                      <a:pt x="130" y="11734"/>
                      <a:pt x="83" y="11853"/>
                      <a:pt x="47" y="11946"/>
                    </a:cubicBezTo>
                    <a:cubicBezTo>
                      <a:pt x="15" y="12028"/>
                      <a:pt x="1" y="12072"/>
                      <a:pt x="4" y="12072"/>
                    </a:cubicBezTo>
                    <a:cubicBezTo>
                      <a:pt x="4" y="12072"/>
                      <a:pt x="5" y="12072"/>
                      <a:pt x="5" y="12072"/>
                    </a:cubicBezTo>
                    <a:cubicBezTo>
                      <a:pt x="14" y="12072"/>
                      <a:pt x="35" y="12032"/>
                      <a:pt x="69" y="11957"/>
                    </a:cubicBezTo>
                    <a:cubicBezTo>
                      <a:pt x="116" y="11866"/>
                      <a:pt x="169" y="11752"/>
                      <a:pt x="231" y="11616"/>
                    </a:cubicBezTo>
                    <a:cubicBezTo>
                      <a:pt x="370" y="11318"/>
                      <a:pt x="561" y="10884"/>
                      <a:pt x="791" y="10342"/>
                    </a:cubicBezTo>
                    <a:cubicBezTo>
                      <a:pt x="1246" y="9257"/>
                      <a:pt x="1828" y="7743"/>
                      <a:pt x="2449" y="6063"/>
                    </a:cubicBezTo>
                    <a:cubicBezTo>
                      <a:pt x="3070" y="4380"/>
                      <a:pt x="3637" y="2861"/>
                      <a:pt x="4071" y="1770"/>
                    </a:cubicBezTo>
                    <a:cubicBezTo>
                      <a:pt x="4283" y="1242"/>
                      <a:pt x="4455" y="805"/>
                      <a:pt x="4584" y="482"/>
                    </a:cubicBezTo>
                    <a:cubicBezTo>
                      <a:pt x="4642" y="341"/>
                      <a:pt x="4689" y="223"/>
                      <a:pt x="4725" y="129"/>
                    </a:cubicBezTo>
                    <a:cubicBezTo>
                      <a:pt x="4753" y="48"/>
                      <a:pt x="4768" y="5"/>
                      <a:pt x="4764"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4"/>
              <p:cNvSpPr/>
              <p:nvPr/>
            </p:nvSpPr>
            <p:spPr>
              <a:xfrm>
                <a:off x="4422677" y="3993702"/>
                <a:ext cx="557747" cy="179790"/>
              </a:xfrm>
              <a:custGeom>
                <a:avLst/>
                <a:gdLst/>
                <a:ahLst/>
                <a:cxnLst/>
                <a:rect l="l" t="t" r="r" b="b"/>
                <a:pathLst>
                  <a:path w="12564" h="4050" extrusionOk="0">
                    <a:moveTo>
                      <a:pt x="8" y="0"/>
                    </a:moveTo>
                    <a:cubicBezTo>
                      <a:pt x="3" y="0"/>
                      <a:pt x="1" y="1"/>
                      <a:pt x="0" y="2"/>
                    </a:cubicBezTo>
                    <a:cubicBezTo>
                      <a:pt x="0" y="6"/>
                      <a:pt x="43" y="24"/>
                      <a:pt x="126" y="52"/>
                    </a:cubicBezTo>
                    <a:cubicBezTo>
                      <a:pt x="227" y="85"/>
                      <a:pt x="345" y="125"/>
                      <a:pt x="492" y="175"/>
                    </a:cubicBezTo>
                    <a:cubicBezTo>
                      <a:pt x="830" y="286"/>
                      <a:pt x="1282" y="433"/>
                      <a:pt x="1834" y="612"/>
                    </a:cubicBezTo>
                    <a:cubicBezTo>
                      <a:pt x="2972" y="978"/>
                      <a:pt x="4534" y="1506"/>
                      <a:pt x="6260" y="2091"/>
                    </a:cubicBezTo>
                    <a:cubicBezTo>
                      <a:pt x="7987" y="2676"/>
                      <a:pt x="9555" y="3186"/>
                      <a:pt x="10700" y="3531"/>
                    </a:cubicBezTo>
                    <a:cubicBezTo>
                      <a:pt x="11271" y="3706"/>
                      <a:pt x="11734" y="3839"/>
                      <a:pt x="12057" y="3925"/>
                    </a:cubicBezTo>
                    <a:cubicBezTo>
                      <a:pt x="12204" y="3965"/>
                      <a:pt x="12330" y="3998"/>
                      <a:pt x="12430" y="4026"/>
                    </a:cubicBezTo>
                    <a:cubicBezTo>
                      <a:pt x="12495" y="4040"/>
                      <a:pt x="12538" y="4050"/>
                      <a:pt x="12553" y="4050"/>
                    </a:cubicBezTo>
                    <a:cubicBezTo>
                      <a:pt x="12557" y="4050"/>
                      <a:pt x="12559" y="4049"/>
                      <a:pt x="12559" y="4048"/>
                    </a:cubicBezTo>
                    <a:cubicBezTo>
                      <a:pt x="12563" y="4044"/>
                      <a:pt x="12520" y="4026"/>
                      <a:pt x="12438" y="3998"/>
                    </a:cubicBezTo>
                    <a:cubicBezTo>
                      <a:pt x="12337" y="3965"/>
                      <a:pt x="12219" y="3925"/>
                      <a:pt x="12072" y="3875"/>
                    </a:cubicBezTo>
                    <a:cubicBezTo>
                      <a:pt x="11734" y="3768"/>
                      <a:pt x="11282" y="3620"/>
                      <a:pt x="10725" y="3441"/>
                    </a:cubicBezTo>
                    <a:cubicBezTo>
                      <a:pt x="9591" y="3072"/>
                      <a:pt x="8030" y="2543"/>
                      <a:pt x="6303" y="1962"/>
                    </a:cubicBezTo>
                    <a:cubicBezTo>
                      <a:pt x="4577" y="1377"/>
                      <a:pt x="3008" y="864"/>
                      <a:pt x="1864" y="519"/>
                    </a:cubicBezTo>
                    <a:cubicBezTo>
                      <a:pt x="1292" y="347"/>
                      <a:pt x="830" y="211"/>
                      <a:pt x="507" y="125"/>
                    </a:cubicBezTo>
                    <a:cubicBezTo>
                      <a:pt x="356" y="85"/>
                      <a:pt x="234" y="52"/>
                      <a:pt x="133" y="27"/>
                    </a:cubicBezTo>
                    <a:cubicBezTo>
                      <a:pt x="65" y="10"/>
                      <a:pt x="23" y="0"/>
                      <a:pt x="8"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3" name="Google Shape;863;p34"/>
            <p:cNvSpPr/>
            <p:nvPr/>
          </p:nvSpPr>
          <p:spPr>
            <a:xfrm>
              <a:off x="5853639" y="2701250"/>
              <a:ext cx="365927" cy="41463"/>
            </a:xfrm>
            <a:custGeom>
              <a:avLst/>
              <a:gdLst/>
              <a:ahLst/>
              <a:cxnLst/>
              <a:rect l="l" t="t" r="r" b="b"/>
              <a:pathLst>
                <a:path w="8243" h="934" extrusionOk="0">
                  <a:moveTo>
                    <a:pt x="1" y="1"/>
                  </a:moveTo>
                  <a:lnTo>
                    <a:pt x="1" y="934"/>
                  </a:lnTo>
                  <a:lnTo>
                    <a:pt x="8242" y="934"/>
                  </a:lnTo>
                  <a:lnTo>
                    <a:pt x="8242"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4"/>
            <p:cNvSpPr/>
            <p:nvPr/>
          </p:nvSpPr>
          <p:spPr>
            <a:xfrm>
              <a:off x="5919915" y="2773786"/>
              <a:ext cx="233505" cy="39065"/>
            </a:xfrm>
            <a:custGeom>
              <a:avLst/>
              <a:gdLst/>
              <a:ahLst/>
              <a:cxnLst/>
              <a:rect l="l" t="t" r="r" b="b"/>
              <a:pathLst>
                <a:path w="5260" h="880" extrusionOk="0">
                  <a:moveTo>
                    <a:pt x="1" y="0"/>
                  </a:moveTo>
                  <a:lnTo>
                    <a:pt x="1" y="880"/>
                  </a:lnTo>
                  <a:lnTo>
                    <a:pt x="5260" y="880"/>
                  </a:lnTo>
                  <a:lnTo>
                    <a:pt x="5260"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5" name="Google Shape;865;p34"/>
            <p:cNvGrpSpPr/>
            <p:nvPr/>
          </p:nvGrpSpPr>
          <p:grpSpPr>
            <a:xfrm>
              <a:off x="4089562" y="596016"/>
              <a:ext cx="4545076" cy="4119899"/>
              <a:chOff x="4089562" y="596016"/>
              <a:chExt cx="4545076" cy="4119899"/>
            </a:xfrm>
          </p:grpSpPr>
          <p:grpSp>
            <p:nvGrpSpPr>
              <p:cNvPr id="866" name="Google Shape;866;p34"/>
              <p:cNvGrpSpPr/>
              <p:nvPr/>
            </p:nvGrpSpPr>
            <p:grpSpPr>
              <a:xfrm>
                <a:off x="6208458" y="4139123"/>
                <a:ext cx="623499" cy="576793"/>
                <a:chOff x="2681574" y="1237063"/>
                <a:chExt cx="340338" cy="314998"/>
              </a:xfrm>
            </p:grpSpPr>
            <p:sp>
              <p:nvSpPr>
                <p:cNvPr id="867" name="Google Shape;867;p34"/>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4"/>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4"/>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 name="Google Shape;871;p34"/>
              <p:cNvGrpSpPr/>
              <p:nvPr/>
            </p:nvGrpSpPr>
            <p:grpSpPr>
              <a:xfrm rot="756199">
                <a:off x="8106510" y="1414495"/>
                <a:ext cx="502396" cy="423275"/>
                <a:chOff x="2681574" y="1237063"/>
                <a:chExt cx="340338" cy="314998"/>
              </a:xfrm>
            </p:grpSpPr>
            <p:sp>
              <p:nvSpPr>
                <p:cNvPr id="872" name="Google Shape;872;p34"/>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4"/>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4"/>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4"/>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 name="Google Shape;876;p34"/>
              <p:cNvGrpSpPr/>
              <p:nvPr/>
            </p:nvGrpSpPr>
            <p:grpSpPr>
              <a:xfrm rot="4421280">
                <a:off x="4109838" y="1944564"/>
                <a:ext cx="569153" cy="479566"/>
                <a:chOff x="2681574" y="1237063"/>
                <a:chExt cx="340338" cy="314998"/>
              </a:xfrm>
            </p:grpSpPr>
            <p:sp>
              <p:nvSpPr>
                <p:cNvPr id="877" name="Google Shape;877;p34"/>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4"/>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4"/>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4"/>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 name="Google Shape;881;p34"/>
              <p:cNvGrpSpPr/>
              <p:nvPr/>
            </p:nvGrpSpPr>
            <p:grpSpPr>
              <a:xfrm>
                <a:off x="4980432" y="596016"/>
                <a:ext cx="773384" cy="715644"/>
                <a:chOff x="2681574" y="1237063"/>
                <a:chExt cx="340338" cy="314998"/>
              </a:xfrm>
            </p:grpSpPr>
            <p:sp>
              <p:nvSpPr>
                <p:cNvPr id="882" name="Google Shape;882;p34"/>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4"/>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4"/>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4"/>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86" name="Google Shape;886;p34"/>
            <p:cNvSpPr/>
            <p:nvPr/>
          </p:nvSpPr>
          <p:spPr>
            <a:xfrm>
              <a:off x="5593637" y="1744796"/>
              <a:ext cx="208467" cy="16114"/>
            </a:xfrm>
            <a:custGeom>
              <a:avLst/>
              <a:gdLst/>
              <a:ahLst/>
              <a:cxnLst/>
              <a:rect l="l" t="t" r="r" b="b"/>
              <a:pathLst>
                <a:path w="4696" h="363" extrusionOk="0">
                  <a:moveTo>
                    <a:pt x="0" y="1"/>
                  </a:moveTo>
                  <a:lnTo>
                    <a:pt x="0" y="362"/>
                  </a:lnTo>
                  <a:lnTo>
                    <a:pt x="4695" y="362"/>
                  </a:lnTo>
                  <a:lnTo>
                    <a:pt x="4695"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4"/>
            <p:cNvSpPr/>
            <p:nvPr/>
          </p:nvSpPr>
          <p:spPr>
            <a:xfrm>
              <a:off x="5634877" y="1773917"/>
              <a:ext cx="129449" cy="16026"/>
            </a:xfrm>
            <a:custGeom>
              <a:avLst/>
              <a:gdLst/>
              <a:ahLst/>
              <a:cxnLst/>
              <a:rect l="l" t="t" r="r" b="b"/>
              <a:pathLst>
                <a:path w="2916" h="361" extrusionOk="0">
                  <a:moveTo>
                    <a:pt x="1" y="1"/>
                  </a:moveTo>
                  <a:lnTo>
                    <a:pt x="1" y="360"/>
                  </a:lnTo>
                  <a:lnTo>
                    <a:pt x="2916" y="360"/>
                  </a:lnTo>
                  <a:lnTo>
                    <a:pt x="2916"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4"/>
            <p:cNvSpPr/>
            <p:nvPr/>
          </p:nvSpPr>
          <p:spPr>
            <a:xfrm>
              <a:off x="5899229" y="1639278"/>
              <a:ext cx="44" cy="44"/>
            </a:xfrm>
            <a:custGeom>
              <a:avLst/>
              <a:gdLst/>
              <a:ahLst/>
              <a:cxnLst/>
              <a:rect l="l" t="t" r="r" b="b"/>
              <a:pathLst>
                <a:path w="1" h="1" extrusionOk="0">
                  <a:moveTo>
                    <a:pt x="1" y="1"/>
                  </a:moveTo>
                  <a:lnTo>
                    <a:pt x="1" y="1"/>
                  </a:lnTo>
                  <a:lnTo>
                    <a:pt x="1" y="1"/>
                  </a:lnTo>
                  <a:lnTo>
                    <a:pt x="1" y="1"/>
                  </a:lnTo>
                  <a:close/>
                </a:path>
              </a:pathLst>
            </a:custGeom>
            <a:solidFill>
              <a:srgbClr val="9533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4"/>
            <p:cNvSpPr/>
            <p:nvPr/>
          </p:nvSpPr>
          <p:spPr>
            <a:xfrm>
              <a:off x="5851597" y="1694145"/>
              <a:ext cx="5283" cy="156173"/>
            </a:xfrm>
            <a:custGeom>
              <a:avLst/>
              <a:gdLst/>
              <a:ahLst/>
              <a:cxnLst/>
              <a:rect l="l" t="t" r="r" b="b"/>
              <a:pathLst>
                <a:path w="119" h="3518" extrusionOk="0">
                  <a:moveTo>
                    <a:pt x="58" y="0"/>
                  </a:moveTo>
                  <a:cubicBezTo>
                    <a:pt x="25" y="0"/>
                    <a:pt x="0" y="786"/>
                    <a:pt x="0" y="1758"/>
                  </a:cubicBezTo>
                  <a:cubicBezTo>
                    <a:pt x="0" y="2727"/>
                    <a:pt x="25" y="3517"/>
                    <a:pt x="58" y="3517"/>
                  </a:cubicBezTo>
                  <a:cubicBezTo>
                    <a:pt x="93" y="3517"/>
                    <a:pt x="118" y="2727"/>
                    <a:pt x="118" y="1758"/>
                  </a:cubicBezTo>
                  <a:cubicBezTo>
                    <a:pt x="118" y="786"/>
                    <a:pt x="93" y="0"/>
                    <a:pt x="58" y="0"/>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4"/>
            <p:cNvSpPr/>
            <p:nvPr/>
          </p:nvSpPr>
          <p:spPr>
            <a:xfrm>
              <a:off x="6073687" y="1706042"/>
              <a:ext cx="110937" cy="16159"/>
            </a:xfrm>
            <a:custGeom>
              <a:avLst/>
              <a:gdLst/>
              <a:ahLst/>
              <a:cxnLst/>
              <a:rect l="l" t="t" r="r" b="b"/>
              <a:pathLst>
                <a:path w="2499" h="364" extrusionOk="0">
                  <a:moveTo>
                    <a:pt x="1" y="1"/>
                  </a:moveTo>
                  <a:lnTo>
                    <a:pt x="1" y="364"/>
                  </a:lnTo>
                  <a:lnTo>
                    <a:pt x="2499" y="364"/>
                  </a:lnTo>
                  <a:lnTo>
                    <a:pt x="2499"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4"/>
            <p:cNvSpPr/>
            <p:nvPr/>
          </p:nvSpPr>
          <p:spPr>
            <a:xfrm>
              <a:off x="6095528" y="1735252"/>
              <a:ext cx="69030" cy="16070"/>
            </a:xfrm>
            <a:custGeom>
              <a:avLst/>
              <a:gdLst/>
              <a:ahLst/>
              <a:cxnLst/>
              <a:rect l="l" t="t" r="r" b="b"/>
              <a:pathLst>
                <a:path w="1555" h="362" extrusionOk="0">
                  <a:moveTo>
                    <a:pt x="1" y="0"/>
                  </a:moveTo>
                  <a:lnTo>
                    <a:pt x="1" y="362"/>
                  </a:lnTo>
                  <a:lnTo>
                    <a:pt x="1555" y="362"/>
                  </a:lnTo>
                  <a:lnTo>
                    <a:pt x="1555"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4"/>
            <p:cNvSpPr/>
            <p:nvPr/>
          </p:nvSpPr>
          <p:spPr>
            <a:xfrm>
              <a:off x="6242775" y="1608381"/>
              <a:ext cx="5283" cy="241939"/>
            </a:xfrm>
            <a:custGeom>
              <a:avLst/>
              <a:gdLst/>
              <a:ahLst/>
              <a:cxnLst/>
              <a:rect l="l" t="t" r="r" b="b"/>
              <a:pathLst>
                <a:path w="119" h="5450" extrusionOk="0">
                  <a:moveTo>
                    <a:pt x="61" y="1"/>
                  </a:moveTo>
                  <a:cubicBezTo>
                    <a:pt x="28" y="1"/>
                    <a:pt x="0" y="1221"/>
                    <a:pt x="0" y="2725"/>
                  </a:cubicBezTo>
                  <a:cubicBezTo>
                    <a:pt x="0" y="4229"/>
                    <a:pt x="28" y="5449"/>
                    <a:pt x="61" y="5449"/>
                  </a:cubicBezTo>
                  <a:cubicBezTo>
                    <a:pt x="93" y="5449"/>
                    <a:pt x="119" y="4229"/>
                    <a:pt x="119" y="2725"/>
                  </a:cubicBezTo>
                  <a:cubicBezTo>
                    <a:pt x="119" y="1221"/>
                    <a:pt x="93" y="1"/>
                    <a:pt x="61" y="1"/>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4"/>
            <p:cNvSpPr/>
            <p:nvPr/>
          </p:nvSpPr>
          <p:spPr>
            <a:xfrm>
              <a:off x="6841350" y="964486"/>
              <a:ext cx="113023" cy="113068"/>
            </a:xfrm>
            <a:custGeom>
              <a:avLst/>
              <a:gdLst/>
              <a:ahLst/>
              <a:cxnLst/>
              <a:rect l="l" t="t" r="r" b="b"/>
              <a:pathLst>
                <a:path w="2546" h="2547" extrusionOk="0">
                  <a:moveTo>
                    <a:pt x="1275" y="1"/>
                  </a:moveTo>
                  <a:lnTo>
                    <a:pt x="823" y="824"/>
                  </a:lnTo>
                  <a:lnTo>
                    <a:pt x="1" y="1276"/>
                  </a:lnTo>
                  <a:lnTo>
                    <a:pt x="823" y="1724"/>
                  </a:lnTo>
                  <a:lnTo>
                    <a:pt x="1275" y="2546"/>
                  </a:lnTo>
                  <a:lnTo>
                    <a:pt x="1724" y="1724"/>
                  </a:lnTo>
                  <a:lnTo>
                    <a:pt x="2546" y="1276"/>
                  </a:lnTo>
                  <a:lnTo>
                    <a:pt x="1724" y="824"/>
                  </a:lnTo>
                  <a:lnTo>
                    <a:pt x="127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4"/>
            <p:cNvSpPr/>
            <p:nvPr/>
          </p:nvSpPr>
          <p:spPr>
            <a:xfrm>
              <a:off x="5132542" y="1904471"/>
              <a:ext cx="113156" cy="112979"/>
            </a:xfrm>
            <a:custGeom>
              <a:avLst/>
              <a:gdLst/>
              <a:ahLst/>
              <a:cxnLst/>
              <a:rect l="l" t="t" r="r" b="b"/>
              <a:pathLst>
                <a:path w="2549" h="2545" extrusionOk="0">
                  <a:moveTo>
                    <a:pt x="1274" y="0"/>
                  </a:moveTo>
                  <a:lnTo>
                    <a:pt x="825" y="822"/>
                  </a:lnTo>
                  <a:lnTo>
                    <a:pt x="0" y="1271"/>
                  </a:lnTo>
                  <a:lnTo>
                    <a:pt x="825" y="1723"/>
                  </a:lnTo>
                  <a:lnTo>
                    <a:pt x="1274" y="2545"/>
                  </a:lnTo>
                  <a:lnTo>
                    <a:pt x="1723" y="1723"/>
                  </a:lnTo>
                  <a:lnTo>
                    <a:pt x="2548" y="1271"/>
                  </a:lnTo>
                  <a:lnTo>
                    <a:pt x="1723" y="822"/>
                  </a:lnTo>
                  <a:lnTo>
                    <a:pt x="1274"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4"/>
            <p:cNvSpPr/>
            <p:nvPr/>
          </p:nvSpPr>
          <p:spPr>
            <a:xfrm>
              <a:off x="7008840" y="1119367"/>
              <a:ext cx="69519" cy="69519"/>
            </a:xfrm>
            <a:custGeom>
              <a:avLst/>
              <a:gdLst/>
              <a:ahLst/>
              <a:cxnLst/>
              <a:rect l="l" t="t" r="r" b="b"/>
              <a:pathLst>
                <a:path w="1566" h="1566" extrusionOk="0">
                  <a:moveTo>
                    <a:pt x="783" y="1"/>
                  </a:moveTo>
                  <a:lnTo>
                    <a:pt x="507" y="507"/>
                  </a:lnTo>
                  <a:lnTo>
                    <a:pt x="0" y="784"/>
                  </a:lnTo>
                  <a:lnTo>
                    <a:pt x="507" y="1060"/>
                  </a:lnTo>
                  <a:lnTo>
                    <a:pt x="783" y="1566"/>
                  </a:lnTo>
                  <a:lnTo>
                    <a:pt x="1060" y="1060"/>
                  </a:lnTo>
                  <a:lnTo>
                    <a:pt x="1565" y="784"/>
                  </a:lnTo>
                  <a:lnTo>
                    <a:pt x="1060" y="507"/>
                  </a:lnTo>
                  <a:lnTo>
                    <a:pt x="783"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4"/>
            <p:cNvSpPr/>
            <p:nvPr/>
          </p:nvSpPr>
          <p:spPr>
            <a:xfrm>
              <a:off x="5044736" y="1694456"/>
              <a:ext cx="69519" cy="69297"/>
            </a:xfrm>
            <a:custGeom>
              <a:avLst/>
              <a:gdLst/>
              <a:ahLst/>
              <a:cxnLst/>
              <a:rect l="l" t="t" r="r" b="b"/>
              <a:pathLst>
                <a:path w="1566" h="1561" extrusionOk="0">
                  <a:moveTo>
                    <a:pt x="782" y="0"/>
                  </a:moveTo>
                  <a:lnTo>
                    <a:pt x="506" y="506"/>
                  </a:lnTo>
                  <a:lnTo>
                    <a:pt x="0" y="782"/>
                  </a:lnTo>
                  <a:lnTo>
                    <a:pt x="506" y="1059"/>
                  </a:lnTo>
                  <a:lnTo>
                    <a:pt x="782" y="1561"/>
                  </a:lnTo>
                  <a:lnTo>
                    <a:pt x="1059" y="1059"/>
                  </a:lnTo>
                  <a:lnTo>
                    <a:pt x="1565" y="782"/>
                  </a:lnTo>
                  <a:lnTo>
                    <a:pt x="1059" y="506"/>
                  </a:lnTo>
                  <a:lnTo>
                    <a:pt x="782"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7" name="Google Shape;897;p34"/>
            <p:cNvGrpSpPr/>
            <p:nvPr/>
          </p:nvGrpSpPr>
          <p:grpSpPr>
            <a:xfrm>
              <a:off x="5310641" y="1002130"/>
              <a:ext cx="1577976" cy="3213440"/>
              <a:chOff x="5310641" y="1002130"/>
              <a:chExt cx="1577976" cy="3213440"/>
            </a:xfrm>
          </p:grpSpPr>
          <p:sp>
            <p:nvSpPr>
              <p:cNvPr id="898" name="Google Shape;898;p34"/>
              <p:cNvSpPr/>
              <p:nvPr/>
            </p:nvSpPr>
            <p:spPr>
              <a:xfrm>
                <a:off x="5310641" y="1002130"/>
                <a:ext cx="1577976" cy="3213440"/>
              </a:xfrm>
              <a:custGeom>
                <a:avLst/>
                <a:gdLst/>
                <a:ahLst/>
                <a:cxnLst/>
                <a:rect l="l" t="t" r="r" b="b"/>
                <a:pathLst>
                  <a:path w="35546" h="72387" extrusionOk="0">
                    <a:moveTo>
                      <a:pt x="5629" y="1"/>
                    </a:moveTo>
                    <a:cubicBezTo>
                      <a:pt x="2681" y="1"/>
                      <a:pt x="287" y="2380"/>
                      <a:pt x="274" y="5330"/>
                    </a:cubicBezTo>
                    <a:lnTo>
                      <a:pt x="15" y="66898"/>
                    </a:lnTo>
                    <a:cubicBezTo>
                      <a:pt x="1" y="69852"/>
                      <a:pt x="2388" y="72257"/>
                      <a:pt x="5338" y="72272"/>
                    </a:cubicBezTo>
                    <a:lnTo>
                      <a:pt x="29899" y="72386"/>
                    </a:lnTo>
                    <a:cubicBezTo>
                      <a:pt x="29906" y="72386"/>
                      <a:pt x="29912" y="72386"/>
                      <a:pt x="29918" y="72386"/>
                    </a:cubicBezTo>
                    <a:cubicBezTo>
                      <a:pt x="32864" y="72386"/>
                      <a:pt x="35262" y="70007"/>
                      <a:pt x="35273" y="67060"/>
                    </a:cubicBezTo>
                    <a:lnTo>
                      <a:pt x="35535" y="5489"/>
                    </a:lnTo>
                    <a:cubicBezTo>
                      <a:pt x="35546" y="2534"/>
                      <a:pt x="33162" y="130"/>
                      <a:pt x="30209" y="115"/>
                    </a:cubicBezTo>
                    <a:lnTo>
                      <a:pt x="5650" y="1"/>
                    </a:lnTo>
                    <a:cubicBezTo>
                      <a:pt x="5643" y="1"/>
                      <a:pt x="5636" y="1"/>
                      <a:pt x="562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9" name="Google Shape;899;p34"/>
              <p:cNvGrpSpPr/>
              <p:nvPr/>
            </p:nvGrpSpPr>
            <p:grpSpPr>
              <a:xfrm>
                <a:off x="5383310" y="1096639"/>
                <a:ext cx="1432812" cy="3005461"/>
                <a:chOff x="5383310" y="1096639"/>
                <a:chExt cx="1432812" cy="3005461"/>
              </a:xfrm>
            </p:grpSpPr>
            <p:sp>
              <p:nvSpPr>
                <p:cNvPr id="900" name="Google Shape;900;p34"/>
                <p:cNvSpPr/>
                <p:nvPr/>
              </p:nvSpPr>
              <p:spPr>
                <a:xfrm>
                  <a:off x="5383310" y="1096639"/>
                  <a:ext cx="1432812" cy="3005461"/>
                </a:xfrm>
                <a:custGeom>
                  <a:avLst/>
                  <a:gdLst/>
                  <a:ahLst/>
                  <a:cxnLst/>
                  <a:rect l="l" t="t" r="r" b="b"/>
                  <a:pathLst>
                    <a:path w="32276" h="67702" extrusionOk="0">
                      <a:moveTo>
                        <a:pt x="4007" y="0"/>
                      </a:moveTo>
                      <a:cubicBezTo>
                        <a:pt x="1945" y="0"/>
                        <a:pt x="270" y="1665"/>
                        <a:pt x="262" y="3729"/>
                      </a:cubicBezTo>
                      <a:lnTo>
                        <a:pt x="7" y="63825"/>
                      </a:lnTo>
                      <a:cubicBezTo>
                        <a:pt x="0" y="65896"/>
                        <a:pt x="1670" y="67580"/>
                        <a:pt x="3737" y="67587"/>
                      </a:cubicBezTo>
                      <a:lnTo>
                        <a:pt x="28248" y="67701"/>
                      </a:lnTo>
                      <a:cubicBezTo>
                        <a:pt x="28255" y="67701"/>
                        <a:pt x="28262" y="67701"/>
                        <a:pt x="28269" y="67701"/>
                      </a:cubicBezTo>
                      <a:cubicBezTo>
                        <a:pt x="30327" y="67701"/>
                        <a:pt x="32003" y="66033"/>
                        <a:pt x="32009" y="63972"/>
                      </a:cubicBezTo>
                      <a:lnTo>
                        <a:pt x="32264" y="3872"/>
                      </a:lnTo>
                      <a:cubicBezTo>
                        <a:pt x="32276" y="1805"/>
                        <a:pt x="30606" y="122"/>
                        <a:pt x="28535" y="111"/>
                      </a:cubicBezTo>
                      <a:lnTo>
                        <a:pt x="23776" y="90"/>
                      </a:lnTo>
                      <a:cubicBezTo>
                        <a:pt x="23774" y="90"/>
                        <a:pt x="23772" y="90"/>
                        <a:pt x="23770" y="90"/>
                      </a:cubicBezTo>
                      <a:cubicBezTo>
                        <a:pt x="23133" y="90"/>
                        <a:pt x="22616" y="627"/>
                        <a:pt x="22613" y="1292"/>
                      </a:cubicBezTo>
                      <a:lnTo>
                        <a:pt x="22610" y="2157"/>
                      </a:lnTo>
                      <a:cubicBezTo>
                        <a:pt x="22606" y="2823"/>
                        <a:pt x="22089" y="3360"/>
                        <a:pt x="21456" y="3360"/>
                      </a:cubicBezTo>
                      <a:cubicBezTo>
                        <a:pt x="21454" y="3360"/>
                        <a:pt x="21452" y="3360"/>
                        <a:pt x="21450" y="3360"/>
                      </a:cubicBezTo>
                      <a:lnTo>
                        <a:pt x="12168" y="3317"/>
                      </a:lnTo>
                      <a:cubicBezTo>
                        <a:pt x="11529" y="3312"/>
                        <a:pt x="11012" y="2771"/>
                        <a:pt x="11016" y="2103"/>
                      </a:cubicBezTo>
                      <a:lnTo>
                        <a:pt x="11020" y="1238"/>
                      </a:lnTo>
                      <a:cubicBezTo>
                        <a:pt x="11023" y="570"/>
                        <a:pt x="10506" y="29"/>
                        <a:pt x="9867" y="25"/>
                      </a:cubicBezTo>
                      <a:lnTo>
                        <a:pt x="8195" y="17"/>
                      </a:lnTo>
                      <a:lnTo>
                        <a:pt x="4028" y="0"/>
                      </a:lnTo>
                      <a:cubicBezTo>
                        <a:pt x="4021" y="0"/>
                        <a:pt x="4014" y="0"/>
                        <a:pt x="40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1" name="Google Shape;901;p34"/>
                <p:cNvGrpSpPr/>
                <p:nvPr/>
              </p:nvGrpSpPr>
              <p:grpSpPr>
                <a:xfrm>
                  <a:off x="5702130" y="2232834"/>
                  <a:ext cx="834668" cy="863168"/>
                  <a:chOff x="5702130" y="2232834"/>
                  <a:chExt cx="834668" cy="863168"/>
                </a:xfrm>
              </p:grpSpPr>
              <p:sp>
                <p:nvSpPr>
                  <p:cNvPr id="902" name="Google Shape;902;p34"/>
                  <p:cNvSpPr/>
                  <p:nvPr/>
                </p:nvSpPr>
                <p:spPr>
                  <a:xfrm>
                    <a:off x="5702130" y="2421008"/>
                    <a:ext cx="700647" cy="674988"/>
                  </a:xfrm>
                  <a:custGeom>
                    <a:avLst/>
                    <a:gdLst/>
                    <a:ahLst/>
                    <a:cxnLst/>
                    <a:rect l="l" t="t" r="r" b="b"/>
                    <a:pathLst>
                      <a:path w="15783" h="15205" extrusionOk="0">
                        <a:moveTo>
                          <a:pt x="1" y="0"/>
                        </a:moveTo>
                        <a:lnTo>
                          <a:pt x="1" y="15205"/>
                        </a:lnTo>
                        <a:lnTo>
                          <a:pt x="15782" y="15205"/>
                        </a:lnTo>
                        <a:lnTo>
                          <a:pt x="15782"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4"/>
                  <p:cNvSpPr/>
                  <p:nvPr/>
                </p:nvSpPr>
                <p:spPr>
                  <a:xfrm>
                    <a:off x="5702130" y="2232834"/>
                    <a:ext cx="834668" cy="188224"/>
                  </a:xfrm>
                  <a:custGeom>
                    <a:avLst/>
                    <a:gdLst/>
                    <a:ahLst/>
                    <a:cxnLst/>
                    <a:rect l="l" t="t" r="r" b="b"/>
                    <a:pathLst>
                      <a:path w="18802" h="4240" extrusionOk="0">
                        <a:moveTo>
                          <a:pt x="4351" y="0"/>
                        </a:moveTo>
                        <a:lnTo>
                          <a:pt x="1" y="4239"/>
                        </a:lnTo>
                        <a:lnTo>
                          <a:pt x="15782" y="4239"/>
                        </a:lnTo>
                        <a:lnTo>
                          <a:pt x="18802"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4"/>
                  <p:cNvSpPr/>
                  <p:nvPr/>
                </p:nvSpPr>
                <p:spPr>
                  <a:xfrm>
                    <a:off x="6402718" y="2232834"/>
                    <a:ext cx="134065" cy="863168"/>
                  </a:xfrm>
                  <a:custGeom>
                    <a:avLst/>
                    <a:gdLst/>
                    <a:ahLst/>
                    <a:cxnLst/>
                    <a:rect l="l" t="t" r="r" b="b"/>
                    <a:pathLst>
                      <a:path w="3020" h="19444" extrusionOk="0">
                        <a:moveTo>
                          <a:pt x="3020" y="0"/>
                        </a:moveTo>
                        <a:lnTo>
                          <a:pt x="0" y="4239"/>
                        </a:lnTo>
                        <a:lnTo>
                          <a:pt x="0" y="19444"/>
                        </a:lnTo>
                        <a:lnTo>
                          <a:pt x="3020" y="15147"/>
                        </a:lnTo>
                        <a:lnTo>
                          <a:pt x="3020"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4"/>
                  <p:cNvSpPr/>
                  <p:nvPr/>
                </p:nvSpPr>
                <p:spPr>
                  <a:xfrm>
                    <a:off x="5853639" y="2701250"/>
                    <a:ext cx="365927" cy="41463"/>
                  </a:xfrm>
                  <a:custGeom>
                    <a:avLst/>
                    <a:gdLst/>
                    <a:ahLst/>
                    <a:cxnLst/>
                    <a:rect l="l" t="t" r="r" b="b"/>
                    <a:pathLst>
                      <a:path w="8243" h="934" extrusionOk="0">
                        <a:moveTo>
                          <a:pt x="1" y="1"/>
                        </a:moveTo>
                        <a:lnTo>
                          <a:pt x="1" y="934"/>
                        </a:lnTo>
                        <a:lnTo>
                          <a:pt x="8242" y="934"/>
                        </a:lnTo>
                        <a:lnTo>
                          <a:pt x="8242"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4"/>
                  <p:cNvSpPr/>
                  <p:nvPr/>
                </p:nvSpPr>
                <p:spPr>
                  <a:xfrm>
                    <a:off x="5919915" y="2773786"/>
                    <a:ext cx="233505" cy="39065"/>
                  </a:xfrm>
                  <a:custGeom>
                    <a:avLst/>
                    <a:gdLst/>
                    <a:ahLst/>
                    <a:cxnLst/>
                    <a:rect l="l" t="t" r="r" b="b"/>
                    <a:pathLst>
                      <a:path w="5260" h="880" extrusionOk="0">
                        <a:moveTo>
                          <a:pt x="1" y="0"/>
                        </a:moveTo>
                        <a:lnTo>
                          <a:pt x="1" y="880"/>
                        </a:lnTo>
                        <a:lnTo>
                          <a:pt x="5260" y="880"/>
                        </a:lnTo>
                        <a:lnTo>
                          <a:pt x="5260"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34"/>
                <p:cNvGrpSpPr/>
                <p:nvPr/>
              </p:nvGrpSpPr>
              <p:grpSpPr>
                <a:xfrm>
                  <a:off x="5632169" y="2098772"/>
                  <a:ext cx="214194" cy="214460"/>
                  <a:chOff x="5632169" y="2098772"/>
                  <a:chExt cx="214194" cy="214460"/>
                </a:xfrm>
              </p:grpSpPr>
              <p:sp>
                <p:nvSpPr>
                  <p:cNvPr id="908" name="Google Shape;908;p34"/>
                  <p:cNvSpPr/>
                  <p:nvPr/>
                </p:nvSpPr>
                <p:spPr>
                  <a:xfrm>
                    <a:off x="5632169" y="2098772"/>
                    <a:ext cx="214194" cy="214460"/>
                  </a:xfrm>
                  <a:custGeom>
                    <a:avLst/>
                    <a:gdLst/>
                    <a:ahLst/>
                    <a:cxnLst/>
                    <a:rect l="l" t="t" r="r" b="b"/>
                    <a:pathLst>
                      <a:path w="4825" h="4831" extrusionOk="0">
                        <a:moveTo>
                          <a:pt x="2434" y="102"/>
                        </a:moveTo>
                        <a:cubicBezTo>
                          <a:pt x="2579" y="102"/>
                          <a:pt x="2720" y="115"/>
                          <a:pt x="2854" y="138"/>
                        </a:cubicBezTo>
                        <a:cubicBezTo>
                          <a:pt x="3239" y="206"/>
                          <a:pt x="3572" y="371"/>
                          <a:pt x="3834" y="569"/>
                        </a:cubicBezTo>
                        <a:cubicBezTo>
                          <a:pt x="4369" y="967"/>
                          <a:pt x="4606" y="1488"/>
                          <a:pt x="4700" y="1843"/>
                        </a:cubicBezTo>
                        <a:cubicBezTo>
                          <a:pt x="4792" y="2202"/>
                          <a:pt x="4778" y="2414"/>
                          <a:pt x="4796" y="2414"/>
                        </a:cubicBezTo>
                        <a:lnTo>
                          <a:pt x="4796" y="2414"/>
                        </a:lnTo>
                        <a:cubicBezTo>
                          <a:pt x="4778" y="2417"/>
                          <a:pt x="4792" y="2629"/>
                          <a:pt x="4700" y="2988"/>
                        </a:cubicBezTo>
                        <a:cubicBezTo>
                          <a:pt x="4606" y="3343"/>
                          <a:pt x="4369" y="3860"/>
                          <a:pt x="3834" y="4262"/>
                        </a:cubicBezTo>
                        <a:cubicBezTo>
                          <a:pt x="3572" y="4460"/>
                          <a:pt x="3239" y="4625"/>
                          <a:pt x="2854" y="4693"/>
                        </a:cubicBezTo>
                        <a:cubicBezTo>
                          <a:pt x="2720" y="4716"/>
                          <a:pt x="2579" y="4729"/>
                          <a:pt x="2434" y="4729"/>
                        </a:cubicBezTo>
                        <a:cubicBezTo>
                          <a:pt x="2173" y="4729"/>
                          <a:pt x="1902" y="4687"/>
                          <a:pt x="1642" y="4585"/>
                        </a:cubicBezTo>
                        <a:cubicBezTo>
                          <a:pt x="1437" y="4517"/>
                          <a:pt x="1239" y="4405"/>
                          <a:pt x="1056" y="4269"/>
                        </a:cubicBezTo>
                        <a:cubicBezTo>
                          <a:pt x="873" y="4137"/>
                          <a:pt x="704" y="3971"/>
                          <a:pt x="568" y="3781"/>
                        </a:cubicBezTo>
                        <a:cubicBezTo>
                          <a:pt x="285" y="3401"/>
                          <a:pt x="126" y="2916"/>
                          <a:pt x="119" y="2414"/>
                        </a:cubicBezTo>
                        <a:cubicBezTo>
                          <a:pt x="126" y="1915"/>
                          <a:pt x="285" y="1430"/>
                          <a:pt x="568" y="1050"/>
                        </a:cubicBezTo>
                        <a:cubicBezTo>
                          <a:pt x="708" y="860"/>
                          <a:pt x="873" y="694"/>
                          <a:pt x="1056" y="558"/>
                        </a:cubicBezTo>
                        <a:cubicBezTo>
                          <a:pt x="1239" y="426"/>
                          <a:pt x="1437" y="314"/>
                          <a:pt x="1642" y="245"/>
                        </a:cubicBezTo>
                        <a:cubicBezTo>
                          <a:pt x="1902" y="144"/>
                          <a:pt x="2173" y="102"/>
                          <a:pt x="2434" y="102"/>
                        </a:cubicBezTo>
                        <a:close/>
                        <a:moveTo>
                          <a:pt x="2406" y="1"/>
                        </a:moveTo>
                        <a:cubicBezTo>
                          <a:pt x="2143" y="1"/>
                          <a:pt x="1870" y="41"/>
                          <a:pt x="1602" y="141"/>
                        </a:cubicBezTo>
                        <a:cubicBezTo>
                          <a:pt x="1387" y="214"/>
                          <a:pt x="1182" y="328"/>
                          <a:pt x="988" y="469"/>
                        </a:cubicBezTo>
                        <a:cubicBezTo>
                          <a:pt x="797" y="608"/>
                          <a:pt x="622" y="780"/>
                          <a:pt x="474" y="981"/>
                        </a:cubicBezTo>
                        <a:cubicBezTo>
                          <a:pt x="177" y="1377"/>
                          <a:pt x="8" y="1890"/>
                          <a:pt x="1" y="2414"/>
                        </a:cubicBezTo>
                        <a:cubicBezTo>
                          <a:pt x="8" y="2941"/>
                          <a:pt x="177" y="3451"/>
                          <a:pt x="474" y="3850"/>
                        </a:cubicBezTo>
                        <a:cubicBezTo>
                          <a:pt x="622" y="4050"/>
                          <a:pt x="794" y="4223"/>
                          <a:pt x="988" y="4362"/>
                        </a:cubicBezTo>
                        <a:cubicBezTo>
                          <a:pt x="1182" y="4503"/>
                          <a:pt x="1387" y="4617"/>
                          <a:pt x="1602" y="4690"/>
                        </a:cubicBezTo>
                        <a:cubicBezTo>
                          <a:pt x="1870" y="4790"/>
                          <a:pt x="2143" y="4830"/>
                          <a:pt x="2406" y="4830"/>
                        </a:cubicBezTo>
                        <a:cubicBezTo>
                          <a:pt x="2566" y="4830"/>
                          <a:pt x="2723" y="4815"/>
                          <a:pt x="2873" y="4790"/>
                        </a:cubicBezTo>
                        <a:cubicBezTo>
                          <a:pt x="3271" y="4715"/>
                          <a:pt x="3615" y="4539"/>
                          <a:pt x="3885" y="4330"/>
                        </a:cubicBezTo>
                        <a:cubicBezTo>
                          <a:pt x="4430" y="3907"/>
                          <a:pt x="4663" y="3365"/>
                          <a:pt x="4743" y="2999"/>
                        </a:cubicBezTo>
                        <a:cubicBezTo>
                          <a:pt x="4825" y="2626"/>
                          <a:pt x="4796" y="2414"/>
                          <a:pt x="4796" y="2414"/>
                        </a:cubicBezTo>
                        <a:cubicBezTo>
                          <a:pt x="4796" y="2414"/>
                          <a:pt x="4825" y="2205"/>
                          <a:pt x="4743" y="1832"/>
                        </a:cubicBezTo>
                        <a:cubicBezTo>
                          <a:pt x="4663" y="1466"/>
                          <a:pt x="4430" y="924"/>
                          <a:pt x="3885" y="500"/>
                        </a:cubicBezTo>
                        <a:cubicBezTo>
                          <a:pt x="3615" y="292"/>
                          <a:pt x="3271" y="116"/>
                          <a:pt x="2873" y="41"/>
                        </a:cubicBezTo>
                        <a:cubicBezTo>
                          <a:pt x="2723" y="16"/>
                          <a:pt x="2566" y="1"/>
                          <a:pt x="2406"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4"/>
                  <p:cNvSpPr/>
                  <p:nvPr/>
                </p:nvSpPr>
                <p:spPr>
                  <a:xfrm>
                    <a:off x="5692897" y="2167179"/>
                    <a:ext cx="96287" cy="91671"/>
                  </a:xfrm>
                  <a:custGeom>
                    <a:avLst/>
                    <a:gdLst/>
                    <a:ahLst/>
                    <a:cxnLst/>
                    <a:rect l="l" t="t" r="r" b="b"/>
                    <a:pathLst>
                      <a:path w="2169" h="2065" extrusionOk="0">
                        <a:moveTo>
                          <a:pt x="460" y="129"/>
                        </a:moveTo>
                        <a:cubicBezTo>
                          <a:pt x="650" y="129"/>
                          <a:pt x="776" y="288"/>
                          <a:pt x="776" y="553"/>
                        </a:cubicBezTo>
                        <a:cubicBezTo>
                          <a:pt x="776" y="815"/>
                          <a:pt x="650" y="973"/>
                          <a:pt x="460" y="973"/>
                        </a:cubicBezTo>
                        <a:cubicBezTo>
                          <a:pt x="269" y="973"/>
                          <a:pt x="148" y="815"/>
                          <a:pt x="148" y="553"/>
                        </a:cubicBezTo>
                        <a:cubicBezTo>
                          <a:pt x="148" y="291"/>
                          <a:pt x="269" y="129"/>
                          <a:pt x="460" y="129"/>
                        </a:cubicBezTo>
                        <a:close/>
                        <a:moveTo>
                          <a:pt x="460" y="0"/>
                        </a:moveTo>
                        <a:cubicBezTo>
                          <a:pt x="187" y="0"/>
                          <a:pt x="0" y="220"/>
                          <a:pt x="0" y="553"/>
                        </a:cubicBezTo>
                        <a:cubicBezTo>
                          <a:pt x="0" y="883"/>
                          <a:pt x="187" y="1106"/>
                          <a:pt x="460" y="1106"/>
                        </a:cubicBezTo>
                        <a:cubicBezTo>
                          <a:pt x="733" y="1106"/>
                          <a:pt x="920" y="887"/>
                          <a:pt x="920" y="553"/>
                        </a:cubicBezTo>
                        <a:cubicBezTo>
                          <a:pt x="920" y="215"/>
                          <a:pt x="733" y="0"/>
                          <a:pt x="460" y="0"/>
                        </a:cubicBezTo>
                        <a:close/>
                        <a:moveTo>
                          <a:pt x="1709" y="1092"/>
                        </a:moveTo>
                        <a:cubicBezTo>
                          <a:pt x="1903" y="1092"/>
                          <a:pt x="2025" y="1249"/>
                          <a:pt x="2025" y="1512"/>
                        </a:cubicBezTo>
                        <a:cubicBezTo>
                          <a:pt x="2025" y="1774"/>
                          <a:pt x="1903" y="1935"/>
                          <a:pt x="1709" y="1935"/>
                        </a:cubicBezTo>
                        <a:cubicBezTo>
                          <a:pt x="1518" y="1935"/>
                          <a:pt x="1393" y="1777"/>
                          <a:pt x="1393" y="1512"/>
                        </a:cubicBezTo>
                        <a:cubicBezTo>
                          <a:pt x="1393" y="1249"/>
                          <a:pt x="1518" y="1092"/>
                          <a:pt x="1709" y="1092"/>
                        </a:cubicBezTo>
                        <a:close/>
                        <a:moveTo>
                          <a:pt x="1695" y="15"/>
                        </a:moveTo>
                        <a:lnTo>
                          <a:pt x="302" y="2050"/>
                        </a:lnTo>
                        <a:lnTo>
                          <a:pt x="474" y="2050"/>
                        </a:lnTo>
                        <a:lnTo>
                          <a:pt x="1867" y="15"/>
                        </a:lnTo>
                        <a:close/>
                        <a:moveTo>
                          <a:pt x="1709" y="959"/>
                        </a:moveTo>
                        <a:cubicBezTo>
                          <a:pt x="1440" y="959"/>
                          <a:pt x="1250" y="1181"/>
                          <a:pt x="1250" y="1512"/>
                        </a:cubicBezTo>
                        <a:cubicBezTo>
                          <a:pt x="1250" y="1845"/>
                          <a:pt x="1440" y="2064"/>
                          <a:pt x="1709" y="2064"/>
                        </a:cubicBezTo>
                        <a:cubicBezTo>
                          <a:pt x="1982" y="2064"/>
                          <a:pt x="2169" y="1845"/>
                          <a:pt x="2169" y="1512"/>
                        </a:cubicBezTo>
                        <a:cubicBezTo>
                          <a:pt x="2169" y="1181"/>
                          <a:pt x="1982" y="959"/>
                          <a:pt x="1709" y="959"/>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0" name="Google Shape;910;p34"/>
                <p:cNvGrpSpPr/>
                <p:nvPr/>
              </p:nvGrpSpPr>
              <p:grpSpPr>
                <a:xfrm>
                  <a:off x="5652722" y="3247130"/>
                  <a:ext cx="850898" cy="113512"/>
                  <a:chOff x="5652722" y="3247130"/>
                  <a:chExt cx="850898" cy="113512"/>
                </a:xfrm>
              </p:grpSpPr>
              <p:sp>
                <p:nvSpPr>
                  <p:cNvPr id="911" name="Google Shape;911;p34"/>
                  <p:cNvSpPr/>
                  <p:nvPr/>
                </p:nvSpPr>
                <p:spPr>
                  <a:xfrm>
                    <a:off x="6426023" y="3250814"/>
                    <a:ext cx="36979" cy="46257"/>
                  </a:xfrm>
                  <a:custGeom>
                    <a:avLst/>
                    <a:gdLst/>
                    <a:ahLst/>
                    <a:cxnLst/>
                    <a:rect l="l" t="t" r="r" b="b"/>
                    <a:pathLst>
                      <a:path w="833" h="1042" extrusionOk="0">
                        <a:moveTo>
                          <a:pt x="395" y="176"/>
                        </a:moveTo>
                        <a:cubicBezTo>
                          <a:pt x="506" y="176"/>
                          <a:pt x="570" y="237"/>
                          <a:pt x="570" y="323"/>
                        </a:cubicBezTo>
                        <a:cubicBezTo>
                          <a:pt x="570" y="413"/>
                          <a:pt x="502" y="474"/>
                          <a:pt x="398" y="474"/>
                        </a:cubicBezTo>
                        <a:cubicBezTo>
                          <a:pt x="294" y="474"/>
                          <a:pt x="229" y="416"/>
                          <a:pt x="229" y="323"/>
                        </a:cubicBezTo>
                        <a:cubicBezTo>
                          <a:pt x="229" y="234"/>
                          <a:pt x="298" y="176"/>
                          <a:pt x="395" y="176"/>
                        </a:cubicBezTo>
                        <a:close/>
                        <a:moveTo>
                          <a:pt x="380" y="0"/>
                        </a:moveTo>
                        <a:cubicBezTo>
                          <a:pt x="169" y="0"/>
                          <a:pt x="0" y="130"/>
                          <a:pt x="0" y="338"/>
                        </a:cubicBezTo>
                        <a:cubicBezTo>
                          <a:pt x="0" y="524"/>
                          <a:pt x="154" y="650"/>
                          <a:pt x="348" y="650"/>
                        </a:cubicBezTo>
                        <a:cubicBezTo>
                          <a:pt x="452" y="650"/>
                          <a:pt x="538" y="618"/>
                          <a:pt x="600" y="560"/>
                        </a:cubicBezTo>
                        <a:lnTo>
                          <a:pt x="600" y="560"/>
                        </a:lnTo>
                        <a:cubicBezTo>
                          <a:pt x="592" y="754"/>
                          <a:pt x="481" y="851"/>
                          <a:pt x="315" y="851"/>
                        </a:cubicBezTo>
                        <a:cubicBezTo>
                          <a:pt x="244" y="851"/>
                          <a:pt x="179" y="840"/>
                          <a:pt x="126" y="801"/>
                        </a:cubicBezTo>
                        <a:lnTo>
                          <a:pt x="40" y="973"/>
                        </a:lnTo>
                        <a:cubicBezTo>
                          <a:pt x="111" y="1016"/>
                          <a:pt x="212" y="1041"/>
                          <a:pt x="320" y="1041"/>
                        </a:cubicBezTo>
                        <a:cubicBezTo>
                          <a:pt x="625" y="1041"/>
                          <a:pt x="832" y="847"/>
                          <a:pt x="832" y="499"/>
                        </a:cubicBezTo>
                        <a:cubicBezTo>
                          <a:pt x="832" y="176"/>
                          <a:pt x="660" y="0"/>
                          <a:pt x="380"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2" name="Google Shape;912;p34"/>
                  <p:cNvSpPr/>
                  <p:nvPr/>
                </p:nvSpPr>
                <p:spPr>
                  <a:xfrm>
                    <a:off x="6205308" y="3248905"/>
                    <a:ext cx="87498" cy="111736"/>
                  </a:xfrm>
                  <a:custGeom>
                    <a:avLst/>
                    <a:gdLst/>
                    <a:ahLst/>
                    <a:cxnLst/>
                    <a:rect l="l" t="t" r="r" b="b"/>
                    <a:pathLst>
                      <a:path w="1971" h="2517" extrusionOk="0">
                        <a:moveTo>
                          <a:pt x="309" y="0"/>
                        </a:moveTo>
                        <a:lnTo>
                          <a:pt x="183" y="1393"/>
                        </a:lnTo>
                        <a:lnTo>
                          <a:pt x="816" y="1393"/>
                        </a:lnTo>
                        <a:cubicBezTo>
                          <a:pt x="1264" y="1393"/>
                          <a:pt x="1389" y="1522"/>
                          <a:pt x="1389" y="1716"/>
                        </a:cubicBezTo>
                        <a:cubicBezTo>
                          <a:pt x="1389" y="1917"/>
                          <a:pt x="1214" y="2035"/>
                          <a:pt x="927" y="2035"/>
                        </a:cubicBezTo>
                        <a:cubicBezTo>
                          <a:pt x="672" y="2035"/>
                          <a:pt x="413" y="1957"/>
                          <a:pt x="226" y="1813"/>
                        </a:cubicBezTo>
                        <a:lnTo>
                          <a:pt x="1" y="2250"/>
                        </a:lnTo>
                        <a:cubicBezTo>
                          <a:pt x="241" y="2423"/>
                          <a:pt x="600" y="2517"/>
                          <a:pt x="941" y="2517"/>
                        </a:cubicBezTo>
                        <a:cubicBezTo>
                          <a:pt x="1648" y="2517"/>
                          <a:pt x="1971" y="2136"/>
                          <a:pt x="1971" y="1698"/>
                        </a:cubicBezTo>
                        <a:cubicBezTo>
                          <a:pt x="1971" y="1260"/>
                          <a:pt x="1681" y="930"/>
                          <a:pt x="948" y="930"/>
                        </a:cubicBezTo>
                        <a:lnTo>
                          <a:pt x="748" y="930"/>
                        </a:lnTo>
                        <a:lnTo>
                          <a:pt x="786" y="459"/>
                        </a:lnTo>
                        <a:lnTo>
                          <a:pt x="1820" y="459"/>
                        </a:lnTo>
                        <a:lnTo>
                          <a:pt x="1820"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3" name="Google Shape;913;p34"/>
                  <p:cNvSpPr/>
                  <p:nvPr/>
                </p:nvSpPr>
                <p:spPr>
                  <a:xfrm>
                    <a:off x="6303147" y="3247130"/>
                    <a:ext cx="94068" cy="113512"/>
                  </a:xfrm>
                  <a:custGeom>
                    <a:avLst/>
                    <a:gdLst/>
                    <a:ahLst/>
                    <a:cxnLst/>
                    <a:rect l="l" t="t" r="r" b="b"/>
                    <a:pathLst>
                      <a:path w="2119" h="2557" extrusionOk="0">
                        <a:moveTo>
                          <a:pt x="1059" y="481"/>
                        </a:moveTo>
                        <a:cubicBezTo>
                          <a:pt x="1347" y="481"/>
                          <a:pt x="1544" y="715"/>
                          <a:pt x="1544" y="1278"/>
                        </a:cubicBezTo>
                        <a:cubicBezTo>
                          <a:pt x="1544" y="1838"/>
                          <a:pt x="1347" y="2072"/>
                          <a:pt x="1059" y="2072"/>
                        </a:cubicBezTo>
                        <a:cubicBezTo>
                          <a:pt x="776" y="2072"/>
                          <a:pt x="578" y="1838"/>
                          <a:pt x="578" y="1278"/>
                        </a:cubicBezTo>
                        <a:cubicBezTo>
                          <a:pt x="578" y="715"/>
                          <a:pt x="776" y="481"/>
                          <a:pt x="1059" y="481"/>
                        </a:cubicBezTo>
                        <a:close/>
                        <a:moveTo>
                          <a:pt x="1059" y="1"/>
                        </a:moveTo>
                        <a:cubicBezTo>
                          <a:pt x="453" y="1"/>
                          <a:pt x="0" y="460"/>
                          <a:pt x="0" y="1278"/>
                        </a:cubicBezTo>
                        <a:cubicBezTo>
                          <a:pt x="0" y="2093"/>
                          <a:pt x="453" y="2557"/>
                          <a:pt x="1059" y="2557"/>
                        </a:cubicBezTo>
                        <a:cubicBezTo>
                          <a:pt x="1670" y="2557"/>
                          <a:pt x="2119" y="2093"/>
                          <a:pt x="2119" y="1278"/>
                        </a:cubicBezTo>
                        <a:cubicBezTo>
                          <a:pt x="2119" y="460"/>
                          <a:pt x="1670" y="1"/>
                          <a:pt x="105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4" name="Google Shape;914;p34"/>
                  <p:cNvSpPr/>
                  <p:nvPr/>
                </p:nvSpPr>
                <p:spPr>
                  <a:xfrm>
                    <a:off x="6466597" y="3250814"/>
                    <a:ext cx="37023" cy="46257"/>
                  </a:xfrm>
                  <a:custGeom>
                    <a:avLst/>
                    <a:gdLst/>
                    <a:ahLst/>
                    <a:cxnLst/>
                    <a:rect l="l" t="t" r="r" b="b"/>
                    <a:pathLst>
                      <a:path w="834" h="1042" extrusionOk="0">
                        <a:moveTo>
                          <a:pt x="396" y="176"/>
                        </a:moveTo>
                        <a:cubicBezTo>
                          <a:pt x="507" y="176"/>
                          <a:pt x="572" y="237"/>
                          <a:pt x="572" y="323"/>
                        </a:cubicBezTo>
                        <a:cubicBezTo>
                          <a:pt x="572" y="413"/>
                          <a:pt x="504" y="474"/>
                          <a:pt x="400" y="474"/>
                        </a:cubicBezTo>
                        <a:cubicBezTo>
                          <a:pt x="296" y="474"/>
                          <a:pt x="231" y="416"/>
                          <a:pt x="231" y="323"/>
                        </a:cubicBezTo>
                        <a:cubicBezTo>
                          <a:pt x="231" y="234"/>
                          <a:pt x="299" y="176"/>
                          <a:pt x="396" y="176"/>
                        </a:cubicBezTo>
                        <a:close/>
                        <a:moveTo>
                          <a:pt x="382" y="0"/>
                        </a:moveTo>
                        <a:cubicBezTo>
                          <a:pt x="170" y="0"/>
                          <a:pt x="1" y="130"/>
                          <a:pt x="1" y="338"/>
                        </a:cubicBezTo>
                        <a:cubicBezTo>
                          <a:pt x="1" y="524"/>
                          <a:pt x="155" y="650"/>
                          <a:pt x="349" y="650"/>
                        </a:cubicBezTo>
                        <a:cubicBezTo>
                          <a:pt x="453" y="650"/>
                          <a:pt x="539" y="618"/>
                          <a:pt x="600" y="560"/>
                        </a:cubicBezTo>
                        <a:lnTo>
                          <a:pt x="600" y="560"/>
                        </a:lnTo>
                        <a:cubicBezTo>
                          <a:pt x="594" y="754"/>
                          <a:pt x="482" y="851"/>
                          <a:pt x="317" y="851"/>
                        </a:cubicBezTo>
                        <a:cubicBezTo>
                          <a:pt x="246" y="851"/>
                          <a:pt x="181" y="840"/>
                          <a:pt x="127" y="801"/>
                        </a:cubicBezTo>
                        <a:lnTo>
                          <a:pt x="41" y="973"/>
                        </a:lnTo>
                        <a:cubicBezTo>
                          <a:pt x="112" y="1016"/>
                          <a:pt x="213" y="1041"/>
                          <a:pt x="320" y="1041"/>
                        </a:cubicBezTo>
                        <a:cubicBezTo>
                          <a:pt x="625" y="1041"/>
                          <a:pt x="834" y="847"/>
                          <a:pt x="834" y="499"/>
                        </a:cubicBezTo>
                        <a:cubicBezTo>
                          <a:pt x="834" y="176"/>
                          <a:pt x="662" y="0"/>
                          <a:pt x="38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5" name="Google Shape;915;p34"/>
                  <p:cNvSpPr/>
                  <p:nvPr/>
                </p:nvSpPr>
                <p:spPr>
                  <a:xfrm>
                    <a:off x="6424691" y="3312296"/>
                    <a:ext cx="78442" cy="9944"/>
                  </a:xfrm>
                  <a:custGeom>
                    <a:avLst/>
                    <a:gdLst/>
                    <a:ahLst/>
                    <a:cxnLst/>
                    <a:rect l="l" t="t" r="r" b="b"/>
                    <a:pathLst>
                      <a:path w="1767" h="224" extrusionOk="0">
                        <a:moveTo>
                          <a:pt x="1" y="1"/>
                        </a:moveTo>
                        <a:lnTo>
                          <a:pt x="1" y="224"/>
                        </a:lnTo>
                        <a:lnTo>
                          <a:pt x="1767" y="224"/>
                        </a:lnTo>
                        <a:lnTo>
                          <a:pt x="1767"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6" name="Google Shape;916;p34"/>
                  <p:cNvSpPr/>
                  <p:nvPr/>
                </p:nvSpPr>
                <p:spPr>
                  <a:xfrm>
                    <a:off x="5652722" y="3281089"/>
                    <a:ext cx="404771" cy="12652"/>
                  </a:xfrm>
                  <a:custGeom>
                    <a:avLst/>
                    <a:gdLst/>
                    <a:ahLst/>
                    <a:cxnLst/>
                    <a:rect l="l" t="t" r="r" b="b"/>
                    <a:pathLst>
                      <a:path w="9118" h="285" extrusionOk="0">
                        <a:moveTo>
                          <a:pt x="1" y="1"/>
                        </a:moveTo>
                        <a:lnTo>
                          <a:pt x="1" y="284"/>
                        </a:lnTo>
                        <a:lnTo>
                          <a:pt x="9118" y="284"/>
                        </a:lnTo>
                        <a:lnTo>
                          <a:pt x="9118"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7" name="Google Shape;917;p34"/>
                  <p:cNvSpPr/>
                  <p:nvPr/>
                </p:nvSpPr>
                <p:spPr>
                  <a:xfrm>
                    <a:off x="5652722" y="3321263"/>
                    <a:ext cx="245757" cy="12607"/>
                  </a:xfrm>
                  <a:custGeom>
                    <a:avLst/>
                    <a:gdLst/>
                    <a:ahLst/>
                    <a:cxnLst/>
                    <a:rect l="l" t="t" r="r" b="b"/>
                    <a:pathLst>
                      <a:path w="5536" h="284" extrusionOk="0">
                        <a:moveTo>
                          <a:pt x="1" y="0"/>
                        </a:moveTo>
                        <a:lnTo>
                          <a:pt x="1" y="284"/>
                        </a:lnTo>
                        <a:lnTo>
                          <a:pt x="5536" y="284"/>
                        </a:lnTo>
                        <a:lnTo>
                          <a:pt x="5536"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918" name="Google Shape;918;p34"/>
                <p:cNvGrpSpPr/>
                <p:nvPr/>
              </p:nvGrpSpPr>
              <p:grpSpPr>
                <a:xfrm>
                  <a:off x="5699289" y="3583483"/>
                  <a:ext cx="840394" cy="256145"/>
                  <a:chOff x="5699289" y="3583483"/>
                  <a:chExt cx="840394" cy="256145"/>
                </a:xfrm>
              </p:grpSpPr>
              <p:sp>
                <p:nvSpPr>
                  <p:cNvPr id="919" name="Google Shape;919;p34"/>
                  <p:cNvSpPr/>
                  <p:nvPr/>
                </p:nvSpPr>
                <p:spPr>
                  <a:xfrm>
                    <a:off x="5699289" y="3583483"/>
                    <a:ext cx="840394" cy="256145"/>
                  </a:xfrm>
                  <a:custGeom>
                    <a:avLst/>
                    <a:gdLst/>
                    <a:ahLst/>
                    <a:cxnLst/>
                    <a:rect l="l" t="t" r="r" b="b"/>
                    <a:pathLst>
                      <a:path w="18931" h="5770" extrusionOk="0">
                        <a:moveTo>
                          <a:pt x="362" y="1"/>
                        </a:moveTo>
                        <a:cubicBezTo>
                          <a:pt x="176" y="1"/>
                          <a:pt x="22" y="205"/>
                          <a:pt x="22" y="457"/>
                        </a:cubicBezTo>
                        <a:lnTo>
                          <a:pt x="0" y="5223"/>
                        </a:lnTo>
                        <a:cubicBezTo>
                          <a:pt x="0" y="5478"/>
                          <a:pt x="151" y="5683"/>
                          <a:pt x="341" y="5683"/>
                        </a:cubicBezTo>
                        <a:lnTo>
                          <a:pt x="18564" y="5769"/>
                        </a:lnTo>
                        <a:cubicBezTo>
                          <a:pt x="18754" y="5769"/>
                          <a:pt x="18909" y="5564"/>
                          <a:pt x="18909" y="5313"/>
                        </a:cubicBezTo>
                        <a:lnTo>
                          <a:pt x="18930" y="543"/>
                        </a:lnTo>
                        <a:cubicBezTo>
                          <a:pt x="18930" y="291"/>
                          <a:pt x="18780" y="87"/>
                          <a:pt x="18589" y="87"/>
                        </a:cubicBezTo>
                        <a:lnTo>
                          <a:pt x="362"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0" name="Google Shape;920;p34"/>
                  <p:cNvGrpSpPr/>
                  <p:nvPr/>
                </p:nvGrpSpPr>
                <p:grpSpPr>
                  <a:xfrm>
                    <a:off x="6035156" y="3674307"/>
                    <a:ext cx="178500" cy="64414"/>
                    <a:chOff x="6035156" y="3674307"/>
                    <a:chExt cx="178500" cy="64414"/>
                  </a:xfrm>
                </p:grpSpPr>
                <p:sp>
                  <p:nvSpPr>
                    <p:cNvPr id="921" name="Google Shape;921;p34"/>
                    <p:cNvSpPr/>
                    <p:nvPr/>
                  </p:nvSpPr>
                  <p:spPr>
                    <a:xfrm>
                      <a:off x="6035156" y="3674307"/>
                      <a:ext cx="50874" cy="63481"/>
                    </a:xfrm>
                    <a:custGeom>
                      <a:avLst/>
                      <a:gdLst/>
                      <a:ahLst/>
                      <a:cxnLst/>
                      <a:rect l="l" t="t" r="r" b="b"/>
                      <a:pathLst>
                        <a:path w="1146" h="1430" extrusionOk="0">
                          <a:moveTo>
                            <a:pt x="585" y="127"/>
                          </a:moveTo>
                          <a:cubicBezTo>
                            <a:pt x="804" y="130"/>
                            <a:pt x="930" y="216"/>
                            <a:pt x="930" y="388"/>
                          </a:cubicBezTo>
                          <a:cubicBezTo>
                            <a:pt x="930" y="561"/>
                            <a:pt x="804" y="647"/>
                            <a:pt x="585" y="647"/>
                          </a:cubicBezTo>
                          <a:lnTo>
                            <a:pt x="148" y="643"/>
                          </a:lnTo>
                          <a:lnTo>
                            <a:pt x="151" y="127"/>
                          </a:lnTo>
                          <a:close/>
                          <a:moveTo>
                            <a:pt x="632" y="769"/>
                          </a:moveTo>
                          <a:cubicBezTo>
                            <a:pt x="869" y="773"/>
                            <a:pt x="1001" y="855"/>
                            <a:pt x="1001" y="1038"/>
                          </a:cubicBezTo>
                          <a:cubicBezTo>
                            <a:pt x="998" y="1228"/>
                            <a:pt x="869" y="1308"/>
                            <a:pt x="628" y="1308"/>
                          </a:cubicBezTo>
                          <a:lnTo>
                            <a:pt x="148" y="1303"/>
                          </a:lnTo>
                          <a:lnTo>
                            <a:pt x="148" y="769"/>
                          </a:lnTo>
                          <a:close/>
                          <a:moveTo>
                            <a:pt x="7" y="1"/>
                          </a:moveTo>
                          <a:lnTo>
                            <a:pt x="0" y="1429"/>
                          </a:lnTo>
                          <a:lnTo>
                            <a:pt x="628" y="1429"/>
                          </a:lnTo>
                          <a:cubicBezTo>
                            <a:pt x="632" y="1429"/>
                            <a:pt x="637" y="1429"/>
                            <a:pt x="641" y="1429"/>
                          </a:cubicBezTo>
                          <a:cubicBezTo>
                            <a:pt x="974" y="1429"/>
                            <a:pt x="1142" y="1290"/>
                            <a:pt x="1145" y="1053"/>
                          </a:cubicBezTo>
                          <a:cubicBezTo>
                            <a:pt x="1145" y="859"/>
                            <a:pt x="1041" y="736"/>
                            <a:pt x="865" y="697"/>
                          </a:cubicBezTo>
                          <a:cubicBezTo>
                            <a:pt x="991" y="643"/>
                            <a:pt x="1074" y="536"/>
                            <a:pt x="1074" y="374"/>
                          </a:cubicBezTo>
                          <a:cubicBezTo>
                            <a:pt x="1077" y="140"/>
                            <a:pt x="901" y="4"/>
                            <a:pt x="596" y="4"/>
                          </a:cubicBezTo>
                          <a:lnTo>
                            <a:pt x="7"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4"/>
                    <p:cNvSpPr/>
                    <p:nvPr/>
                  </p:nvSpPr>
                  <p:spPr>
                    <a:xfrm>
                      <a:off x="6100012" y="3674618"/>
                      <a:ext cx="50075" cy="64103"/>
                    </a:xfrm>
                    <a:custGeom>
                      <a:avLst/>
                      <a:gdLst/>
                      <a:ahLst/>
                      <a:cxnLst/>
                      <a:rect l="l" t="t" r="r" b="b"/>
                      <a:pathLst>
                        <a:path w="1128" h="1444" extrusionOk="0">
                          <a:moveTo>
                            <a:pt x="7" y="1"/>
                          </a:moveTo>
                          <a:lnTo>
                            <a:pt x="4" y="819"/>
                          </a:lnTo>
                          <a:cubicBezTo>
                            <a:pt x="0" y="1228"/>
                            <a:pt x="212" y="1440"/>
                            <a:pt x="564" y="1444"/>
                          </a:cubicBezTo>
                          <a:cubicBezTo>
                            <a:pt x="912" y="1444"/>
                            <a:pt x="1124" y="1232"/>
                            <a:pt x="1124" y="822"/>
                          </a:cubicBezTo>
                          <a:lnTo>
                            <a:pt x="1127" y="4"/>
                          </a:lnTo>
                          <a:lnTo>
                            <a:pt x="988" y="4"/>
                          </a:lnTo>
                          <a:lnTo>
                            <a:pt x="983" y="816"/>
                          </a:lnTo>
                          <a:cubicBezTo>
                            <a:pt x="983" y="1153"/>
                            <a:pt x="829" y="1307"/>
                            <a:pt x="564" y="1307"/>
                          </a:cubicBezTo>
                          <a:cubicBezTo>
                            <a:pt x="298" y="1307"/>
                            <a:pt x="148" y="1150"/>
                            <a:pt x="148" y="812"/>
                          </a:cubicBezTo>
                          <a:lnTo>
                            <a:pt x="151"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4"/>
                    <p:cNvSpPr/>
                    <p:nvPr/>
                  </p:nvSpPr>
                  <p:spPr>
                    <a:xfrm>
                      <a:off x="6158786" y="3674973"/>
                      <a:ext cx="54869" cy="63437"/>
                    </a:xfrm>
                    <a:custGeom>
                      <a:avLst/>
                      <a:gdLst/>
                      <a:ahLst/>
                      <a:cxnLst/>
                      <a:rect l="l" t="t" r="r" b="b"/>
                      <a:pathLst>
                        <a:path w="1236" h="1429" extrusionOk="0">
                          <a:moveTo>
                            <a:pt x="0" y="0"/>
                          </a:moveTo>
                          <a:lnTo>
                            <a:pt x="542" y="933"/>
                          </a:lnTo>
                          <a:lnTo>
                            <a:pt x="539" y="1429"/>
                          </a:lnTo>
                          <a:lnTo>
                            <a:pt x="683" y="1429"/>
                          </a:lnTo>
                          <a:lnTo>
                            <a:pt x="686" y="937"/>
                          </a:lnTo>
                          <a:lnTo>
                            <a:pt x="1236" y="4"/>
                          </a:lnTo>
                          <a:lnTo>
                            <a:pt x="1092" y="4"/>
                          </a:lnTo>
                          <a:lnTo>
                            <a:pt x="618" y="804"/>
                          </a:lnTo>
                          <a:lnTo>
                            <a:pt x="155"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4" name="Google Shape;924;p34"/>
                <p:cNvGrpSpPr/>
                <p:nvPr/>
              </p:nvGrpSpPr>
              <p:grpSpPr>
                <a:xfrm>
                  <a:off x="5634877" y="1934391"/>
                  <a:ext cx="964054" cy="21220"/>
                  <a:chOff x="5634877" y="1934391"/>
                  <a:chExt cx="964054" cy="21220"/>
                </a:xfrm>
              </p:grpSpPr>
              <p:sp>
                <p:nvSpPr>
                  <p:cNvPr id="925" name="Google Shape;925;p34"/>
                  <p:cNvSpPr/>
                  <p:nvPr/>
                </p:nvSpPr>
                <p:spPr>
                  <a:xfrm>
                    <a:off x="5634877" y="1934391"/>
                    <a:ext cx="139348" cy="21220"/>
                  </a:xfrm>
                  <a:custGeom>
                    <a:avLst/>
                    <a:gdLst/>
                    <a:ahLst/>
                    <a:cxnLst/>
                    <a:rect l="l" t="t" r="r" b="b"/>
                    <a:pathLst>
                      <a:path w="3139" h="478" extrusionOk="0">
                        <a:moveTo>
                          <a:pt x="1" y="1"/>
                        </a:moveTo>
                        <a:lnTo>
                          <a:pt x="1" y="478"/>
                        </a:lnTo>
                        <a:lnTo>
                          <a:pt x="3138" y="478"/>
                        </a:lnTo>
                        <a:lnTo>
                          <a:pt x="313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4"/>
                  <p:cNvSpPr/>
                  <p:nvPr/>
                </p:nvSpPr>
                <p:spPr>
                  <a:xfrm>
                    <a:off x="6071157" y="1934391"/>
                    <a:ext cx="139437" cy="21220"/>
                  </a:xfrm>
                  <a:custGeom>
                    <a:avLst/>
                    <a:gdLst/>
                    <a:ahLst/>
                    <a:cxnLst/>
                    <a:rect l="l" t="t" r="r" b="b"/>
                    <a:pathLst>
                      <a:path w="3141" h="478" extrusionOk="0">
                        <a:moveTo>
                          <a:pt x="1" y="1"/>
                        </a:moveTo>
                        <a:lnTo>
                          <a:pt x="1" y="478"/>
                        </a:lnTo>
                        <a:lnTo>
                          <a:pt x="3141" y="478"/>
                        </a:lnTo>
                        <a:lnTo>
                          <a:pt x="314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4"/>
                  <p:cNvSpPr/>
                  <p:nvPr/>
                </p:nvSpPr>
                <p:spPr>
                  <a:xfrm>
                    <a:off x="6459628" y="1934391"/>
                    <a:ext cx="139304" cy="21220"/>
                  </a:xfrm>
                  <a:custGeom>
                    <a:avLst/>
                    <a:gdLst/>
                    <a:ahLst/>
                    <a:cxnLst/>
                    <a:rect l="l" t="t" r="r" b="b"/>
                    <a:pathLst>
                      <a:path w="3138" h="478" extrusionOk="0">
                        <a:moveTo>
                          <a:pt x="0" y="1"/>
                        </a:moveTo>
                        <a:lnTo>
                          <a:pt x="0" y="478"/>
                        </a:lnTo>
                        <a:lnTo>
                          <a:pt x="3138" y="478"/>
                        </a:lnTo>
                        <a:lnTo>
                          <a:pt x="313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 name="Google Shape;928;p34"/>
                <p:cNvGrpSpPr/>
                <p:nvPr/>
              </p:nvGrpSpPr>
              <p:grpSpPr>
                <a:xfrm>
                  <a:off x="6429663" y="1666667"/>
                  <a:ext cx="222390" cy="183652"/>
                  <a:chOff x="6429663" y="1666667"/>
                  <a:chExt cx="222390" cy="183652"/>
                </a:xfrm>
              </p:grpSpPr>
              <p:sp>
                <p:nvSpPr>
                  <p:cNvPr id="929" name="Google Shape;929;p34"/>
                  <p:cNvSpPr/>
                  <p:nvPr/>
                </p:nvSpPr>
                <p:spPr>
                  <a:xfrm>
                    <a:off x="6429663" y="1697963"/>
                    <a:ext cx="192974" cy="152355"/>
                  </a:xfrm>
                  <a:custGeom>
                    <a:avLst/>
                    <a:gdLst/>
                    <a:ahLst/>
                    <a:cxnLst/>
                    <a:rect l="l" t="t" r="r" b="b"/>
                    <a:pathLst>
                      <a:path w="4347" h="3432" extrusionOk="0">
                        <a:moveTo>
                          <a:pt x="1" y="0"/>
                        </a:moveTo>
                        <a:lnTo>
                          <a:pt x="1" y="3431"/>
                        </a:lnTo>
                        <a:lnTo>
                          <a:pt x="4347" y="3431"/>
                        </a:lnTo>
                        <a:lnTo>
                          <a:pt x="4347"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4"/>
                  <p:cNvSpPr/>
                  <p:nvPr/>
                </p:nvSpPr>
                <p:spPr>
                  <a:xfrm>
                    <a:off x="6429663" y="1666712"/>
                    <a:ext cx="221341" cy="31297"/>
                  </a:xfrm>
                  <a:custGeom>
                    <a:avLst/>
                    <a:gdLst/>
                    <a:ahLst/>
                    <a:cxnLst/>
                    <a:rect l="l" t="t" r="r" b="b"/>
                    <a:pathLst>
                      <a:path w="4986" h="705" extrusionOk="0">
                        <a:moveTo>
                          <a:pt x="919" y="0"/>
                        </a:moveTo>
                        <a:lnTo>
                          <a:pt x="1" y="704"/>
                        </a:lnTo>
                        <a:lnTo>
                          <a:pt x="4347" y="704"/>
                        </a:lnTo>
                        <a:lnTo>
                          <a:pt x="4986"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4"/>
                  <p:cNvSpPr/>
                  <p:nvPr/>
                </p:nvSpPr>
                <p:spPr>
                  <a:xfrm>
                    <a:off x="6429663" y="1666667"/>
                    <a:ext cx="221652" cy="34005"/>
                  </a:xfrm>
                  <a:custGeom>
                    <a:avLst/>
                    <a:gdLst/>
                    <a:ahLst/>
                    <a:cxnLst/>
                    <a:rect l="l" t="t" r="r" b="b"/>
                    <a:pathLst>
                      <a:path w="4993" h="766" extrusionOk="0">
                        <a:moveTo>
                          <a:pt x="4984" y="1"/>
                        </a:moveTo>
                        <a:cubicBezTo>
                          <a:pt x="4972" y="1"/>
                          <a:pt x="4905" y="61"/>
                          <a:pt x="4792" y="174"/>
                        </a:cubicBezTo>
                        <a:cubicBezTo>
                          <a:pt x="4680" y="289"/>
                          <a:pt x="4519" y="453"/>
                          <a:pt x="4325" y="662"/>
                        </a:cubicBezTo>
                        <a:lnTo>
                          <a:pt x="4325" y="662"/>
                        </a:lnTo>
                        <a:cubicBezTo>
                          <a:pt x="3872" y="651"/>
                          <a:pt x="3289" y="648"/>
                          <a:pt x="2650" y="648"/>
                        </a:cubicBezTo>
                        <a:cubicBezTo>
                          <a:pt x="1917" y="648"/>
                          <a:pt x="1257" y="654"/>
                          <a:pt x="776" y="666"/>
                        </a:cubicBezTo>
                        <a:cubicBezTo>
                          <a:pt x="298" y="676"/>
                          <a:pt x="1" y="691"/>
                          <a:pt x="1" y="705"/>
                        </a:cubicBezTo>
                        <a:cubicBezTo>
                          <a:pt x="1" y="722"/>
                          <a:pt x="298" y="737"/>
                          <a:pt x="776" y="748"/>
                        </a:cubicBezTo>
                        <a:cubicBezTo>
                          <a:pt x="1257" y="759"/>
                          <a:pt x="1917" y="766"/>
                          <a:pt x="2650" y="766"/>
                        </a:cubicBezTo>
                        <a:cubicBezTo>
                          <a:pt x="3299" y="766"/>
                          <a:pt x="3891" y="759"/>
                          <a:pt x="4347" y="752"/>
                        </a:cubicBezTo>
                        <a:lnTo>
                          <a:pt x="4365" y="752"/>
                        </a:lnTo>
                        <a:lnTo>
                          <a:pt x="4379" y="737"/>
                        </a:lnTo>
                        <a:cubicBezTo>
                          <a:pt x="4573" y="515"/>
                          <a:pt x="4727" y="335"/>
                          <a:pt x="4832" y="210"/>
                        </a:cubicBezTo>
                        <a:cubicBezTo>
                          <a:pt x="4936" y="81"/>
                          <a:pt x="4993" y="8"/>
                          <a:pt x="4986" y="1"/>
                        </a:cubicBezTo>
                        <a:cubicBezTo>
                          <a:pt x="4986" y="1"/>
                          <a:pt x="4985" y="1"/>
                          <a:pt x="4984"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4"/>
                  <p:cNvSpPr/>
                  <p:nvPr/>
                </p:nvSpPr>
                <p:spPr>
                  <a:xfrm>
                    <a:off x="6623642" y="1666712"/>
                    <a:ext cx="28411" cy="183607"/>
                  </a:xfrm>
                  <a:custGeom>
                    <a:avLst/>
                    <a:gdLst/>
                    <a:ahLst/>
                    <a:cxnLst/>
                    <a:rect l="l" t="t" r="r" b="b"/>
                    <a:pathLst>
                      <a:path w="640" h="4136" extrusionOk="0">
                        <a:moveTo>
                          <a:pt x="640" y="0"/>
                        </a:moveTo>
                        <a:lnTo>
                          <a:pt x="1" y="704"/>
                        </a:lnTo>
                        <a:lnTo>
                          <a:pt x="1" y="4135"/>
                        </a:lnTo>
                        <a:lnTo>
                          <a:pt x="640" y="3289"/>
                        </a:lnTo>
                        <a:lnTo>
                          <a:pt x="640"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4"/>
                  <p:cNvSpPr/>
                  <p:nvPr/>
                </p:nvSpPr>
                <p:spPr>
                  <a:xfrm>
                    <a:off x="6484309" y="1756071"/>
                    <a:ext cx="88297" cy="11853"/>
                  </a:xfrm>
                  <a:custGeom>
                    <a:avLst/>
                    <a:gdLst/>
                    <a:ahLst/>
                    <a:cxnLst/>
                    <a:rect l="l" t="t" r="r" b="b"/>
                    <a:pathLst>
                      <a:path w="1989" h="267" extrusionOk="0">
                        <a:moveTo>
                          <a:pt x="1" y="1"/>
                        </a:moveTo>
                        <a:lnTo>
                          <a:pt x="1" y="267"/>
                        </a:lnTo>
                        <a:lnTo>
                          <a:pt x="1989" y="267"/>
                        </a:lnTo>
                        <a:lnTo>
                          <a:pt x="1989"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4"/>
                  <p:cNvSpPr/>
                  <p:nvPr/>
                </p:nvSpPr>
                <p:spPr>
                  <a:xfrm>
                    <a:off x="6501844" y="1777468"/>
                    <a:ext cx="54825" cy="11942"/>
                  </a:xfrm>
                  <a:custGeom>
                    <a:avLst/>
                    <a:gdLst/>
                    <a:ahLst/>
                    <a:cxnLst/>
                    <a:rect l="l" t="t" r="r" b="b"/>
                    <a:pathLst>
                      <a:path w="1235" h="269" extrusionOk="0">
                        <a:moveTo>
                          <a:pt x="0" y="0"/>
                        </a:moveTo>
                        <a:lnTo>
                          <a:pt x="0" y="269"/>
                        </a:lnTo>
                        <a:lnTo>
                          <a:pt x="1235" y="269"/>
                        </a:lnTo>
                        <a:lnTo>
                          <a:pt x="1235"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4"/>
                  <p:cNvSpPr/>
                  <p:nvPr/>
                </p:nvSpPr>
                <p:spPr>
                  <a:xfrm>
                    <a:off x="6620277" y="1694145"/>
                    <a:ext cx="5283" cy="156173"/>
                  </a:xfrm>
                  <a:custGeom>
                    <a:avLst/>
                    <a:gdLst/>
                    <a:ahLst/>
                    <a:cxnLst/>
                    <a:rect l="l" t="t" r="r" b="b"/>
                    <a:pathLst>
                      <a:path w="119" h="3518" extrusionOk="0">
                        <a:moveTo>
                          <a:pt x="58" y="0"/>
                        </a:moveTo>
                        <a:cubicBezTo>
                          <a:pt x="25" y="0"/>
                          <a:pt x="0" y="786"/>
                          <a:pt x="0" y="1758"/>
                        </a:cubicBezTo>
                        <a:cubicBezTo>
                          <a:pt x="0" y="2727"/>
                          <a:pt x="25" y="3517"/>
                          <a:pt x="58" y="3517"/>
                        </a:cubicBezTo>
                        <a:cubicBezTo>
                          <a:pt x="93" y="3517"/>
                          <a:pt x="118" y="2727"/>
                          <a:pt x="118" y="1758"/>
                        </a:cubicBezTo>
                        <a:cubicBezTo>
                          <a:pt x="118" y="786"/>
                          <a:pt x="93" y="0"/>
                          <a:pt x="58" y="0"/>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34"/>
                <p:cNvGrpSpPr/>
                <p:nvPr/>
              </p:nvGrpSpPr>
              <p:grpSpPr>
                <a:xfrm>
                  <a:off x="6024003" y="1558663"/>
                  <a:ext cx="266587" cy="292456"/>
                  <a:chOff x="6024003" y="1558663"/>
                  <a:chExt cx="266587" cy="292456"/>
                </a:xfrm>
              </p:grpSpPr>
              <p:sp>
                <p:nvSpPr>
                  <p:cNvPr id="937" name="Google Shape;937;p34"/>
                  <p:cNvSpPr/>
                  <p:nvPr/>
                </p:nvSpPr>
                <p:spPr>
                  <a:xfrm>
                    <a:off x="6025079" y="1607449"/>
                    <a:ext cx="221385" cy="243670"/>
                  </a:xfrm>
                  <a:custGeom>
                    <a:avLst/>
                    <a:gdLst/>
                    <a:ahLst/>
                    <a:cxnLst/>
                    <a:rect l="l" t="t" r="r" b="b"/>
                    <a:pathLst>
                      <a:path w="4987" h="5489" extrusionOk="0">
                        <a:moveTo>
                          <a:pt x="48" y="0"/>
                        </a:moveTo>
                        <a:lnTo>
                          <a:pt x="1" y="5449"/>
                        </a:lnTo>
                        <a:lnTo>
                          <a:pt x="4940" y="5488"/>
                        </a:lnTo>
                        <a:lnTo>
                          <a:pt x="4987" y="43"/>
                        </a:lnTo>
                        <a:lnTo>
                          <a:pt x="48"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4"/>
                  <p:cNvSpPr/>
                  <p:nvPr/>
                </p:nvSpPr>
                <p:spPr>
                  <a:xfrm>
                    <a:off x="6026055" y="1558663"/>
                    <a:ext cx="264535" cy="49764"/>
                  </a:xfrm>
                  <a:custGeom>
                    <a:avLst/>
                    <a:gdLst/>
                    <a:ahLst/>
                    <a:cxnLst/>
                    <a:rect l="l" t="t" r="r" b="b"/>
                    <a:pathLst>
                      <a:path w="5959" h="1121" extrusionOk="0">
                        <a:moveTo>
                          <a:pt x="1458" y="1"/>
                        </a:moveTo>
                        <a:lnTo>
                          <a:pt x="0" y="1121"/>
                        </a:lnTo>
                        <a:lnTo>
                          <a:pt x="4943" y="1121"/>
                        </a:lnTo>
                        <a:lnTo>
                          <a:pt x="5959"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4"/>
                  <p:cNvSpPr/>
                  <p:nvPr/>
                </p:nvSpPr>
                <p:spPr>
                  <a:xfrm>
                    <a:off x="6245483" y="1558663"/>
                    <a:ext cx="45103" cy="291659"/>
                  </a:xfrm>
                  <a:custGeom>
                    <a:avLst/>
                    <a:gdLst/>
                    <a:ahLst/>
                    <a:cxnLst/>
                    <a:rect l="l" t="t" r="r" b="b"/>
                    <a:pathLst>
                      <a:path w="1016" h="6570" extrusionOk="0">
                        <a:moveTo>
                          <a:pt x="1016" y="1"/>
                        </a:moveTo>
                        <a:lnTo>
                          <a:pt x="0" y="1121"/>
                        </a:lnTo>
                        <a:lnTo>
                          <a:pt x="0" y="6569"/>
                        </a:lnTo>
                        <a:lnTo>
                          <a:pt x="1016" y="5227"/>
                        </a:lnTo>
                        <a:lnTo>
                          <a:pt x="1016"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4"/>
                  <p:cNvSpPr/>
                  <p:nvPr/>
                </p:nvSpPr>
                <p:spPr>
                  <a:xfrm>
                    <a:off x="6073687" y="1706042"/>
                    <a:ext cx="110937" cy="16159"/>
                  </a:xfrm>
                  <a:custGeom>
                    <a:avLst/>
                    <a:gdLst/>
                    <a:ahLst/>
                    <a:cxnLst/>
                    <a:rect l="l" t="t" r="r" b="b"/>
                    <a:pathLst>
                      <a:path w="2499" h="364" extrusionOk="0">
                        <a:moveTo>
                          <a:pt x="1" y="1"/>
                        </a:moveTo>
                        <a:lnTo>
                          <a:pt x="1" y="364"/>
                        </a:lnTo>
                        <a:lnTo>
                          <a:pt x="2499" y="364"/>
                        </a:lnTo>
                        <a:lnTo>
                          <a:pt x="2499"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4"/>
                  <p:cNvSpPr/>
                  <p:nvPr/>
                </p:nvSpPr>
                <p:spPr>
                  <a:xfrm>
                    <a:off x="6095528" y="1735252"/>
                    <a:ext cx="69030" cy="16070"/>
                  </a:xfrm>
                  <a:custGeom>
                    <a:avLst/>
                    <a:gdLst/>
                    <a:ahLst/>
                    <a:cxnLst/>
                    <a:rect l="l" t="t" r="r" b="b"/>
                    <a:pathLst>
                      <a:path w="1555" h="362" extrusionOk="0">
                        <a:moveTo>
                          <a:pt x="1" y="0"/>
                        </a:moveTo>
                        <a:lnTo>
                          <a:pt x="1" y="362"/>
                        </a:lnTo>
                        <a:lnTo>
                          <a:pt x="1555" y="362"/>
                        </a:lnTo>
                        <a:lnTo>
                          <a:pt x="1555"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4"/>
                  <p:cNvSpPr/>
                  <p:nvPr/>
                </p:nvSpPr>
                <p:spPr>
                  <a:xfrm>
                    <a:off x="6242775" y="1608381"/>
                    <a:ext cx="5283" cy="241939"/>
                  </a:xfrm>
                  <a:custGeom>
                    <a:avLst/>
                    <a:gdLst/>
                    <a:ahLst/>
                    <a:cxnLst/>
                    <a:rect l="l" t="t" r="r" b="b"/>
                    <a:pathLst>
                      <a:path w="119" h="5450" extrusionOk="0">
                        <a:moveTo>
                          <a:pt x="61" y="1"/>
                        </a:moveTo>
                        <a:cubicBezTo>
                          <a:pt x="28" y="1"/>
                          <a:pt x="0" y="1221"/>
                          <a:pt x="0" y="2725"/>
                        </a:cubicBezTo>
                        <a:cubicBezTo>
                          <a:pt x="0" y="4229"/>
                          <a:pt x="28" y="5449"/>
                          <a:pt x="61" y="5449"/>
                        </a:cubicBezTo>
                        <a:cubicBezTo>
                          <a:pt x="93" y="5449"/>
                          <a:pt x="119" y="4229"/>
                          <a:pt x="119" y="2725"/>
                        </a:cubicBezTo>
                        <a:cubicBezTo>
                          <a:pt x="119" y="1221"/>
                          <a:pt x="93" y="1"/>
                          <a:pt x="61"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4"/>
                  <p:cNvSpPr/>
                  <p:nvPr/>
                </p:nvSpPr>
                <p:spPr>
                  <a:xfrm>
                    <a:off x="6024003" y="1570557"/>
                    <a:ext cx="254730" cy="39076"/>
                  </a:xfrm>
                  <a:custGeom>
                    <a:avLst/>
                    <a:gdLst/>
                    <a:ahLst/>
                    <a:cxnLst/>
                    <a:rect l="l" t="t" r="r" b="b"/>
                    <a:pathLst>
                      <a:path w="4993" h="766" extrusionOk="0">
                        <a:moveTo>
                          <a:pt x="4984" y="1"/>
                        </a:moveTo>
                        <a:cubicBezTo>
                          <a:pt x="4972" y="1"/>
                          <a:pt x="4905" y="61"/>
                          <a:pt x="4792" y="174"/>
                        </a:cubicBezTo>
                        <a:cubicBezTo>
                          <a:pt x="4680" y="289"/>
                          <a:pt x="4519" y="453"/>
                          <a:pt x="4325" y="662"/>
                        </a:cubicBezTo>
                        <a:lnTo>
                          <a:pt x="4325" y="662"/>
                        </a:lnTo>
                        <a:cubicBezTo>
                          <a:pt x="3872" y="651"/>
                          <a:pt x="3289" y="648"/>
                          <a:pt x="2650" y="648"/>
                        </a:cubicBezTo>
                        <a:cubicBezTo>
                          <a:pt x="1917" y="648"/>
                          <a:pt x="1257" y="654"/>
                          <a:pt x="776" y="666"/>
                        </a:cubicBezTo>
                        <a:cubicBezTo>
                          <a:pt x="298" y="676"/>
                          <a:pt x="1" y="691"/>
                          <a:pt x="1" y="705"/>
                        </a:cubicBezTo>
                        <a:cubicBezTo>
                          <a:pt x="1" y="722"/>
                          <a:pt x="298" y="737"/>
                          <a:pt x="776" y="748"/>
                        </a:cubicBezTo>
                        <a:cubicBezTo>
                          <a:pt x="1257" y="759"/>
                          <a:pt x="1917" y="766"/>
                          <a:pt x="2650" y="766"/>
                        </a:cubicBezTo>
                        <a:cubicBezTo>
                          <a:pt x="3299" y="766"/>
                          <a:pt x="3891" y="759"/>
                          <a:pt x="4347" y="752"/>
                        </a:cubicBezTo>
                        <a:lnTo>
                          <a:pt x="4365" y="752"/>
                        </a:lnTo>
                        <a:lnTo>
                          <a:pt x="4379" y="737"/>
                        </a:lnTo>
                        <a:cubicBezTo>
                          <a:pt x="4573" y="515"/>
                          <a:pt x="4727" y="335"/>
                          <a:pt x="4832" y="210"/>
                        </a:cubicBezTo>
                        <a:cubicBezTo>
                          <a:pt x="4936" y="81"/>
                          <a:pt x="4993" y="8"/>
                          <a:pt x="4986" y="1"/>
                        </a:cubicBezTo>
                        <a:cubicBezTo>
                          <a:pt x="4986" y="1"/>
                          <a:pt x="4985" y="1"/>
                          <a:pt x="4984"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4" name="Google Shape;944;p34"/>
                <p:cNvGrpSpPr/>
                <p:nvPr/>
              </p:nvGrpSpPr>
              <p:grpSpPr>
                <a:xfrm>
                  <a:off x="5548402" y="1639278"/>
                  <a:ext cx="350878" cy="211040"/>
                  <a:chOff x="5548402" y="1639278"/>
                  <a:chExt cx="350878" cy="211040"/>
                </a:xfrm>
              </p:grpSpPr>
              <p:sp>
                <p:nvSpPr>
                  <p:cNvPr id="945" name="Google Shape;945;p34"/>
                  <p:cNvSpPr/>
                  <p:nvPr/>
                </p:nvSpPr>
                <p:spPr>
                  <a:xfrm>
                    <a:off x="5548402" y="1694145"/>
                    <a:ext cx="305820" cy="156173"/>
                  </a:xfrm>
                  <a:custGeom>
                    <a:avLst/>
                    <a:gdLst/>
                    <a:ahLst/>
                    <a:cxnLst/>
                    <a:rect l="l" t="t" r="r" b="b"/>
                    <a:pathLst>
                      <a:path w="6889" h="3518" extrusionOk="0">
                        <a:moveTo>
                          <a:pt x="0" y="0"/>
                        </a:moveTo>
                        <a:lnTo>
                          <a:pt x="0" y="3517"/>
                        </a:lnTo>
                        <a:lnTo>
                          <a:pt x="6888" y="3517"/>
                        </a:lnTo>
                        <a:lnTo>
                          <a:pt x="6888"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4"/>
                  <p:cNvSpPr/>
                  <p:nvPr/>
                </p:nvSpPr>
                <p:spPr>
                  <a:xfrm>
                    <a:off x="5548402" y="1639278"/>
                    <a:ext cx="350878" cy="54914"/>
                  </a:xfrm>
                  <a:custGeom>
                    <a:avLst/>
                    <a:gdLst/>
                    <a:ahLst/>
                    <a:cxnLst/>
                    <a:rect l="l" t="t" r="r" b="b"/>
                    <a:pathLst>
                      <a:path w="7904" h="1237" extrusionOk="0">
                        <a:moveTo>
                          <a:pt x="1486" y="1"/>
                        </a:moveTo>
                        <a:lnTo>
                          <a:pt x="0" y="1236"/>
                        </a:lnTo>
                        <a:lnTo>
                          <a:pt x="6888" y="1236"/>
                        </a:lnTo>
                        <a:lnTo>
                          <a:pt x="7904"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4"/>
                  <p:cNvSpPr/>
                  <p:nvPr/>
                </p:nvSpPr>
                <p:spPr>
                  <a:xfrm>
                    <a:off x="5854482" y="1639455"/>
                    <a:ext cx="44792" cy="210554"/>
                  </a:xfrm>
                  <a:custGeom>
                    <a:avLst/>
                    <a:gdLst/>
                    <a:ahLst/>
                    <a:cxnLst/>
                    <a:rect l="l" t="t" r="r" b="b"/>
                    <a:pathLst>
                      <a:path w="1009" h="4743" extrusionOk="0">
                        <a:moveTo>
                          <a:pt x="1009" y="0"/>
                        </a:moveTo>
                        <a:cubicBezTo>
                          <a:pt x="1001" y="22"/>
                          <a:pt x="911" y="144"/>
                          <a:pt x="757" y="345"/>
                        </a:cubicBezTo>
                        <a:cubicBezTo>
                          <a:pt x="570" y="582"/>
                          <a:pt x="323" y="891"/>
                          <a:pt x="28" y="1261"/>
                        </a:cubicBezTo>
                        <a:lnTo>
                          <a:pt x="18" y="1275"/>
                        </a:lnTo>
                        <a:lnTo>
                          <a:pt x="7" y="1275"/>
                        </a:lnTo>
                        <a:cubicBezTo>
                          <a:pt x="36" y="1458"/>
                          <a:pt x="53" y="2154"/>
                          <a:pt x="53" y="2990"/>
                        </a:cubicBezTo>
                        <a:cubicBezTo>
                          <a:pt x="53" y="3906"/>
                          <a:pt x="28" y="4660"/>
                          <a:pt x="0" y="4742"/>
                        </a:cubicBezTo>
                        <a:lnTo>
                          <a:pt x="1009" y="3407"/>
                        </a:lnTo>
                        <a:lnTo>
                          <a:pt x="1009"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4"/>
                  <p:cNvSpPr/>
                  <p:nvPr/>
                </p:nvSpPr>
                <p:spPr>
                  <a:xfrm>
                    <a:off x="5593637" y="1744796"/>
                    <a:ext cx="208467" cy="16114"/>
                  </a:xfrm>
                  <a:custGeom>
                    <a:avLst/>
                    <a:gdLst/>
                    <a:ahLst/>
                    <a:cxnLst/>
                    <a:rect l="l" t="t" r="r" b="b"/>
                    <a:pathLst>
                      <a:path w="4696" h="363" extrusionOk="0">
                        <a:moveTo>
                          <a:pt x="0" y="1"/>
                        </a:moveTo>
                        <a:lnTo>
                          <a:pt x="0" y="362"/>
                        </a:lnTo>
                        <a:lnTo>
                          <a:pt x="4695" y="362"/>
                        </a:lnTo>
                        <a:lnTo>
                          <a:pt x="4695"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4"/>
                  <p:cNvSpPr/>
                  <p:nvPr/>
                </p:nvSpPr>
                <p:spPr>
                  <a:xfrm>
                    <a:off x="5634877" y="1773917"/>
                    <a:ext cx="129449" cy="16026"/>
                  </a:xfrm>
                  <a:custGeom>
                    <a:avLst/>
                    <a:gdLst/>
                    <a:ahLst/>
                    <a:cxnLst/>
                    <a:rect l="l" t="t" r="r" b="b"/>
                    <a:pathLst>
                      <a:path w="2916" h="361" extrusionOk="0">
                        <a:moveTo>
                          <a:pt x="1" y="1"/>
                        </a:moveTo>
                        <a:lnTo>
                          <a:pt x="1" y="360"/>
                        </a:lnTo>
                        <a:lnTo>
                          <a:pt x="2916" y="360"/>
                        </a:lnTo>
                        <a:lnTo>
                          <a:pt x="2916"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4"/>
                  <p:cNvSpPr/>
                  <p:nvPr/>
                </p:nvSpPr>
                <p:spPr>
                  <a:xfrm>
                    <a:off x="5851597" y="1694145"/>
                    <a:ext cx="5283" cy="156173"/>
                  </a:xfrm>
                  <a:custGeom>
                    <a:avLst/>
                    <a:gdLst/>
                    <a:ahLst/>
                    <a:cxnLst/>
                    <a:rect l="l" t="t" r="r" b="b"/>
                    <a:pathLst>
                      <a:path w="119" h="3518" extrusionOk="0">
                        <a:moveTo>
                          <a:pt x="58" y="0"/>
                        </a:moveTo>
                        <a:cubicBezTo>
                          <a:pt x="25" y="0"/>
                          <a:pt x="0" y="786"/>
                          <a:pt x="0" y="1758"/>
                        </a:cubicBezTo>
                        <a:cubicBezTo>
                          <a:pt x="0" y="2727"/>
                          <a:pt x="25" y="3517"/>
                          <a:pt x="58" y="3517"/>
                        </a:cubicBezTo>
                        <a:cubicBezTo>
                          <a:pt x="93" y="3517"/>
                          <a:pt x="118" y="2727"/>
                          <a:pt x="118" y="1758"/>
                        </a:cubicBezTo>
                        <a:cubicBezTo>
                          <a:pt x="118" y="786"/>
                          <a:pt x="93" y="0"/>
                          <a:pt x="58" y="0"/>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4"/>
                  <p:cNvSpPr/>
                  <p:nvPr/>
                </p:nvSpPr>
                <p:spPr>
                  <a:xfrm>
                    <a:off x="5632178" y="1658282"/>
                    <a:ext cx="254730" cy="39076"/>
                  </a:xfrm>
                  <a:custGeom>
                    <a:avLst/>
                    <a:gdLst/>
                    <a:ahLst/>
                    <a:cxnLst/>
                    <a:rect l="l" t="t" r="r" b="b"/>
                    <a:pathLst>
                      <a:path w="4993" h="766" extrusionOk="0">
                        <a:moveTo>
                          <a:pt x="4984" y="1"/>
                        </a:moveTo>
                        <a:cubicBezTo>
                          <a:pt x="4972" y="1"/>
                          <a:pt x="4905" y="61"/>
                          <a:pt x="4792" y="174"/>
                        </a:cubicBezTo>
                        <a:cubicBezTo>
                          <a:pt x="4680" y="289"/>
                          <a:pt x="4519" y="453"/>
                          <a:pt x="4325" y="662"/>
                        </a:cubicBezTo>
                        <a:lnTo>
                          <a:pt x="4325" y="662"/>
                        </a:lnTo>
                        <a:cubicBezTo>
                          <a:pt x="3872" y="651"/>
                          <a:pt x="3289" y="648"/>
                          <a:pt x="2650" y="648"/>
                        </a:cubicBezTo>
                        <a:cubicBezTo>
                          <a:pt x="1917" y="648"/>
                          <a:pt x="1257" y="654"/>
                          <a:pt x="776" y="666"/>
                        </a:cubicBezTo>
                        <a:cubicBezTo>
                          <a:pt x="298" y="676"/>
                          <a:pt x="1" y="691"/>
                          <a:pt x="1" y="705"/>
                        </a:cubicBezTo>
                        <a:cubicBezTo>
                          <a:pt x="1" y="722"/>
                          <a:pt x="298" y="737"/>
                          <a:pt x="776" y="748"/>
                        </a:cubicBezTo>
                        <a:cubicBezTo>
                          <a:pt x="1257" y="759"/>
                          <a:pt x="1917" y="766"/>
                          <a:pt x="2650" y="766"/>
                        </a:cubicBezTo>
                        <a:cubicBezTo>
                          <a:pt x="3299" y="766"/>
                          <a:pt x="3891" y="759"/>
                          <a:pt x="4347" y="752"/>
                        </a:cubicBezTo>
                        <a:lnTo>
                          <a:pt x="4365" y="752"/>
                        </a:lnTo>
                        <a:lnTo>
                          <a:pt x="4379" y="737"/>
                        </a:lnTo>
                        <a:cubicBezTo>
                          <a:pt x="4573" y="515"/>
                          <a:pt x="4727" y="335"/>
                          <a:pt x="4832" y="210"/>
                        </a:cubicBezTo>
                        <a:cubicBezTo>
                          <a:pt x="4936" y="81"/>
                          <a:pt x="4993" y="8"/>
                          <a:pt x="4986" y="1"/>
                        </a:cubicBezTo>
                        <a:cubicBezTo>
                          <a:pt x="4986" y="1"/>
                          <a:pt x="4985" y="1"/>
                          <a:pt x="4984"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952" name="Google Shape;952;p34"/>
            <p:cNvGrpSpPr/>
            <p:nvPr/>
          </p:nvGrpSpPr>
          <p:grpSpPr>
            <a:xfrm>
              <a:off x="4534350" y="4713051"/>
              <a:ext cx="4600713" cy="150450"/>
              <a:chOff x="0" y="4397412"/>
              <a:chExt cx="4600713" cy="150450"/>
            </a:xfrm>
          </p:grpSpPr>
          <p:sp>
            <p:nvSpPr>
              <p:cNvPr id="953" name="Google Shape;953;p34"/>
              <p:cNvSpPr/>
              <p:nvPr/>
            </p:nvSpPr>
            <p:spPr>
              <a:xfrm>
                <a:off x="0" y="4397412"/>
                <a:ext cx="4600713" cy="2416"/>
              </a:xfrm>
              <a:custGeom>
                <a:avLst/>
                <a:gdLst/>
                <a:ahLst/>
                <a:cxnLst/>
                <a:rect l="l" t="t" r="r" b="b"/>
                <a:pathLst>
                  <a:path w="131402" h="69" extrusionOk="0">
                    <a:moveTo>
                      <a:pt x="0" y="1"/>
                    </a:moveTo>
                    <a:lnTo>
                      <a:pt x="0" y="69"/>
                    </a:lnTo>
                    <a:lnTo>
                      <a:pt x="131401" y="69"/>
                    </a:lnTo>
                    <a:lnTo>
                      <a:pt x="131401"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4"/>
              <p:cNvSpPr/>
              <p:nvPr/>
            </p:nvSpPr>
            <p:spPr>
              <a:xfrm>
                <a:off x="755786" y="4545586"/>
                <a:ext cx="305519" cy="2276"/>
              </a:xfrm>
              <a:custGeom>
                <a:avLst/>
                <a:gdLst/>
                <a:ahLst/>
                <a:cxnLst/>
                <a:rect l="l" t="t" r="r" b="b"/>
                <a:pathLst>
                  <a:path w="8726" h="65" extrusionOk="0">
                    <a:moveTo>
                      <a:pt x="0" y="0"/>
                    </a:moveTo>
                    <a:lnTo>
                      <a:pt x="0" y="65"/>
                    </a:lnTo>
                    <a:lnTo>
                      <a:pt x="8726" y="65"/>
                    </a:lnTo>
                    <a:lnTo>
                      <a:pt x="8726" y="0"/>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4"/>
              <p:cNvSpPr/>
              <p:nvPr/>
            </p:nvSpPr>
            <p:spPr>
              <a:xfrm>
                <a:off x="1619552" y="4536412"/>
                <a:ext cx="497808" cy="2276"/>
              </a:xfrm>
              <a:custGeom>
                <a:avLst/>
                <a:gdLst/>
                <a:ahLst/>
                <a:cxnLst/>
                <a:rect l="l" t="t" r="r" b="b"/>
                <a:pathLst>
                  <a:path w="14218" h="65" extrusionOk="0">
                    <a:moveTo>
                      <a:pt x="0" y="0"/>
                    </a:moveTo>
                    <a:lnTo>
                      <a:pt x="0" y="65"/>
                    </a:lnTo>
                    <a:lnTo>
                      <a:pt x="14217" y="65"/>
                    </a:lnTo>
                    <a:lnTo>
                      <a:pt x="14217" y="0"/>
                    </a:lnTo>
                    <a:close/>
                  </a:path>
                </a:pathLst>
              </a:custGeom>
              <a:solidFill>
                <a:srgbClr val="EBEBEB"/>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4"/>
              <p:cNvSpPr/>
              <p:nvPr/>
            </p:nvSpPr>
            <p:spPr>
              <a:xfrm>
                <a:off x="1070481" y="4460119"/>
                <a:ext cx="175833" cy="2311"/>
              </a:xfrm>
              <a:custGeom>
                <a:avLst/>
                <a:gdLst/>
                <a:ahLst/>
                <a:cxnLst/>
                <a:rect l="l" t="t" r="r" b="b"/>
                <a:pathLst>
                  <a:path w="5022" h="66" extrusionOk="0">
                    <a:moveTo>
                      <a:pt x="1" y="1"/>
                    </a:moveTo>
                    <a:lnTo>
                      <a:pt x="1" y="65"/>
                    </a:lnTo>
                    <a:lnTo>
                      <a:pt x="5022" y="65"/>
                    </a:lnTo>
                    <a:lnTo>
                      <a:pt x="5022"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4"/>
              <p:cNvSpPr/>
              <p:nvPr/>
            </p:nvSpPr>
            <p:spPr>
              <a:xfrm>
                <a:off x="2732853" y="4514424"/>
                <a:ext cx="418259" cy="2276"/>
              </a:xfrm>
              <a:custGeom>
                <a:avLst/>
                <a:gdLst/>
                <a:ahLst/>
                <a:cxnLst/>
                <a:rect l="l" t="t" r="r" b="b"/>
                <a:pathLst>
                  <a:path w="11946" h="65" extrusionOk="0">
                    <a:moveTo>
                      <a:pt x="0" y="0"/>
                    </a:moveTo>
                    <a:lnTo>
                      <a:pt x="0" y="65"/>
                    </a:lnTo>
                    <a:lnTo>
                      <a:pt x="11946" y="65"/>
                    </a:lnTo>
                    <a:lnTo>
                      <a:pt x="11946" y="0"/>
                    </a:lnTo>
                    <a:close/>
                  </a:path>
                </a:pathLst>
              </a:custGeom>
              <a:solidFill>
                <a:srgbClr val="EBEBE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 name="Google Shape;958;p34"/>
            <p:cNvGrpSpPr/>
            <p:nvPr/>
          </p:nvGrpSpPr>
          <p:grpSpPr>
            <a:xfrm>
              <a:off x="7797287" y="4091587"/>
              <a:ext cx="208476" cy="304372"/>
              <a:chOff x="7797287" y="4091587"/>
              <a:chExt cx="208476" cy="304372"/>
            </a:xfrm>
          </p:grpSpPr>
          <p:sp>
            <p:nvSpPr>
              <p:cNvPr id="959" name="Google Shape;959;p34"/>
              <p:cNvSpPr/>
              <p:nvPr/>
            </p:nvSpPr>
            <p:spPr>
              <a:xfrm>
                <a:off x="7797287" y="4091587"/>
                <a:ext cx="208476" cy="304372"/>
              </a:xfrm>
              <a:custGeom>
                <a:avLst/>
                <a:gdLst/>
                <a:ahLst/>
                <a:cxnLst/>
                <a:rect l="l" t="t" r="r" b="b"/>
                <a:pathLst>
                  <a:path w="4778" h="6975" extrusionOk="0">
                    <a:moveTo>
                      <a:pt x="2377" y="0"/>
                    </a:moveTo>
                    <a:lnTo>
                      <a:pt x="0" y="3065"/>
                    </a:lnTo>
                    <a:lnTo>
                      <a:pt x="1627" y="4347"/>
                    </a:lnTo>
                    <a:cubicBezTo>
                      <a:pt x="1627" y="4347"/>
                      <a:pt x="396" y="6975"/>
                      <a:pt x="757" y="6975"/>
                    </a:cubicBezTo>
                    <a:cubicBezTo>
                      <a:pt x="785" y="6975"/>
                      <a:pt x="823" y="6959"/>
                      <a:pt x="873" y="6923"/>
                    </a:cubicBezTo>
                    <a:cubicBezTo>
                      <a:pt x="1483" y="6493"/>
                      <a:pt x="4035" y="2932"/>
                      <a:pt x="4645" y="2049"/>
                    </a:cubicBezTo>
                    <a:lnTo>
                      <a:pt x="4778" y="1849"/>
                    </a:lnTo>
                    <a:lnTo>
                      <a:pt x="2377"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4"/>
              <p:cNvSpPr/>
              <p:nvPr/>
            </p:nvSpPr>
            <p:spPr>
              <a:xfrm>
                <a:off x="7825168" y="4169389"/>
                <a:ext cx="177322" cy="222464"/>
              </a:xfrm>
              <a:custGeom>
                <a:avLst/>
                <a:gdLst/>
                <a:ahLst/>
                <a:cxnLst/>
                <a:rect l="l" t="t" r="r" b="b"/>
                <a:pathLst>
                  <a:path w="4064" h="5098" extrusionOk="0">
                    <a:moveTo>
                      <a:pt x="4033" y="1"/>
                    </a:moveTo>
                    <a:cubicBezTo>
                      <a:pt x="3989" y="1"/>
                      <a:pt x="3076" y="1113"/>
                      <a:pt x="1978" y="2506"/>
                    </a:cubicBezTo>
                    <a:cubicBezTo>
                      <a:pt x="872" y="3913"/>
                      <a:pt x="0" y="5072"/>
                      <a:pt x="29" y="5097"/>
                    </a:cubicBezTo>
                    <a:cubicBezTo>
                      <a:pt x="29" y="5098"/>
                      <a:pt x="29" y="5098"/>
                      <a:pt x="30" y="5098"/>
                    </a:cubicBezTo>
                    <a:cubicBezTo>
                      <a:pt x="75" y="5098"/>
                      <a:pt x="987" y="3982"/>
                      <a:pt x="2086" y="2589"/>
                    </a:cubicBezTo>
                    <a:cubicBezTo>
                      <a:pt x="3191" y="1182"/>
                      <a:pt x="4064" y="23"/>
                      <a:pt x="4035" y="1"/>
                    </a:cubicBezTo>
                    <a:cubicBezTo>
                      <a:pt x="4034" y="1"/>
                      <a:pt x="4034" y="1"/>
                      <a:pt x="4033"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4"/>
              <p:cNvSpPr/>
              <p:nvPr/>
            </p:nvSpPr>
            <p:spPr>
              <a:xfrm>
                <a:off x="7860073" y="4291263"/>
                <a:ext cx="21205" cy="5891"/>
              </a:xfrm>
              <a:custGeom>
                <a:avLst/>
                <a:gdLst/>
                <a:ahLst/>
                <a:cxnLst/>
                <a:rect l="l" t="t" r="r" b="b"/>
                <a:pathLst>
                  <a:path w="486" h="135" extrusionOk="0">
                    <a:moveTo>
                      <a:pt x="241" y="0"/>
                    </a:moveTo>
                    <a:cubicBezTo>
                      <a:pt x="105" y="0"/>
                      <a:pt x="1" y="47"/>
                      <a:pt x="4" y="83"/>
                    </a:cubicBezTo>
                    <a:cubicBezTo>
                      <a:pt x="12" y="119"/>
                      <a:pt x="115" y="134"/>
                      <a:pt x="241" y="134"/>
                    </a:cubicBezTo>
                    <a:cubicBezTo>
                      <a:pt x="253" y="134"/>
                      <a:pt x="265" y="134"/>
                      <a:pt x="276" y="134"/>
                    </a:cubicBezTo>
                    <a:cubicBezTo>
                      <a:pt x="386" y="134"/>
                      <a:pt x="472" y="119"/>
                      <a:pt x="478" y="86"/>
                    </a:cubicBezTo>
                    <a:cubicBezTo>
                      <a:pt x="486" y="51"/>
                      <a:pt x="378" y="4"/>
                      <a:pt x="241"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4"/>
              <p:cNvSpPr/>
              <p:nvPr/>
            </p:nvSpPr>
            <p:spPr>
              <a:xfrm>
                <a:off x="7856321" y="4301779"/>
                <a:ext cx="23082" cy="6546"/>
              </a:xfrm>
              <a:custGeom>
                <a:avLst/>
                <a:gdLst/>
                <a:ahLst/>
                <a:cxnLst/>
                <a:rect l="l" t="t" r="r" b="b"/>
                <a:pathLst>
                  <a:path w="529" h="150" extrusionOk="0">
                    <a:moveTo>
                      <a:pt x="176" y="0"/>
                    </a:moveTo>
                    <a:cubicBezTo>
                      <a:pt x="74" y="0"/>
                      <a:pt x="1" y="26"/>
                      <a:pt x="1" y="54"/>
                    </a:cubicBezTo>
                    <a:cubicBezTo>
                      <a:pt x="1" y="90"/>
                      <a:pt x="115" y="118"/>
                      <a:pt x="252" y="136"/>
                    </a:cubicBezTo>
                    <a:cubicBezTo>
                      <a:pt x="316" y="145"/>
                      <a:pt x="376" y="150"/>
                      <a:pt x="422" y="150"/>
                    </a:cubicBezTo>
                    <a:cubicBezTo>
                      <a:pt x="476" y="150"/>
                      <a:pt x="512" y="143"/>
                      <a:pt x="517" y="125"/>
                    </a:cubicBezTo>
                    <a:cubicBezTo>
                      <a:pt x="529" y="90"/>
                      <a:pt x="421" y="25"/>
                      <a:pt x="270" y="7"/>
                    </a:cubicBezTo>
                    <a:cubicBezTo>
                      <a:pt x="237" y="2"/>
                      <a:pt x="205" y="0"/>
                      <a:pt x="176"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4"/>
              <p:cNvSpPr/>
              <p:nvPr/>
            </p:nvSpPr>
            <p:spPr>
              <a:xfrm>
                <a:off x="7960774" y="4152939"/>
                <a:ext cx="16799" cy="56161"/>
              </a:xfrm>
              <a:custGeom>
                <a:avLst/>
                <a:gdLst/>
                <a:ahLst/>
                <a:cxnLst/>
                <a:rect l="l" t="t" r="r" b="b"/>
                <a:pathLst>
                  <a:path w="385" h="1287" extrusionOk="0">
                    <a:moveTo>
                      <a:pt x="361" y="1"/>
                    </a:moveTo>
                    <a:cubicBezTo>
                      <a:pt x="336" y="1"/>
                      <a:pt x="265" y="32"/>
                      <a:pt x="187" y="116"/>
                    </a:cubicBezTo>
                    <a:cubicBezTo>
                      <a:pt x="98" y="216"/>
                      <a:pt x="15" y="396"/>
                      <a:pt x="8" y="604"/>
                    </a:cubicBezTo>
                    <a:cubicBezTo>
                      <a:pt x="0" y="809"/>
                      <a:pt x="51" y="985"/>
                      <a:pt x="94" y="1103"/>
                    </a:cubicBezTo>
                    <a:cubicBezTo>
                      <a:pt x="136" y="1216"/>
                      <a:pt x="173" y="1287"/>
                      <a:pt x="192" y="1287"/>
                    </a:cubicBezTo>
                    <a:cubicBezTo>
                      <a:pt x="193" y="1287"/>
                      <a:pt x="193" y="1286"/>
                      <a:pt x="194" y="1286"/>
                    </a:cubicBezTo>
                    <a:cubicBezTo>
                      <a:pt x="212" y="1283"/>
                      <a:pt x="205" y="1203"/>
                      <a:pt x="184" y="1078"/>
                    </a:cubicBezTo>
                    <a:cubicBezTo>
                      <a:pt x="166" y="956"/>
                      <a:pt x="133" y="787"/>
                      <a:pt x="141" y="607"/>
                    </a:cubicBezTo>
                    <a:cubicBezTo>
                      <a:pt x="148" y="428"/>
                      <a:pt x="202" y="274"/>
                      <a:pt x="262" y="173"/>
                    </a:cubicBezTo>
                    <a:cubicBezTo>
                      <a:pt x="324" y="73"/>
                      <a:pt x="385" y="22"/>
                      <a:pt x="370" y="4"/>
                    </a:cubicBezTo>
                    <a:cubicBezTo>
                      <a:pt x="369" y="2"/>
                      <a:pt x="366" y="1"/>
                      <a:pt x="361"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4"/>
              <p:cNvSpPr/>
              <p:nvPr/>
            </p:nvSpPr>
            <p:spPr>
              <a:xfrm>
                <a:off x="7866661" y="4275249"/>
                <a:ext cx="16319" cy="10560"/>
              </a:xfrm>
              <a:custGeom>
                <a:avLst/>
                <a:gdLst/>
                <a:ahLst/>
                <a:cxnLst/>
                <a:rect l="l" t="t" r="r" b="b"/>
                <a:pathLst>
                  <a:path w="374" h="242" extrusionOk="0">
                    <a:moveTo>
                      <a:pt x="324" y="1"/>
                    </a:moveTo>
                    <a:cubicBezTo>
                      <a:pt x="286" y="1"/>
                      <a:pt x="221" y="31"/>
                      <a:pt x="155" y="73"/>
                    </a:cubicBezTo>
                    <a:cubicBezTo>
                      <a:pt x="68" y="127"/>
                      <a:pt x="0" y="188"/>
                      <a:pt x="15" y="221"/>
                    </a:cubicBezTo>
                    <a:cubicBezTo>
                      <a:pt x="19" y="234"/>
                      <a:pt x="37" y="242"/>
                      <a:pt x="63" y="242"/>
                    </a:cubicBezTo>
                    <a:cubicBezTo>
                      <a:pt x="104" y="242"/>
                      <a:pt x="166" y="224"/>
                      <a:pt x="227" y="184"/>
                    </a:cubicBezTo>
                    <a:cubicBezTo>
                      <a:pt x="323" y="123"/>
                      <a:pt x="373" y="34"/>
                      <a:pt x="348" y="9"/>
                    </a:cubicBezTo>
                    <a:cubicBezTo>
                      <a:pt x="343" y="3"/>
                      <a:pt x="334" y="1"/>
                      <a:pt x="324"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4"/>
              <p:cNvSpPr/>
              <p:nvPr/>
            </p:nvSpPr>
            <p:spPr>
              <a:xfrm>
                <a:off x="7860858" y="4261460"/>
                <a:ext cx="15228" cy="16233"/>
              </a:xfrm>
              <a:custGeom>
                <a:avLst/>
                <a:gdLst/>
                <a:ahLst/>
                <a:cxnLst/>
                <a:rect l="l" t="t" r="r" b="b"/>
                <a:pathLst>
                  <a:path w="349" h="372" extrusionOk="0">
                    <a:moveTo>
                      <a:pt x="305" y="1"/>
                    </a:moveTo>
                    <a:cubicBezTo>
                      <a:pt x="265" y="1"/>
                      <a:pt x="188" y="61"/>
                      <a:pt x="123" y="145"/>
                    </a:cubicBezTo>
                    <a:cubicBezTo>
                      <a:pt x="44" y="242"/>
                      <a:pt x="1" y="339"/>
                      <a:pt x="26" y="364"/>
                    </a:cubicBezTo>
                    <a:cubicBezTo>
                      <a:pt x="30" y="369"/>
                      <a:pt x="36" y="371"/>
                      <a:pt x="44" y="371"/>
                    </a:cubicBezTo>
                    <a:cubicBezTo>
                      <a:pt x="82" y="371"/>
                      <a:pt x="154" y="312"/>
                      <a:pt x="223" y="227"/>
                    </a:cubicBezTo>
                    <a:cubicBezTo>
                      <a:pt x="306" y="127"/>
                      <a:pt x="349" y="27"/>
                      <a:pt x="320" y="5"/>
                    </a:cubicBezTo>
                    <a:cubicBezTo>
                      <a:pt x="316" y="2"/>
                      <a:pt x="311" y="1"/>
                      <a:pt x="305"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6" name="Google Shape;966;p34"/>
            <p:cNvSpPr/>
            <p:nvPr/>
          </p:nvSpPr>
          <p:spPr>
            <a:xfrm>
              <a:off x="7159727" y="3080485"/>
              <a:ext cx="797733" cy="1212448"/>
            </a:xfrm>
            <a:custGeom>
              <a:avLst/>
              <a:gdLst/>
              <a:ahLst/>
              <a:cxnLst/>
              <a:rect l="l" t="t" r="r" b="b"/>
              <a:pathLst>
                <a:path w="17970" h="27312" extrusionOk="0">
                  <a:moveTo>
                    <a:pt x="4857" y="1"/>
                  </a:moveTo>
                  <a:cubicBezTo>
                    <a:pt x="4857" y="1"/>
                    <a:pt x="0" y="12911"/>
                    <a:pt x="654" y="15323"/>
                  </a:cubicBezTo>
                  <a:cubicBezTo>
                    <a:pt x="1311" y="17735"/>
                    <a:pt x="14411" y="27311"/>
                    <a:pt x="14411" y="27311"/>
                  </a:cubicBezTo>
                  <a:lnTo>
                    <a:pt x="17969" y="22189"/>
                  </a:lnTo>
                  <a:cubicBezTo>
                    <a:pt x="17969" y="22189"/>
                    <a:pt x="7750" y="14103"/>
                    <a:pt x="7718" y="13654"/>
                  </a:cubicBezTo>
                  <a:cubicBezTo>
                    <a:pt x="7685" y="13209"/>
                    <a:pt x="11774" y="2484"/>
                    <a:pt x="11774" y="2484"/>
                  </a:cubicBezTo>
                  <a:lnTo>
                    <a:pt x="4857"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4"/>
            <p:cNvSpPr/>
            <p:nvPr/>
          </p:nvSpPr>
          <p:spPr>
            <a:xfrm>
              <a:off x="7298184" y="3457766"/>
              <a:ext cx="491469" cy="660338"/>
            </a:xfrm>
            <a:custGeom>
              <a:avLst/>
              <a:gdLst/>
              <a:ahLst/>
              <a:cxnLst/>
              <a:rect l="l" t="t" r="r" b="b"/>
              <a:pathLst>
                <a:path w="11071" h="14875" extrusionOk="0">
                  <a:moveTo>
                    <a:pt x="1494" y="0"/>
                  </a:moveTo>
                  <a:lnTo>
                    <a:pt x="1494" y="0"/>
                  </a:lnTo>
                  <a:cubicBezTo>
                    <a:pt x="1490" y="0"/>
                    <a:pt x="1487" y="19"/>
                    <a:pt x="1476" y="51"/>
                  </a:cubicBezTo>
                  <a:cubicBezTo>
                    <a:pt x="1465" y="91"/>
                    <a:pt x="1450" y="141"/>
                    <a:pt x="1433" y="199"/>
                  </a:cubicBezTo>
                  <a:cubicBezTo>
                    <a:pt x="1394" y="338"/>
                    <a:pt x="1343" y="529"/>
                    <a:pt x="1275" y="769"/>
                  </a:cubicBezTo>
                  <a:cubicBezTo>
                    <a:pt x="1127" y="1268"/>
                    <a:pt x="923" y="1978"/>
                    <a:pt x="668" y="2851"/>
                  </a:cubicBezTo>
                  <a:cubicBezTo>
                    <a:pt x="542" y="3289"/>
                    <a:pt x="403" y="3774"/>
                    <a:pt x="263" y="4294"/>
                  </a:cubicBezTo>
                  <a:cubicBezTo>
                    <a:pt x="194" y="4556"/>
                    <a:pt x="123" y="4825"/>
                    <a:pt x="65" y="5109"/>
                  </a:cubicBezTo>
                  <a:cubicBezTo>
                    <a:pt x="8" y="5389"/>
                    <a:pt x="1" y="5722"/>
                    <a:pt x="158" y="6006"/>
                  </a:cubicBezTo>
                  <a:cubicBezTo>
                    <a:pt x="306" y="6286"/>
                    <a:pt x="550" y="6501"/>
                    <a:pt x="783" y="6713"/>
                  </a:cubicBezTo>
                  <a:cubicBezTo>
                    <a:pt x="1020" y="6925"/>
                    <a:pt x="1261" y="7140"/>
                    <a:pt x="1505" y="7359"/>
                  </a:cubicBezTo>
                  <a:cubicBezTo>
                    <a:pt x="2000" y="7796"/>
                    <a:pt x="2513" y="8249"/>
                    <a:pt x="3044" y="8701"/>
                  </a:cubicBezTo>
                  <a:cubicBezTo>
                    <a:pt x="5169" y="10521"/>
                    <a:pt x="7172" y="12075"/>
                    <a:pt x="8648" y="13163"/>
                  </a:cubicBezTo>
                  <a:cubicBezTo>
                    <a:pt x="9383" y="13708"/>
                    <a:pt x="9990" y="14136"/>
                    <a:pt x="10409" y="14430"/>
                  </a:cubicBezTo>
                  <a:cubicBezTo>
                    <a:pt x="10614" y="14570"/>
                    <a:pt x="10775" y="14681"/>
                    <a:pt x="10894" y="14764"/>
                  </a:cubicBezTo>
                  <a:cubicBezTo>
                    <a:pt x="10944" y="14800"/>
                    <a:pt x="10987" y="14825"/>
                    <a:pt x="11024" y="14850"/>
                  </a:cubicBezTo>
                  <a:cubicBezTo>
                    <a:pt x="11052" y="14868"/>
                    <a:pt x="11067" y="14875"/>
                    <a:pt x="11070" y="14875"/>
                  </a:cubicBezTo>
                  <a:cubicBezTo>
                    <a:pt x="11070" y="14871"/>
                    <a:pt x="11055" y="14860"/>
                    <a:pt x="11030" y="14839"/>
                  </a:cubicBezTo>
                  <a:cubicBezTo>
                    <a:pt x="10999" y="14814"/>
                    <a:pt x="10959" y="14782"/>
                    <a:pt x="10909" y="14746"/>
                  </a:cubicBezTo>
                  <a:cubicBezTo>
                    <a:pt x="10794" y="14660"/>
                    <a:pt x="10636" y="14542"/>
                    <a:pt x="10435" y="14394"/>
                  </a:cubicBezTo>
                  <a:cubicBezTo>
                    <a:pt x="10015" y="14081"/>
                    <a:pt x="9423" y="13640"/>
                    <a:pt x="8698" y="13094"/>
                  </a:cubicBezTo>
                  <a:cubicBezTo>
                    <a:pt x="7237" y="11989"/>
                    <a:pt x="5245" y="10428"/>
                    <a:pt x="3123" y="8611"/>
                  </a:cubicBezTo>
                  <a:cubicBezTo>
                    <a:pt x="2592" y="8159"/>
                    <a:pt x="2079" y="7710"/>
                    <a:pt x="1584" y="7273"/>
                  </a:cubicBezTo>
                  <a:cubicBezTo>
                    <a:pt x="1336" y="7054"/>
                    <a:pt x="1096" y="6839"/>
                    <a:pt x="859" y="6630"/>
                  </a:cubicBezTo>
                  <a:cubicBezTo>
                    <a:pt x="622" y="6418"/>
                    <a:pt x="392" y="6211"/>
                    <a:pt x="256" y="5956"/>
                  </a:cubicBezTo>
                  <a:cubicBezTo>
                    <a:pt x="112" y="5697"/>
                    <a:pt x="115" y="5403"/>
                    <a:pt x="169" y="5126"/>
                  </a:cubicBezTo>
                  <a:cubicBezTo>
                    <a:pt x="223" y="4850"/>
                    <a:pt x="292" y="4577"/>
                    <a:pt x="360" y="4319"/>
                  </a:cubicBezTo>
                  <a:cubicBezTo>
                    <a:pt x="493" y="3799"/>
                    <a:pt x="629" y="3314"/>
                    <a:pt x="751" y="2873"/>
                  </a:cubicBezTo>
                  <a:cubicBezTo>
                    <a:pt x="995" y="1990"/>
                    <a:pt x="1192" y="1275"/>
                    <a:pt x="1321" y="780"/>
                  </a:cubicBezTo>
                  <a:cubicBezTo>
                    <a:pt x="1382" y="532"/>
                    <a:pt x="1429" y="338"/>
                    <a:pt x="1458" y="206"/>
                  </a:cubicBezTo>
                  <a:cubicBezTo>
                    <a:pt x="1469" y="144"/>
                    <a:pt x="1480" y="94"/>
                    <a:pt x="1487" y="55"/>
                  </a:cubicBezTo>
                  <a:cubicBezTo>
                    <a:pt x="1494" y="19"/>
                    <a:pt x="1494" y="5"/>
                    <a:pt x="149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4"/>
            <p:cNvSpPr/>
            <p:nvPr/>
          </p:nvSpPr>
          <p:spPr>
            <a:xfrm>
              <a:off x="7735751" y="4005732"/>
              <a:ext cx="140413" cy="181521"/>
            </a:xfrm>
            <a:custGeom>
              <a:avLst/>
              <a:gdLst/>
              <a:ahLst/>
              <a:cxnLst/>
              <a:rect l="l" t="t" r="r" b="b"/>
              <a:pathLst>
                <a:path w="3163" h="4089" extrusionOk="0">
                  <a:moveTo>
                    <a:pt x="3136" y="1"/>
                  </a:moveTo>
                  <a:cubicBezTo>
                    <a:pt x="3094" y="1"/>
                    <a:pt x="2386" y="891"/>
                    <a:pt x="1533" y="2011"/>
                  </a:cubicBezTo>
                  <a:cubicBezTo>
                    <a:pt x="675" y="3137"/>
                    <a:pt x="0" y="4071"/>
                    <a:pt x="25" y="4088"/>
                  </a:cubicBezTo>
                  <a:cubicBezTo>
                    <a:pt x="25" y="4089"/>
                    <a:pt x="26" y="4089"/>
                    <a:pt x="26" y="4089"/>
                  </a:cubicBezTo>
                  <a:cubicBezTo>
                    <a:pt x="67" y="4089"/>
                    <a:pt x="778" y="3196"/>
                    <a:pt x="1629" y="2082"/>
                  </a:cubicBezTo>
                  <a:cubicBezTo>
                    <a:pt x="2487" y="952"/>
                    <a:pt x="3163" y="22"/>
                    <a:pt x="3137" y="1"/>
                  </a:cubicBezTo>
                  <a:cubicBezTo>
                    <a:pt x="3136" y="1"/>
                    <a:pt x="3136" y="1"/>
                    <a:pt x="3136"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4"/>
            <p:cNvSpPr/>
            <p:nvPr/>
          </p:nvSpPr>
          <p:spPr>
            <a:xfrm>
              <a:off x="7651629" y="1990812"/>
              <a:ext cx="448853" cy="494399"/>
            </a:xfrm>
            <a:custGeom>
              <a:avLst/>
              <a:gdLst/>
              <a:ahLst/>
              <a:cxnLst/>
              <a:rect l="l" t="t" r="r" b="b"/>
              <a:pathLst>
                <a:path w="10111" h="11137" extrusionOk="0">
                  <a:moveTo>
                    <a:pt x="2358" y="0"/>
                  </a:moveTo>
                  <a:lnTo>
                    <a:pt x="97" y="5757"/>
                  </a:lnTo>
                  <a:cubicBezTo>
                    <a:pt x="126" y="6131"/>
                    <a:pt x="0" y="6486"/>
                    <a:pt x="327" y="6665"/>
                  </a:cubicBezTo>
                  <a:cubicBezTo>
                    <a:pt x="387" y="6698"/>
                    <a:pt x="446" y="6711"/>
                    <a:pt x="505" y="6711"/>
                  </a:cubicBezTo>
                  <a:cubicBezTo>
                    <a:pt x="587" y="6711"/>
                    <a:pt x="667" y="6687"/>
                    <a:pt x="746" y="6662"/>
                  </a:cubicBezTo>
                  <a:cubicBezTo>
                    <a:pt x="825" y="6639"/>
                    <a:pt x="902" y="6616"/>
                    <a:pt x="975" y="6616"/>
                  </a:cubicBezTo>
                  <a:cubicBezTo>
                    <a:pt x="1066" y="6616"/>
                    <a:pt x="1150" y="6651"/>
                    <a:pt x="1228" y="6766"/>
                  </a:cubicBezTo>
                  <a:cubicBezTo>
                    <a:pt x="1410" y="7042"/>
                    <a:pt x="1597" y="7243"/>
                    <a:pt x="1690" y="7563"/>
                  </a:cubicBezTo>
                  <a:cubicBezTo>
                    <a:pt x="1787" y="7893"/>
                    <a:pt x="2117" y="8091"/>
                    <a:pt x="2437" y="8209"/>
                  </a:cubicBezTo>
                  <a:cubicBezTo>
                    <a:pt x="2757" y="8331"/>
                    <a:pt x="3105" y="8409"/>
                    <a:pt x="3363" y="8636"/>
                  </a:cubicBezTo>
                  <a:cubicBezTo>
                    <a:pt x="3858" y="9063"/>
                    <a:pt x="3833" y="9839"/>
                    <a:pt x="4170" y="10399"/>
                  </a:cubicBezTo>
                  <a:cubicBezTo>
                    <a:pt x="4422" y="10818"/>
                    <a:pt x="4889" y="11101"/>
                    <a:pt x="5381" y="11134"/>
                  </a:cubicBezTo>
                  <a:cubicBezTo>
                    <a:pt x="5408" y="11136"/>
                    <a:pt x="5436" y="11137"/>
                    <a:pt x="5464" y="11137"/>
                  </a:cubicBezTo>
                  <a:cubicBezTo>
                    <a:pt x="5925" y="11137"/>
                    <a:pt x="6384" y="10918"/>
                    <a:pt x="6668" y="10556"/>
                  </a:cubicBezTo>
                  <a:cubicBezTo>
                    <a:pt x="6802" y="10387"/>
                    <a:pt x="6902" y="10187"/>
                    <a:pt x="7074" y="10057"/>
                  </a:cubicBezTo>
                  <a:cubicBezTo>
                    <a:pt x="7225" y="9948"/>
                    <a:pt x="7395" y="9911"/>
                    <a:pt x="7575" y="9911"/>
                  </a:cubicBezTo>
                  <a:cubicBezTo>
                    <a:pt x="7755" y="9911"/>
                    <a:pt x="7945" y="9948"/>
                    <a:pt x="8137" y="9986"/>
                  </a:cubicBezTo>
                  <a:cubicBezTo>
                    <a:pt x="8334" y="10024"/>
                    <a:pt x="8530" y="10060"/>
                    <a:pt x="8721" y="10060"/>
                  </a:cubicBezTo>
                  <a:cubicBezTo>
                    <a:pt x="8764" y="10060"/>
                    <a:pt x="8806" y="10058"/>
                    <a:pt x="8848" y="10054"/>
                  </a:cubicBezTo>
                  <a:cubicBezTo>
                    <a:pt x="9300" y="10003"/>
                    <a:pt x="9691" y="9670"/>
                    <a:pt x="9888" y="9257"/>
                  </a:cubicBezTo>
                  <a:cubicBezTo>
                    <a:pt x="10086" y="8848"/>
                    <a:pt x="10111" y="8371"/>
                    <a:pt x="10054" y="7918"/>
                  </a:cubicBezTo>
                  <a:cubicBezTo>
                    <a:pt x="9985" y="7354"/>
                    <a:pt x="9734" y="6741"/>
                    <a:pt x="9203" y="6536"/>
                  </a:cubicBezTo>
                  <a:cubicBezTo>
                    <a:pt x="8880" y="6411"/>
                    <a:pt x="8492" y="6454"/>
                    <a:pt x="8205" y="6256"/>
                  </a:cubicBezTo>
                  <a:cubicBezTo>
                    <a:pt x="7702" y="5901"/>
                    <a:pt x="7853" y="5040"/>
                    <a:pt x="7383" y="4634"/>
                  </a:cubicBezTo>
                  <a:cubicBezTo>
                    <a:pt x="6859" y="4185"/>
                    <a:pt x="5901" y="4598"/>
                    <a:pt x="5434" y="4088"/>
                  </a:cubicBezTo>
                  <a:cubicBezTo>
                    <a:pt x="5111" y="3736"/>
                    <a:pt x="5230" y="3155"/>
                    <a:pt x="4978" y="2753"/>
                  </a:cubicBezTo>
                  <a:cubicBezTo>
                    <a:pt x="4741" y="2384"/>
                    <a:pt x="4271" y="2268"/>
                    <a:pt x="3880" y="2068"/>
                  </a:cubicBezTo>
                  <a:cubicBezTo>
                    <a:pt x="3022" y="1619"/>
                    <a:pt x="2792" y="868"/>
                    <a:pt x="235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4"/>
            <p:cNvSpPr/>
            <p:nvPr/>
          </p:nvSpPr>
          <p:spPr>
            <a:xfrm>
              <a:off x="6618017" y="2485065"/>
              <a:ext cx="889892" cy="414004"/>
            </a:xfrm>
            <a:custGeom>
              <a:avLst/>
              <a:gdLst/>
              <a:ahLst/>
              <a:cxnLst/>
              <a:rect l="l" t="t" r="r" b="b"/>
              <a:pathLst>
                <a:path w="20046" h="9326" extrusionOk="0">
                  <a:moveTo>
                    <a:pt x="15721" y="0"/>
                  </a:moveTo>
                  <a:cubicBezTo>
                    <a:pt x="15721" y="0"/>
                    <a:pt x="13865" y="5348"/>
                    <a:pt x="13295" y="5399"/>
                  </a:cubicBezTo>
                  <a:cubicBezTo>
                    <a:pt x="12923" y="5433"/>
                    <a:pt x="12548" y="5448"/>
                    <a:pt x="12175" y="5448"/>
                  </a:cubicBezTo>
                  <a:cubicBezTo>
                    <a:pt x="9379" y="5448"/>
                    <a:pt x="6634" y="4592"/>
                    <a:pt x="5592" y="4228"/>
                  </a:cubicBezTo>
                  <a:cubicBezTo>
                    <a:pt x="5470" y="4095"/>
                    <a:pt x="5333" y="3934"/>
                    <a:pt x="5179" y="3733"/>
                  </a:cubicBezTo>
                  <a:cubicBezTo>
                    <a:pt x="5050" y="3564"/>
                    <a:pt x="4949" y="3374"/>
                    <a:pt x="4885" y="3169"/>
                  </a:cubicBezTo>
                  <a:cubicBezTo>
                    <a:pt x="4803" y="2922"/>
                    <a:pt x="4709" y="2588"/>
                    <a:pt x="4717" y="2391"/>
                  </a:cubicBezTo>
                  <a:cubicBezTo>
                    <a:pt x="4721" y="2224"/>
                    <a:pt x="4588" y="2112"/>
                    <a:pt x="4458" y="2112"/>
                  </a:cubicBezTo>
                  <a:cubicBezTo>
                    <a:pt x="4395" y="2112"/>
                    <a:pt x="4334" y="2138"/>
                    <a:pt x="4289" y="2197"/>
                  </a:cubicBezTo>
                  <a:cubicBezTo>
                    <a:pt x="4152" y="2373"/>
                    <a:pt x="4121" y="3047"/>
                    <a:pt x="4429" y="3772"/>
                  </a:cubicBezTo>
                  <a:cubicBezTo>
                    <a:pt x="4543" y="4038"/>
                    <a:pt x="4469" y="4130"/>
                    <a:pt x="4310" y="4130"/>
                  </a:cubicBezTo>
                  <a:cubicBezTo>
                    <a:pt x="4032" y="4130"/>
                    <a:pt x="3492" y="3849"/>
                    <a:pt x="3234" y="3719"/>
                  </a:cubicBezTo>
                  <a:cubicBezTo>
                    <a:pt x="2856" y="3526"/>
                    <a:pt x="1700" y="3012"/>
                    <a:pt x="1427" y="3012"/>
                  </a:cubicBezTo>
                  <a:cubicBezTo>
                    <a:pt x="1409" y="3012"/>
                    <a:pt x="1395" y="3014"/>
                    <a:pt x="1385" y="3019"/>
                  </a:cubicBezTo>
                  <a:cubicBezTo>
                    <a:pt x="1152" y="3130"/>
                    <a:pt x="1224" y="3403"/>
                    <a:pt x="1633" y="3597"/>
                  </a:cubicBezTo>
                  <a:cubicBezTo>
                    <a:pt x="2050" y="3794"/>
                    <a:pt x="3231" y="4458"/>
                    <a:pt x="3112" y="4667"/>
                  </a:cubicBezTo>
                  <a:cubicBezTo>
                    <a:pt x="3102" y="4684"/>
                    <a:pt x="3077" y="4693"/>
                    <a:pt x="3040" y="4693"/>
                  </a:cubicBezTo>
                  <a:cubicBezTo>
                    <a:pt x="2654" y="4693"/>
                    <a:pt x="948" y="3809"/>
                    <a:pt x="948" y="3809"/>
                  </a:cubicBezTo>
                  <a:cubicBezTo>
                    <a:pt x="948" y="3809"/>
                    <a:pt x="742" y="3656"/>
                    <a:pt x="572" y="3656"/>
                  </a:cubicBezTo>
                  <a:cubicBezTo>
                    <a:pt x="504" y="3656"/>
                    <a:pt x="443" y="3680"/>
                    <a:pt x="402" y="3747"/>
                  </a:cubicBezTo>
                  <a:cubicBezTo>
                    <a:pt x="143" y="4175"/>
                    <a:pt x="2405" y="5144"/>
                    <a:pt x="2620" y="5230"/>
                  </a:cubicBezTo>
                  <a:cubicBezTo>
                    <a:pt x="2750" y="5283"/>
                    <a:pt x="2680" y="5463"/>
                    <a:pt x="2556" y="5463"/>
                  </a:cubicBezTo>
                  <a:cubicBezTo>
                    <a:pt x="2537" y="5463"/>
                    <a:pt x="2516" y="5459"/>
                    <a:pt x="2494" y="5449"/>
                  </a:cubicBezTo>
                  <a:cubicBezTo>
                    <a:pt x="2358" y="5386"/>
                    <a:pt x="1065" y="4668"/>
                    <a:pt x="471" y="4668"/>
                  </a:cubicBezTo>
                  <a:cubicBezTo>
                    <a:pt x="347" y="4668"/>
                    <a:pt x="254" y="4699"/>
                    <a:pt x="208" y="4774"/>
                  </a:cubicBezTo>
                  <a:cubicBezTo>
                    <a:pt x="0" y="5104"/>
                    <a:pt x="2057" y="5588"/>
                    <a:pt x="2322" y="6016"/>
                  </a:cubicBezTo>
                  <a:cubicBezTo>
                    <a:pt x="2373" y="6097"/>
                    <a:pt x="2350" y="6129"/>
                    <a:pt x="2278" y="6129"/>
                  </a:cubicBezTo>
                  <a:cubicBezTo>
                    <a:pt x="2153" y="6129"/>
                    <a:pt x="1878" y="6033"/>
                    <a:pt x="1586" y="5937"/>
                  </a:cubicBezTo>
                  <a:cubicBezTo>
                    <a:pt x="1296" y="5841"/>
                    <a:pt x="990" y="5747"/>
                    <a:pt x="798" y="5747"/>
                  </a:cubicBezTo>
                  <a:cubicBezTo>
                    <a:pt x="710" y="5747"/>
                    <a:pt x="645" y="5766"/>
                    <a:pt x="617" y="5815"/>
                  </a:cubicBezTo>
                  <a:cubicBezTo>
                    <a:pt x="549" y="5937"/>
                    <a:pt x="513" y="6037"/>
                    <a:pt x="1619" y="6436"/>
                  </a:cubicBezTo>
                  <a:cubicBezTo>
                    <a:pt x="2157" y="6630"/>
                    <a:pt x="3170" y="6867"/>
                    <a:pt x="4084" y="7064"/>
                  </a:cubicBezTo>
                  <a:lnTo>
                    <a:pt x="4081" y="7074"/>
                  </a:lnTo>
                  <a:cubicBezTo>
                    <a:pt x="4081" y="7074"/>
                    <a:pt x="9114" y="9325"/>
                    <a:pt x="13120" y="9325"/>
                  </a:cubicBezTo>
                  <a:cubicBezTo>
                    <a:pt x="15050" y="9325"/>
                    <a:pt x="16741" y="8803"/>
                    <a:pt x="17516" y="7254"/>
                  </a:cubicBezTo>
                  <a:cubicBezTo>
                    <a:pt x="20046" y="2200"/>
                    <a:pt x="19921" y="1407"/>
                    <a:pt x="19921" y="1407"/>
                  </a:cubicBezTo>
                  <a:lnTo>
                    <a:pt x="15721" y="0"/>
                  </a:ln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4"/>
            <p:cNvSpPr/>
            <p:nvPr/>
          </p:nvSpPr>
          <p:spPr>
            <a:xfrm>
              <a:off x="7208025" y="2350914"/>
              <a:ext cx="626556" cy="727859"/>
            </a:xfrm>
            <a:custGeom>
              <a:avLst/>
              <a:gdLst/>
              <a:ahLst/>
              <a:cxnLst/>
              <a:rect l="l" t="t" r="r" b="b"/>
              <a:pathLst>
                <a:path w="14114" h="16396" extrusionOk="0">
                  <a:moveTo>
                    <a:pt x="10782" y="0"/>
                  </a:moveTo>
                  <a:lnTo>
                    <a:pt x="6142" y="147"/>
                  </a:lnTo>
                  <a:cubicBezTo>
                    <a:pt x="6142" y="147"/>
                    <a:pt x="2983" y="405"/>
                    <a:pt x="1174" y="4637"/>
                  </a:cubicBezTo>
                  <a:lnTo>
                    <a:pt x="0" y="7516"/>
                  </a:lnTo>
                  <a:lnTo>
                    <a:pt x="3561" y="9293"/>
                  </a:lnTo>
                  <a:lnTo>
                    <a:pt x="3568" y="9526"/>
                  </a:lnTo>
                  <a:lnTo>
                    <a:pt x="3783" y="16396"/>
                  </a:lnTo>
                  <a:lnTo>
                    <a:pt x="14074" y="14731"/>
                  </a:lnTo>
                  <a:cubicBezTo>
                    <a:pt x="14113" y="13187"/>
                    <a:pt x="12538" y="10391"/>
                    <a:pt x="12886" y="8994"/>
                  </a:cubicBezTo>
                  <a:lnTo>
                    <a:pt x="14074" y="4210"/>
                  </a:lnTo>
                  <a:lnTo>
                    <a:pt x="12617" y="36"/>
                  </a:lnTo>
                  <a:lnTo>
                    <a:pt x="10782"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4"/>
            <p:cNvSpPr/>
            <p:nvPr/>
          </p:nvSpPr>
          <p:spPr>
            <a:xfrm>
              <a:off x="7325751" y="2515473"/>
              <a:ext cx="65701" cy="245801"/>
            </a:xfrm>
            <a:custGeom>
              <a:avLst/>
              <a:gdLst/>
              <a:ahLst/>
              <a:cxnLst/>
              <a:rect l="l" t="t" r="r" b="b"/>
              <a:pathLst>
                <a:path w="1480" h="5537" extrusionOk="0">
                  <a:moveTo>
                    <a:pt x="1465" y="1"/>
                  </a:moveTo>
                  <a:cubicBezTo>
                    <a:pt x="1450" y="1"/>
                    <a:pt x="1410" y="226"/>
                    <a:pt x="1351" y="607"/>
                  </a:cubicBezTo>
                  <a:cubicBezTo>
                    <a:pt x="1294" y="986"/>
                    <a:pt x="1216" y="1517"/>
                    <a:pt x="1135" y="2136"/>
                  </a:cubicBezTo>
                  <a:lnTo>
                    <a:pt x="1135" y="2136"/>
                  </a:lnTo>
                  <a:cubicBezTo>
                    <a:pt x="871" y="2283"/>
                    <a:pt x="626" y="2497"/>
                    <a:pt x="431" y="2771"/>
                  </a:cubicBezTo>
                  <a:cubicBezTo>
                    <a:pt x="170" y="3137"/>
                    <a:pt x="47" y="3565"/>
                    <a:pt x="33" y="3945"/>
                  </a:cubicBezTo>
                  <a:cubicBezTo>
                    <a:pt x="1" y="4333"/>
                    <a:pt x="112" y="4688"/>
                    <a:pt x="274" y="4929"/>
                  </a:cubicBezTo>
                  <a:cubicBezTo>
                    <a:pt x="431" y="5176"/>
                    <a:pt x="618" y="5327"/>
                    <a:pt x="751" y="5420"/>
                  </a:cubicBezTo>
                  <a:cubicBezTo>
                    <a:pt x="872" y="5503"/>
                    <a:pt x="952" y="5536"/>
                    <a:pt x="967" y="5536"/>
                  </a:cubicBezTo>
                  <a:cubicBezTo>
                    <a:pt x="969" y="5536"/>
                    <a:pt x="970" y="5536"/>
                    <a:pt x="970" y="5536"/>
                  </a:cubicBezTo>
                  <a:cubicBezTo>
                    <a:pt x="973" y="5528"/>
                    <a:pt x="898" y="5481"/>
                    <a:pt x="776" y="5381"/>
                  </a:cubicBezTo>
                  <a:cubicBezTo>
                    <a:pt x="657" y="5281"/>
                    <a:pt x="489" y="5126"/>
                    <a:pt x="345" y="4886"/>
                  </a:cubicBezTo>
                  <a:cubicBezTo>
                    <a:pt x="201" y="4649"/>
                    <a:pt x="105" y="4322"/>
                    <a:pt x="140" y="3952"/>
                  </a:cubicBezTo>
                  <a:cubicBezTo>
                    <a:pt x="162" y="3586"/>
                    <a:pt x="281" y="3185"/>
                    <a:pt x="528" y="2844"/>
                  </a:cubicBezTo>
                  <a:cubicBezTo>
                    <a:pt x="715" y="2574"/>
                    <a:pt x="963" y="2359"/>
                    <a:pt x="1210" y="2223"/>
                  </a:cubicBezTo>
                  <a:lnTo>
                    <a:pt x="1239" y="2208"/>
                  </a:lnTo>
                  <a:lnTo>
                    <a:pt x="1243" y="2179"/>
                  </a:lnTo>
                  <a:cubicBezTo>
                    <a:pt x="1318" y="1548"/>
                    <a:pt x="1382" y="1002"/>
                    <a:pt x="1422" y="618"/>
                  </a:cubicBezTo>
                  <a:cubicBezTo>
                    <a:pt x="1462" y="230"/>
                    <a:pt x="1480" y="1"/>
                    <a:pt x="1465" y="1"/>
                  </a:cubicBezTo>
                  <a:cubicBezTo>
                    <a:pt x="1465" y="1"/>
                    <a:pt x="1465" y="1"/>
                    <a:pt x="146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4"/>
            <p:cNvSpPr/>
            <p:nvPr/>
          </p:nvSpPr>
          <p:spPr>
            <a:xfrm>
              <a:off x="7369432" y="2524040"/>
              <a:ext cx="18023" cy="31519"/>
            </a:xfrm>
            <a:custGeom>
              <a:avLst/>
              <a:gdLst/>
              <a:ahLst/>
              <a:cxnLst/>
              <a:rect l="l" t="t" r="r" b="b"/>
              <a:pathLst>
                <a:path w="406" h="710" extrusionOk="0">
                  <a:moveTo>
                    <a:pt x="33" y="1"/>
                  </a:moveTo>
                  <a:cubicBezTo>
                    <a:pt x="32" y="1"/>
                    <a:pt x="30" y="1"/>
                    <a:pt x="29" y="2"/>
                  </a:cubicBezTo>
                  <a:cubicBezTo>
                    <a:pt x="0" y="15"/>
                    <a:pt x="54" y="184"/>
                    <a:pt x="147" y="382"/>
                  </a:cubicBezTo>
                  <a:cubicBezTo>
                    <a:pt x="240" y="567"/>
                    <a:pt x="336" y="710"/>
                    <a:pt x="369" y="710"/>
                  </a:cubicBezTo>
                  <a:cubicBezTo>
                    <a:pt x="371" y="710"/>
                    <a:pt x="372" y="710"/>
                    <a:pt x="373" y="709"/>
                  </a:cubicBezTo>
                  <a:cubicBezTo>
                    <a:pt x="405" y="694"/>
                    <a:pt x="352" y="522"/>
                    <a:pt x="255" y="328"/>
                  </a:cubicBezTo>
                  <a:cubicBezTo>
                    <a:pt x="163" y="143"/>
                    <a:pt x="67" y="1"/>
                    <a:pt x="3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4"/>
            <p:cNvSpPr/>
            <p:nvPr/>
          </p:nvSpPr>
          <p:spPr>
            <a:xfrm>
              <a:off x="7447961" y="1936167"/>
              <a:ext cx="247177" cy="496353"/>
            </a:xfrm>
            <a:custGeom>
              <a:avLst/>
              <a:gdLst/>
              <a:ahLst/>
              <a:cxnLst/>
              <a:rect l="l" t="t" r="r" b="b"/>
              <a:pathLst>
                <a:path w="5568" h="11181" extrusionOk="0">
                  <a:moveTo>
                    <a:pt x="2696" y="0"/>
                  </a:moveTo>
                  <a:lnTo>
                    <a:pt x="87" y="1274"/>
                  </a:lnTo>
                  <a:cubicBezTo>
                    <a:pt x="87" y="1274"/>
                    <a:pt x="1" y="4551"/>
                    <a:pt x="87" y="5972"/>
                  </a:cubicBezTo>
                  <a:cubicBezTo>
                    <a:pt x="173" y="7394"/>
                    <a:pt x="1608" y="7545"/>
                    <a:pt x="1608" y="7545"/>
                  </a:cubicBezTo>
                  <a:cubicBezTo>
                    <a:pt x="1608" y="7545"/>
                    <a:pt x="1573" y="8378"/>
                    <a:pt x="1540" y="9253"/>
                  </a:cubicBezTo>
                  <a:cubicBezTo>
                    <a:pt x="1501" y="10306"/>
                    <a:pt x="2345" y="11181"/>
                    <a:pt x="3395" y="11181"/>
                  </a:cubicBezTo>
                  <a:cubicBezTo>
                    <a:pt x="3402" y="11181"/>
                    <a:pt x="3408" y="11181"/>
                    <a:pt x="3414" y="11181"/>
                  </a:cubicBezTo>
                  <a:cubicBezTo>
                    <a:pt x="4401" y="11170"/>
                    <a:pt x="5209" y="10391"/>
                    <a:pt x="5252" y="9404"/>
                  </a:cubicBezTo>
                  <a:lnTo>
                    <a:pt x="5567" y="2175"/>
                  </a:lnTo>
                  <a:lnTo>
                    <a:pt x="2696" y="0"/>
                  </a:ln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4"/>
            <p:cNvSpPr/>
            <p:nvPr/>
          </p:nvSpPr>
          <p:spPr>
            <a:xfrm>
              <a:off x="7464386" y="2090693"/>
              <a:ext cx="16292" cy="16114"/>
            </a:xfrm>
            <a:custGeom>
              <a:avLst/>
              <a:gdLst/>
              <a:ahLst/>
              <a:cxnLst/>
              <a:rect l="l" t="t" r="r" b="b"/>
              <a:pathLst>
                <a:path w="367" h="363" extrusionOk="0">
                  <a:moveTo>
                    <a:pt x="183" y="0"/>
                  </a:moveTo>
                  <a:cubicBezTo>
                    <a:pt x="83" y="0"/>
                    <a:pt x="0" y="83"/>
                    <a:pt x="0" y="184"/>
                  </a:cubicBezTo>
                  <a:cubicBezTo>
                    <a:pt x="0" y="284"/>
                    <a:pt x="83" y="363"/>
                    <a:pt x="183" y="363"/>
                  </a:cubicBezTo>
                  <a:cubicBezTo>
                    <a:pt x="284" y="363"/>
                    <a:pt x="367" y="284"/>
                    <a:pt x="367" y="184"/>
                  </a:cubicBezTo>
                  <a:cubicBezTo>
                    <a:pt x="367" y="83"/>
                    <a:pt x="284"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4"/>
            <p:cNvSpPr/>
            <p:nvPr/>
          </p:nvSpPr>
          <p:spPr>
            <a:xfrm>
              <a:off x="7456085" y="2080128"/>
              <a:ext cx="32895" cy="9988"/>
            </a:xfrm>
            <a:custGeom>
              <a:avLst/>
              <a:gdLst/>
              <a:ahLst/>
              <a:cxnLst/>
              <a:rect l="l" t="t" r="r" b="b"/>
              <a:pathLst>
                <a:path w="741" h="225" extrusionOk="0">
                  <a:moveTo>
                    <a:pt x="387" y="1"/>
                  </a:moveTo>
                  <a:cubicBezTo>
                    <a:pt x="378" y="1"/>
                    <a:pt x="369" y="1"/>
                    <a:pt x="360" y="1"/>
                  </a:cubicBezTo>
                  <a:cubicBezTo>
                    <a:pt x="237" y="9"/>
                    <a:pt x="137" y="62"/>
                    <a:pt x="80" y="113"/>
                  </a:cubicBezTo>
                  <a:cubicBezTo>
                    <a:pt x="19" y="167"/>
                    <a:pt x="1" y="213"/>
                    <a:pt x="12" y="221"/>
                  </a:cubicBezTo>
                  <a:cubicBezTo>
                    <a:pt x="14" y="223"/>
                    <a:pt x="18" y="224"/>
                    <a:pt x="22" y="224"/>
                  </a:cubicBezTo>
                  <a:cubicBezTo>
                    <a:pt x="63" y="224"/>
                    <a:pt x="189" y="130"/>
                    <a:pt x="367" y="120"/>
                  </a:cubicBezTo>
                  <a:cubicBezTo>
                    <a:pt x="377" y="120"/>
                    <a:pt x="388" y="119"/>
                    <a:pt x="398" y="119"/>
                  </a:cubicBezTo>
                  <a:cubicBezTo>
                    <a:pt x="552" y="119"/>
                    <a:pt x="672" y="183"/>
                    <a:pt x="715" y="183"/>
                  </a:cubicBezTo>
                  <a:cubicBezTo>
                    <a:pt x="722" y="183"/>
                    <a:pt x="727" y="182"/>
                    <a:pt x="729" y="178"/>
                  </a:cubicBezTo>
                  <a:cubicBezTo>
                    <a:pt x="740" y="167"/>
                    <a:pt x="715" y="124"/>
                    <a:pt x="650" y="81"/>
                  </a:cubicBezTo>
                  <a:cubicBezTo>
                    <a:pt x="590" y="38"/>
                    <a:pt x="498" y="1"/>
                    <a:pt x="38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4"/>
            <p:cNvSpPr/>
            <p:nvPr/>
          </p:nvSpPr>
          <p:spPr>
            <a:xfrm>
              <a:off x="7557919" y="2090693"/>
              <a:ext cx="16292" cy="16114"/>
            </a:xfrm>
            <a:custGeom>
              <a:avLst/>
              <a:gdLst/>
              <a:ahLst/>
              <a:cxnLst/>
              <a:rect l="l" t="t" r="r" b="b"/>
              <a:pathLst>
                <a:path w="367" h="363" extrusionOk="0">
                  <a:moveTo>
                    <a:pt x="183" y="0"/>
                  </a:moveTo>
                  <a:cubicBezTo>
                    <a:pt x="83" y="0"/>
                    <a:pt x="1" y="83"/>
                    <a:pt x="1" y="184"/>
                  </a:cubicBezTo>
                  <a:cubicBezTo>
                    <a:pt x="1" y="284"/>
                    <a:pt x="83" y="363"/>
                    <a:pt x="183" y="363"/>
                  </a:cubicBezTo>
                  <a:cubicBezTo>
                    <a:pt x="284" y="363"/>
                    <a:pt x="367" y="284"/>
                    <a:pt x="367" y="184"/>
                  </a:cubicBezTo>
                  <a:cubicBezTo>
                    <a:pt x="367" y="83"/>
                    <a:pt x="284"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4"/>
            <p:cNvSpPr/>
            <p:nvPr/>
          </p:nvSpPr>
          <p:spPr>
            <a:xfrm>
              <a:off x="7552503" y="2080128"/>
              <a:ext cx="32673" cy="9988"/>
            </a:xfrm>
            <a:custGeom>
              <a:avLst/>
              <a:gdLst/>
              <a:ahLst/>
              <a:cxnLst/>
              <a:rect l="l" t="t" r="r" b="b"/>
              <a:pathLst>
                <a:path w="736" h="225" extrusionOk="0">
                  <a:moveTo>
                    <a:pt x="384" y="1"/>
                  </a:moveTo>
                  <a:cubicBezTo>
                    <a:pt x="374" y="1"/>
                    <a:pt x="365" y="1"/>
                    <a:pt x="356" y="1"/>
                  </a:cubicBezTo>
                  <a:cubicBezTo>
                    <a:pt x="237" y="9"/>
                    <a:pt x="133" y="62"/>
                    <a:pt x="76" y="113"/>
                  </a:cubicBezTo>
                  <a:cubicBezTo>
                    <a:pt x="18" y="167"/>
                    <a:pt x="0" y="213"/>
                    <a:pt x="11" y="221"/>
                  </a:cubicBezTo>
                  <a:cubicBezTo>
                    <a:pt x="14" y="223"/>
                    <a:pt x="17" y="224"/>
                    <a:pt x="22" y="224"/>
                  </a:cubicBezTo>
                  <a:cubicBezTo>
                    <a:pt x="63" y="224"/>
                    <a:pt x="188" y="130"/>
                    <a:pt x="366" y="120"/>
                  </a:cubicBezTo>
                  <a:cubicBezTo>
                    <a:pt x="377" y="120"/>
                    <a:pt x="387" y="119"/>
                    <a:pt x="398" y="119"/>
                  </a:cubicBezTo>
                  <a:cubicBezTo>
                    <a:pt x="552" y="119"/>
                    <a:pt x="672" y="183"/>
                    <a:pt x="715" y="183"/>
                  </a:cubicBezTo>
                  <a:cubicBezTo>
                    <a:pt x="721" y="183"/>
                    <a:pt x="726" y="182"/>
                    <a:pt x="729" y="178"/>
                  </a:cubicBezTo>
                  <a:cubicBezTo>
                    <a:pt x="736" y="167"/>
                    <a:pt x="714" y="124"/>
                    <a:pt x="650" y="81"/>
                  </a:cubicBezTo>
                  <a:cubicBezTo>
                    <a:pt x="590" y="38"/>
                    <a:pt x="494" y="1"/>
                    <a:pt x="3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4"/>
            <p:cNvSpPr/>
            <p:nvPr/>
          </p:nvSpPr>
          <p:spPr>
            <a:xfrm>
              <a:off x="7508378" y="2171618"/>
              <a:ext cx="47500" cy="24593"/>
            </a:xfrm>
            <a:custGeom>
              <a:avLst/>
              <a:gdLst/>
              <a:ahLst/>
              <a:cxnLst/>
              <a:rect l="l" t="t" r="r" b="b"/>
              <a:pathLst>
                <a:path w="1070" h="554" extrusionOk="0">
                  <a:moveTo>
                    <a:pt x="944" y="1"/>
                  </a:moveTo>
                  <a:lnTo>
                    <a:pt x="944" y="1"/>
                  </a:lnTo>
                  <a:cubicBezTo>
                    <a:pt x="700" y="123"/>
                    <a:pt x="269" y="295"/>
                    <a:pt x="0" y="327"/>
                  </a:cubicBezTo>
                  <a:cubicBezTo>
                    <a:pt x="0" y="327"/>
                    <a:pt x="158" y="554"/>
                    <a:pt x="434" y="554"/>
                  </a:cubicBezTo>
                  <a:cubicBezTo>
                    <a:pt x="498" y="554"/>
                    <a:pt x="569" y="541"/>
                    <a:pt x="646" y="511"/>
                  </a:cubicBezTo>
                  <a:cubicBezTo>
                    <a:pt x="1070" y="345"/>
                    <a:pt x="944" y="1"/>
                    <a:pt x="9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4"/>
            <p:cNvSpPr/>
            <p:nvPr/>
          </p:nvSpPr>
          <p:spPr>
            <a:xfrm>
              <a:off x="7519165" y="2242866"/>
              <a:ext cx="83724" cy="43815"/>
            </a:xfrm>
            <a:custGeom>
              <a:avLst/>
              <a:gdLst/>
              <a:ahLst/>
              <a:cxnLst/>
              <a:rect l="l" t="t" r="r" b="b"/>
              <a:pathLst>
                <a:path w="1886" h="987" extrusionOk="0">
                  <a:moveTo>
                    <a:pt x="1886" y="1"/>
                  </a:moveTo>
                  <a:lnTo>
                    <a:pt x="1886" y="1"/>
                  </a:lnTo>
                  <a:cubicBezTo>
                    <a:pt x="991" y="625"/>
                    <a:pt x="65" y="636"/>
                    <a:pt x="4" y="636"/>
                  </a:cubicBezTo>
                  <a:cubicBezTo>
                    <a:pt x="2" y="636"/>
                    <a:pt x="1" y="636"/>
                    <a:pt x="1" y="636"/>
                  </a:cubicBezTo>
                  <a:lnTo>
                    <a:pt x="1" y="636"/>
                  </a:lnTo>
                  <a:lnTo>
                    <a:pt x="34" y="984"/>
                  </a:lnTo>
                  <a:cubicBezTo>
                    <a:pt x="74" y="985"/>
                    <a:pt x="114" y="986"/>
                    <a:pt x="153" y="986"/>
                  </a:cubicBezTo>
                  <a:cubicBezTo>
                    <a:pt x="1482" y="986"/>
                    <a:pt x="1886" y="1"/>
                    <a:pt x="1886" y="1"/>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4"/>
            <p:cNvSpPr/>
            <p:nvPr/>
          </p:nvSpPr>
          <p:spPr>
            <a:xfrm>
              <a:off x="7423013" y="1893729"/>
              <a:ext cx="464789" cy="393184"/>
            </a:xfrm>
            <a:custGeom>
              <a:avLst/>
              <a:gdLst/>
              <a:ahLst/>
              <a:cxnLst/>
              <a:rect l="l" t="t" r="r" b="b"/>
              <a:pathLst>
                <a:path w="10470" h="8857" extrusionOk="0">
                  <a:moveTo>
                    <a:pt x="3577" y="0"/>
                  </a:moveTo>
                  <a:cubicBezTo>
                    <a:pt x="3013" y="0"/>
                    <a:pt x="2240" y="152"/>
                    <a:pt x="1244" y="1185"/>
                  </a:cubicBezTo>
                  <a:cubicBezTo>
                    <a:pt x="1012" y="1433"/>
                    <a:pt x="839" y="1681"/>
                    <a:pt x="714" y="1925"/>
                  </a:cubicBezTo>
                  <a:cubicBezTo>
                    <a:pt x="348" y="2381"/>
                    <a:pt x="157" y="2883"/>
                    <a:pt x="86" y="3264"/>
                  </a:cubicBezTo>
                  <a:cubicBezTo>
                    <a:pt x="0" y="3692"/>
                    <a:pt x="34" y="3968"/>
                    <a:pt x="49" y="3968"/>
                  </a:cubicBezTo>
                  <a:cubicBezTo>
                    <a:pt x="49" y="3968"/>
                    <a:pt x="49" y="3968"/>
                    <a:pt x="49" y="3968"/>
                  </a:cubicBezTo>
                  <a:cubicBezTo>
                    <a:pt x="50" y="3968"/>
                    <a:pt x="50" y="3968"/>
                    <a:pt x="50" y="3968"/>
                  </a:cubicBezTo>
                  <a:cubicBezTo>
                    <a:pt x="78" y="3968"/>
                    <a:pt x="82" y="3696"/>
                    <a:pt x="193" y="3289"/>
                  </a:cubicBezTo>
                  <a:cubicBezTo>
                    <a:pt x="247" y="3080"/>
                    <a:pt x="333" y="2840"/>
                    <a:pt x="466" y="2589"/>
                  </a:cubicBezTo>
                  <a:lnTo>
                    <a:pt x="466" y="2589"/>
                  </a:lnTo>
                  <a:cubicBezTo>
                    <a:pt x="258" y="3508"/>
                    <a:pt x="609" y="4226"/>
                    <a:pt x="609" y="4226"/>
                  </a:cubicBezTo>
                  <a:lnTo>
                    <a:pt x="1115" y="4086"/>
                  </a:lnTo>
                  <a:lnTo>
                    <a:pt x="2924" y="3472"/>
                  </a:lnTo>
                  <a:cubicBezTo>
                    <a:pt x="2760" y="2912"/>
                    <a:pt x="3003" y="2216"/>
                    <a:pt x="3139" y="1889"/>
                  </a:cubicBezTo>
                  <a:lnTo>
                    <a:pt x="3154" y="1879"/>
                  </a:lnTo>
                  <a:cubicBezTo>
                    <a:pt x="3567" y="4003"/>
                    <a:pt x="5545" y="4200"/>
                    <a:pt x="5545" y="4200"/>
                  </a:cubicBezTo>
                  <a:lnTo>
                    <a:pt x="5879" y="8856"/>
                  </a:lnTo>
                  <a:cubicBezTo>
                    <a:pt x="8287" y="8343"/>
                    <a:pt x="8230" y="5123"/>
                    <a:pt x="8215" y="4466"/>
                  </a:cubicBezTo>
                  <a:lnTo>
                    <a:pt x="8215" y="4466"/>
                  </a:lnTo>
                  <a:cubicBezTo>
                    <a:pt x="8326" y="4836"/>
                    <a:pt x="8467" y="5260"/>
                    <a:pt x="8646" y="5704"/>
                  </a:cubicBezTo>
                  <a:cubicBezTo>
                    <a:pt x="8778" y="6035"/>
                    <a:pt x="8908" y="6354"/>
                    <a:pt x="9083" y="6620"/>
                  </a:cubicBezTo>
                  <a:cubicBezTo>
                    <a:pt x="9256" y="6889"/>
                    <a:pt x="9486" y="7086"/>
                    <a:pt x="9708" y="7183"/>
                  </a:cubicBezTo>
                  <a:cubicBezTo>
                    <a:pt x="9866" y="7254"/>
                    <a:pt x="10013" y="7278"/>
                    <a:pt x="10133" y="7278"/>
                  </a:cubicBezTo>
                  <a:cubicBezTo>
                    <a:pt x="10185" y="7278"/>
                    <a:pt x="10232" y="7274"/>
                    <a:pt x="10272" y="7266"/>
                  </a:cubicBezTo>
                  <a:cubicBezTo>
                    <a:pt x="10405" y="7241"/>
                    <a:pt x="10469" y="7198"/>
                    <a:pt x="10466" y="7190"/>
                  </a:cubicBezTo>
                  <a:cubicBezTo>
                    <a:pt x="10465" y="7189"/>
                    <a:pt x="10463" y="7188"/>
                    <a:pt x="10458" y="7188"/>
                  </a:cubicBezTo>
                  <a:cubicBezTo>
                    <a:pt x="10436" y="7188"/>
                    <a:pt x="10369" y="7207"/>
                    <a:pt x="10264" y="7215"/>
                  </a:cubicBezTo>
                  <a:cubicBezTo>
                    <a:pt x="10249" y="7216"/>
                    <a:pt x="10233" y="7217"/>
                    <a:pt x="10217" y="7217"/>
                  </a:cubicBezTo>
                  <a:cubicBezTo>
                    <a:pt x="10094" y="7217"/>
                    <a:pt x="9928" y="7189"/>
                    <a:pt x="9751" y="7097"/>
                  </a:cubicBezTo>
                  <a:cubicBezTo>
                    <a:pt x="9547" y="7000"/>
                    <a:pt x="9346" y="6810"/>
                    <a:pt x="9188" y="6555"/>
                  </a:cubicBezTo>
                  <a:cubicBezTo>
                    <a:pt x="9026" y="6300"/>
                    <a:pt x="8901" y="5984"/>
                    <a:pt x="8768" y="5654"/>
                  </a:cubicBezTo>
                  <a:cubicBezTo>
                    <a:pt x="8502" y="4994"/>
                    <a:pt x="8301" y="4380"/>
                    <a:pt x="8168" y="3935"/>
                  </a:cubicBezTo>
                  <a:cubicBezTo>
                    <a:pt x="8147" y="3863"/>
                    <a:pt x="8125" y="3799"/>
                    <a:pt x="8107" y="3738"/>
                  </a:cubicBezTo>
                  <a:cubicBezTo>
                    <a:pt x="8097" y="3658"/>
                    <a:pt x="8082" y="3594"/>
                    <a:pt x="8071" y="3544"/>
                  </a:cubicBezTo>
                  <a:cubicBezTo>
                    <a:pt x="7296" y="579"/>
                    <a:pt x="4690" y="27"/>
                    <a:pt x="4173" y="27"/>
                  </a:cubicBezTo>
                  <a:cubicBezTo>
                    <a:pt x="4010" y="27"/>
                    <a:pt x="3812" y="0"/>
                    <a:pt x="357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4"/>
            <p:cNvSpPr/>
            <p:nvPr/>
          </p:nvSpPr>
          <p:spPr>
            <a:xfrm>
              <a:off x="7701481" y="2109870"/>
              <a:ext cx="54026" cy="55757"/>
            </a:xfrm>
            <a:custGeom>
              <a:avLst/>
              <a:gdLst/>
              <a:ahLst/>
              <a:cxnLst/>
              <a:rect l="l" t="t" r="r" b="b"/>
              <a:pathLst>
                <a:path w="1217" h="1256" extrusionOk="0">
                  <a:moveTo>
                    <a:pt x="644" y="1"/>
                  </a:moveTo>
                  <a:cubicBezTo>
                    <a:pt x="628" y="1"/>
                    <a:pt x="612" y="2"/>
                    <a:pt x="596" y="3"/>
                  </a:cubicBezTo>
                  <a:cubicBezTo>
                    <a:pt x="360" y="28"/>
                    <a:pt x="169" y="225"/>
                    <a:pt x="83" y="444"/>
                  </a:cubicBezTo>
                  <a:cubicBezTo>
                    <a:pt x="0" y="667"/>
                    <a:pt x="0" y="911"/>
                    <a:pt x="7" y="1148"/>
                  </a:cubicBezTo>
                  <a:lnTo>
                    <a:pt x="32" y="1176"/>
                  </a:lnTo>
                  <a:cubicBezTo>
                    <a:pt x="153" y="1228"/>
                    <a:pt x="286" y="1256"/>
                    <a:pt x="417" y="1256"/>
                  </a:cubicBezTo>
                  <a:cubicBezTo>
                    <a:pt x="559" y="1256"/>
                    <a:pt x="699" y="1224"/>
                    <a:pt x="822" y="1155"/>
                  </a:cubicBezTo>
                  <a:cubicBezTo>
                    <a:pt x="1059" y="1019"/>
                    <a:pt x="1217" y="739"/>
                    <a:pt x="1174" y="469"/>
                  </a:cubicBezTo>
                  <a:cubicBezTo>
                    <a:pt x="1133" y="216"/>
                    <a:pt x="896" y="1"/>
                    <a:pt x="644" y="1"/>
                  </a:cubicBez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4"/>
            <p:cNvSpPr/>
            <p:nvPr/>
          </p:nvSpPr>
          <p:spPr>
            <a:xfrm>
              <a:off x="7719682" y="2123143"/>
              <a:ext cx="23395" cy="31696"/>
            </a:xfrm>
            <a:custGeom>
              <a:avLst/>
              <a:gdLst/>
              <a:ahLst/>
              <a:cxnLst/>
              <a:rect l="l" t="t" r="r" b="b"/>
              <a:pathLst>
                <a:path w="527" h="714" extrusionOk="0">
                  <a:moveTo>
                    <a:pt x="260" y="0"/>
                  </a:moveTo>
                  <a:cubicBezTo>
                    <a:pt x="232" y="0"/>
                    <a:pt x="207" y="4"/>
                    <a:pt x="186" y="9"/>
                  </a:cubicBezTo>
                  <a:cubicBezTo>
                    <a:pt x="57" y="44"/>
                    <a:pt x="6" y="99"/>
                    <a:pt x="10" y="113"/>
                  </a:cubicBezTo>
                  <a:cubicBezTo>
                    <a:pt x="12" y="117"/>
                    <a:pt x="17" y="119"/>
                    <a:pt x="24" y="119"/>
                  </a:cubicBezTo>
                  <a:cubicBezTo>
                    <a:pt x="51" y="119"/>
                    <a:pt x="113" y="100"/>
                    <a:pt x="197" y="92"/>
                  </a:cubicBezTo>
                  <a:cubicBezTo>
                    <a:pt x="203" y="91"/>
                    <a:pt x="210" y="91"/>
                    <a:pt x="217" y="91"/>
                  </a:cubicBezTo>
                  <a:cubicBezTo>
                    <a:pt x="263" y="91"/>
                    <a:pt x="317" y="104"/>
                    <a:pt x="351" y="138"/>
                  </a:cubicBezTo>
                  <a:cubicBezTo>
                    <a:pt x="391" y="174"/>
                    <a:pt x="409" y="250"/>
                    <a:pt x="402" y="329"/>
                  </a:cubicBezTo>
                  <a:cubicBezTo>
                    <a:pt x="394" y="490"/>
                    <a:pt x="290" y="604"/>
                    <a:pt x="190" y="630"/>
                  </a:cubicBezTo>
                  <a:cubicBezTo>
                    <a:pt x="157" y="640"/>
                    <a:pt x="127" y="642"/>
                    <a:pt x="102" y="642"/>
                  </a:cubicBezTo>
                  <a:cubicBezTo>
                    <a:pt x="66" y="642"/>
                    <a:pt x="40" y="637"/>
                    <a:pt x="25" y="637"/>
                  </a:cubicBezTo>
                  <a:cubicBezTo>
                    <a:pt x="19" y="637"/>
                    <a:pt x="16" y="638"/>
                    <a:pt x="14" y="641"/>
                  </a:cubicBezTo>
                  <a:cubicBezTo>
                    <a:pt x="1" y="651"/>
                    <a:pt x="53" y="714"/>
                    <a:pt x="172" y="714"/>
                  </a:cubicBezTo>
                  <a:cubicBezTo>
                    <a:pt x="183" y="714"/>
                    <a:pt x="195" y="713"/>
                    <a:pt x="208" y="712"/>
                  </a:cubicBezTo>
                  <a:cubicBezTo>
                    <a:pt x="273" y="705"/>
                    <a:pt x="354" y="669"/>
                    <a:pt x="416" y="601"/>
                  </a:cubicBezTo>
                  <a:cubicBezTo>
                    <a:pt x="477" y="533"/>
                    <a:pt x="516" y="436"/>
                    <a:pt x="520" y="336"/>
                  </a:cubicBezTo>
                  <a:cubicBezTo>
                    <a:pt x="527" y="238"/>
                    <a:pt x="505" y="124"/>
                    <a:pt x="423" y="56"/>
                  </a:cubicBezTo>
                  <a:cubicBezTo>
                    <a:pt x="369" y="14"/>
                    <a:pt x="311" y="0"/>
                    <a:pt x="260" y="0"/>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4" name="Google Shape;984;p34"/>
            <p:cNvGrpSpPr/>
            <p:nvPr/>
          </p:nvGrpSpPr>
          <p:grpSpPr>
            <a:xfrm>
              <a:off x="7477481" y="4567060"/>
              <a:ext cx="319804" cy="141790"/>
              <a:chOff x="7477481" y="4567060"/>
              <a:chExt cx="319804" cy="141790"/>
            </a:xfrm>
          </p:grpSpPr>
          <p:sp>
            <p:nvSpPr>
              <p:cNvPr id="985" name="Google Shape;985;p34"/>
              <p:cNvSpPr/>
              <p:nvPr/>
            </p:nvSpPr>
            <p:spPr>
              <a:xfrm>
                <a:off x="7477481" y="4567060"/>
                <a:ext cx="319804" cy="141790"/>
              </a:xfrm>
              <a:custGeom>
                <a:avLst/>
                <a:gdLst/>
                <a:ahLst/>
                <a:cxnLst/>
                <a:rect l="l" t="t" r="r" b="b"/>
                <a:pathLst>
                  <a:path w="7204" h="3194" extrusionOk="0">
                    <a:moveTo>
                      <a:pt x="7171" y="1"/>
                    </a:moveTo>
                    <a:lnTo>
                      <a:pt x="3291" y="26"/>
                    </a:lnTo>
                    <a:lnTo>
                      <a:pt x="3291" y="2097"/>
                    </a:lnTo>
                    <a:cubicBezTo>
                      <a:pt x="3291" y="2097"/>
                      <a:pt x="0" y="2862"/>
                      <a:pt x="800" y="3099"/>
                    </a:cubicBezTo>
                    <a:cubicBezTo>
                      <a:pt x="1038" y="3168"/>
                      <a:pt x="1676" y="3194"/>
                      <a:pt x="2463" y="3194"/>
                    </a:cubicBezTo>
                    <a:cubicBezTo>
                      <a:pt x="4052" y="3194"/>
                      <a:pt x="6247" y="3091"/>
                      <a:pt x="6963" y="3048"/>
                    </a:cubicBezTo>
                    <a:lnTo>
                      <a:pt x="7203" y="3030"/>
                    </a:lnTo>
                    <a:lnTo>
                      <a:pt x="7171"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4"/>
              <p:cNvSpPr/>
              <p:nvPr/>
            </p:nvSpPr>
            <p:spPr>
              <a:xfrm>
                <a:off x="7508822" y="4693131"/>
                <a:ext cx="287797" cy="5904"/>
              </a:xfrm>
              <a:custGeom>
                <a:avLst/>
                <a:gdLst/>
                <a:ahLst/>
                <a:cxnLst/>
                <a:rect l="l" t="t" r="r" b="b"/>
                <a:pathLst>
                  <a:path w="6483" h="133" extrusionOk="0">
                    <a:moveTo>
                      <a:pt x="3242" y="0"/>
                    </a:moveTo>
                    <a:cubicBezTo>
                      <a:pt x="1455" y="0"/>
                      <a:pt x="0" y="32"/>
                      <a:pt x="0" y="68"/>
                    </a:cubicBezTo>
                    <a:cubicBezTo>
                      <a:pt x="0" y="104"/>
                      <a:pt x="1455" y="133"/>
                      <a:pt x="3242" y="133"/>
                    </a:cubicBezTo>
                    <a:cubicBezTo>
                      <a:pt x="5033" y="133"/>
                      <a:pt x="6483" y="104"/>
                      <a:pt x="6483" y="68"/>
                    </a:cubicBezTo>
                    <a:cubicBezTo>
                      <a:pt x="6483" y="32"/>
                      <a:pt x="5033" y="0"/>
                      <a:pt x="3242"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4"/>
              <p:cNvSpPr/>
              <p:nvPr/>
            </p:nvSpPr>
            <p:spPr>
              <a:xfrm>
                <a:off x="7606528" y="4661924"/>
                <a:ext cx="15493" cy="17180"/>
              </a:xfrm>
              <a:custGeom>
                <a:avLst/>
                <a:gdLst/>
                <a:ahLst/>
                <a:cxnLst/>
                <a:rect l="l" t="t" r="r" b="b"/>
                <a:pathLst>
                  <a:path w="349" h="387" extrusionOk="0">
                    <a:moveTo>
                      <a:pt x="46" y="0"/>
                    </a:moveTo>
                    <a:cubicBezTo>
                      <a:pt x="39" y="0"/>
                      <a:pt x="33" y="2"/>
                      <a:pt x="29" y="6"/>
                    </a:cubicBezTo>
                    <a:cubicBezTo>
                      <a:pt x="0" y="36"/>
                      <a:pt x="54" y="125"/>
                      <a:pt x="133" y="225"/>
                    </a:cubicBezTo>
                    <a:cubicBezTo>
                      <a:pt x="201" y="316"/>
                      <a:pt x="269" y="386"/>
                      <a:pt x="305" y="386"/>
                    </a:cubicBezTo>
                    <a:cubicBezTo>
                      <a:pt x="309" y="386"/>
                      <a:pt x="312" y="385"/>
                      <a:pt x="316" y="384"/>
                    </a:cubicBezTo>
                    <a:cubicBezTo>
                      <a:pt x="348" y="365"/>
                      <a:pt x="319" y="254"/>
                      <a:pt x="237" y="147"/>
                    </a:cubicBezTo>
                    <a:cubicBezTo>
                      <a:pt x="168" y="53"/>
                      <a:pt x="86" y="0"/>
                      <a:pt x="46"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4"/>
              <p:cNvSpPr/>
              <p:nvPr/>
            </p:nvSpPr>
            <p:spPr>
              <a:xfrm>
                <a:off x="7596451" y="4664721"/>
                <a:ext cx="14561" cy="20332"/>
              </a:xfrm>
              <a:custGeom>
                <a:avLst/>
                <a:gdLst/>
                <a:ahLst/>
                <a:cxnLst/>
                <a:rect l="l" t="t" r="r" b="b"/>
                <a:pathLst>
                  <a:path w="328" h="458" extrusionOk="0">
                    <a:moveTo>
                      <a:pt x="42" y="1"/>
                    </a:moveTo>
                    <a:cubicBezTo>
                      <a:pt x="37" y="1"/>
                      <a:pt x="33" y="2"/>
                      <a:pt x="29" y="4"/>
                    </a:cubicBezTo>
                    <a:cubicBezTo>
                      <a:pt x="1" y="29"/>
                      <a:pt x="51" y="137"/>
                      <a:pt x="120" y="256"/>
                    </a:cubicBezTo>
                    <a:cubicBezTo>
                      <a:pt x="187" y="368"/>
                      <a:pt x="252" y="458"/>
                      <a:pt x="289" y="458"/>
                    </a:cubicBezTo>
                    <a:cubicBezTo>
                      <a:pt x="291" y="458"/>
                      <a:pt x="293" y="457"/>
                      <a:pt x="295" y="457"/>
                    </a:cubicBezTo>
                    <a:cubicBezTo>
                      <a:pt x="327" y="442"/>
                      <a:pt x="314" y="317"/>
                      <a:pt x="234" y="188"/>
                    </a:cubicBezTo>
                    <a:cubicBezTo>
                      <a:pt x="167" y="73"/>
                      <a:pt x="81" y="1"/>
                      <a:pt x="42"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4"/>
              <p:cNvSpPr/>
              <p:nvPr/>
            </p:nvSpPr>
            <p:spPr>
              <a:xfrm>
                <a:off x="7619268" y="4660814"/>
                <a:ext cx="17535" cy="8213"/>
              </a:xfrm>
              <a:custGeom>
                <a:avLst/>
                <a:gdLst/>
                <a:ahLst/>
                <a:cxnLst/>
                <a:rect l="l" t="t" r="r" b="b"/>
                <a:pathLst>
                  <a:path w="395" h="185" extrusionOk="0">
                    <a:moveTo>
                      <a:pt x="64" y="0"/>
                    </a:moveTo>
                    <a:cubicBezTo>
                      <a:pt x="41" y="0"/>
                      <a:pt x="25" y="5"/>
                      <a:pt x="18" y="17"/>
                    </a:cubicBezTo>
                    <a:cubicBezTo>
                      <a:pt x="0" y="49"/>
                      <a:pt x="65" y="121"/>
                      <a:pt x="176" y="160"/>
                    </a:cubicBezTo>
                    <a:cubicBezTo>
                      <a:pt x="223" y="177"/>
                      <a:pt x="267" y="184"/>
                      <a:pt x="303" y="184"/>
                    </a:cubicBezTo>
                    <a:cubicBezTo>
                      <a:pt x="353" y="184"/>
                      <a:pt x="387" y="171"/>
                      <a:pt x="391" y="150"/>
                    </a:cubicBezTo>
                    <a:cubicBezTo>
                      <a:pt x="395" y="114"/>
                      <a:pt x="320" y="71"/>
                      <a:pt x="219" y="35"/>
                    </a:cubicBezTo>
                    <a:cubicBezTo>
                      <a:pt x="159" y="15"/>
                      <a:pt x="102" y="0"/>
                      <a:pt x="64"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4"/>
              <p:cNvSpPr/>
              <p:nvPr/>
            </p:nvSpPr>
            <p:spPr>
              <a:xfrm>
                <a:off x="7622597" y="4649894"/>
                <a:ext cx="20909" cy="5993"/>
              </a:xfrm>
              <a:custGeom>
                <a:avLst/>
                <a:gdLst/>
                <a:ahLst/>
                <a:cxnLst/>
                <a:rect l="l" t="t" r="r" b="b"/>
                <a:pathLst>
                  <a:path w="471" h="135" extrusionOk="0">
                    <a:moveTo>
                      <a:pt x="217" y="0"/>
                    </a:moveTo>
                    <a:cubicBezTo>
                      <a:pt x="101" y="0"/>
                      <a:pt x="8" y="28"/>
                      <a:pt x="5" y="62"/>
                    </a:cubicBezTo>
                    <a:cubicBezTo>
                      <a:pt x="0" y="101"/>
                      <a:pt x="104" y="130"/>
                      <a:pt x="234" y="134"/>
                    </a:cubicBezTo>
                    <a:cubicBezTo>
                      <a:pt x="366" y="134"/>
                      <a:pt x="471" y="105"/>
                      <a:pt x="467" y="70"/>
                    </a:cubicBezTo>
                    <a:cubicBezTo>
                      <a:pt x="464" y="33"/>
                      <a:pt x="359" y="1"/>
                      <a:pt x="237" y="1"/>
                    </a:cubicBezTo>
                    <a:cubicBezTo>
                      <a:pt x="230" y="1"/>
                      <a:pt x="224" y="0"/>
                      <a:pt x="217"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1" name="Google Shape;991;p34"/>
            <p:cNvSpPr/>
            <p:nvPr/>
          </p:nvSpPr>
          <p:spPr>
            <a:xfrm>
              <a:off x="7375336" y="2989184"/>
              <a:ext cx="469273" cy="1653798"/>
            </a:xfrm>
            <a:custGeom>
              <a:avLst/>
              <a:gdLst/>
              <a:ahLst/>
              <a:cxnLst/>
              <a:rect l="l" t="t" r="r" b="b"/>
              <a:pathLst>
                <a:path w="10571" h="37254" extrusionOk="0">
                  <a:moveTo>
                    <a:pt x="3840" y="36981"/>
                  </a:moveTo>
                  <a:lnTo>
                    <a:pt x="3840" y="36981"/>
                  </a:lnTo>
                  <a:cubicBezTo>
                    <a:pt x="3843" y="36985"/>
                    <a:pt x="3845" y="36988"/>
                    <a:pt x="3847" y="36988"/>
                  </a:cubicBezTo>
                  <a:cubicBezTo>
                    <a:pt x="3849" y="36988"/>
                    <a:pt x="3850" y="36985"/>
                    <a:pt x="3852" y="36981"/>
                  </a:cubicBezTo>
                  <a:lnTo>
                    <a:pt x="3852" y="36981"/>
                  </a:lnTo>
                  <a:lnTo>
                    <a:pt x="3840" y="36981"/>
                  </a:lnTo>
                  <a:close/>
                  <a:moveTo>
                    <a:pt x="9939" y="0"/>
                  </a:moveTo>
                  <a:lnTo>
                    <a:pt x="2129" y="1303"/>
                  </a:lnTo>
                  <a:lnTo>
                    <a:pt x="0" y="1659"/>
                  </a:lnTo>
                  <a:lnTo>
                    <a:pt x="1224" y="3166"/>
                  </a:lnTo>
                  <a:cubicBezTo>
                    <a:pt x="1576" y="10251"/>
                    <a:pt x="1493" y="17118"/>
                    <a:pt x="1816" y="20538"/>
                  </a:cubicBezTo>
                  <a:cubicBezTo>
                    <a:pt x="1865" y="21047"/>
                    <a:pt x="3960" y="36625"/>
                    <a:pt x="3852" y="36981"/>
                  </a:cubicBezTo>
                  <a:lnTo>
                    <a:pt x="3852" y="36981"/>
                  </a:lnTo>
                  <a:lnTo>
                    <a:pt x="10305" y="37254"/>
                  </a:lnTo>
                  <a:lnTo>
                    <a:pt x="8374" y="20875"/>
                  </a:lnTo>
                  <a:lnTo>
                    <a:pt x="9289" y="6335"/>
                  </a:lnTo>
                  <a:cubicBezTo>
                    <a:pt x="10280" y="4616"/>
                    <a:pt x="10571" y="2581"/>
                    <a:pt x="10100" y="653"/>
                  </a:cubicBezTo>
                  <a:lnTo>
                    <a:pt x="9939" y="0"/>
                  </a:ln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4"/>
            <p:cNvSpPr/>
            <p:nvPr/>
          </p:nvSpPr>
          <p:spPr>
            <a:xfrm>
              <a:off x="6558887" y="2360281"/>
              <a:ext cx="1664142" cy="1309978"/>
            </a:xfrm>
            <a:custGeom>
              <a:avLst/>
              <a:gdLst/>
              <a:ahLst/>
              <a:cxnLst/>
              <a:rect l="l" t="t" r="r" b="b"/>
              <a:pathLst>
                <a:path w="37487" h="29509" extrusionOk="0">
                  <a:moveTo>
                    <a:pt x="6859" y="0"/>
                  </a:moveTo>
                  <a:cubicBezTo>
                    <a:pt x="6117" y="0"/>
                    <a:pt x="5431" y="489"/>
                    <a:pt x="5212" y="1239"/>
                  </a:cubicBezTo>
                  <a:lnTo>
                    <a:pt x="3776" y="6167"/>
                  </a:lnTo>
                  <a:lnTo>
                    <a:pt x="3604" y="6752"/>
                  </a:lnTo>
                  <a:lnTo>
                    <a:pt x="3475" y="7198"/>
                  </a:lnTo>
                  <a:lnTo>
                    <a:pt x="3314" y="7758"/>
                  </a:lnTo>
                  <a:lnTo>
                    <a:pt x="3249" y="7969"/>
                  </a:lnTo>
                  <a:lnTo>
                    <a:pt x="3105" y="8460"/>
                  </a:lnTo>
                  <a:lnTo>
                    <a:pt x="3016" y="8780"/>
                  </a:lnTo>
                  <a:lnTo>
                    <a:pt x="2886" y="9222"/>
                  </a:lnTo>
                  <a:lnTo>
                    <a:pt x="69" y="18884"/>
                  </a:lnTo>
                  <a:cubicBezTo>
                    <a:pt x="22" y="19046"/>
                    <a:pt x="1" y="19207"/>
                    <a:pt x="1" y="19365"/>
                  </a:cubicBezTo>
                  <a:cubicBezTo>
                    <a:pt x="1" y="20108"/>
                    <a:pt x="488" y="20794"/>
                    <a:pt x="1238" y="21012"/>
                  </a:cubicBezTo>
                  <a:lnTo>
                    <a:pt x="30147" y="29440"/>
                  </a:lnTo>
                  <a:cubicBezTo>
                    <a:pt x="30308" y="29487"/>
                    <a:pt x="30470" y="29509"/>
                    <a:pt x="30628" y="29509"/>
                  </a:cubicBezTo>
                  <a:cubicBezTo>
                    <a:pt x="31371" y="29509"/>
                    <a:pt x="32056" y="29020"/>
                    <a:pt x="32275" y="28270"/>
                  </a:cubicBezTo>
                  <a:lnTo>
                    <a:pt x="37419" y="10625"/>
                  </a:lnTo>
                  <a:cubicBezTo>
                    <a:pt x="37465" y="10463"/>
                    <a:pt x="37487" y="10302"/>
                    <a:pt x="37487" y="10144"/>
                  </a:cubicBezTo>
                  <a:cubicBezTo>
                    <a:pt x="37487" y="9401"/>
                    <a:pt x="37003" y="8715"/>
                    <a:pt x="36252" y="8497"/>
                  </a:cubicBezTo>
                  <a:lnTo>
                    <a:pt x="29971" y="6666"/>
                  </a:lnTo>
                  <a:cubicBezTo>
                    <a:pt x="29734" y="7775"/>
                    <a:pt x="29429" y="8748"/>
                    <a:pt x="29142" y="9530"/>
                  </a:cubicBezTo>
                  <a:cubicBezTo>
                    <a:pt x="29264" y="9512"/>
                    <a:pt x="29386" y="9502"/>
                    <a:pt x="29512" y="9502"/>
                  </a:cubicBezTo>
                  <a:cubicBezTo>
                    <a:pt x="29727" y="9502"/>
                    <a:pt x="29942" y="9530"/>
                    <a:pt x="30161" y="9595"/>
                  </a:cubicBezTo>
                  <a:cubicBezTo>
                    <a:pt x="31389" y="9950"/>
                    <a:pt x="32092" y="11235"/>
                    <a:pt x="31733" y="12466"/>
                  </a:cubicBezTo>
                  <a:cubicBezTo>
                    <a:pt x="31439" y="13475"/>
                    <a:pt x="30517" y="14132"/>
                    <a:pt x="29512" y="14132"/>
                  </a:cubicBezTo>
                  <a:cubicBezTo>
                    <a:pt x="29300" y="14132"/>
                    <a:pt x="29081" y="14103"/>
                    <a:pt x="28865" y="14038"/>
                  </a:cubicBezTo>
                  <a:cubicBezTo>
                    <a:pt x="28115" y="13823"/>
                    <a:pt x="27563" y="13260"/>
                    <a:pt x="27326" y="12577"/>
                  </a:cubicBezTo>
                  <a:cubicBezTo>
                    <a:pt x="26493" y="13637"/>
                    <a:pt x="25061" y="14013"/>
                    <a:pt x="23442" y="14013"/>
                  </a:cubicBezTo>
                  <a:cubicBezTo>
                    <a:pt x="19440" y="14013"/>
                    <a:pt x="14300" y="11709"/>
                    <a:pt x="14300" y="11709"/>
                  </a:cubicBezTo>
                  <a:lnTo>
                    <a:pt x="14304" y="11699"/>
                  </a:lnTo>
                  <a:cubicBezTo>
                    <a:pt x="13385" y="11500"/>
                    <a:pt x="12372" y="11264"/>
                    <a:pt x="11838" y="11070"/>
                  </a:cubicBezTo>
                  <a:cubicBezTo>
                    <a:pt x="10732" y="10672"/>
                    <a:pt x="10765" y="10571"/>
                    <a:pt x="10833" y="10450"/>
                  </a:cubicBezTo>
                  <a:cubicBezTo>
                    <a:pt x="10861" y="10402"/>
                    <a:pt x="10926" y="10381"/>
                    <a:pt x="11012" y="10381"/>
                  </a:cubicBezTo>
                  <a:cubicBezTo>
                    <a:pt x="11206" y="10381"/>
                    <a:pt x="11514" y="10478"/>
                    <a:pt x="11806" y="10571"/>
                  </a:cubicBezTo>
                  <a:cubicBezTo>
                    <a:pt x="12096" y="10668"/>
                    <a:pt x="12369" y="10761"/>
                    <a:pt x="12495" y="10761"/>
                  </a:cubicBezTo>
                  <a:cubicBezTo>
                    <a:pt x="12566" y="10761"/>
                    <a:pt x="12591" y="10733"/>
                    <a:pt x="12541" y="10650"/>
                  </a:cubicBezTo>
                  <a:cubicBezTo>
                    <a:pt x="12276" y="10223"/>
                    <a:pt x="10219" y="9739"/>
                    <a:pt x="10424" y="9408"/>
                  </a:cubicBezTo>
                  <a:cubicBezTo>
                    <a:pt x="10470" y="9333"/>
                    <a:pt x="10563" y="9300"/>
                    <a:pt x="10686" y="9300"/>
                  </a:cubicBezTo>
                  <a:cubicBezTo>
                    <a:pt x="11282" y="9300"/>
                    <a:pt x="12574" y="10022"/>
                    <a:pt x="12710" y="10083"/>
                  </a:cubicBezTo>
                  <a:cubicBezTo>
                    <a:pt x="12732" y="10094"/>
                    <a:pt x="12753" y="10097"/>
                    <a:pt x="12771" y="10097"/>
                  </a:cubicBezTo>
                  <a:cubicBezTo>
                    <a:pt x="12897" y="10097"/>
                    <a:pt x="12969" y="9918"/>
                    <a:pt x="12839" y="9864"/>
                  </a:cubicBezTo>
                  <a:cubicBezTo>
                    <a:pt x="12621" y="9778"/>
                    <a:pt x="10359" y="8808"/>
                    <a:pt x="10621" y="8382"/>
                  </a:cubicBezTo>
                  <a:cubicBezTo>
                    <a:pt x="10661" y="8313"/>
                    <a:pt x="10722" y="8288"/>
                    <a:pt x="10790" y="8288"/>
                  </a:cubicBezTo>
                  <a:cubicBezTo>
                    <a:pt x="10959" y="8288"/>
                    <a:pt x="11166" y="8442"/>
                    <a:pt x="11166" y="8442"/>
                  </a:cubicBezTo>
                  <a:cubicBezTo>
                    <a:pt x="11166" y="8442"/>
                    <a:pt x="12868" y="9325"/>
                    <a:pt x="13255" y="9325"/>
                  </a:cubicBezTo>
                  <a:cubicBezTo>
                    <a:pt x="13292" y="9325"/>
                    <a:pt x="13317" y="9318"/>
                    <a:pt x="13328" y="9300"/>
                  </a:cubicBezTo>
                  <a:cubicBezTo>
                    <a:pt x="13446" y="9093"/>
                    <a:pt x="12265" y="8429"/>
                    <a:pt x="11852" y="8231"/>
                  </a:cubicBezTo>
                  <a:cubicBezTo>
                    <a:pt x="11443" y="8037"/>
                    <a:pt x="11368" y="7764"/>
                    <a:pt x="11605" y="7653"/>
                  </a:cubicBezTo>
                  <a:cubicBezTo>
                    <a:pt x="11615" y="7650"/>
                    <a:pt x="11626" y="7646"/>
                    <a:pt x="11644" y="7646"/>
                  </a:cubicBezTo>
                  <a:cubicBezTo>
                    <a:pt x="11917" y="7646"/>
                    <a:pt x="13073" y="8162"/>
                    <a:pt x="13453" y="8353"/>
                  </a:cubicBezTo>
                  <a:cubicBezTo>
                    <a:pt x="13711" y="8482"/>
                    <a:pt x="14250" y="8762"/>
                    <a:pt x="14529" y="8762"/>
                  </a:cubicBezTo>
                  <a:cubicBezTo>
                    <a:pt x="14688" y="8762"/>
                    <a:pt x="14759" y="8672"/>
                    <a:pt x="14648" y="8407"/>
                  </a:cubicBezTo>
                  <a:cubicBezTo>
                    <a:pt x="14336" y="7682"/>
                    <a:pt x="14372" y="7007"/>
                    <a:pt x="14508" y="6831"/>
                  </a:cubicBezTo>
                  <a:cubicBezTo>
                    <a:pt x="14551" y="6774"/>
                    <a:pt x="14612" y="6749"/>
                    <a:pt x="14673" y="6749"/>
                  </a:cubicBezTo>
                  <a:cubicBezTo>
                    <a:pt x="14803" y="6749"/>
                    <a:pt x="14935" y="6860"/>
                    <a:pt x="14932" y="7025"/>
                  </a:cubicBezTo>
                  <a:cubicBezTo>
                    <a:pt x="14928" y="7223"/>
                    <a:pt x="15021" y="7556"/>
                    <a:pt x="15101" y="7804"/>
                  </a:cubicBezTo>
                  <a:cubicBezTo>
                    <a:pt x="15169" y="8008"/>
                    <a:pt x="15266" y="8199"/>
                    <a:pt x="15399" y="8367"/>
                  </a:cubicBezTo>
                  <a:cubicBezTo>
                    <a:pt x="15549" y="8568"/>
                    <a:pt x="15689" y="8730"/>
                    <a:pt x="15808" y="8863"/>
                  </a:cubicBezTo>
                  <a:cubicBezTo>
                    <a:pt x="16848" y="9229"/>
                    <a:pt x="19595" y="10083"/>
                    <a:pt x="22390" y="10083"/>
                  </a:cubicBezTo>
                  <a:cubicBezTo>
                    <a:pt x="22764" y="10083"/>
                    <a:pt x="23140" y="10069"/>
                    <a:pt x="23514" y="10033"/>
                  </a:cubicBezTo>
                  <a:cubicBezTo>
                    <a:pt x="23632" y="10022"/>
                    <a:pt x="23805" y="9782"/>
                    <a:pt x="24010" y="9405"/>
                  </a:cubicBezTo>
                  <a:lnTo>
                    <a:pt x="23697" y="9244"/>
                  </a:lnTo>
                  <a:cubicBezTo>
                    <a:pt x="24328" y="7958"/>
                    <a:pt x="24871" y="6648"/>
                    <a:pt x="25309" y="5306"/>
                  </a:cubicBezTo>
                  <a:lnTo>
                    <a:pt x="25082" y="5241"/>
                  </a:lnTo>
                  <a:lnTo>
                    <a:pt x="24971" y="5209"/>
                  </a:lnTo>
                  <a:lnTo>
                    <a:pt x="23632" y="4817"/>
                  </a:lnTo>
                  <a:lnTo>
                    <a:pt x="23435" y="4760"/>
                  </a:lnTo>
                  <a:lnTo>
                    <a:pt x="23295" y="4721"/>
                  </a:lnTo>
                  <a:lnTo>
                    <a:pt x="23152" y="4678"/>
                  </a:lnTo>
                  <a:lnTo>
                    <a:pt x="19045" y="3482"/>
                  </a:lnTo>
                  <a:lnTo>
                    <a:pt x="18959" y="3457"/>
                  </a:lnTo>
                  <a:lnTo>
                    <a:pt x="16680" y="2790"/>
                  </a:lnTo>
                  <a:lnTo>
                    <a:pt x="7341" y="69"/>
                  </a:lnTo>
                  <a:cubicBezTo>
                    <a:pt x="7179" y="22"/>
                    <a:pt x="7018" y="0"/>
                    <a:pt x="685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4"/>
            <p:cNvSpPr/>
            <p:nvPr/>
          </p:nvSpPr>
          <p:spPr>
            <a:xfrm>
              <a:off x="6733701" y="2965600"/>
              <a:ext cx="31385" cy="87231"/>
            </a:xfrm>
            <a:custGeom>
              <a:avLst/>
              <a:gdLst/>
              <a:ahLst/>
              <a:cxnLst/>
              <a:rect l="l" t="t" r="r" b="b"/>
              <a:pathLst>
                <a:path w="707" h="1965" extrusionOk="0">
                  <a:moveTo>
                    <a:pt x="100" y="1"/>
                  </a:moveTo>
                  <a:lnTo>
                    <a:pt x="54" y="162"/>
                  </a:lnTo>
                  <a:lnTo>
                    <a:pt x="474" y="284"/>
                  </a:lnTo>
                  <a:lnTo>
                    <a:pt x="0" y="1910"/>
                  </a:lnTo>
                  <a:lnTo>
                    <a:pt x="183" y="1964"/>
                  </a:lnTo>
                  <a:lnTo>
                    <a:pt x="707" y="177"/>
                  </a:lnTo>
                  <a:lnTo>
                    <a:pt x="10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4"/>
            <p:cNvSpPr/>
            <p:nvPr/>
          </p:nvSpPr>
          <p:spPr>
            <a:xfrm>
              <a:off x="6767749" y="2985798"/>
              <a:ext cx="73070" cy="90738"/>
            </a:xfrm>
            <a:custGeom>
              <a:avLst/>
              <a:gdLst/>
              <a:ahLst/>
              <a:cxnLst/>
              <a:rect l="l" t="t" r="r" b="b"/>
              <a:pathLst>
                <a:path w="1646" h="2044" extrusionOk="0">
                  <a:moveTo>
                    <a:pt x="810" y="0"/>
                  </a:moveTo>
                  <a:cubicBezTo>
                    <a:pt x="655" y="0"/>
                    <a:pt x="515" y="40"/>
                    <a:pt x="400" y="116"/>
                  </a:cubicBezTo>
                  <a:lnTo>
                    <a:pt x="496" y="267"/>
                  </a:lnTo>
                  <a:cubicBezTo>
                    <a:pt x="593" y="203"/>
                    <a:pt x="697" y="173"/>
                    <a:pt x="811" y="173"/>
                  </a:cubicBezTo>
                  <a:cubicBezTo>
                    <a:pt x="884" y="173"/>
                    <a:pt x="961" y="186"/>
                    <a:pt x="1042" y="209"/>
                  </a:cubicBezTo>
                  <a:cubicBezTo>
                    <a:pt x="1314" y="288"/>
                    <a:pt x="1426" y="457"/>
                    <a:pt x="1365" y="666"/>
                  </a:cubicBezTo>
                  <a:cubicBezTo>
                    <a:pt x="1329" y="787"/>
                    <a:pt x="1253" y="898"/>
                    <a:pt x="995" y="1039"/>
                  </a:cubicBezTo>
                  <a:lnTo>
                    <a:pt x="40" y="1549"/>
                  </a:lnTo>
                  <a:lnTo>
                    <a:pt x="1" y="1678"/>
                  </a:lnTo>
                  <a:lnTo>
                    <a:pt x="1258" y="2044"/>
                  </a:lnTo>
                  <a:lnTo>
                    <a:pt x="1304" y="1882"/>
                  </a:lnTo>
                  <a:lnTo>
                    <a:pt x="320" y="1595"/>
                  </a:lnTo>
                  <a:lnTo>
                    <a:pt x="1102" y="1175"/>
                  </a:lnTo>
                  <a:cubicBezTo>
                    <a:pt x="1412" y="1010"/>
                    <a:pt x="1508" y="870"/>
                    <a:pt x="1559" y="701"/>
                  </a:cubicBezTo>
                  <a:cubicBezTo>
                    <a:pt x="1645" y="403"/>
                    <a:pt x="1469" y="152"/>
                    <a:pt x="1107" y="45"/>
                  </a:cubicBezTo>
                  <a:cubicBezTo>
                    <a:pt x="1004" y="15"/>
                    <a:pt x="904" y="0"/>
                    <a:pt x="8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4"/>
            <p:cNvSpPr/>
            <p:nvPr/>
          </p:nvSpPr>
          <p:spPr>
            <a:xfrm>
              <a:off x="6844236" y="3013721"/>
              <a:ext cx="71117" cy="82570"/>
            </a:xfrm>
            <a:custGeom>
              <a:avLst/>
              <a:gdLst/>
              <a:ahLst/>
              <a:cxnLst/>
              <a:rect l="l" t="t" r="r" b="b"/>
              <a:pathLst>
                <a:path w="1602" h="1860" extrusionOk="0">
                  <a:moveTo>
                    <a:pt x="1332" y="1"/>
                  </a:moveTo>
                  <a:lnTo>
                    <a:pt x="40" y="908"/>
                  </a:lnTo>
                  <a:lnTo>
                    <a:pt x="1" y="1041"/>
                  </a:lnTo>
                  <a:lnTo>
                    <a:pt x="1009" y="1336"/>
                  </a:lnTo>
                  <a:lnTo>
                    <a:pt x="873" y="1806"/>
                  </a:lnTo>
                  <a:lnTo>
                    <a:pt x="1056" y="1859"/>
                  </a:lnTo>
                  <a:lnTo>
                    <a:pt x="1196" y="1389"/>
                  </a:lnTo>
                  <a:lnTo>
                    <a:pt x="1551" y="1493"/>
                  </a:lnTo>
                  <a:lnTo>
                    <a:pt x="1602" y="1332"/>
                  </a:lnTo>
                  <a:lnTo>
                    <a:pt x="1243" y="1228"/>
                  </a:lnTo>
                  <a:lnTo>
                    <a:pt x="1361" y="812"/>
                  </a:lnTo>
                  <a:lnTo>
                    <a:pt x="1185" y="761"/>
                  </a:lnTo>
                  <a:lnTo>
                    <a:pt x="1064" y="1174"/>
                  </a:lnTo>
                  <a:lnTo>
                    <a:pt x="288" y="948"/>
                  </a:lnTo>
                  <a:lnTo>
                    <a:pt x="1537" y="62"/>
                  </a:lnTo>
                  <a:lnTo>
                    <a:pt x="13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4"/>
            <p:cNvSpPr/>
            <p:nvPr/>
          </p:nvSpPr>
          <p:spPr>
            <a:xfrm>
              <a:off x="6966002" y="3049100"/>
              <a:ext cx="70939" cy="82570"/>
            </a:xfrm>
            <a:custGeom>
              <a:avLst/>
              <a:gdLst/>
              <a:ahLst/>
              <a:cxnLst/>
              <a:rect l="l" t="t" r="r" b="b"/>
              <a:pathLst>
                <a:path w="1598" h="1860" extrusionOk="0">
                  <a:moveTo>
                    <a:pt x="1331" y="0"/>
                  </a:moveTo>
                  <a:lnTo>
                    <a:pt x="36" y="912"/>
                  </a:lnTo>
                  <a:lnTo>
                    <a:pt x="0" y="1044"/>
                  </a:lnTo>
                  <a:lnTo>
                    <a:pt x="1008" y="1339"/>
                  </a:lnTo>
                  <a:lnTo>
                    <a:pt x="872" y="1809"/>
                  </a:lnTo>
                  <a:lnTo>
                    <a:pt x="1056" y="1859"/>
                  </a:lnTo>
                  <a:lnTo>
                    <a:pt x="1192" y="1393"/>
                  </a:lnTo>
                  <a:lnTo>
                    <a:pt x="1551" y="1497"/>
                  </a:lnTo>
                  <a:lnTo>
                    <a:pt x="1597" y="1332"/>
                  </a:lnTo>
                  <a:lnTo>
                    <a:pt x="1238" y="1228"/>
                  </a:lnTo>
                  <a:lnTo>
                    <a:pt x="1361" y="815"/>
                  </a:lnTo>
                  <a:lnTo>
                    <a:pt x="1181" y="761"/>
                  </a:lnTo>
                  <a:lnTo>
                    <a:pt x="1059" y="1178"/>
                  </a:lnTo>
                  <a:lnTo>
                    <a:pt x="284" y="948"/>
                  </a:lnTo>
                  <a:lnTo>
                    <a:pt x="1536" y="61"/>
                  </a:lnTo>
                  <a:lnTo>
                    <a:pt x="133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4"/>
            <p:cNvSpPr/>
            <p:nvPr/>
          </p:nvSpPr>
          <p:spPr>
            <a:xfrm>
              <a:off x="7043598" y="3063261"/>
              <a:ext cx="73514" cy="87498"/>
            </a:xfrm>
            <a:custGeom>
              <a:avLst/>
              <a:gdLst/>
              <a:ahLst/>
              <a:cxnLst/>
              <a:rect l="l" t="t" r="r" b="b"/>
              <a:pathLst>
                <a:path w="1656" h="1971" extrusionOk="0">
                  <a:moveTo>
                    <a:pt x="675" y="1"/>
                  </a:moveTo>
                  <a:lnTo>
                    <a:pt x="323" y="873"/>
                  </a:lnTo>
                  <a:lnTo>
                    <a:pt x="703" y="980"/>
                  </a:lnTo>
                  <a:cubicBezTo>
                    <a:pt x="1155" y="1113"/>
                    <a:pt x="1260" y="1300"/>
                    <a:pt x="1192" y="1530"/>
                  </a:cubicBezTo>
                  <a:cubicBezTo>
                    <a:pt x="1143" y="1693"/>
                    <a:pt x="1015" y="1792"/>
                    <a:pt x="825" y="1792"/>
                  </a:cubicBezTo>
                  <a:cubicBezTo>
                    <a:pt x="763" y="1792"/>
                    <a:pt x="695" y="1781"/>
                    <a:pt x="621" y="1759"/>
                  </a:cubicBezTo>
                  <a:cubicBezTo>
                    <a:pt x="391" y="1691"/>
                    <a:pt x="212" y="1544"/>
                    <a:pt x="133" y="1393"/>
                  </a:cubicBezTo>
                  <a:lnTo>
                    <a:pt x="0" y="1512"/>
                  </a:lnTo>
                  <a:cubicBezTo>
                    <a:pt x="97" y="1691"/>
                    <a:pt x="316" y="1853"/>
                    <a:pt x="574" y="1928"/>
                  </a:cubicBezTo>
                  <a:cubicBezTo>
                    <a:pt x="673" y="1957"/>
                    <a:pt x="763" y="1971"/>
                    <a:pt x="846" y="1971"/>
                  </a:cubicBezTo>
                  <a:cubicBezTo>
                    <a:pt x="1127" y="1971"/>
                    <a:pt x="1313" y="1812"/>
                    <a:pt x="1382" y="1576"/>
                  </a:cubicBezTo>
                  <a:cubicBezTo>
                    <a:pt x="1472" y="1260"/>
                    <a:pt x="1328" y="988"/>
                    <a:pt x="789" y="830"/>
                  </a:cubicBezTo>
                  <a:lnTo>
                    <a:pt x="560" y="765"/>
                  </a:lnTo>
                  <a:lnTo>
                    <a:pt x="789" y="213"/>
                  </a:lnTo>
                  <a:lnTo>
                    <a:pt x="1604" y="450"/>
                  </a:lnTo>
                  <a:lnTo>
                    <a:pt x="1655" y="288"/>
                  </a:lnTo>
                  <a:lnTo>
                    <a:pt x="6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4"/>
            <p:cNvSpPr/>
            <p:nvPr/>
          </p:nvSpPr>
          <p:spPr>
            <a:xfrm>
              <a:off x="7120884" y="3090695"/>
              <a:ext cx="73159" cy="83014"/>
            </a:xfrm>
            <a:custGeom>
              <a:avLst/>
              <a:gdLst/>
              <a:ahLst/>
              <a:cxnLst/>
              <a:rect l="l" t="t" r="r" b="b"/>
              <a:pathLst>
                <a:path w="1648" h="1870" extrusionOk="0">
                  <a:moveTo>
                    <a:pt x="720" y="876"/>
                  </a:moveTo>
                  <a:cubicBezTo>
                    <a:pt x="774" y="876"/>
                    <a:pt x="831" y="884"/>
                    <a:pt x="890" y="901"/>
                  </a:cubicBezTo>
                  <a:cubicBezTo>
                    <a:pt x="1163" y="980"/>
                    <a:pt x="1296" y="1181"/>
                    <a:pt x="1228" y="1418"/>
                  </a:cubicBezTo>
                  <a:cubicBezTo>
                    <a:pt x="1171" y="1602"/>
                    <a:pt x="1024" y="1704"/>
                    <a:pt x="839" y="1704"/>
                  </a:cubicBezTo>
                  <a:cubicBezTo>
                    <a:pt x="787" y="1704"/>
                    <a:pt x="732" y="1696"/>
                    <a:pt x="675" y="1680"/>
                  </a:cubicBezTo>
                  <a:cubicBezTo>
                    <a:pt x="366" y="1586"/>
                    <a:pt x="259" y="1353"/>
                    <a:pt x="315" y="1156"/>
                  </a:cubicBezTo>
                  <a:cubicBezTo>
                    <a:pt x="366" y="984"/>
                    <a:pt x="521" y="876"/>
                    <a:pt x="720" y="876"/>
                  </a:cubicBezTo>
                  <a:close/>
                  <a:moveTo>
                    <a:pt x="977" y="1"/>
                  </a:moveTo>
                  <a:cubicBezTo>
                    <a:pt x="611" y="1"/>
                    <a:pt x="306" y="240"/>
                    <a:pt x="165" y="728"/>
                  </a:cubicBezTo>
                  <a:cubicBezTo>
                    <a:pt x="0" y="1292"/>
                    <a:pt x="161" y="1698"/>
                    <a:pt x="638" y="1838"/>
                  </a:cubicBezTo>
                  <a:cubicBezTo>
                    <a:pt x="713" y="1859"/>
                    <a:pt x="786" y="1870"/>
                    <a:pt x="855" y="1870"/>
                  </a:cubicBezTo>
                  <a:cubicBezTo>
                    <a:pt x="1114" y="1870"/>
                    <a:pt x="1330" y="1727"/>
                    <a:pt x="1407" y="1464"/>
                  </a:cubicBezTo>
                  <a:cubicBezTo>
                    <a:pt x="1503" y="1138"/>
                    <a:pt x="1317" y="858"/>
                    <a:pt x="962" y="753"/>
                  </a:cubicBezTo>
                  <a:cubicBezTo>
                    <a:pt x="887" y="732"/>
                    <a:pt x="814" y="721"/>
                    <a:pt x="743" y="721"/>
                  </a:cubicBezTo>
                  <a:cubicBezTo>
                    <a:pt x="578" y="721"/>
                    <a:pt x="430" y="780"/>
                    <a:pt x="327" y="901"/>
                  </a:cubicBezTo>
                  <a:cubicBezTo>
                    <a:pt x="337" y="844"/>
                    <a:pt x="348" y="793"/>
                    <a:pt x="362" y="753"/>
                  </a:cubicBezTo>
                  <a:cubicBezTo>
                    <a:pt x="475" y="361"/>
                    <a:pt x="704" y="171"/>
                    <a:pt x="990" y="171"/>
                  </a:cubicBezTo>
                  <a:cubicBezTo>
                    <a:pt x="1060" y="171"/>
                    <a:pt x="1134" y="182"/>
                    <a:pt x="1210" y="205"/>
                  </a:cubicBezTo>
                  <a:cubicBezTo>
                    <a:pt x="1342" y="244"/>
                    <a:pt x="1457" y="301"/>
                    <a:pt x="1529" y="387"/>
                  </a:cubicBezTo>
                  <a:lnTo>
                    <a:pt x="1647" y="262"/>
                  </a:lnTo>
                  <a:cubicBezTo>
                    <a:pt x="1554" y="162"/>
                    <a:pt x="1414" y="90"/>
                    <a:pt x="1253" y="43"/>
                  </a:cubicBezTo>
                  <a:cubicBezTo>
                    <a:pt x="1158" y="15"/>
                    <a:pt x="1066" y="1"/>
                    <a:pt x="9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4"/>
            <p:cNvSpPr/>
            <p:nvPr/>
          </p:nvSpPr>
          <p:spPr>
            <a:xfrm>
              <a:off x="7230487" y="3115865"/>
              <a:ext cx="74757" cy="89406"/>
            </a:xfrm>
            <a:custGeom>
              <a:avLst/>
              <a:gdLst/>
              <a:ahLst/>
              <a:cxnLst/>
              <a:rect l="l" t="t" r="r" b="b"/>
              <a:pathLst>
                <a:path w="1684" h="2014" extrusionOk="0">
                  <a:moveTo>
                    <a:pt x="532" y="0"/>
                  </a:moveTo>
                  <a:lnTo>
                    <a:pt x="485" y="165"/>
                  </a:lnTo>
                  <a:lnTo>
                    <a:pt x="1400" y="431"/>
                  </a:lnTo>
                  <a:lnTo>
                    <a:pt x="722" y="908"/>
                  </a:lnTo>
                  <a:lnTo>
                    <a:pt x="682" y="1044"/>
                  </a:lnTo>
                  <a:lnTo>
                    <a:pt x="812" y="1081"/>
                  </a:lnTo>
                  <a:cubicBezTo>
                    <a:pt x="1145" y="1177"/>
                    <a:pt x="1253" y="1361"/>
                    <a:pt x="1192" y="1576"/>
                  </a:cubicBezTo>
                  <a:cubicBezTo>
                    <a:pt x="1144" y="1742"/>
                    <a:pt x="1017" y="1834"/>
                    <a:pt x="832" y="1834"/>
                  </a:cubicBezTo>
                  <a:cubicBezTo>
                    <a:pt x="769" y="1834"/>
                    <a:pt x="700" y="1823"/>
                    <a:pt x="625" y="1802"/>
                  </a:cubicBezTo>
                  <a:cubicBezTo>
                    <a:pt x="395" y="1734"/>
                    <a:pt x="212" y="1586"/>
                    <a:pt x="133" y="1436"/>
                  </a:cubicBezTo>
                  <a:lnTo>
                    <a:pt x="0" y="1554"/>
                  </a:lnTo>
                  <a:cubicBezTo>
                    <a:pt x="97" y="1734"/>
                    <a:pt x="320" y="1896"/>
                    <a:pt x="578" y="1971"/>
                  </a:cubicBezTo>
                  <a:cubicBezTo>
                    <a:pt x="677" y="1999"/>
                    <a:pt x="769" y="2013"/>
                    <a:pt x="852" y="2013"/>
                  </a:cubicBezTo>
                  <a:cubicBezTo>
                    <a:pt x="1129" y="2013"/>
                    <a:pt x="1312" y="1862"/>
                    <a:pt x="1378" y="1634"/>
                  </a:cubicBezTo>
                  <a:cubicBezTo>
                    <a:pt x="1464" y="1346"/>
                    <a:pt x="1332" y="1088"/>
                    <a:pt x="951" y="955"/>
                  </a:cubicBezTo>
                  <a:lnTo>
                    <a:pt x="1645" y="466"/>
                  </a:lnTo>
                  <a:lnTo>
                    <a:pt x="1683" y="337"/>
                  </a:lnTo>
                  <a:lnTo>
                    <a:pt x="5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4"/>
            <p:cNvSpPr/>
            <p:nvPr/>
          </p:nvSpPr>
          <p:spPr>
            <a:xfrm>
              <a:off x="7309015" y="3145607"/>
              <a:ext cx="73203" cy="82925"/>
            </a:xfrm>
            <a:custGeom>
              <a:avLst/>
              <a:gdLst/>
              <a:ahLst/>
              <a:cxnLst/>
              <a:rect l="l" t="t" r="r" b="b"/>
              <a:pathLst>
                <a:path w="1649" h="1868" extrusionOk="0">
                  <a:moveTo>
                    <a:pt x="720" y="874"/>
                  </a:moveTo>
                  <a:cubicBezTo>
                    <a:pt x="774" y="874"/>
                    <a:pt x="832" y="882"/>
                    <a:pt x="891" y="899"/>
                  </a:cubicBezTo>
                  <a:cubicBezTo>
                    <a:pt x="1163" y="977"/>
                    <a:pt x="1297" y="1182"/>
                    <a:pt x="1225" y="1416"/>
                  </a:cubicBezTo>
                  <a:cubicBezTo>
                    <a:pt x="1171" y="1601"/>
                    <a:pt x="1024" y="1702"/>
                    <a:pt x="840" y="1702"/>
                  </a:cubicBezTo>
                  <a:cubicBezTo>
                    <a:pt x="788" y="1702"/>
                    <a:pt x="733" y="1694"/>
                    <a:pt x="676" y="1678"/>
                  </a:cubicBezTo>
                  <a:cubicBezTo>
                    <a:pt x="367" y="1588"/>
                    <a:pt x="259" y="1351"/>
                    <a:pt x="317" y="1158"/>
                  </a:cubicBezTo>
                  <a:cubicBezTo>
                    <a:pt x="367" y="982"/>
                    <a:pt x="522" y="874"/>
                    <a:pt x="720" y="874"/>
                  </a:cubicBezTo>
                  <a:close/>
                  <a:moveTo>
                    <a:pt x="980" y="0"/>
                  </a:moveTo>
                  <a:cubicBezTo>
                    <a:pt x="613" y="0"/>
                    <a:pt x="307" y="237"/>
                    <a:pt x="166" y="727"/>
                  </a:cubicBezTo>
                  <a:cubicBezTo>
                    <a:pt x="0" y="1290"/>
                    <a:pt x="162" y="1696"/>
                    <a:pt x="640" y="1835"/>
                  </a:cubicBezTo>
                  <a:cubicBezTo>
                    <a:pt x="714" y="1857"/>
                    <a:pt x="787" y="1868"/>
                    <a:pt x="858" y="1868"/>
                  </a:cubicBezTo>
                  <a:cubicBezTo>
                    <a:pt x="1114" y="1868"/>
                    <a:pt x="1332" y="1727"/>
                    <a:pt x="1408" y="1462"/>
                  </a:cubicBezTo>
                  <a:cubicBezTo>
                    <a:pt x="1504" y="1136"/>
                    <a:pt x="1318" y="856"/>
                    <a:pt x="963" y="752"/>
                  </a:cubicBezTo>
                  <a:cubicBezTo>
                    <a:pt x="888" y="730"/>
                    <a:pt x="815" y="719"/>
                    <a:pt x="744" y="719"/>
                  </a:cubicBezTo>
                  <a:cubicBezTo>
                    <a:pt x="579" y="719"/>
                    <a:pt x="430" y="779"/>
                    <a:pt x="328" y="899"/>
                  </a:cubicBezTo>
                  <a:cubicBezTo>
                    <a:pt x="338" y="845"/>
                    <a:pt x="349" y="791"/>
                    <a:pt x="363" y="752"/>
                  </a:cubicBezTo>
                  <a:cubicBezTo>
                    <a:pt x="477" y="360"/>
                    <a:pt x="707" y="170"/>
                    <a:pt x="996" y="170"/>
                  </a:cubicBezTo>
                  <a:cubicBezTo>
                    <a:pt x="1064" y="170"/>
                    <a:pt x="1136" y="181"/>
                    <a:pt x="1211" y="202"/>
                  </a:cubicBezTo>
                  <a:cubicBezTo>
                    <a:pt x="1343" y="242"/>
                    <a:pt x="1458" y="300"/>
                    <a:pt x="1529" y="389"/>
                  </a:cubicBezTo>
                  <a:lnTo>
                    <a:pt x="1648" y="260"/>
                  </a:lnTo>
                  <a:cubicBezTo>
                    <a:pt x="1555" y="159"/>
                    <a:pt x="1415" y="88"/>
                    <a:pt x="1254" y="41"/>
                  </a:cubicBezTo>
                  <a:cubicBezTo>
                    <a:pt x="1160" y="14"/>
                    <a:pt x="1068" y="0"/>
                    <a:pt x="9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4"/>
            <p:cNvSpPr/>
            <p:nvPr/>
          </p:nvSpPr>
          <p:spPr>
            <a:xfrm>
              <a:off x="7395535" y="3159191"/>
              <a:ext cx="65213" cy="86743"/>
            </a:xfrm>
            <a:custGeom>
              <a:avLst/>
              <a:gdLst/>
              <a:ahLst/>
              <a:cxnLst/>
              <a:rect l="l" t="t" r="r" b="b"/>
              <a:pathLst>
                <a:path w="1469" h="1954" extrusionOk="0">
                  <a:moveTo>
                    <a:pt x="159" y="0"/>
                  </a:moveTo>
                  <a:lnTo>
                    <a:pt x="11" y="499"/>
                  </a:lnTo>
                  <a:lnTo>
                    <a:pt x="195" y="550"/>
                  </a:lnTo>
                  <a:lnTo>
                    <a:pt x="291" y="216"/>
                  </a:lnTo>
                  <a:lnTo>
                    <a:pt x="1210" y="485"/>
                  </a:lnTo>
                  <a:lnTo>
                    <a:pt x="1" y="1896"/>
                  </a:lnTo>
                  <a:lnTo>
                    <a:pt x="202" y="1953"/>
                  </a:lnTo>
                  <a:lnTo>
                    <a:pt x="1433" y="514"/>
                  </a:lnTo>
                  <a:lnTo>
                    <a:pt x="1469" y="381"/>
                  </a:lnTo>
                  <a:lnTo>
                    <a:pt x="15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4"/>
            <p:cNvSpPr/>
            <p:nvPr/>
          </p:nvSpPr>
          <p:spPr>
            <a:xfrm>
              <a:off x="7508999" y="3192173"/>
              <a:ext cx="65390" cy="86699"/>
            </a:xfrm>
            <a:custGeom>
              <a:avLst/>
              <a:gdLst/>
              <a:ahLst/>
              <a:cxnLst/>
              <a:rect l="l" t="t" r="r" b="b"/>
              <a:pathLst>
                <a:path w="1473" h="1953" extrusionOk="0">
                  <a:moveTo>
                    <a:pt x="158" y="1"/>
                  </a:moveTo>
                  <a:lnTo>
                    <a:pt x="11" y="500"/>
                  </a:lnTo>
                  <a:lnTo>
                    <a:pt x="195" y="553"/>
                  </a:lnTo>
                  <a:lnTo>
                    <a:pt x="291" y="220"/>
                  </a:lnTo>
                  <a:lnTo>
                    <a:pt x="1210" y="485"/>
                  </a:lnTo>
                  <a:lnTo>
                    <a:pt x="1" y="1896"/>
                  </a:lnTo>
                  <a:lnTo>
                    <a:pt x="201" y="1953"/>
                  </a:lnTo>
                  <a:lnTo>
                    <a:pt x="1432" y="513"/>
                  </a:lnTo>
                  <a:lnTo>
                    <a:pt x="1472" y="384"/>
                  </a:lnTo>
                  <a:lnTo>
                    <a:pt x="1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4"/>
            <p:cNvSpPr/>
            <p:nvPr/>
          </p:nvSpPr>
          <p:spPr>
            <a:xfrm>
              <a:off x="7570215" y="3220406"/>
              <a:ext cx="77110" cy="84790"/>
            </a:xfrm>
            <a:custGeom>
              <a:avLst/>
              <a:gdLst/>
              <a:ahLst/>
              <a:cxnLst/>
              <a:rect l="l" t="t" r="r" b="b"/>
              <a:pathLst>
                <a:path w="1737" h="1910" extrusionOk="0">
                  <a:moveTo>
                    <a:pt x="913" y="169"/>
                  </a:moveTo>
                  <a:cubicBezTo>
                    <a:pt x="975" y="169"/>
                    <a:pt x="1043" y="179"/>
                    <a:pt x="1116" y="200"/>
                  </a:cubicBezTo>
                  <a:cubicBezTo>
                    <a:pt x="1382" y="276"/>
                    <a:pt x="1525" y="452"/>
                    <a:pt x="1464" y="653"/>
                  </a:cubicBezTo>
                  <a:cubicBezTo>
                    <a:pt x="1425" y="795"/>
                    <a:pt x="1303" y="874"/>
                    <a:pt x="1132" y="874"/>
                  </a:cubicBezTo>
                  <a:cubicBezTo>
                    <a:pt x="1070" y="874"/>
                    <a:pt x="1002" y="864"/>
                    <a:pt x="930" y="843"/>
                  </a:cubicBezTo>
                  <a:cubicBezTo>
                    <a:pt x="650" y="760"/>
                    <a:pt x="524" y="588"/>
                    <a:pt x="581" y="391"/>
                  </a:cubicBezTo>
                  <a:cubicBezTo>
                    <a:pt x="623" y="246"/>
                    <a:pt x="744" y="169"/>
                    <a:pt x="913" y="169"/>
                  </a:cubicBezTo>
                  <a:close/>
                  <a:moveTo>
                    <a:pt x="651" y="951"/>
                  </a:moveTo>
                  <a:cubicBezTo>
                    <a:pt x="722" y="951"/>
                    <a:pt x="801" y="963"/>
                    <a:pt x="886" y="987"/>
                  </a:cubicBezTo>
                  <a:cubicBezTo>
                    <a:pt x="1202" y="1080"/>
                    <a:pt x="1349" y="1274"/>
                    <a:pt x="1288" y="1493"/>
                  </a:cubicBezTo>
                  <a:cubicBezTo>
                    <a:pt x="1241" y="1655"/>
                    <a:pt x="1107" y="1743"/>
                    <a:pt x="915" y="1743"/>
                  </a:cubicBezTo>
                  <a:cubicBezTo>
                    <a:pt x="843" y="1743"/>
                    <a:pt x="762" y="1730"/>
                    <a:pt x="675" y="1704"/>
                  </a:cubicBezTo>
                  <a:cubicBezTo>
                    <a:pt x="358" y="1615"/>
                    <a:pt x="211" y="1421"/>
                    <a:pt x="276" y="1199"/>
                  </a:cubicBezTo>
                  <a:cubicBezTo>
                    <a:pt x="323" y="1039"/>
                    <a:pt x="457" y="951"/>
                    <a:pt x="651" y="951"/>
                  </a:cubicBezTo>
                  <a:close/>
                  <a:moveTo>
                    <a:pt x="886" y="0"/>
                  </a:moveTo>
                  <a:cubicBezTo>
                    <a:pt x="642" y="0"/>
                    <a:pt x="460" y="117"/>
                    <a:pt x="398" y="334"/>
                  </a:cubicBezTo>
                  <a:cubicBezTo>
                    <a:pt x="345" y="520"/>
                    <a:pt x="401" y="685"/>
                    <a:pt x="563" y="808"/>
                  </a:cubicBezTo>
                  <a:cubicBezTo>
                    <a:pt x="319" y="818"/>
                    <a:pt x="154" y="933"/>
                    <a:pt x="90" y="1148"/>
                  </a:cubicBezTo>
                  <a:cubicBezTo>
                    <a:pt x="0" y="1464"/>
                    <a:pt x="201" y="1737"/>
                    <a:pt x="631" y="1863"/>
                  </a:cubicBezTo>
                  <a:cubicBezTo>
                    <a:pt x="742" y="1894"/>
                    <a:pt x="846" y="1910"/>
                    <a:pt x="941" y="1910"/>
                  </a:cubicBezTo>
                  <a:cubicBezTo>
                    <a:pt x="1211" y="1910"/>
                    <a:pt x="1406" y="1784"/>
                    <a:pt x="1475" y="1550"/>
                  </a:cubicBezTo>
                  <a:cubicBezTo>
                    <a:pt x="1536" y="1338"/>
                    <a:pt x="1457" y="1148"/>
                    <a:pt x="1253" y="1008"/>
                  </a:cubicBezTo>
                  <a:cubicBezTo>
                    <a:pt x="1457" y="990"/>
                    <a:pt x="1601" y="886"/>
                    <a:pt x="1654" y="700"/>
                  </a:cubicBezTo>
                  <a:cubicBezTo>
                    <a:pt x="1737" y="409"/>
                    <a:pt x="1539" y="154"/>
                    <a:pt x="1159" y="43"/>
                  </a:cubicBezTo>
                  <a:cubicBezTo>
                    <a:pt x="1062" y="14"/>
                    <a:pt x="971" y="0"/>
                    <a:pt x="8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4"/>
            <p:cNvSpPr/>
            <p:nvPr/>
          </p:nvSpPr>
          <p:spPr>
            <a:xfrm>
              <a:off x="7652206" y="3242824"/>
              <a:ext cx="73203" cy="82970"/>
            </a:xfrm>
            <a:custGeom>
              <a:avLst/>
              <a:gdLst/>
              <a:ahLst/>
              <a:cxnLst/>
              <a:rect l="l" t="t" r="r" b="b"/>
              <a:pathLst>
                <a:path w="1649" h="1869" extrusionOk="0">
                  <a:moveTo>
                    <a:pt x="811" y="166"/>
                  </a:moveTo>
                  <a:cubicBezTo>
                    <a:pt x="863" y="166"/>
                    <a:pt x="918" y="174"/>
                    <a:pt x="974" y="191"/>
                  </a:cubicBezTo>
                  <a:cubicBezTo>
                    <a:pt x="1283" y="281"/>
                    <a:pt x="1394" y="514"/>
                    <a:pt x="1336" y="712"/>
                  </a:cubicBezTo>
                  <a:cubicBezTo>
                    <a:pt x="1285" y="887"/>
                    <a:pt x="1128" y="995"/>
                    <a:pt x="930" y="995"/>
                  </a:cubicBezTo>
                  <a:cubicBezTo>
                    <a:pt x="877" y="995"/>
                    <a:pt x="820" y="987"/>
                    <a:pt x="762" y="970"/>
                  </a:cubicBezTo>
                  <a:cubicBezTo>
                    <a:pt x="486" y="888"/>
                    <a:pt x="357" y="686"/>
                    <a:pt x="425" y="453"/>
                  </a:cubicBezTo>
                  <a:cubicBezTo>
                    <a:pt x="478" y="268"/>
                    <a:pt x="626" y="166"/>
                    <a:pt x="811" y="166"/>
                  </a:cubicBezTo>
                  <a:close/>
                  <a:moveTo>
                    <a:pt x="793" y="1"/>
                  </a:moveTo>
                  <a:cubicBezTo>
                    <a:pt x="535" y="1"/>
                    <a:pt x="318" y="141"/>
                    <a:pt x="242" y="403"/>
                  </a:cubicBezTo>
                  <a:cubicBezTo>
                    <a:pt x="145" y="733"/>
                    <a:pt x="332" y="1013"/>
                    <a:pt x="687" y="1117"/>
                  </a:cubicBezTo>
                  <a:cubicBezTo>
                    <a:pt x="760" y="1138"/>
                    <a:pt x="833" y="1149"/>
                    <a:pt x="903" y="1149"/>
                  </a:cubicBezTo>
                  <a:cubicBezTo>
                    <a:pt x="1070" y="1149"/>
                    <a:pt x="1221" y="1089"/>
                    <a:pt x="1322" y="970"/>
                  </a:cubicBezTo>
                  <a:lnTo>
                    <a:pt x="1322" y="970"/>
                  </a:lnTo>
                  <a:cubicBezTo>
                    <a:pt x="1314" y="1024"/>
                    <a:pt x="1301" y="1078"/>
                    <a:pt x="1290" y="1117"/>
                  </a:cubicBezTo>
                  <a:cubicBezTo>
                    <a:pt x="1174" y="1509"/>
                    <a:pt x="943" y="1699"/>
                    <a:pt x="656" y="1699"/>
                  </a:cubicBezTo>
                  <a:cubicBezTo>
                    <a:pt x="588" y="1699"/>
                    <a:pt x="517" y="1688"/>
                    <a:pt x="443" y="1666"/>
                  </a:cubicBezTo>
                  <a:cubicBezTo>
                    <a:pt x="310" y="1627"/>
                    <a:pt x="191" y="1569"/>
                    <a:pt x="120" y="1479"/>
                  </a:cubicBezTo>
                  <a:lnTo>
                    <a:pt x="1" y="1605"/>
                  </a:lnTo>
                  <a:cubicBezTo>
                    <a:pt x="95" y="1709"/>
                    <a:pt x="238" y="1781"/>
                    <a:pt x="396" y="1827"/>
                  </a:cubicBezTo>
                  <a:cubicBezTo>
                    <a:pt x="491" y="1855"/>
                    <a:pt x="583" y="1868"/>
                    <a:pt x="671" y="1868"/>
                  </a:cubicBezTo>
                  <a:cubicBezTo>
                    <a:pt x="1039" y="1868"/>
                    <a:pt x="1342" y="1631"/>
                    <a:pt x="1483" y="1143"/>
                  </a:cubicBezTo>
                  <a:cubicBezTo>
                    <a:pt x="1649" y="575"/>
                    <a:pt x="1487" y="174"/>
                    <a:pt x="1013" y="33"/>
                  </a:cubicBezTo>
                  <a:cubicBezTo>
                    <a:pt x="938" y="11"/>
                    <a:pt x="864" y="1"/>
                    <a:pt x="7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4"/>
            <p:cNvSpPr/>
            <p:nvPr/>
          </p:nvSpPr>
          <p:spPr>
            <a:xfrm>
              <a:off x="7302801" y="3283309"/>
              <a:ext cx="645822" cy="219787"/>
            </a:xfrm>
            <a:custGeom>
              <a:avLst/>
              <a:gdLst/>
              <a:ahLst/>
              <a:cxnLst/>
              <a:rect l="l" t="t" r="r" b="b"/>
              <a:pathLst>
                <a:path w="14548" h="4951" extrusionOk="0">
                  <a:moveTo>
                    <a:pt x="227" y="1"/>
                  </a:moveTo>
                  <a:lnTo>
                    <a:pt x="1" y="776"/>
                  </a:lnTo>
                  <a:lnTo>
                    <a:pt x="14322" y="4950"/>
                  </a:lnTo>
                  <a:lnTo>
                    <a:pt x="14548" y="4175"/>
                  </a:lnTo>
                  <a:lnTo>
                    <a:pt x="227"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4"/>
            <p:cNvSpPr/>
            <p:nvPr/>
          </p:nvSpPr>
          <p:spPr>
            <a:xfrm>
              <a:off x="7592322" y="3442318"/>
              <a:ext cx="336229" cy="129626"/>
            </a:xfrm>
            <a:custGeom>
              <a:avLst/>
              <a:gdLst/>
              <a:ahLst/>
              <a:cxnLst/>
              <a:rect l="l" t="t" r="r" b="b"/>
              <a:pathLst>
                <a:path w="7574" h="2920" extrusionOk="0">
                  <a:moveTo>
                    <a:pt x="230" y="0"/>
                  </a:moveTo>
                  <a:lnTo>
                    <a:pt x="1" y="776"/>
                  </a:lnTo>
                  <a:lnTo>
                    <a:pt x="7348" y="2919"/>
                  </a:lnTo>
                  <a:lnTo>
                    <a:pt x="7574" y="2144"/>
                  </a:lnTo>
                  <a:lnTo>
                    <a:pt x="230"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4"/>
            <p:cNvSpPr/>
            <p:nvPr/>
          </p:nvSpPr>
          <p:spPr>
            <a:xfrm>
              <a:off x="6742446" y="2703647"/>
              <a:ext cx="312656" cy="253748"/>
            </a:xfrm>
            <a:custGeom>
              <a:avLst/>
              <a:gdLst/>
              <a:ahLst/>
              <a:cxnLst/>
              <a:rect l="l" t="t" r="r" b="b"/>
              <a:pathLst>
                <a:path w="7043" h="5716" extrusionOk="0">
                  <a:moveTo>
                    <a:pt x="1919" y="0"/>
                  </a:moveTo>
                  <a:cubicBezTo>
                    <a:pt x="1443" y="0"/>
                    <a:pt x="1004" y="311"/>
                    <a:pt x="865" y="790"/>
                  </a:cubicBezTo>
                  <a:lnTo>
                    <a:pt x="173" y="3174"/>
                  </a:lnTo>
                  <a:cubicBezTo>
                    <a:pt x="0" y="3755"/>
                    <a:pt x="334" y="4365"/>
                    <a:pt x="919" y="4534"/>
                  </a:cubicBezTo>
                  <a:lnTo>
                    <a:pt x="4817" y="5672"/>
                  </a:lnTo>
                  <a:cubicBezTo>
                    <a:pt x="4920" y="5701"/>
                    <a:pt x="5023" y="5716"/>
                    <a:pt x="5125" y="5716"/>
                  </a:cubicBezTo>
                  <a:cubicBezTo>
                    <a:pt x="5603" y="5716"/>
                    <a:pt x="6042" y="5404"/>
                    <a:pt x="6181" y="4922"/>
                  </a:cubicBezTo>
                  <a:lnTo>
                    <a:pt x="6874" y="2542"/>
                  </a:lnTo>
                  <a:cubicBezTo>
                    <a:pt x="7043" y="1961"/>
                    <a:pt x="6708" y="1350"/>
                    <a:pt x="6127" y="1181"/>
                  </a:cubicBezTo>
                  <a:lnTo>
                    <a:pt x="2226" y="44"/>
                  </a:lnTo>
                  <a:cubicBezTo>
                    <a:pt x="2123" y="14"/>
                    <a:pt x="2020" y="0"/>
                    <a:pt x="1919"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4"/>
            <p:cNvSpPr/>
            <p:nvPr/>
          </p:nvSpPr>
          <p:spPr>
            <a:xfrm>
              <a:off x="6752479" y="2753055"/>
              <a:ext cx="197635" cy="124787"/>
            </a:xfrm>
            <a:custGeom>
              <a:avLst/>
              <a:gdLst/>
              <a:ahLst/>
              <a:cxnLst/>
              <a:rect l="l" t="t" r="r" b="b"/>
              <a:pathLst>
                <a:path w="4452" h="2811" extrusionOk="0">
                  <a:moveTo>
                    <a:pt x="546" y="0"/>
                  </a:moveTo>
                  <a:lnTo>
                    <a:pt x="460" y="288"/>
                  </a:lnTo>
                  <a:lnTo>
                    <a:pt x="3554" y="1188"/>
                  </a:lnTo>
                  <a:cubicBezTo>
                    <a:pt x="3909" y="1289"/>
                    <a:pt x="4117" y="1670"/>
                    <a:pt x="4014" y="2024"/>
                  </a:cubicBezTo>
                  <a:cubicBezTo>
                    <a:pt x="3928" y="2321"/>
                    <a:pt x="3659" y="2511"/>
                    <a:pt x="3366" y="2511"/>
                  </a:cubicBezTo>
                  <a:cubicBezTo>
                    <a:pt x="3304" y="2511"/>
                    <a:pt x="3240" y="2503"/>
                    <a:pt x="3177" y="2484"/>
                  </a:cubicBezTo>
                  <a:lnTo>
                    <a:pt x="83" y="1583"/>
                  </a:lnTo>
                  <a:lnTo>
                    <a:pt x="0" y="1870"/>
                  </a:lnTo>
                  <a:lnTo>
                    <a:pt x="3094" y="2771"/>
                  </a:lnTo>
                  <a:cubicBezTo>
                    <a:pt x="3185" y="2798"/>
                    <a:pt x="3276" y="2811"/>
                    <a:pt x="3366" y="2811"/>
                  </a:cubicBezTo>
                  <a:cubicBezTo>
                    <a:pt x="3787" y="2811"/>
                    <a:pt x="4179" y="2534"/>
                    <a:pt x="4300" y="2111"/>
                  </a:cubicBezTo>
                  <a:cubicBezTo>
                    <a:pt x="4451" y="1594"/>
                    <a:pt x="4153" y="1052"/>
                    <a:pt x="3640" y="901"/>
                  </a:cubicBezTo>
                  <a:lnTo>
                    <a:pt x="5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4"/>
            <p:cNvSpPr/>
            <p:nvPr/>
          </p:nvSpPr>
          <p:spPr>
            <a:xfrm>
              <a:off x="6935194" y="2838464"/>
              <a:ext cx="98063" cy="40220"/>
            </a:xfrm>
            <a:custGeom>
              <a:avLst/>
              <a:gdLst/>
              <a:ahLst/>
              <a:cxnLst/>
              <a:rect l="l" t="t" r="r" b="b"/>
              <a:pathLst>
                <a:path w="2209" h="906" extrusionOk="0">
                  <a:moveTo>
                    <a:pt x="84" y="1"/>
                  </a:moveTo>
                  <a:lnTo>
                    <a:pt x="1" y="287"/>
                  </a:lnTo>
                  <a:lnTo>
                    <a:pt x="2123" y="905"/>
                  </a:lnTo>
                  <a:lnTo>
                    <a:pt x="2209" y="617"/>
                  </a:lnTo>
                  <a:lnTo>
                    <a:pt x="8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4"/>
            <p:cNvSpPr/>
            <p:nvPr/>
          </p:nvSpPr>
          <p:spPr>
            <a:xfrm>
              <a:off x="6856532" y="2537136"/>
              <a:ext cx="703222" cy="258986"/>
            </a:xfrm>
            <a:custGeom>
              <a:avLst/>
              <a:gdLst/>
              <a:ahLst/>
              <a:cxnLst/>
              <a:rect l="l" t="t" r="r" b="b"/>
              <a:pathLst>
                <a:path w="15841" h="5834" extrusionOk="0">
                  <a:moveTo>
                    <a:pt x="388" y="0"/>
                  </a:moveTo>
                  <a:lnTo>
                    <a:pt x="0" y="1329"/>
                  </a:lnTo>
                  <a:lnTo>
                    <a:pt x="15456" y="5833"/>
                  </a:lnTo>
                  <a:lnTo>
                    <a:pt x="15840" y="4506"/>
                  </a:lnTo>
                  <a:lnTo>
                    <a:pt x="388"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4"/>
            <p:cNvSpPr/>
            <p:nvPr/>
          </p:nvSpPr>
          <p:spPr>
            <a:xfrm>
              <a:off x="7634405" y="1845431"/>
              <a:ext cx="85278" cy="85189"/>
            </a:xfrm>
            <a:custGeom>
              <a:avLst/>
              <a:gdLst/>
              <a:ahLst/>
              <a:cxnLst/>
              <a:rect l="l" t="t" r="r" b="b"/>
              <a:pathLst>
                <a:path w="1921" h="1919" extrusionOk="0">
                  <a:moveTo>
                    <a:pt x="927" y="1"/>
                  </a:moveTo>
                  <a:cubicBezTo>
                    <a:pt x="727" y="1"/>
                    <a:pt x="526" y="69"/>
                    <a:pt x="373" y="199"/>
                  </a:cubicBezTo>
                  <a:cubicBezTo>
                    <a:pt x="112" y="421"/>
                    <a:pt x="0" y="802"/>
                    <a:pt x="83" y="1136"/>
                  </a:cubicBezTo>
                  <a:cubicBezTo>
                    <a:pt x="161" y="1470"/>
                    <a:pt x="423" y="1753"/>
                    <a:pt x="743" y="1875"/>
                  </a:cubicBezTo>
                  <a:lnTo>
                    <a:pt x="441" y="1893"/>
                  </a:lnTo>
                  <a:cubicBezTo>
                    <a:pt x="584" y="1906"/>
                    <a:pt x="728" y="1919"/>
                    <a:pt x="871" y="1919"/>
                  </a:cubicBezTo>
                  <a:cubicBezTo>
                    <a:pt x="1009" y="1919"/>
                    <a:pt x="1146" y="1907"/>
                    <a:pt x="1278" y="1872"/>
                  </a:cubicBezTo>
                  <a:cubicBezTo>
                    <a:pt x="1548" y="1796"/>
                    <a:pt x="1806" y="1606"/>
                    <a:pt x="1874" y="1333"/>
                  </a:cubicBezTo>
                  <a:cubicBezTo>
                    <a:pt x="1921" y="1150"/>
                    <a:pt x="1877" y="960"/>
                    <a:pt x="1816" y="784"/>
                  </a:cubicBezTo>
                  <a:cubicBezTo>
                    <a:pt x="1723" y="519"/>
                    <a:pt x="1579" y="257"/>
                    <a:pt x="1336" y="109"/>
                  </a:cubicBezTo>
                  <a:cubicBezTo>
                    <a:pt x="1213" y="36"/>
                    <a:pt x="1070" y="1"/>
                    <a:pt x="92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4"/>
            <p:cNvSpPr/>
            <p:nvPr/>
          </p:nvSpPr>
          <p:spPr>
            <a:xfrm>
              <a:off x="7675334" y="1922050"/>
              <a:ext cx="248420" cy="181743"/>
            </a:xfrm>
            <a:custGeom>
              <a:avLst/>
              <a:gdLst/>
              <a:ahLst/>
              <a:cxnLst/>
              <a:rect l="l" t="t" r="r" b="b"/>
              <a:pathLst>
                <a:path w="5596" h="4094" extrusionOk="0">
                  <a:moveTo>
                    <a:pt x="15" y="1"/>
                  </a:moveTo>
                  <a:cubicBezTo>
                    <a:pt x="11" y="1"/>
                    <a:pt x="9" y="1"/>
                    <a:pt x="8" y="2"/>
                  </a:cubicBezTo>
                  <a:cubicBezTo>
                    <a:pt x="1" y="30"/>
                    <a:pt x="439" y="85"/>
                    <a:pt x="1030" y="433"/>
                  </a:cubicBezTo>
                  <a:cubicBezTo>
                    <a:pt x="1325" y="605"/>
                    <a:pt x="1651" y="857"/>
                    <a:pt x="1950" y="1198"/>
                  </a:cubicBezTo>
                  <a:cubicBezTo>
                    <a:pt x="2244" y="1538"/>
                    <a:pt x="2503" y="1965"/>
                    <a:pt x="2657" y="2468"/>
                  </a:cubicBezTo>
                  <a:cubicBezTo>
                    <a:pt x="2736" y="2712"/>
                    <a:pt x="2851" y="2989"/>
                    <a:pt x="3087" y="3132"/>
                  </a:cubicBezTo>
                  <a:cubicBezTo>
                    <a:pt x="3301" y="3268"/>
                    <a:pt x="3547" y="3304"/>
                    <a:pt x="3770" y="3304"/>
                  </a:cubicBezTo>
                  <a:cubicBezTo>
                    <a:pt x="3783" y="3304"/>
                    <a:pt x="3796" y="3304"/>
                    <a:pt x="3809" y="3304"/>
                  </a:cubicBezTo>
                  <a:cubicBezTo>
                    <a:pt x="4042" y="3297"/>
                    <a:pt x="4257" y="3261"/>
                    <a:pt x="4459" y="3250"/>
                  </a:cubicBezTo>
                  <a:cubicBezTo>
                    <a:pt x="4517" y="3246"/>
                    <a:pt x="4574" y="3244"/>
                    <a:pt x="4630" y="3244"/>
                  </a:cubicBezTo>
                  <a:cubicBezTo>
                    <a:pt x="4764" y="3244"/>
                    <a:pt x="4890" y="3257"/>
                    <a:pt x="5004" y="3290"/>
                  </a:cubicBezTo>
                  <a:cubicBezTo>
                    <a:pt x="5165" y="3333"/>
                    <a:pt x="5299" y="3408"/>
                    <a:pt x="5385" y="3509"/>
                  </a:cubicBezTo>
                  <a:cubicBezTo>
                    <a:pt x="5475" y="3605"/>
                    <a:pt x="5518" y="3713"/>
                    <a:pt x="5539" y="3804"/>
                  </a:cubicBezTo>
                  <a:cubicBezTo>
                    <a:pt x="5574" y="3990"/>
                    <a:pt x="5514" y="4090"/>
                    <a:pt x="5524" y="4094"/>
                  </a:cubicBezTo>
                  <a:cubicBezTo>
                    <a:pt x="5528" y="4094"/>
                    <a:pt x="5546" y="4072"/>
                    <a:pt x="5564" y="4022"/>
                  </a:cubicBezTo>
                  <a:cubicBezTo>
                    <a:pt x="5582" y="3976"/>
                    <a:pt x="5596" y="3897"/>
                    <a:pt x="5586" y="3796"/>
                  </a:cubicBezTo>
                  <a:cubicBezTo>
                    <a:pt x="5571" y="3696"/>
                    <a:pt x="5528" y="3577"/>
                    <a:pt x="5435" y="3466"/>
                  </a:cubicBezTo>
                  <a:cubicBezTo>
                    <a:pt x="5342" y="3351"/>
                    <a:pt x="5198" y="3261"/>
                    <a:pt x="5026" y="3207"/>
                  </a:cubicBezTo>
                  <a:cubicBezTo>
                    <a:pt x="4891" y="3164"/>
                    <a:pt x="4735" y="3146"/>
                    <a:pt x="4574" y="3146"/>
                  </a:cubicBezTo>
                  <a:cubicBezTo>
                    <a:pt x="4533" y="3146"/>
                    <a:pt x="4492" y="3148"/>
                    <a:pt x="4451" y="3150"/>
                  </a:cubicBezTo>
                  <a:cubicBezTo>
                    <a:pt x="4247" y="3161"/>
                    <a:pt x="4032" y="3193"/>
                    <a:pt x="3805" y="3193"/>
                  </a:cubicBezTo>
                  <a:cubicBezTo>
                    <a:pt x="3796" y="3193"/>
                    <a:pt x="3786" y="3193"/>
                    <a:pt x="3777" y="3193"/>
                  </a:cubicBezTo>
                  <a:cubicBezTo>
                    <a:pt x="3566" y="3193"/>
                    <a:pt x="3338" y="3155"/>
                    <a:pt x="3152" y="3035"/>
                  </a:cubicBezTo>
                  <a:cubicBezTo>
                    <a:pt x="2951" y="2913"/>
                    <a:pt x="2851" y="2676"/>
                    <a:pt x="2768" y="2429"/>
                  </a:cubicBezTo>
                  <a:cubicBezTo>
                    <a:pt x="2614" y="1919"/>
                    <a:pt x="2337" y="1470"/>
                    <a:pt x="2032" y="1125"/>
                  </a:cubicBezTo>
                  <a:cubicBezTo>
                    <a:pt x="1720" y="777"/>
                    <a:pt x="1379" y="526"/>
                    <a:pt x="1073" y="358"/>
                  </a:cubicBezTo>
                  <a:cubicBezTo>
                    <a:pt x="765" y="192"/>
                    <a:pt x="496" y="99"/>
                    <a:pt x="306" y="52"/>
                  </a:cubicBezTo>
                  <a:cubicBezTo>
                    <a:pt x="212" y="24"/>
                    <a:pt x="137" y="17"/>
                    <a:pt x="87" y="9"/>
                  </a:cubicBezTo>
                  <a:cubicBezTo>
                    <a:pt x="50" y="4"/>
                    <a:pt x="27" y="1"/>
                    <a:pt x="1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4"/>
            <p:cNvSpPr/>
            <p:nvPr/>
          </p:nvSpPr>
          <p:spPr>
            <a:xfrm>
              <a:off x="7703701" y="2155815"/>
              <a:ext cx="40175" cy="34804"/>
            </a:xfrm>
            <a:custGeom>
              <a:avLst/>
              <a:gdLst/>
              <a:ahLst/>
              <a:cxnLst/>
              <a:rect l="l" t="t" r="r" b="b"/>
              <a:pathLst>
                <a:path w="905" h="784" extrusionOk="0">
                  <a:moveTo>
                    <a:pt x="212" y="0"/>
                  </a:moveTo>
                  <a:cubicBezTo>
                    <a:pt x="190" y="0"/>
                    <a:pt x="84" y="54"/>
                    <a:pt x="30" y="221"/>
                  </a:cubicBezTo>
                  <a:cubicBezTo>
                    <a:pt x="4" y="307"/>
                    <a:pt x="0" y="433"/>
                    <a:pt x="61" y="544"/>
                  </a:cubicBezTo>
                  <a:cubicBezTo>
                    <a:pt x="123" y="655"/>
                    <a:pt x="237" y="751"/>
                    <a:pt x="388" y="777"/>
                  </a:cubicBezTo>
                  <a:cubicBezTo>
                    <a:pt x="411" y="781"/>
                    <a:pt x="435" y="783"/>
                    <a:pt x="458" y="783"/>
                  </a:cubicBezTo>
                  <a:cubicBezTo>
                    <a:pt x="580" y="783"/>
                    <a:pt x="693" y="731"/>
                    <a:pt x="769" y="658"/>
                  </a:cubicBezTo>
                  <a:cubicBezTo>
                    <a:pt x="865" y="572"/>
                    <a:pt x="901" y="454"/>
                    <a:pt x="905" y="364"/>
                  </a:cubicBezTo>
                  <a:cubicBezTo>
                    <a:pt x="905" y="184"/>
                    <a:pt x="815" y="98"/>
                    <a:pt x="799" y="98"/>
                  </a:cubicBezTo>
                  <a:cubicBezTo>
                    <a:pt x="798" y="98"/>
                    <a:pt x="798" y="98"/>
                    <a:pt x="797" y="98"/>
                  </a:cubicBezTo>
                  <a:cubicBezTo>
                    <a:pt x="783" y="105"/>
                    <a:pt x="844" y="203"/>
                    <a:pt x="819" y="357"/>
                  </a:cubicBezTo>
                  <a:cubicBezTo>
                    <a:pt x="808" y="433"/>
                    <a:pt x="772" y="514"/>
                    <a:pt x="697" y="579"/>
                  </a:cubicBezTo>
                  <a:cubicBezTo>
                    <a:pt x="637" y="630"/>
                    <a:pt x="549" y="666"/>
                    <a:pt x="460" y="666"/>
                  </a:cubicBezTo>
                  <a:cubicBezTo>
                    <a:pt x="442" y="666"/>
                    <a:pt x="424" y="665"/>
                    <a:pt x="406" y="662"/>
                  </a:cubicBezTo>
                  <a:cubicBezTo>
                    <a:pt x="298" y="644"/>
                    <a:pt x="209" y="572"/>
                    <a:pt x="159" y="490"/>
                  </a:cubicBezTo>
                  <a:cubicBezTo>
                    <a:pt x="105" y="407"/>
                    <a:pt x="98" y="314"/>
                    <a:pt x="111" y="239"/>
                  </a:cubicBezTo>
                  <a:cubicBezTo>
                    <a:pt x="141" y="84"/>
                    <a:pt x="227" y="16"/>
                    <a:pt x="216" y="2"/>
                  </a:cubicBezTo>
                  <a:cubicBezTo>
                    <a:pt x="215" y="1"/>
                    <a:pt x="214" y="0"/>
                    <a:pt x="212"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4"/>
            <p:cNvSpPr/>
            <p:nvPr/>
          </p:nvSpPr>
          <p:spPr>
            <a:xfrm>
              <a:off x="7636447" y="1899588"/>
              <a:ext cx="78442" cy="41596"/>
            </a:xfrm>
            <a:custGeom>
              <a:avLst/>
              <a:gdLst/>
              <a:ahLst/>
              <a:cxnLst/>
              <a:rect l="l" t="t" r="r" b="b"/>
              <a:pathLst>
                <a:path w="1767" h="937" extrusionOk="0">
                  <a:moveTo>
                    <a:pt x="113" y="0"/>
                  </a:moveTo>
                  <a:cubicBezTo>
                    <a:pt x="43" y="0"/>
                    <a:pt x="3" y="8"/>
                    <a:pt x="4" y="16"/>
                  </a:cubicBezTo>
                  <a:cubicBezTo>
                    <a:pt x="1" y="52"/>
                    <a:pt x="457" y="84"/>
                    <a:pt x="942" y="347"/>
                  </a:cubicBezTo>
                  <a:cubicBezTo>
                    <a:pt x="1415" y="590"/>
                    <a:pt x="1696" y="936"/>
                    <a:pt x="1739" y="936"/>
                  </a:cubicBezTo>
                  <a:cubicBezTo>
                    <a:pt x="1740" y="936"/>
                    <a:pt x="1741" y="936"/>
                    <a:pt x="1742" y="935"/>
                  </a:cubicBezTo>
                  <a:cubicBezTo>
                    <a:pt x="1767" y="921"/>
                    <a:pt x="1512" y="508"/>
                    <a:pt x="995" y="243"/>
                  </a:cubicBezTo>
                  <a:cubicBezTo>
                    <a:pt x="633" y="46"/>
                    <a:pt x="284" y="0"/>
                    <a:pt x="113"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4"/>
            <p:cNvSpPr/>
            <p:nvPr/>
          </p:nvSpPr>
          <p:spPr>
            <a:xfrm>
              <a:off x="7739702" y="2147691"/>
              <a:ext cx="16470" cy="13185"/>
            </a:xfrm>
            <a:custGeom>
              <a:avLst/>
              <a:gdLst/>
              <a:ahLst/>
              <a:cxnLst/>
              <a:rect l="l" t="t" r="r" b="b"/>
              <a:pathLst>
                <a:path w="371" h="297" extrusionOk="0">
                  <a:moveTo>
                    <a:pt x="65" y="0"/>
                  </a:moveTo>
                  <a:cubicBezTo>
                    <a:pt x="50" y="0"/>
                    <a:pt x="14" y="27"/>
                    <a:pt x="4" y="94"/>
                  </a:cubicBezTo>
                  <a:cubicBezTo>
                    <a:pt x="1" y="131"/>
                    <a:pt x="8" y="177"/>
                    <a:pt x="40" y="224"/>
                  </a:cubicBezTo>
                  <a:cubicBezTo>
                    <a:pt x="71" y="265"/>
                    <a:pt x="128" y="296"/>
                    <a:pt x="186" y="296"/>
                  </a:cubicBezTo>
                  <a:cubicBezTo>
                    <a:pt x="189" y="296"/>
                    <a:pt x="192" y="296"/>
                    <a:pt x="195" y="296"/>
                  </a:cubicBezTo>
                  <a:cubicBezTo>
                    <a:pt x="256" y="293"/>
                    <a:pt x="320" y="260"/>
                    <a:pt x="345" y="202"/>
                  </a:cubicBezTo>
                  <a:cubicBezTo>
                    <a:pt x="370" y="149"/>
                    <a:pt x="360" y="99"/>
                    <a:pt x="342" y="63"/>
                  </a:cubicBezTo>
                  <a:cubicBezTo>
                    <a:pt x="316" y="17"/>
                    <a:pt x="282" y="2"/>
                    <a:pt x="261" y="2"/>
                  </a:cubicBezTo>
                  <a:cubicBezTo>
                    <a:pt x="249" y="2"/>
                    <a:pt x="241" y="6"/>
                    <a:pt x="241" y="13"/>
                  </a:cubicBezTo>
                  <a:cubicBezTo>
                    <a:pt x="238" y="26"/>
                    <a:pt x="263" y="48"/>
                    <a:pt x="263" y="91"/>
                  </a:cubicBezTo>
                  <a:cubicBezTo>
                    <a:pt x="266" y="138"/>
                    <a:pt x="248" y="174"/>
                    <a:pt x="191" y="177"/>
                  </a:cubicBezTo>
                  <a:cubicBezTo>
                    <a:pt x="189" y="177"/>
                    <a:pt x="187" y="177"/>
                    <a:pt x="185" y="177"/>
                  </a:cubicBezTo>
                  <a:cubicBezTo>
                    <a:pt x="131" y="177"/>
                    <a:pt x="101" y="136"/>
                    <a:pt x="90" y="91"/>
                  </a:cubicBezTo>
                  <a:cubicBezTo>
                    <a:pt x="76" y="48"/>
                    <a:pt x="83" y="13"/>
                    <a:pt x="69" y="1"/>
                  </a:cubicBezTo>
                  <a:cubicBezTo>
                    <a:pt x="68" y="1"/>
                    <a:pt x="66" y="0"/>
                    <a:pt x="65"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4"/>
            <p:cNvSpPr/>
            <p:nvPr/>
          </p:nvSpPr>
          <p:spPr>
            <a:xfrm>
              <a:off x="7578783" y="3554184"/>
              <a:ext cx="83857" cy="1040693"/>
            </a:xfrm>
            <a:custGeom>
              <a:avLst/>
              <a:gdLst/>
              <a:ahLst/>
              <a:cxnLst/>
              <a:rect l="l" t="t" r="r" b="b"/>
              <a:pathLst>
                <a:path w="1889" h="23443" extrusionOk="0">
                  <a:moveTo>
                    <a:pt x="4" y="0"/>
                  </a:moveTo>
                  <a:cubicBezTo>
                    <a:pt x="1" y="0"/>
                    <a:pt x="1" y="22"/>
                    <a:pt x="1" y="61"/>
                  </a:cubicBezTo>
                  <a:cubicBezTo>
                    <a:pt x="1" y="108"/>
                    <a:pt x="1" y="166"/>
                    <a:pt x="4" y="237"/>
                  </a:cubicBezTo>
                  <a:cubicBezTo>
                    <a:pt x="8" y="406"/>
                    <a:pt x="15" y="632"/>
                    <a:pt x="22" y="923"/>
                  </a:cubicBezTo>
                  <a:cubicBezTo>
                    <a:pt x="44" y="1519"/>
                    <a:pt x="79" y="2380"/>
                    <a:pt x="134" y="3442"/>
                  </a:cubicBezTo>
                  <a:cubicBezTo>
                    <a:pt x="238" y="5568"/>
                    <a:pt x="420" y="8503"/>
                    <a:pt x="679" y="11741"/>
                  </a:cubicBezTo>
                  <a:cubicBezTo>
                    <a:pt x="941" y="14979"/>
                    <a:pt x="1232" y="17908"/>
                    <a:pt x="1465" y="20022"/>
                  </a:cubicBezTo>
                  <a:cubicBezTo>
                    <a:pt x="1583" y="21080"/>
                    <a:pt x="1684" y="21935"/>
                    <a:pt x="1759" y="22527"/>
                  </a:cubicBezTo>
                  <a:cubicBezTo>
                    <a:pt x="1795" y="22814"/>
                    <a:pt x="1827" y="23040"/>
                    <a:pt x="1849" y="23205"/>
                  </a:cubicBezTo>
                  <a:cubicBezTo>
                    <a:pt x="1860" y="23277"/>
                    <a:pt x="1867" y="23335"/>
                    <a:pt x="1874" y="23381"/>
                  </a:cubicBezTo>
                  <a:cubicBezTo>
                    <a:pt x="1881" y="23421"/>
                    <a:pt x="1885" y="23442"/>
                    <a:pt x="1888" y="23442"/>
                  </a:cubicBezTo>
                  <a:cubicBezTo>
                    <a:pt x="1888" y="23442"/>
                    <a:pt x="1888" y="23421"/>
                    <a:pt x="1885" y="23381"/>
                  </a:cubicBezTo>
                  <a:cubicBezTo>
                    <a:pt x="1881" y="23335"/>
                    <a:pt x="1878" y="23274"/>
                    <a:pt x="1870" y="23202"/>
                  </a:cubicBezTo>
                  <a:cubicBezTo>
                    <a:pt x="1856" y="23037"/>
                    <a:pt x="1835" y="22810"/>
                    <a:pt x="1806" y="22520"/>
                  </a:cubicBezTo>
                  <a:cubicBezTo>
                    <a:pt x="1745" y="21920"/>
                    <a:pt x="1655" y="21066"/>
                    <a:pt x="1547" y="20015"/>
                  </a:cubicBezTo>
                  <a:cubicBezTo>
                    <a:pt x="1336" y="17896"/>
                    <a:pt x="1060" y="14968"/>
                    <a:pt x="798" y="11734"/>
                  </a:cubicBezTo>
                  <a:cubicBezTo>
                    <a:pt x="539" y="8496"/>
                    <a:pt x="345" y="5560"/>
                    <a:pt x="216" y="3439"/>
                  </a:cubicBezTo>
                  <a:cubicBezTo>
                    <a:pt x="155" y="2384"/>
                    <a:pt x="104" y="1526"/>
                    <a:pt x="69" y="923"/>
                  </a:cubicBezTo>
                  <a:cubicBezTo>
                    <a:pt x="51" y="632"/>
                    <a:pt x="36" y="402"/>
                    <a:pt x="26" y="237"/>
                  </a:cubicBezTo>
                  <a:cubicBezTo>
                    <a:pt x="22" y="166"/>
                    <a:pt x="15" y="108"/>
                    <a:pt x="11" y="61"/>
                  </a:cubicBezTo>
                  <a:cubicBezTo>
                    <a:pt x="8" y="18"/>
                    <a:pt x="4" y="0"/>
                    <a:pt x="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4"/>
            <p:cNvSpPr/>
            <p:nvPr/>
          </p:nvSpPr>
          <p:spPr>
            <a:xfrm>
              <a:off x="7729388" y="2654394"/>
              <a:ext cx="270000" cy="372900"/>
            </a:xfrm>
            <a:prstGeom prst="ellips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4"/>
            <p:cNvSpPr/>
            <p:nvPr/>
          </p:nvSpPr>
          <p:spPr>
            <a:xfrm>
              <a:off x="7541982" y="4593695"/>
              <a:ext cx="280960" cy="6748"/>
            </a:xfrm>
            <a:custGeom>
              <a:avLst/>
              <a:gdLst/>
              <a:ahLst/>
              <a:cxnLst/>
              <a:rect l="l" t="t" r="r" b="b"/>
              <a:pathLst>
                <a:path w="6329" h="152" extrusionOk="0">
                  <a:moveTo>
                    <a:pt x="926" y="0"/>
                  </a:moveTo>
                  <a:cubicBezTo>
                    <a:pt x="639" y="0"/>
                    <a:pt x="409" y="0"/>
                    <a:pt x="248" y="7"/>
                  </a:cubicBezTo>
                  <a:cubicBezTo>
                    <a:pt x="86" y="11"/>
                    <a:pt x="0" y="18"/>
                    <a:pt x="0" y="25"/>
                  </a:cubicBezTo>
                  <a:cubicBezTo>
                    <a:pt x="0" y="32"/>
                    <a:pt x="86" y="43"/>
                    <a:pt x="248" y="54"/>
                  </a:cubicBezTo>
                  <a:cubicBezTo>
                    <a:pt x="434" y="61"/>
                    <a:pt x="661" y="72"/>
                    <a:pt x="926" y="82"/>
                  </a:cubicBezTo>
                  <a:cubicBezTo>
                    <a:pt x="1497" y="104"/>
                    <a:pt x="2287" y="133"/>
                    <a:pt x="3163" y="147"/>
                  </a:cubicBezTo>
                  <a:cubicBezTo>
                    <a:pt x="3388" y="150"/>
                    <a:pt x="3608" y="151"/>
                    <a:pt x="3820" y="151"/>
                  </a:cubicBezTo>
                  <a:cubicBezTo>
                    <a:pt x="4431" y="151"/>
                    <a:pt x="4976" y="140"/>
                    <a:pt x="5402" y="118"/>
                  </a:cubicBezTo>
                  <a:cubicBezTo>
                    <a:pt x="5689" y="104"/>
                    <a:pt x="5919" y="90"/>
                    <a:pt x="6080" y="75"/>
                  </a:cubicBezTo>
                  <a:cubicBezTo>
                    <a:pt x="6239" y="61"/>
                    <a:pt x="6328" y="50"/>
                    <a:pt x="6328" y="39"/>
                  </a:cubicBezTo>
                  <a:cubicBezTo>
                    <a:pt x="6328" y="32"/>
                    <a:pt x="6239" y="29"/>
                    <a:pt x="6077" y="29"/>
                  </a:cubicBezTo>
                  <a:cubicBezTo>
                    <a:pt x="5891" y="29"/>
                    <a:pt x="5664" y="32"/>
                    <a:pt x="5399" y="36"/>
                  </a:cubicBezTo>
                  <a:cubicBezTo>
                    <a:pt x="5190" y="37"/>
                    <a:pt x="4952" y="38"/>
                    <a:pt x="4691" y="38"/>
                  </a:cubicBezTo>
                  <a:cubicBezTo>
                    <a:pt x="4239" y="38"/>
                    <a:pt x="3719" y="35"/>
                    <a:pt x="3166" y="29"/>
                  </a:cubicBezTo>
                  <a:cubicBezTo>
                    <a:pt x="2290" y="14"/>
                    <a:pt x="1501" y="0"/>
                    <a:pt x="9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4"/>
            <p:cNvSpPr/>
            <p:nvPr/>
          </p:nvSpPr>
          <p:spPr>
            <a:xfrm>
              <a:off x="7012480" y="2565990"/>
              <a:ext cx="867563" cy="416268"/>
            </a:xfrm>
            <a:custGeom>
              <a:avLst/>
              <a:gdLst/>
              <a:ahLst/>
              <a:cxnLst/>
              <a:rect l="l" t="t" r="r" b="b"/>
              <a:pathLst>
                <a:path w="19543" h="9377" extrusionOk="0">
                  <a:moveTo>
                    <a:pt x="15719" y="1"/>
                  </a:moveTo>
                  <a:cubicBezTo>
                    <a:pt x="15719" y="1"/>
                    <a:pt x="13863" y="5349"/>
                    <a:pt x="13296" y="5399"/>
                  </a:cubicBezTo>
                  <a:cubicBezTo>
                    <a:pt x="12923" y="5433"/>
                    <a:pt x="12548" y="5448"/>
                    <a:pt x="12173" y="5448"/>
                  </a:cubicBezTo>
                  <a:cubicBezTo>
                    <a:pt x="9377" y="5448"/>
                    <a:pt x="6631" y="4593"/>
                    <a:pt x="5590" y="4229"/>
                  </a:cubicBezTo>
                  <a:cubicBezTo>
                    <a:pt x="5471" y="4096"/>
                    <a:pt x="5331" y="3934"/>
                    <a:pt x="5181" y="3733"/>
                  </a:cubicBezTo>
                  <a:cubicBezTo>
                    <a:pt x="5048" y="3565"/>
                    <a:pt x="4951" y="3374"/>
                    <a:pt x="4883" y="3170"/>
                  </a:cubicBezTo>
                  <a:cubicBezTo>
                    <a:pt x="4803" y="2922"/>
                    <a:pt x="4710" y="2589"/>
                    <a:pt x="4714" y="2391"/>
                  </a:cubicBezTo>
                  <a:cubicBezTo>
                    <a:pt x="4718" y="2224"/>
                    <a:pt x="4587" y="2113"/>
                    <a:pt x="4458" y="2113"/>
                  </a:cubicBezTo>
                  <a:cubicBezTo>
                    <a:pt x="4396" y="2113"/>
                    <a:pt x="4335" y="2139"/>
                    <a:pt x="4290" y="2197"/>
                  </a:cubicBezTo>
                  <a:cubicBezTo>
                    <a:pt x="4154" y="2373"/>
                    <a:pt x="4118" y="3048"/>
                    <a:pt x="4430" y="3773"/>
                  </a:cubicBezTo>
                  <a:cubicBezTo>
                    <a:pt x="4543" y="4038"/>
                    <a:pt x="4468" y="4130"/>
                    <a:pt x="4309" y="4130"/>
                  </a:cubicBezTo>
                  <a:cubicBezTo>
                    <a:pt x="4031" y="4130"/>
                    <a:pt x="3493" y="3849"/>
                    <a:pt x="3235" y="3719"/>
                  </a:cubicBezTo>
                  <a:cubicBezTo>
                    <a:pt x="2855" y="3527"/>
                    <a:pt x="1702" y="3012"/>
                    <a:pt x="1429" y="3012"/>
                  </a:cubicBezTo>
                  <a:cubicBezTo>
                    <a:pt x="1411" y="3012"/>
                    <a:pt x="1397" y="3015"/>
                    <a:pt x="1387" y="3019"/>
                  </a:cubicBezTo>
                  <a:cubicBezTo>
                    <a:pt x="1150" y="3130"/>
                    <a:pt x="1225" y="3403"/>
                    <a:pt x="1634" y="3597"/>
                  </a:cubicBezTo>
                  <a:cubicBezTo>
                    <a:pt x="2047" y="3795"/>
                    <a:pt x="3228" y="4459"/>
                    <a:pt x="3110" y="4666"/>
                  </a:cubicBezTo>
                  <a:cubicBezTo>
                    <a:pt x="3100" y="4684"/>
                    <a:pt x="3075" y="4693"/>
                    <a:pt x="3037" y="4693"/>
                  </a:cubicBezTo>
                  <a:cubicBezTo>
                    <a:pt x="2650" y="4693"/>
                    <a:pt x="948" y="3808"/>
                    <a:pt x="948" y="3808"/>
                  </a:cubicBezTo>
                  <a:cubicBezTo>
                    <a:pt x="948" y="3808"/>
                    <a:pt x="743" y="3656"/>
                    <a:pt x="574" y="3656"/>
                  </a:cubicBezTo>
                  <a:cubicBezTo>
                    <a:pt x="506" y="3656"/>
                    <a:pt x="444" y="3681"/>
                    <a:pt x="403" y="3748"/>
                  </a:cubicBezTo>
                  <a:cubicBezTo>
                    <a:pt x="141" y="4174"/>
                    <a:pt x="2403" y="5144"/>
                    <a:pt x="2621" y="5230"/>
                  </a:cubicBezTo>
                  <a:cubicBezTo>
                    <a:pt x="2752" y="5283"/>
                    <a:pt x="2678" y="5464"/>
                    <a:pt x="2554" y="5464"/>
                  </a:cubicBezTo>
                  <a:cubicBezTo>
                    <a:pt x="2534" y="5464"/>
                    <a:pt x="2514" y="5460"/>
                    <a:pt x="2492" y="5449"/>
                  </a:cubicBezTo>
                  <a:cubicBezTo>
                    <a:pt x="2355" y="5387"/>
                    <a:pt x="1063" y="4668"/>
                    <a:pt x="469" y="4668"/>
                  </a:cubicBezTo>
                  <a:cubicBezTo>
                    <a:pt x="346" y="4668"/>
                    <a:pt x="252" y="4699"/>
                    <a:pt x="206" y="4774"/>
                  </a:cubicBezTo>
                  <a:cubicBezTo>
                    <a:pt x="1" y="5105"/>
                    <a:pt x="2058" y="5589"/>
                    <a:pt x="2323" y="6016"/>
                  </a:cubicBezTo>
                  <a:cubicBezTo>
                    <a:pt x="2373" y="6097"/>
                    <a:pt x="2349" y="6129"/>
                    <a:pt x="2277" y="6129"/>
                  </a:cubicBezTo>
                  <a:cubicBezTo>
                    <a:pt x="2151" y="6129"/>
                    <a:pt x="1877" y="6033"/>
                    <a:pt x="1588" y="5937"/>
                  </a:cubicBezTo>
                  <a:cubicBezTo>
                    <a:pt x="1297" y="5841"/>
                    <a:pt x="990" y="5747"/>
                    <a:pt x="797" y="5747"/>
                  </a:cubicBezTo>
                  <a:cubicBezTo>
                    <a:pt x="708" y="5747"/>
                    <a:pt x="643" y="5767"/>
                    <a:pt x="615" y="5816"/>
                  </a:cubicBezTo>
                  <a:cubicBezTo>
                    <a:pt x="547" y="5937"/>
                    <a:pt x="514" y="6038"/>
                    <a:pt x="1620" y="6436"/>
                  </a:cubicBezTo>
                  <a:cubicBezTo>
                    <a:pt x="2154" y="6630"/>
                    <a:pt x="3167" y="6866"/>
                    <a:pt x="4086" y="7065"/>
                  </a:cubicBezTo>
                  <a:lnTo>
                    <a:pt x="4082" y="7075"/>
                  </a:lnTo>
                  <a:cubicBezTo>
                    <a:pt x="4082" y="7075"/>
                    <a:pt x="9223" y="9377"/>
                    <a:pt x="13225" y="9377"/>
                  </a:cubicBezTo>
                  <a:cubicBezTo>
                    <a:pt x="15156" y="9377"/>
                    <a:pt x="16821" y="8841"/>
                    <a:pt x="17517" y="7254"/>
                  </a:cubicBezTo>
                  <a:cubicBezTo>
                    <a:pt x="19462" y="2812"/>
                    <a:pt x="19542" y="2490"/>
                    <a:pt x="19525" y="2490"/>
                  </a:cubicBezTo>
                  <a:lnTo>
                    <a:pt x="19525" y="2490"/>
                  </a:lnTo>
                  <a:cubicBezTo>
                    <a:pt x="19522" y="2490"/>
                    <a:pt x="19516" y="2499"/>
                    <a:pt x="19516" y="2499"/>
                  </a:cubicBezTo>
                  <a:lnTo>
                    <a:pt x="15719" y="1"/>
                  </a:ln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4"/>
            <p:cNvSpPr/>
            <p:nvPr/>
          </p:nvSpPr>
          <p:spPr>
            <a:xfrm>
              <a:off x="7607725" y="2352468"/>
              <a:ext cx="295610" cy="523654"/>
            </a:xfrm>
            <a:custGeom>
              <a:avLst/>
              <a:gdLst/>
              <a:ahLst/>
              <a:cxnLst/>
              <a:rect l="l" t="t" r="r" b="b"/>
              <a:pathLst>
                <a:path w="6659" h="11796" extrusionOk="0">
                  <a:moveTo>
                    <a:pt x="3544" y="1"/>
                  </a:moveTo>
                  <a:lnTo>
                    <a:pt x="3529" y="26"/>
                  </a:lnTo>
                  <a:lnTo>
                    <a:pt x="3170" y="895"/>
                  </a:lnTo>
                  <a:lnTo>
                    <a:pt x="3135" y="977"/>
                  </a:lnTo>
                  <a:lnTo>
                    <a:pt x="3049" y="1185"/>
                  </a:lnTo>
                  <a:lnTo>
                    <a:pt x="3012" y="1268"/>
                  </a:lnTo>
                  <a:lnTo>
                    <a:pt x="2284" y="3016"/>
                  </a:lnTo>
                  <a:cubicBezTo>
                    <a:pt x="2154" y="3594"/>
                    <a:pt x="2007" y="4168"/>
                    <a:pt x="1843" y="4735"/>
                  </a:cubicBezTo>
                  <a:cubicBezTo>
                    <a:pt x="1831" y="4771"/>
                    <a:pt x="1821" y="4807"/>
                    <a:pt x="1810" y="4843"/>
                  </a:cubicBezTo>
                  <a:cubicBezTo>
                    <a:pt x="1745" y="5058"/>
                    <a:pt x="1681" y="5270"/>
                    <a:pt x="1613" y="5482"/>
                  </a:cubicBezTo>
                  <a:cubicBezTo>
                    <a:pt x="1175" y="6824"/>
                    <a:pt x="632" y="8134"/>
                    <a:pt x="1" y="9420"/>
                  </a:cubicBezTo>
                  <a:lnTo>
                    <a:pt x="4527" y="11795"/>
                  </a:lnTo>
                  <a:cubicBezTo>
                    <a:pt x="4527" y="11795"/>
                    <a:pt x="6257" y="8701"/>
                    <a:pt x="6630" y="4513"/>
                  </a:cubicBezTo>
                  <a:cubicBezTo>
                    <a:pt x="6649" y="4308"/>
                    <a:pt x="6655" y="4114"/>
                    <a:pt x="6655" y="3928"/>
                  </a:cubicBezTo>
                  <a:cubicBezTo>
                    <a:pt x="6659" y="697"/>
                    <a:pt x="4096" y="94"/>
                    <a:pt x="3619" y="12"/>
                  </a:cubicBezTo>
                  <a:lnTo>
                    <a:pt x="3612" y="12"/>
                  </a:lnTo>
                  <a:cubicBezTo>
                    <a:pt x="3569" y="1"/>
                    <a:pt x="3544" y="1"/>
                    <a:pt x="3544"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4"/>
            <p:cNvSpPr/>
            <p:nvPr/>
          </p:nvSpPr>
          <p:spPr>
            <a:xfrm>
              <a:off x="7704500" y="2352779"/>
              <a:ext cx="67255" cy="59797"/>
            </a:xfrm>
            <a:custGeom>
              <a:avLst/>
              <a:gdLst/>
              <a:ahLst/>
              <a:cxnLst/>
              <a:rect l="l" t="t" r="r" b="b"/>
              <a:pathLst>
                <a:path w="1515" h="1347" extrusionOk="0">
                  <a:moveTo>
                    <a:pt x="1489" y="1"/>
                  </a:moveTo>
                  <a:cubicBezTo>
                    <a:pt x="1452" y="1"/>
                    <a:pt x="1366" y="12"/>
                    <a:pt x="1243" y="23"/>
                  </a:cubicBezTo>
                  <a:cubicBezTo>
                    <a:pt x="1074" y="40"/>
                    <a:pt x="833" y="58"/>
                    <a:pt x="550" y="69"/>
                  </a:cubicBezTo>
                  <a:lnTo>
                    <a:pt x="464" y="73"/>
                  </a:lnTo>
                  <a:lnTo>
                    <a:pt x="507" y="148"/>
                  </a:lnTo>
                  <a:cubicBezTo>
                    <a:pt x="636" y="363"/>
                    <a:pt x="776" y="600"/>
                    <a:pt x="923" y="848"/>
                  </a:cubicBezTo>
                  <a:cubicBezTo>
                    <a:pt x="994" y="965"/>
                    <a:pt x="1065" y="1081"/>
                    <a:pt x="1133" y="1192"/>
                  </a:cubicBezTo>
                  <a:lnTo>
                    <a:pt x="1133" y="1192"/>
                  </a:lnTo>
                  <a:cubicBezTo>
                    <a:pt x="925" y="1164"/>
                    <a:pt x="735" y="1153"/>
                    <a:pt x="574" y="1153"/>
                  </a:cubicBezTo>
                  <a:cubicBezTo>
                    <a:pt x="492" y="1153"/>
                    <a:pt x="418" y="1156"/>
                    <a:pt x="352" y="1160"/>
                  </a:cubicBezTo>
                  <a:cubicBezTo>
                    <a:pt x="130" y="1178"/>
                    <a:pt x="0" y="1207"/>
                    <a:pt x="0" y="1218"/>
                  </a:cubicBezTo>
                  <a:cubicBezTo>
                    <a:pt x="0" y="1250"/>
                    <a:pt x="528" y="1189"/>
                    <a:pt x="1235" y="1322"/>
                  </a:cubicBezTo>
                  <a:lnTo>
                    <a:pt x="1357" y="1347"/>
                  </a:lnTo>
                  <a:lnTo>
                    <a:pt x="1357" y="1347"/>
                  </a:lnTo>
                  <a:lnTo>
                    <a:pt x="1293" y="1239"/>
                  </a:lnTo>
                  <a:cubicBezTo>
                    <a:pt x="1206" y="1095"/>
                    <a:pt x="1117" y="941"/>
                    <a:pt x="1024" y="787"/>
                  </a:cubicBezTo>
                  <a:cubicBezTo>
                    <a:pt x="890" y="568"/>
                    <a:pt x="762" y="359"/>
                    <a:pt x="642" y="167"/>
                  </a:cubicBezTo>
                  <a:lnTo>
                    <a:pt x="642" y="167"/>
                  </a:lnTo>
                  <a:cubicBezTo>
                    <a:pt x="1169" y="124"/>
                    <a:pt x="1514" y="32"/>
                    <a:pt x="1508" y="5"/>
                  </a:cubicBezTo>
                  <a:cubicBezTo>
                    <a:pt x="1507" y="2"/>
                    <a:pt x="1500" y="1"/>
                    <a:pt x="1489"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4"/>
            <p:cNvSpPr/>
            <p:nvPr/>
          </p:nvSpPr>
          <p:spPr>
            <a:xfrm>
              <a:off x="7686477" y="2424338"/>
              <a:ext cx="175173" cy="164297"/>
            </a:xfrm>
            <a:custGeom>
              <a:avLst/>
              <a:gdLst/>
              <a:ahLst/>
              <a:cxnLst/>
              <a:rect l="l" t="t" r="r" b="b"/>
              <a:pathLst>
                <a:path w="3946" h="3701" extrusionOk="0">
                  <a:moveTo>
                    <a:pt x="3030" y="0"/>
                  </a:moveTo>
                  <a:lnTo>
                    <a:pt x="3037" y="48"/>
                  </a:lnTo>
                  <a:cubicBezTo>
                    <a:pt x="3155" y="548"/>
                    <a:pt x="3308" y="1210"/>
                    <a:pt x="3483" y="1972"/>
                  </a:cubicBezTo>
                  <a:lnTo>
                    <a:pt x="3483" y="1972"/>
                  </a:lnTo>
                  <a:cubicBezTo>
                    <a:pt x="3073" y="1860"/>
                    <a:pt x="2631" y="1735"/>
                    <a:pt x="2172" y="1605"/>
                  </a:cubicBezTo>
                  <a:cubicBezTo>
                    <a:pt x="2043" y="1569"/>
                    <a:pt x="1914" y="1534"/>
                    <a:pt x="1788" y="1501"/>
                  </a:cubicBezTo>
                  <a:lnTo>
                    <a:pt x="1710" y="1479"/>
                  </a:lnTo>
                  <a:lnTo>
                    <a:pt x="1713" y="1559"/>
                  </a:lnTo>
                  <a:cubicBezTo>
                    <a:pt x="1751" y="2295"/>
                    <a:pt x="1786" y="2979"/>
                    <a:pt x="1814" y="3571"/>
                  </a:cubicBezTo>
                  <a:lnTo>
                    <a:pt x="1814" y="3571"/>
                  </a:lnTo>
                  <a:cubicBezTo>
                    <a:pt x="1293" y="3441"/>
                    <a:pt x="852" y="3331"/>
                    <a:pt x="521" y="3249"/>
                  </a:cubicBezTo>
                  <a:cubicBezTo>
                    <a:pt x="370" y="3217"/>
                    <a:pt x="245" y="3188"/>
                    <a:pt x="141" y="3163"/>
                  </a:cubicBezTo>
                  <a:cubicBezTo>
                    <a:pt x="66" y="3147"/>
                    <a:pt x="21" y="3140"/>
                    <a:pt x="8" y="3140"/>
                  </a:cubicBezTo>
                  <a:cubicBezTo>
                    <a:pt x="5" y="3140"/>
                    <a:pt x="4" y="3140"/>
                    <a:pt x="4" y="3141"/>
                  </a:cubicBezTo>
                  <a:cubicBezTo>
                    <a:pt x="1" y="3149"/>
                    <a:pt x="47" y="3163"/>
                    <a:pt x="130" y="3192"/>
                  </a:cubicBezTo>
                  <a:cubicBezTo>
                    <a:pt x="234" y="3224"/>
                    <a:pt x="356" y="3260"/>
                    <a:pt x="507" y="3303"/>
                  </a:cubicBezTo>
                  <a:cubicBezTo>
                    <a:pt x="852" y="3399"/>
                    <a:pt x="1311" y="3529"/>
                    <a:pt x="1856" y="3683"/>
                  </a:cubicBezTo>
                  <a:lnTo>
                    <a:pt x="1917" y="3701"/>
                  </a:lnTo>
                  <a:lnTo>
                    <a:pt x="1914" y="3633"/>
                  </a:lnTo>
                  <a:cubicBezTo>
                    <a:pt x="1893" y="3048"/>
                    <a:pt x="1863" y="2365"/>
                    <a:pt x="1834" y="1634"/>
                  </a:cubicBezTo>
                  <a:lnTo>
                    <a:pt x="1834" y="1634"/>
                  </a:lnTo>
                  <a:cubicBezTo>
                    <a:pt x="1935" y="1663"/>
                    <a:pt x="2038" y="1692"/>
                    <a:pt x="2140" y="1720"/>
                  </a:cubicBezTo>
                  <a:cubicBezTo>
                    <a:pt x="2636" y="1857"/>
                    <a:pt x="3110" y="1986"/>
                    <a:pt x="3547" y="2107"/>
                  </a:cubicBezTo>
                  <a:lnTo>
                    <a:pt x="3637" y="2132"/>
                  </a:lnTo>
                  <a:lnTo>
                    <a:pt x="3615" y="2039"/>
                  </a:lnTo>
                  <a:cubicBezTo>
                    <a:pt x="3420" y="1265"/>
                    <a:pt x="3249" y="592"/>
                    <a:pt x="3121" y="77"/>
                  </a:cubicBezTo>
                  <a:lnTo>
                    <a:pt x="3121" y="77"/>
                  </a:lnTo>
                  <a:cubicBezTo>
                    <a:pt x="3586" y="89"/>
                    <a:pt x="3876" y="150"/>
                    <a:pt x="3934" y="150"/>
                  </a:cubicBezTo>
                  <a:cubicBezTo>
                    <a:pt x="3941" y="150"/>
                    <a:pt x="3945" y="149"/>
                    <a:pt x="3945" y="148"/>
                  </a:cubicBezTo>
                  <a:cubicBezTo>
                    <a:pt x="3945" y="141"/>
                    <a:pt x="3867" y="119"/>
                    <a:pt x="3719" y="86"/>
                  </a:cubicBezTo>
                  <a:cubicBezTo>
                    <a:pt x="3572" y="54"/>
                    <a:pt x="3353" y="18"/>
                    <a:pt x="3077" y="5"/>
                  </a:cubicBezTo>
                  <a:lnTo>
                    <a:pt x="303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4"/>
            <p:cNvSpPr/>
            <p:nvPr/>
          </p:nvSpPr>
          <p:spPr>
            <a:xfrm>
              <a:off x="7661484" y="2644696"/>
              <a:ext cx="212773" cy="94867"/>
            </a:xfrm>
            <a:custGeom>
              <a:avLst/>
              <a:gdLst/>
              <a:ahLst/>
              <a:cxnLst/>
              <a:rect l="l" t="t" r="r" b="b"/>
              <a:pathLst>
                <a:path w="4793" h="2137" extrusionOk="0">
                  <a:moveTo>
                    <a:pt x="366" y="1761"/>
                  </a:moveTo>
                  <a:cubicBezTo>
                    <a:pt x="366" y="1761"/>
                    <a:pt x="366" y="1762"/>
                    <a:pt x="366" y="1763"/>
                  </a:cubicBezTo>
                  <a:lnTo>
                    <a:pt x="363" y="1767"/>
                  </a:lnTo>
                  <a:cubicBezTo>
                    <a:pt x="365" y="1763"/>
                    <a:pt x="366" y="1761"/>
                    <a:pt x="366" y="1761"/>
                  </a:cubicBezTo>
                  <a:close/>
                  <a:moveTo>
                    <a:pt x="4314" y="1"/>
                  </a:moveTo>
                  <a:lnTo>
                    <a:pt x="4282" y="54"/>
                  </a:lnTo>
                  <a:cubicBezTo>
                    <a:pt x="4013" y="536"/>
                    <a:pt x="3605" y="1215"/>
                    <a:pt x="3048" y="1946"/>
                  </a:cubicBezTo>
                  <a:lnTo>
                    <a:pt x="3048" y="1946"/>
                  </a:lnTo>
                  <a:cubicBezTo>
                    <a:pt x="2849" y="1687"/>
                    <a:pt x="2639" y="1410"/>
                    <a:pt x="2423" y="1127"/>
                  </a:cubicBezTo>
                  <a:cubicBezTo>
                    <a:pt x="2247" y="902"/>
                    <a:pt x="2079" y="679"/>
                    <a:pt x="1914" y="463"/>
                  </a:cubicBezTo>
                  <a:lnTo>
                    <a:pt x="1874" y="413"/>
                  </a:lnTo>
                  <a:lnTo>
                    <a:pt x="1827" y="453"/>
                  </a:lnTo>
                  <a:cubicBezTo>
                    <a:pt x="1544" y="708"/>
                    <a:pt x="1271" y="948"/>
                    <a:pt x="1019" y="1174"/>
                  </a:cubicBezTo>
                  <a:cubicBezTo>
                    <a:pt x="894" y="1286"/>
                    <a:pt x="772" y="1394"/>
                    <a:pt x="658" y="1497"/>
                  </a:cubicBezTo>
                  <a:cubicBezTo>
                    <a:pt x="600" y="1548"/>
                    <a:pt x="546" y="1598"/>
                    <a:pt x="492" y="1648"/>
                  </a:cubicBezTo>
                  <a:lnTo>
                    <a:pt x="414" y="1716"/>
                  </a:lnTo>
                  <a:lnTo>
                    <a:pt x="414" y="1716"/>
                  </a:lnTo>
                  <a:cubicBezTo>
                    <a:pt x="413" y="1716"/>
                    <a:pt x="412" y="1715"/>
                    <a:pt x="411" y="1715"/>
                  </a:cubicBezTo>
                  <a:lnTo>
                    <a:pt x="411" y="1715"/>
                  </a:lnTo>
                  <a:cubicBezTo>
                    <a:pt x="272" y="1301"/>
                    <a:pt x="168" y="957"/>
                    <a:pt x="105" y="718"/>
                  </a:cubicBezTo>
                  <a:cubicBezTo>
                    <a:pt x="36" y="474"/>
                    <a:pt x="22" y="334"/>
                    <a:pt x="15" y="334"/>
                  </a:cubicBezTo>
                  <a:lnTo>
                    <a:pt x="15" y="334"/>
                  </a:lnTo>
                  <a:cubicBezTo>
                    <a:pt x="4" y="334"/>
                    <a:pt x="0" y="478"/>
                    <a:pt x="58" y="729"/>
                  </a:cubicBezTo>
                  <a:cubicBezTo>
                    <a:pt x="108" y="980"/>
                    <a:pt x="201" y="1339"/>
                    <a:pt x="335" y="1773"/>
                  </a:cubicBezTo>
                  <a:lnTo>
                    <a:pt x="348" y="1817"/>
                  </a:lnTo>
                  <a:lnTo>
                    <a:pt x="366" y="1810"/>
                  </a:lnTo>
                  <a:lnTo>
                    <a:pt x="366" y="1810"/>
                  </a:lnTo>
                  <a:cubicBezTo>
                    <a:pt x="378" y="1823"/>
                    <a:pt x="398" y="1835"/>
                    <a:pt x="409" y="1835"/>
                  </a:cubicBezTo>
                  <a:cubicBezTo>
                    <a:pt x="413" y="1835"/>
                    <a:pt x="415" y="1834"/>
                    <a:pt x="416" y="1831"/>
                  </a:cubicBezTo>
                  <a:cubicBezTo>
                    <a:pt x="424" y="1828"/>
                    <a:pt x="424" y="1828"/>
                    <a:pt x="431" y="1824"/>
                  </a:cubicBezTo>
                  <a:lnTo>
                    <a:pt x="438" y="1817"/>
                  </a:lnTo>
                  <a:lnTo>
                    <a:pt x="449" y="1806"/>
                  </a:lnTo>
                  <a:lnTo>
                    <a:pt x="471" y="1788"/>
                  </a:lnTo>
                  <a:lnTo>
                    <a:pt x="553" y="1720"/>
                  </a:lnTo>
                  <a:cubicBezTo>
                    <a:pt x="607" y="1669"/>
                    <a:pt x="664" y="1619"/>
                    <a:pt x="722" y="1569"/>
                  </a:cubicBezTo>
                  <a:cubicBezTo>
                    <a:pt x="840" y="1469"/>
                    <a:pt x="962" y="1364"/>
                    <a:pt x="1088" y="1253"/>
                  </a:cubicBezTo>
                  <a:cubicBezTo>
                    <a:pt x="1333" y="1043"/>
                    <a:pt x="1589" y="817"/>
                    <a:pt x="1859" y="583"/>
                  </a:cubicBezTo>
                  <a:lnTo>
                    <a:pt x="1859" y="583"/>
                  </a:lnTo>
                  <a:cubicBezTo>
                    <a:pt x="2012" y="783"/>
                    <a:pt x="2168" y="991"/>
                    <a:pt x="2330" y="1200"/>
                  </a:cubicBezTo>
                  <a:cubicBezTo>
                    <a:pt x="2563" y="1505"/>
                    <a:pt x="2790" y="1798"/>
                    <a:pt x="3001" y="2075"/>
                  </a:cubicBezTo>
                  <a:lnTo>
                    <a:pt x="3048" y="2136"/>
                  </a:lnTo>
                  <a:lnTo>
                    <a:pt x="3095" y="2075"/>
                  </a:lnTo>
                  <a:cubicBezTo>
                    <a:pt x="3652" y="1341"/>
                    <a:pt x="4056" y="643"/>
                    <a:pt x="4319" y="141"/>
                  </a:cubicBezTo>
                  <a:lnTo>
                    <a:pt x="4319" y="141"/>
                  </a:lnTo>
                  <a:cubicBezTo>
                    <a:pt x="4449" y="342"/>
                    <a:pt x="4541" y="520"/>
                    <a:pt x="4627" y="629"/>
                  </a:cubicBezTo>
                  <a:cubicBezTo>
                    <a:pt x="4714" y="744"/>
                    <a:pt x="4780" y="794"/>
                    <a:pt x="4784" y="794"/>
                  </a:cubicBezTo>
                  <a:cubicBezTo>
                    <a:pt x="4785" y="794"/>
                    <a:pt x="4785" y="794"/>
                    <a:pt x="4785" y="794"/>
                  </a:cubicBezTo>
                  <a:cubicBezTo>
                    <a:pt x="4792" y="786"/>
                    <a:pt x="4735" y="729"/>
                    <a:pt x="4655" y="607"/>
                  </a:cubicBezTo>
                  <a:cubicBezTo>
                    <a:pt x="4577" y="485"/>
                    <a:pt x="4487" y="288"/>
                    <a:pt x="4344" y="51"/>
                  </a:cubicBezTo>
                  <a:lnTo>
                    <a:pt x="4314"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4"/>
            <p:cNvSpPr/>
            <p:nvPr/>
          </p:nvSpPr>
          <p:spPr>
            <a:xfrm>
              <a:off x="7609990" y="2539844"/>
              <a:ext cx="90738" cy="227955"/>
            </a:xfrm>
            <a:custGeom>
              <a:avLst/>
              <a:gdLst/>
              <a:ahLst/>
              <a:cxnLst/>
              <a:rect l="l" t="t" r="r" b="b"/>
              <a:pathLst>
                <a:path w="2044" h="5135" extrusionOk="0">
                  <a:moveTo>
                    <a:pt x="2036" y="0"/>
                  </a:moveTo>
                  <a:cubicBezTo>
                    <a:pt x="2016" y="0"/>
                    <a:pt x="1923" y="294"/>
                    <a:pt x="1763" y="762"/>
                  </a:cubicBezTo>
                  <a:cubicBezTo>
                    <a:pt x="1606" y="1236"/>
                    <a:pt x="1376" y="1885"/>
                    <a:pt x="1099" y="2596"/>
                  </a:cubicBezTo>
                  <a:cubicBezTo>
                    <a:pt x="819" y="3303"/>
                    <a:pt x="543" y="3935"/>
                    <a:pt x="335" y="4390"/>
                  </a:cubicBezTo>
                  <a:cubicBezTo>
                    <a:pt x="130" y="4846"/>
                    <a:pt x="1" y="5126"/>
                    <a:pt x="15" y="5134"/>
                  </a:cubicBezTo>
                  <a:cubicBezTo>
                    <a:pt x="16" y="5134"/>
                    <a:pt x="16" y="5134"/>
                    <a:pt x="16" y="5134"/>
                  </a:cubicBezTo>
                  <a:cubicBezTo>
                    <a:pt x="25" y="5134"/>
                    <a:pt x="67" y="5070"/>
                    <a:pt x="133" y="4950"/>
                  </a:cubicBezTo>
                  <a:cubicBezTo>
                    <a:pt x="202" y="4828"/>
                    <a:pt x="299" y="4649"/>
                    <a:pt x="410" y="4427"/>
                  </a:cubicBezTo>
                  <a:cubicBezTo>
                    <a:pt x="637" y="3978"/>
                    <a:pt x="927" y="3350"/>
                    <a:pt x="1207" y="2639"/>
                  </a:cubicBezTo>
                  <a:cubicBezTo>
                    <a:pt x="1487" y="1925"/>
                    <a:pt x="1706" y="1268"/>
                    <a:pt x="1843" y="787"/>
                  </a:cubicBezTo>
                  <a:cubicBezTo>
                    <a:pt x="1914" y="547"/>
                    <a:pt x="1964" y="349"/>
                    <a:pt x="1997" y="213"/>
                  </a:cubicBezTo>
                  <a:cubicBezTo>
                    <a:pt x="2029" y="76"/>
                    <a:pt x="2043" y="1"/>
                    <a:pt x="2036" y="1"/>
                  </a:cubicBezTo>
                  <a:cubicBezTo>
                    <a:pt x="2036" y="1"/>
                    <a:pt x="2036" y="0"/>
                    <a:pt x="203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4"/>
            <p:cNvSpPr/>
            <p:nvPr/>
          </p:nvSpPr>
          <p:spPr>
            <a:xfrm>
              <a:off x="7704500" y="2352779"/>
              <a:ext cx="67255" cy="59797"/>
            </a:xfrm>
            <a:custGeom>
              <a:avLst/>
              <a:gdLst/>
              <a:ahLst/>
              <a:cxnLst/>
              <a:rect l="l" t="t" r="r" b="b"/>
              <a:pathLst>
                <a:path w="1515" h="1347" extrusionOk="0">
                  <a:moveTo>
                    <a:pt x="1489" y="1"/>
                  </a:moveTo>
                  <a:cubicBezTo>
                    <a:pt x="1452" y="1"/>
                    <a:pt x="1366" y="12"/>
                    <a:pt x="1243" y="23"/>
                  </a:cubicBezTo>
                  <a:cubicBezTo>
                    <a:pt x="1074" y="40"/>
                    <a:pt x="833" y="58"/>
                    <a:pt x="550" y="69"/>
                  </a:cubicBezTo>
                  <a:lnTo>
                    <a:pt x="464" y="73"/>
                  </a:lnTo>
                  <a:lnTo>
                    <a:pt x="507" y="148"/>
                  </a:lnTo>
                  <a:cubicBezTo>
                    <a:pt x="636" y="363"/>
                    <a:pt x="776" y="600"/>
                    <a:pt x="923" y="848"/>
                  </a:cubicBezTo>
                  <a:cubicBezTo>
                    <a:pt x="994" y="965"/>
                    <a:pt x="1065" y="1081"/>
                    <a:pt x="1133" y="1192"/>
                  </a:cubicBezTo>
                  <a:lnTo>
                    <a:pt x="1133" y="1192"/>
                  </a:lnTo>
                  <a:cubicBezTo>
                    <a:pt x="925" y="1164"/>
                    <a:pt x="735" y="1153"/>
                    <a:pt x="574" y="1153"/>
                  </a:cubicBezTo>
                  <a:cubicBezTo>
                    <a:pt x="492" y="1153"/>
                    <a:pt x="418" y="1156"/>
                    <a:pt x="352" y="1160"/>
                  </a:cubicBezTo>
                  <a:cubicBezTo>
                    <a:pt x="130" y="1178"/>
                    <a:pt x="0" y="1207"/>
                    <a:pt x="0" y="1218"/>
                  </a:cubicBezTo>
                  <a:cubicBezTo>
                    <a:pt x="0" y="1250"/>
                    <a:pt x="528" y="1189"/>
                    <a:pt x="1235" y="1322"/>
                  </a:cubicBezTo>
                  <a:lnTo>
                    <a:pt x="1357" y="1347"/>
                  </a:lnTo>
                  <a:lnTo>
                    <a:pt x="1357" y="1347"/>
                  </a:lnTo>
                  <a:lnTo>
                    <a:pt x="1293" y="1239"/>
                  </a:lnTo>
                  <a:cubicBezTo>
                    <a:pt x="1206" y="1095"/>
                    <a:pt x="1117" y="941"/>
                    <a:pt x="1024" y="787"/>
                  </a:cubicBezTo>
                  <a:cubicBezTo>
                    <a:pt x="890" y="568"/>
                    <a:pt x="762" y="359"/>
                    <a:pt x="642" y="167"/>
                  </a:cubicBezTo>
                  <a:lnTo>
                    <a:pt x="642" y="167"/>
                  </a:lnTo>
                  <a:cubicBezTo>
                    <a:pt x="1169" y="124"/>
                    <a:pt x="1514" y="32"/>
                    <a:pt x="1508" y="5"/>
                  </a:cubicBezTo>
                  <a:cubicBezTo>
                    <a:pt x="1507" y="2"/>
                    <a:pt x="1500" y="1"/>
                    <a:pt x="1489"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6" name="Google Shape;1026;p34"/>
            <p:cNvGrpSpPr/>
            <p:nvPr/>
          </p:nvGrpSpPr>
          <p:grpSpPr>
            <a:xfrm>
              <a:off x="7331478" y="2343723"/>
              <a:ext cx="542780" cy="395840"/>
              <a:chOff x="7331478" y="2343723"/>
              <a:chExt cx="542780" cy="395840"/>
            </a:xfrm>
          </p:grpSpPr>
          <p:sp>
            <p:nvSpPr>
              <p:cNvPr id="1027" name="Google Shape;1027;p34"/>
              <p:cNvSpPr/>
              <p:nvPr/>
            </p:nvSpPr>
            <p:spPr>
              <a:xfrm>
                <a:off x="7445431" y="2352912"/>
                <a:ext cx="326019" cy="156084"/>
              </a:xfrm>
              <a:custGeom>
                <a:avLst/>
                <a:gdLst/>
                <a:ahLst/>
                <a:cxnLst/>
                <a:rect l="l" t="t" r="r" b="b"/>
                <a:pathLst>
                  <a:path w="7344" h="3516" extrusionOk="0">
                    <a:moveTo>
                      <a:pt x="7339" y="0"/>
                    </a:moveTo>
                    <a:cubicBezTo>
                      <a:pt x="7319" y="0"/>
                      <a:pt x="7238" y="23"/>
                      <a:pt x="7097" y="48"/>
                    </a:cubicBezTo>
                    <a:cubicBezTo>
                      <a:pt x="6935" y="80"/>
                      <a:pt x="6698" y="80"/>
                      <a:pt x="6386" y="91"/>
                    </a:cubicBezTo>
                    <a:lnTo>
                      <a:pt x="6343" y="91"/>
                    </a:lnTo>
                    <a:lnTo>
                      <a:pt x="6364" y="134"/>
                    </a:lnTo>
                    <a:cubicBezTo>
                      <a:pt x="6540" y="429"/>
                      <a:pt x="6754" y="790"/>
                      <a:pt x="7001" y="1210"/>
                    </a:cubicBezTo>
                    <a:lnTo>
                      <a:pt x="7001" y="1210"/>
                    </a:lnTo>
                    <a:cubicBezTo>
                      <a:pt x="6774" y="1170"/>
                      <a:pt x="6525" y="1146"/>
                      <a:pt x="6264" y="1146"/>
                    </a:cubicBezTo>
                    <a:cubicBezTo>
                      <a:pt x="6124" y="1146"/>
                      <a:pt x="5980" y="1153"/>
                      <a:pt x="5833" y="1168"/>
                    </a:cubicBezTo>
                    <a:lnTo>
                      <a:pt x="5783" y="1172"/>
                    </a:lnTo>
                    <a:lnTo>
                      <a:pt x="5790" y="1222"/>
                    </a:lnTo>
                    <a:cubicBezTo>
                      <a:pt x="5830" y="1619"/>
                      <a:pt x="5820" y="2076"/>
                      <a:pt x="5952" y="2537"/>
                    </a:cubicBezTo>
                    <a:lnTo>
                      <a:pt x="5952" y="2537"/>
                    </a:lnTo>
                    <a:cubicBezTo>
                      <a:pt x="5548" y="2431"/>
                      <a:pt x="5121" y="2306"/>
                      <a:pt x="4738" y="2076"/>
                    </a:cubicBezTo>
                    <a:lnTo>
                      <a:pt x="4667" y="2036"/>
                    </a:lnTo>
                    <a:lnTo>
                      <a:pt x="4652" y="2116"/>
                    </a:lnTo>
                    <a:cubicBezTo>
                      <a:pt x="4575" y="2496"/>
                      <a:pt x="4492" y="2898"/>
                      <a:pt x="4409" y="3304"/>
                    </a:cubicBezTo>
                    <a:lnTo>
                      <a:pt x="4409" y="3304"/>
                    </a:lnTo>
                    <a:cubicBezTo>
                      <a:pt x="4261" y="3179"/>
                      <a:pt x="4111" y="3043"/>
                      <a:pt x="3966" y="2898"/>
                    </a:cubicBezTo>
                    <a:cubicBezTo>
                      <a:pt x="3802" y="2733"/>
                      <a:pt x="3651" y="2565"/>
                      <a:pt x="3511" y="2385"/>
                    </a:cubicBezTo>
                    <a:lnTo>
                      <a:pt x="3474" y="2338"/>
                    </a:lnTo>
                    <a:lnTo>
                      <a:pt x="3428" y="2378"/>
                    </a:lnTo>
                    <a:cubicBezTo>
                      <a:pt x="3052" y="2677"/>
                      <a:pt x="2681" y="2967"/>
                      <a:pt x="2326" y="3250"/>
                    </a:cubicBezTo>
                    <a:lnTo>
                      <a:pt x="2326" y="3250"/>
                    </a:lnTo>
                    <a:cubicBezTo>
                      <a:pt x="2249" y="2872"/>
                      <a:pt x="2169" y="2504"/>
                      <a:pt x="2096" y="2152"/>
                    </a:cubicBezTo>
                    <a:lnTo>
                      <a:pt x="2086" y="2091"/>
                    </a:lnTo>
                    <a:lnTo>
                      <a:pt x="2025" y="2112"/>
                    </a:lnTo>
                    <a:cubicBezTo>
                      <a:pt x="1616" y="2262"/>
                      <a:pt x="1225" y="2402"/>
                      <a:pt x="859" y="2533"/>
                    </a:cubicBezTo>
                    <a:lnTo>
                      <a:pt x="859" y="2533"/>
                    </a:lnTo>
                    <a:cubicBezTo>
                      <a:pt x="976" y="2066"/>
                      <a:pt x="1087" y="1639"/>
                      <a:pt x="1185" y="1254"/>
                    </a:cubicBezTo>
                    <a:lnTo>
                      <a:pt x="1196" y="1211"/>
                    </a:lnTo>
                    <a:lnTo>
                      <a:pt x="1153" y="1204"/>
                    </a:lnTo>
                    <a:cubicBezTo>
                      <a:pt x="749" y="1143"/>
                      <a:pt x="398" y="1091"/>
                      <a:pt x="99" y="1046"/>
                    </a:cubicBezTo>
                    <a:lnTo>
                      <a:pt x="99" y="1046"/>
                    </a:lnTo>
                    <a:cubicBezTo>
                      <a:pt x="282" y="761"/>
                      <a:pt x="425" y="533"/>
                      <a:pt x="532" y="368"/>
                    </a:cubicBezTo>
                    <a:cubicBezTo>
                      <a:pt x="578" y="292"/>
                      <a:pt x="614" y="231"/>
                      <a:pt x="646" y="181"/>
                    </a:cubicBezTo>
                    <a:cubicBezTo>
                      <a:pt x="668" y="138"/>
                      <a:pt x="682" y="116"/>
                      <a:pt x="679" y="113"/>
                    </a:cubicBezTo>
                    <a:lnTo>
                      <a:pt x="679" y="113"/>
                    </a:lnTo>
                    <a:cubicBezTo>
                      <a:pt x="675" y="113"/>
                      <a:pt x="661" y="131"/>
                      <a:pt x="632" y="174"/>
                    </a:cubicBezTo>
                    <a:cubicBezTo>
                      <a:pt x="596" y="221"/>
                      <a:pt x="557" y="278"/>
                      <a:pt x="502" y="350"/>
                    </a:cubicBezTo>
                    <a:cubicBezTo>
                      <a:pt x="388" y="522"/>
                      <a:pt x="230" y="756"/>
                      <a:pt x="25" y="1049"/>
                    </a:cubicBezTo>
                    <a:lnTo>
                      <a:pt x="0" y="1089"/>
                    </a:lnTo>
                    <a:lnTo>
                      <a:pt x="47" y="1097"/>
                    </a:lnTo>
                    <a:cubicBezTo>
                      <a:pt x="341" y="1148"/>
                      <a:pt x="689" y="1207"/>
                      <a:pt x="1094" y="1275"/>
                    </a:cubicBezTo>
                    <a:lnTo>
                      <a:pt x="1094" y="1275"/>
                    </a:lnTo>
                    <a:cubicBezTo>
                      <a:pt x="989" y="1673"/>
                      <a:pt x="872" y="2115"/>
                      <a:pt x="739" y="2596"/>
                    </a:cubicBezTo>
                    <a:lnTo>
                      <a:pt x="718" y="2686"/>
                    </a:lnTo>
                    <a:lnTo>
                      <a:pt x="718" y="2686"/>
                    </a:lnTo>
                    <a:lnTo>
                      <a:pt x="804" y="2654"/>
                    </a:lnTo>
                    <a:cubicBezTo>
                      <a:pt x="1182" y="2524"/>
                      <a:pt x="1582" y="2384"/>
                      <a:pt x="2005" y="2237"/>
                    </a:cubicBezTo>
                    <a:lnTo>
                      <a:pt x="2005" y="2237"/>
                    </a:lnTo>
                    <a:cubicBezTo>
                      <a:pt x="2077" y="2600"/>
                      <a:pt x="2155" y="2975"/>
                      <a:pt x="2233" y="3365"/>
                    </a:cubicBezTo>
                    <a:lnTo>
                      <a:pt x="2251" y="3454"/>
                    </a:lnTo>
                    <a:lnTo>
                      <a:pt x="2326" y="3397"/>
                    </a:lnTo>
                    <a:cubicBezTo>
                      <a:pt x="2689" y="3111"/>
                      <a:pt x="3067" y="2811"/>
                      <a:pt x="3456" y="2505"/>
                    </a:cubicBezTo>
                    <a:lnTo>
                      <a:pt x="3456" y="2505"/>
                    </a:lnTo>
                    <a:cubicBezTo>
                      <a:pt x="3586" y="2669"/>
                      <a:pt x="3729" y="2829"/>
                      <a:pt x="3880" y="2981"/>
                    </a:cubicBezTo>
                    <a:cubicBezTo>
                      <a:pt x="4052" y="3153"/>
                      <a:pt x="4232" y="3315"/>
                      <a:pt x="4412" y="3458"/>
                    </a:cubicBezTo>
                    <a:lnTo>
                      <a:pt x="4487" y="3516"/>
                    </a:lnTo>
                    <a:lnTo>
                      <a:pt x="4505" y="3423"/>
                    </a:lnTo>
                    <a:cubicBezTo>
                      <a:pt x="4589" y="3008"/>
                      <a:pt x="4670" y="2603"/>
                      <a:pt x="4748" y="2214"/>
                    </a:cubicBezTo>
                    <a:lnTo>
                      <a:pt x="4748" y="2214"/>
                    </a:lnTo>
                    <a:cubicBezTo>
                      <a:pt x="5165" y="2445"/>
                      <a:pt x="5605" y="2559"/>
                      <a:pt x="6020" y="2664"/>
                    </a:cubicBezTo>
                    <a:lnTo>
                      <a:pt x="6113" y="2690"/>
                    </a:lnTo>
                    <a:lnTo>
                      <a:pt x="6084" y="2596"/>
                    </a:lnTo>
                    <a:cubicBezTo>
                      <a:pt x="5932" y="2143"/>
                      <a:pt x="5933" y="1681"/>
                      <a:pt x="5888" y="1260"/>
                    </a:cubicBezTo>
                    <a:lnTo>
                      <a:pt x="5888" y="1260"/>
                    </a:lnTo>
                    <a:cubicBezTo>
                      <a:pt x="6035" y="1245"/>
                      <a:pt x="6179" y="1238"/>
                      <a:pt x="6318" y="1238"/>
                    </a:cubicBezTo>
                    <a:cubicBezTo>
                      <a:pt x="6588" y="1238"/>
                      <a:pt x="6843" y="1263"/>
                      <a:pt x="7075" y="1304"/>
                    </a:cubicBezTo>
                    <a:lnTo>
                      <a:pt x="7161" y="1319"/>
                    </a:lnTo>
                    <a:lnTo>
                      <a:pt x="7114" y="1243"/>
                    </a:lnTo>
                    <a:cubicBezTo>
                      <a:pt x="6852" y="816"/>
                      <a:pt x="6623" y="444"/>
                      <a:pt x="6434" y="142"/>
                    </a:cubicBezTo>
                    <a:lnTo>
                      <a:pt x="6434" y="142"/>
                    </a:lnTo>
                    <a:cubicBezTo>
                      <a:pt x="6721" y="126"/>
                      <a:pt x="6949" y="114"/>
                      <a:pt x="7104" y="73"/>
                    </a:cubicBezTo>
                    <a:cubicBezTo>
                      <a:pt x="7183" y="55"/>
                      <a:pt x="7243" y="37"/>
                      <a:pt x="7283" y="27"/>
                    </a:cubicBezTo>
                    <a:cubicBezTo>
                      <a:pt x="7322" y="12"/>
                      <a:pt x="7344" y="5"/>
                      <a:pt x="7344" y="2"/>
                    </a:cubicBezTo>
                    <a:cubicBezTo>
                      <a:pt x="7343" y="1"/>
                      <a:pt x="7342" y="0"/>
                      <a:pt x="733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4"/>
              <p:cNvSpPr/>
              <p:nvPr/>
            </p:nvSpPr>
            <p:spPr>
              <a:xfrm>
                <a:off x="7331478" y="2423760"/>
                <a:ext cx="530180" cy="215259"/>
              </a:xfrm>
              <a:custGeom>
                <a:avLst/>
                <a:gdLst/>
                <a:ahLst/>
                <a:cxnLst/>
                <a:rect l="l" t="t" r="r" b="b"/>
                <a:pathLst>
                  <a:path w="11943" h="4849" extrusionOk="0">
                    <a:moveTo>
                      <a:pt x="11342" y="1"/>
                    </a:moveTo>
                    <a:cubicBezTo>
                      <a:pt x="11258" y="1"/>
                      <a:pt x="11166" y="9"/>
                      <a:pt x="11067" y="31"/>
                    </a:cubicBezTo>
                    <a:lnTo>
                      <a:pt x="11045" y="35"/>
                    </a:lnTo>
                    <a:lnTo>
                      <a:pt x="11049" y="56"/>
                    </a:lnTo>
                    <a:cubicBezTo>
                      <a:pt x="11088" y="301"/>
                      <a:pt x="11150" y="599"/>
                      <a:pt x="11231" y="932"/>
                    </a:cubicBezTo>
                    <a:cubicBezTo>
                      <a:pt x="11313" y="1253"/>
                      <a:pt x="11414" y="1611"/>
                      <a:pt x="11505" y="2009"/>
                    </a:cubicBezTo>
                    <a:lnTo>
                      <a:pt x="11505" y="2009"/>
                    </a:lnTo>
                    <a:cubicBezTo>
                      <a:pt x="10991" y="1860"/>
                      <a:pt x="10400" y="1739"/>
                      <a:pt x="9785" y="1525"/>
                    </a:cubicBezTo>
                    <a:lnTo>
                      <a:pt x="9714" y="1503"/>
                    </a:lnTo>
                    <a:lnTo>
                      <a:pt x="9721" y="1575"/>
                    </a:lnTo>
                    <a:cubicBezTo>
                      <a:pt x="9783" y="2185"/>
                      <a:pt x="9775" y="2863"/>
                      <a:pt x="9807" y="3586"/>
                    </a:cubicBezTo>
                    <a:lnTo>
                      <a:pt x="9807" y="3586"/>
                    </a:lnTo>
                    <a:cubicBezTo>
                      <a:pt x="9268" y="3496"/>
                      <a:pt x="8722" y="3322"/>
                      <a:pt x="8152" y="3132"/>
                    </a:cubicBezTo>
                    <a:cubicBezTo>
                      <a:pt x="8113" y="3122"/>
                      <a:pt x="8073" y="3111"/>
                      <a:pt x="8030" y="3104"/>
                    </a:cubicBezTo>
                    <a:cubicBezTo>
                      <a:pt x="8009" y="3101"/>
                      <a:pt x="7987" y="3097"/>
                      <a:pt x="7955" y="3097"/>
                    </a:cubicBezTo>
                    <a:cubicBezTo>
                      <a:pt x="7919" y="3104"/>
                      <a:pt x="7898" y="3119"/>
                      <a:pt x="7876" y="3132"/>
                    </a:cubicBezTo>
                    <a:cubicBezTo>
                      <a:pt x="7790" y="3205"/>
                      <a:pt x="7775" y="3291"/>
                      <a:pt x="7743" y="3362"/>
                    </a:cubicBezTo>
                    <a:cubicBezTo>
                      <a:pt x="7682" y="3506"/>
                      <a:pt x="7618" y="3653"/>
                      <a:pt x="7557" y="3804"/>
                    </a:cubicBezTo>
                    <a:cubicBezTo>
                      <a:pt x="7446" y="4072"/>
                      <a:pt x="7334" y="4343"/>
                      <a:pt x="7218" y="4620"/>
                    </a:cubicBezTo>
                    <a:lnTo>
                      <a:pt x="7218" y="4620"/>
                    </a:lnTo>
                    <a:cubicBezTo>
                      <a:pt x="6859" y="4173"/>
                      <a:pt x="6486" y="3708"/>
                      <a:pt x="6106" y="3233"/>
                    </a:cubicBezTo>
                    <a:lnTo>
                      <a:pt x="6016" y="3126"/>
                    </a:lnTo>
                    <a:lnTo>
                      <a:pt x="5984" y="3083"/>
                    </a:lnTo>
                    <a:lnTo>
                      <a:pt x="5938" y="3114"/>
                    </a:lnTo>
                    <a:cubicBezTo>
                      <a:pt x="5314" y="3544"/>
                      <a:pt x="4704" y="3967"/>
                      <a:pt x="4110" y="4374"/>
                    </a:cubicBezTo>
                    <a:lnTo>
                      <a:pt x="4110" y="4374"/>
                    </a:lnTo>
                    <a:cubicBezTo>
                      <a:pt x="3904" y="3786"/>
                      <a:pt x="3704" y="3214"/>
                      <a:pt x="3511" y="2666"/>
                    </a:cubicBezTo>
                    <a:lnTo>
                      <a:pt x="3486" y="2598"/>
                    </a:lnTo>
                    <a:lnTo>
                      <a:pt x="3429" y="2637"/>
                    </a:lnTo>
                    <a:cubicBezTo>
                      <a:pt x="2763" y="3072"/>
                      <a:pt x="2084" y="3410"/>
                      <a:pt x="1427" y="3665"/>
                    </a:cubicBezTo>
                    <a:lnTo>
                      <a:pt x="1427" y="3665"/>
                    </a:lnTo>
                    <a:cubicBezTo>
                      <a:pt x="1547" y="2740"/>
                      <a:pt x="1659" y="1908"/>
                      <a:pt x="1756" y="1184"/>
                    </a:cubicBezTo>
                    <a:lnTo>
                      <a:pt x="1763" y="1116"/>
                    </a:lnTo>
                    <a:lnTo>
                      <a:pt x="1763" y="1116"/>
                    </a:lnTo>
                    <a:lnTo>
                      <a:pt x="1702" y="1144"/>
                    </a:lnTo>
                    <a:cubicBezTo>
                      <a:pt x="1150" y="1368"/>
                      <a:pt x="629" y="1438"/>
                      <a:pt x="198" y="1438"/>
                    </a:cubicBezTo>
                    <a:cubicBezTo>
                      <a:pt x="157" y="1438"/>
                      <a:pt x="117" y="1437"/>
                      <a:pt x="78" y="1436"/>
                    </a:cubicBezTo>
                    <a:lnTo>
                      <a:pt x="78" y="1436"/>
                    </a:lnTo>
                    <a:cubicBezTo>
                      <a:pt x="233" y="990"/>
                      <a:pt x="355" y="643"/>
                      <a:pt x="439" y="394"/>
                    </a:cubicBezTo>
                    <a:cubicBezTo>
                      <a:pt x="478" y="279"/>
                      <a:pt x="507" y="186"/>
                      <a:pt x="532" y="117"/>
                    </a:cubicBezTo>
                    <a:cubicBezTo>
                      <a:pt x="550" y="53"/>
                      <a:pt x="561" y="21"/>
                      <a:pt x="557" y="21"/>
                    </a:cubicBezTo>
                    <a:lnTo>
                      <a:pt x="557" y="21"/>
                    </a:lnTo>
                    <a:cubicBezTo>
                      <a:pt x="557" y="21"/>
                      <a:pt x="543" y="49"/>
                      <a:pt x="518" y="111"/>
                    </a:cubicBezTo>
                    <a:cubicBezTo>
                      <a:pt x="493" y="182"/>
                      <a:pt x="457" y="272"/>
                      <a:pt x="410" y="387"/>
                    </a:cubicBezTo>
                    <a:cubicBezTo>
                      <a:pt x="317" y="634"/>
                      <a:pt x="184" y="994"/>
                      <a:pt x="11" y="1453"/>
                    </a:cubicBezTo>
                    <a:lnTo>
                      <a:pt x="1" y="1489"/>
                    </a:lnTo>
                    <a:lnTo>
                      <a:pt x="37" y="1489"/>
                    </a:lnTo>
                    <a:cubicBezTo>
                      <a:pt x="112" y="1493"/>
                      <a:pt x="190" y="1496"/>
                      <a:pt x="272" y="1496"/>
                    </a:cubicBezTo>
                    <a:cubicBezTo>
                      <a:pt x="678" y="1496"/>
                      <a:pt x="1159" y="1432"/>
                      <a:pt x="1668" y="1240"/>
                    </a:cubicBezTo>
                    <a:lnTo>
                      <a:pt x="1668" y="1240"/>
                    </a:lnTo>
                    <a:cubicBezTo>
                      <a:pt x="1566" y="1971"/>
                      <a:pt x="1447" y="2806"/>
                      <a:pt x="1315" y="3735"/>
                    </a:cubicBezTo>
                    <a:lnTo>
                      <a:pt x="1303" y="3818"/>
                    </a:lnTo>
                    <a:lnTo>
                      <a:pt x="1303" y="3818"/>
                    </a:lnTo>
                    <a:lnTo>
                      <a:pt x="1383" y="3790"/>
                    </a:lnTo>
                    <a:cubicBezTo>
                      <a:pt x="2052" y="3542"/>
                      <a:pt x="2746" y="3206"/>
                      <a:pt x="3427" y="2769"/>
                    </a:cubicBezTo>
                    <a:lnTo>
                      <a:pt x="3427" y="2769"/>
                    </a:lnTo>
                    <a:cubicBezTo>
                      <a:pt x="3621" y="3323"/>
                      <a:pt x="3821" y="3896"/>
                      <a:pt x="4025" y="4486"/>
                    </a:cubicBezTo>
                    <a:lnTo>
                      <a:pt x="4050" y="4557"/>
                    </a:lnTo>
                    <a:lnTo>
                      <a:pt x="4111" y="4514"/>
                    </a:lnTo>
                    <a:cubicBezTo>
                      <a:pt x="4710" y="4101"/>
                      <a:pt x="5327" y="3677"/>
                      <a:pt x="5961" y="3243"/>
                    </a:cubicBezTo>
                    <a:lnTo>
                      <a:pt x="5961" y="3243"/>
                    </a:lnTo>
                    <a:lnTo>
                      <a:pt x="6013" y="3308"/>
                    </a:lnTo>
                    <a:cubicBezTo>
                      <a:pt x="6415" y="3811"/>
                      <a:pt x="6813" y="4303"/>
                      <a:pt x="7190" y="4769"/>
                    </a:cubicBezTo>
                    <a:lnTo>
                      <a:pt x="7252" y="4848"/>
                    </a:lnTo>
                    <a:lnTo>
                      <a:pt x="7290" y="4755"/>
                    </a:lnTo>
                    <a:cubicBezTo>
                      <a:pt x="7416" y="4450"/>
                      <a:pt x="7542" y="4145"/>
                      <a:pt x="7664" y="3847"/>
                    </a:cubicBezTo>
                    <a:cubicBezTo>
                      <a:pt x="7725" y="3700"/>
                      <a:pt x="7786" y="3553"/>
                      <a:pt x="7847" y="3406"/>
                    </a:cubicBezTo>
                    <a:cubicBezTo>
                      <a:pt x="7880" y="3330"/>
                      <a:pt x="7905" y="3255"/>
                      <a:pt x="7944" y="3222"/>
                    </a:cubicBezTo>
                    <a:cubicBezTo>
                      <a:pt x="7950" y="3213"/>
                      <a:pt x="7962" y="3210"/>
                      <a:pt x="7977" y="3210"/>
                    </a:cubicBezTo>
                    <a:cubicBezTo>
                      <a:pt x="8013" y="3210"/>
                      <a:pt x="8069" y="3228"/>
                      <a:pt x="8117" y="3240"/>
                    </a:cubicBezTo>
                    <a:cubicBezTo>
                      <a:pt x="8708" y="3434"/>
                      <a:pt x="9286" y="3617"/>
                      <a:pt x="9853" y="3700"/>
                    </a:cubicBezTo>
                    <a:lnTo>
                      <a:pt x="9918" y="3710"/>
                    </a:lnTo>
                    <a:lnTo>
                      <a:pt x="9918" y="3646"/>
                    </a:lnTo>
                    <a:cubicBezTo>
                      <a:pt x="9881" y="2932"/>
                      <a:pt x="9882" y="2251"/>
                      <a:pt x="9822" y="1637"/>
                    </a:cubicBezTo>
                    <a:lnTo>
                      <a:pt x="9822" y="1637"/>
                    </a:lnTo>
                    <a:cubicBezTo>
                      <a:pt x="10446" y="1842"/>
                      <a:pt x="11039" y="1953"/>
                      <a:pt x="11544" y="2102"/>
                    </a:cubicBezTo>
                    <a:lnTo>
                      <a:pt x="11609" y="2120"/>
                    </a:lnTo>
                    <a:lnTo>
                      <a:pt x="11594" y="2056"/>
                    </a:lnTo>
                    <a:cubicBezTo>
                      <a:pt x="11494" y="1633"/>
                      <a:pt x="11382" y="1252"/>
                      <a:pt x="11293" y="918"/>
                    </a:cubicBezTo>
                    <a:cubicBezTo>
                      <a:pt x="11206" y="594"/>
                      <a:pt x="11139" y="310"/>
                      <a:pt x="11096" y="70"/>
                    </a:cubicBezTo>
                    <a:lnTo>
                      <a:pt x="11096" y="70"/>
                    </a:lnTo>
                    <a:cubicBezTo>
                      <a:pt x="11197" y="46"/>
                      <a:pt x="11293" y="37"/>
                      <a:pt x="11380" y="37"/>
                    </a:cubicBezTo>
                    <a:cubicBezTo>
                      <a:pt x="11521" y="37"/>
                      <a:pt x="11640" y="62"/>
                      <a:pt x="11727" y="86"/>
                    </a:cubicBezTo>
                    <a:cubicBezTo>
                      <a:pt x="11865" y="124"/>
                      <a:pt x="11933" y="161"/>
                      <a:pt x="11941" y="161"/>
                    </a:cubicBezTo>
                    <a:cubicBezTo>
                      <a:pt x="11942" y="161"/>
                      <a:pt x="11942" y="161"/>
                      <a:pt x="11942" y="161"/>
                    </a:cubicBezTo>
                    <a:cubicBezTo>
                      <a:pt x="11942" y="161"/>
                      <a:pt x="11878" y="111"/>
                      <a:pt x="11731" y="64"/>
                    </a:cubicBezTo>
                    <a:cubicBezTo>
                      <a:pt x="11638" y="33"/>
                      <a:pt x="11505" y="1"/>
                      <a:pt x="11342"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4"/>
              <p:cNvSpPr/>
              <p:nvPr/>
            </p:nvSpPr>
            <p:spPr>
              <a:xfrm>
                <a:off x="7513128" y="2343723"/>
                <a:ext cx="171444" cy="93713"/>
              </a:xfrm>
              <a:custGeom>
                <a:avLst/>
                <a:gdLst/>
                <a:ahLst/>
                <a:cxnLst/>
                <a:rect l="l" t="t" r="r" b="b"/>
                <a:pathLst>
                  <a:path w="3862" h="2111" extrusionOk="0">
                    <a:moveTo>
                      <a:pt x="3830" y="0"/>
                    </a:moveTo>
                    <a:cubicBezTo>
                      <a:pt x="3806" y="0"/>
                      <a:pt x="3862" y="354"/>
                      <a:pt x="3647" y="851"/>
                    </a:cubicBezTo>
                    <a:cubicBezTo>
                      <a:pt x="3540" y="1095"/>
                      <a:pt x="3360" y="1372"/>
                      <a:pt x="3087" y="1591"/>
                    </a:cubicBezTo>
                    <a:cubicBezTo>
                      <a:pt x="2815" y="1813"/>
                      <a:pt x="2441" y="1960"/>
                      <a:pt x="2035" y="1989"/>
                    </a:cubicBezTo>
                    <a:cubicBezTo>
                      <a:pt x="2000" y="1990"/>
                      <a:pt x="1965" y="1991"/>
                      <a:pt x="1930" y="1991"/>
                    </a:cubicBezTo>
                    <a:cubicBezTo>
                      <a:pt x="1563" y="1991"/>
                      <a:pt x="1213" y="1890"/>
                      <a:pt x="945" y="1720"/>
                    </a:cubicBezTo>
                    <a:cubicBezTo>
                      <a:pt x="643" y="1533"/>
                      <a:pt x="435" y="1282"/>
                      <a:pt x="299" y="1052"/>
                    </a:cubicBezTo>
                    <a:cubicBezTo>
                      <a:pt x="27" y="587"/>
                      <a:pt x="40" y="230"/>
                      <a:pt x="16" y="230"/>
                    </a:cubicBezTo>
                    <a:cubicBezTo>
                      <a:pt x="16" y="230"/>
                      <a:pt x="16" y="230"/>
                      <a:pt x="15" y="230"/>
                    </a:cubicBezTo>
                    <a:cubicBezTo>
                      <a:pt x="8" y="230"/>
                      <a:pt x="1" y="316"/>
                      <a:pt x="19" y="471"/>
                    </a:cubicBezTo>
                    <a:cubicBezTo>
                      <a:pt x="37" y="625"/>
                      <a:pt x="94" y="847"/>
                      <a:pt x="223" y="1095"/>
                    </a:cubicBezTo>
                    <a:cubicBezTo>
                      <a:pt x="356" y="1339"/>
                      <a:pt x="571" y="1609"/>
                      <a:pt x="887" y="1813"/>
                    </a:cubicBezTo>
                    <a:cubicBezTo>
                      <a:pt x="1174" y="2001"/>
                      <a:pt x="1545" y="2110"/>
                      <a:pt x="1937" y="2110"/>
                    </a:cubicBezTo>
                    <a:cubicBezTo>
                      <a:pt x="1973" y="2110"/>
                      <a:pt x="2008" y="2109"/>
                      <a:pt x="2043" y="2107"/>
                    </a:cubicBezTo>
                    <a:cubicBezTo>
                      <a:pt x="2474" y="2079"/>
                      <a:pt x="2872" y="1917"/>
                      <a:pt x="3155" y="1677"/>
                    </a:cubicBezTo>
                    <a:cubicBezTo>
                      <a:pt x="3443" y="1436"/>
                      <a:pt x="3622" y="1142"/>
                      <a:pt x="3726" y="883"/>
                    </a:cubicBezTo>
                    <a:cubicBezTo>
                      <a:pt x="3827" y="621"/>
                      <a:pt x="3856" y="395"/>
                      <a:pt x="3856" y="241"/>
                    </a:cubicBezTo>
                    <a:cubicBezTo>
                      <a:pt x="3856" y="83"/>
                      <a:pt x="3834" y="0"/>
                      <a:pt x="3831" y="0"/>
                    </a:cubicBezTo>
                    <a:cubicBezTo>
                      <a:pt x="3831" y="0"/>
                      <a:pt x="3830" y="0"/>
                      <a:pt x="3830"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4"/>
              <p:cNvSpPr/>
              <p:nvPr/>
            </p:nvSpPr>
            <p:spPr>
              <a:xfrm>
                <a:off x="7686477" y="2424338"/>
                <a:ext cx="175173" cy="164297"/>
              </a:xfrm>
              <a:custGeom>
                <a:avLst/>
                <a:gdLst/>
                <a:ahLst/>
                <a:cxnLst/>
                <a:rect l="l" t="t" r="r" b="b"/>
                <a:pathLst>
                  <a:path w="3946" h="3701" extrusionOk="0">
                    <a:moveTo>
                      <a:pt x="3030" y="0"/>
                    </a:moveTo>
                    <a:lnTo>
                      <a:pt x="3037" y="48"/>
                    </a:lnTo>
                    <a:cubicBezTo>
                      <a:pt x="3155" y="548"/>
                      <a:pt x="3308" y="1210"/>
                      <a:pt x="3483" y="1972"/>
                    </a:cubicBezTo>
                    <a:lnTo>
                      <a:pt x="3483" y="1972"/>
                    </a:lnTo>
                    <a:cubicBezTo>
                      <a:pt x="3073" y="1860"/>
                      <a:pt x="2631" y="1735"/>
                      <a:pt x="2172" y="1605"/>
                    </a:cubicBezTo>
                    <a:cubicBezTo>
                      <a:pt x="2043" y="1569"/>
                      <a:pt x="1914" y="1534"/>
                      <a:pt x="1788" y="1501"/>
                    </a:cubicBezTo>
                    <a:lnTo>
                      <a:pt x="1710" y="1479"/>
                    </a:lnTo>
                    <a:lnTo>
                      <a:pt x="1713" y="1559"/>
                    </a:lnTo>
                    <a:cubicBezTo>
                      <a:pt x="1751" y="2295"/>
                      <a:pt x="1786" y="2979"/>
                      <a:pt x="1814" y="3571"/>
                    </a:cubicBezTo>
                    <a:lnTo>
                      <a:pt x="1814" y="3571"/>
                    </a:lnTo>
                    <a:cubicBezTo>
                      <a:pt x="1293" y="3441"/>
                      <a:pt x="852" y="3331"/>
                      <a:pt x="521" y="3249"/>
                    </a:cubicBezTo>
                    <a:cubicBezTo>
                      <a:pt x="370" y="3217"/>
                      <a:pt x="245" y="3188"/>
                      <a:pt x="141" y="3163"/>
                    </a:cubicBezTo>
                    <a:cubicBezTo>
                      <a:pt x="66" y="3147"/>
                      <a:pt x="21" y="3140"/>
                      <a:pt x="8" y="3140"/>
                    </a:cubicBezTo>
                    <a:cubicBezTo>
                      <a:pt x="5" y="3140"/>
                      <a:pt x="4" y="3140"/>
                      <a:pt x="4" y="3141"/>
                    </a:cubicBezTo>
                    <a:cubicBezTo>
                      <a:pt x="1" y="3149"/>
                      <a:pt x="47" y="3163"/>
                      <a:pt x="130" y="3192"/>
                    </a:cubicBezTo>
                    <a:cubicBezTo>
                      <a:pt x="234" y="3224"/>
                      <a:pt x="356" y="3260"/>
                      <a:pt x="507" y="3303"/>
                    </a:cubicBezTo>
                    <a:cubicBezTo>
                      <a:pt x="852" y="3399"/>
                      <a:pt x="1311" y="3529"/>
                      <a:pt x="1856" y="3683"/>
                    </a:cubicBezTo>
                    <a:lnTo>
                      <a:pt x="1917" y="3701"/>
                    </a:lnTo>
                    <a:lnTo>
                      <a:pt x="1914" y="3633"/>
                    </a:lnTo>
                    <a:cubicBezTo>
                      <a:pt x="1893" y="3048"/>
                      <a:pt x="1863" y="2365"/>
                      <a:pt x="1834" y="1634"/>
                    </a:cubicBezTo>
                    <a:lnTo>
                      <a:pt x="1834" y="1634"/>
                    </a:lnTo>
                    <a:cubicBezTo>
                      <a:pt x="1935" y="1663"/>
                      <a:pt x="2038" y="1692"/>
                      <a:pt x="2140" y="1720"/>
                    </a:cubicBezTo>
                    <a:cubicBezTo>
                      <a:pt x="2636" y="1857"/>
                      <a:pt x="3110" y="1986"/>
                      <a:pt x="3547" y="2107"/>
                    </a:cubicBezTo>
                    <a:lnTo>
                      <a:pt x="3637" y="2132"/>
                    </a:lnTo>
                    <a:lnTo>
                      <a:pt x="3615" y="2039"/>
                    </a:lnTo>
                    <a:cubicBezTo>
                      <a:pt x="3420" y="1265"/>
                      <a:pt x="3249" y="592"/>
                      <a:pt x="3121" y="77"/>
                    </a:cubicBezTo>
                    <a:lnTo>
                      <a:pt x="3121" y="77"/>
                    </a:lnTo>
                    <a:cubicBezTo>
                      <a:pt x="3586" y="89"/>
                      <a:pt x="3876" y="150"/>
                      <a:pt x="3934" y="150"/>
                    </a:cubicBezTo>
                    <a:cubicBezTo>
                      <a:pt x="3941" y="150"/>
                      <a:pt x="3945" y="149"/>
                      <a:pt x="3945" y="148"/>
                    </a:cubicBezTo>
                    <a:cubicBezTo>
                      <a:pt x="3945" y="141"/>
                      <a:pt x="3867" y="119"/>
                      <a:pt x="3719" y="86"/>
                    </a:cubicBezTo>
                    <a:cubicBezTo>
                      <a:pt x="3572" y="54"/>
                      <a:pt x="3353" y="18"/>
                      <a:pt x="3077" y="5"/>
                    </a:cubicBezTo>
                    <a:lnTo>
                      <a:pt x="3030"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4"/>
              <p:cNvSpPr/>
              <p:nvPr/>
            </p:nvSpPr>
            <p:spPr>
              <a:xfrm>
                <a:off x="7661484" y="2644696"/>
                <a:ext cx="212773" cy="94867"/>
              </a:xfrm>
              <a:custGeom>
                <a:avLst/>
                <a:gdLst/>
                <a:ahLst/>
                <a:cxnLst/>
                <a:rect l="l" t="t" r="r" b="b"/>
                <a:pathLst>
                  <a:path w="4793" h="2137" extrusionOk="0">
                    <a:moveTo>
                      <a:pt x="366" y="1761"/>
                    </a:moveTo>
                    <a:cubicBezTo>
                      <a:pt x="366" y="1761"/>
                      <a:pt x="366" y="1762"/>
                      <a:pt x="366" y="1763"/>
                    </a:cubicBezTo>
                    <a:lnTo>
                      <a:pt x="363" y="1767"/>
                    </a:lnTo>
                    <a:cubicBezTo>
                      <a:pt x="365" y="1763"/>
                      <a:pt x="366" y="1761"/>
                      <a:pt x="366" y="1761"/>
                    </a:cubicBezTo>
                    <a:close/>
                    <a:moveTo>
                      <a:pt x="4314" y="1"/>
                    </a:moveTo>
                    <a:lnTo>
                      <a:pt x="4282" y="54"/>
                    </a:lnTo>
                    <a:cubicBezTo>
                      <a:pt x="4013" y="536"/>
                      <a:pt x="3605" y="1215"/>
                      <a:pt x="3048" y="1946"/>
                    </a:cubicBezTo>
                    <a:lnTo>
                      <a:pt x="3048" y="1946"/>
                    </a:lnTo>
                    <a:cubicBezTo>
                      <a:pt x="2849" y="1687"/>
                      <a:pt x="2639" y="1410"/>
                      <a:pt x="2423" y="1127"/>
                    </a:cubicBezTo>
                    <a:cubicBezTo>
                      <a:pt x="2247" y="902"/>
                      <a:pt x="2079" y="679"/>
                      <a:pt x="1914" y="463"/>
                    </a:cubicBezTo>
                    <a:lnTo>
                      <a:pt x="1874" y="413"/>
                    </a:lnTo>
                    <a:lnTo>
                      <a:pt x="1827" y="453"/>
                    </a:lnTo>
                    <a:cubicBezTo>
                      <a:pt x="1544" y="708"/>
                      <a:pt x="1271" y="948"/>
                      <a:pt x="1019" y="1174"/>
                    </a:cubicBezTo>
                    <a:cubicBezTo>
                      <a:pt x="894" y="1286"/>
                      <a:pt x="772" y="1394"/>
                      <a:pt x="658" y="1497"/>
                    </a:cubicBezTo>
                    <a:cubicBezTo>
                      <a:pt x="600" y="1548"/>
                      <a:pt x="546" y="1598"/>
                      <a:pt x="492" y="1648"/>
                    </a:cubicBezTo>
                    <a:lnTo>
                      <a:pt x="414" y="1716"/>
                    </a:lnTo>
                    <a:lnTo>
                      <a:pt x="414" y="1716"/>
                    </a:lnTo>
                    <a:cubicBezTo>
                      <a:pt x="413" y="1716"/>
                      <a:pt x="412" y="1715"/>
                      <a:pt x="411" y="1715"/>
                    </a:cubicBezTo>
                    <a:lnTo>
                      <a:pt x="411" y="1715"/>
                    </a:lnTo>
                    <a:cubicBezTo>
                      <a:pt x="272" y="1301"/>
                      <a:pt x="168" y="957"/>
                      <a:pt x="105" y="718"/>
                    </a:cubicBezTo>
                    <a:cubicBezTo>
                      <a:pt x="36" y="474"/>
                      <a:pt x="22" y="334"/>
                      <a:pt x="15" y="334"/>
                    </a:cubicBezTo>
                    <a:lnTo>
                      <a:pt x="15" y="334"/>
                    </a:lnTo>
                    <a:cubicBezTo>
                      <a:pt x="4" y="334"/>
                      <a:pt x="0" y="478"/>
                      <a:pt x="58" y="729"/>
                    </a:cubicBezTo>
                    <a:cubicBezTo>
                      <a:pt x="108" y="980"/>
                      <a:pt x="201" y="1339"/>
                      <a:pt x="335" y="1773"/>
                    </a:cubicBezTo>
                    <a:lnTo>
                      <a:pt x="348" y="1817"/>
                    </a:lnTo>
                    <a:lnTo>
                      <a:pt x="366" y="1810"/>
                    </a:lnTo>
                    <a:lnTo>
                      <a:pt x="366" y="1810"/>
                    </a:lnTo>
                    <a:cubicBezTo>
                      <a:pt x="378" y="1823"/>
                      <a:pt x="398" y="1835"/>
                      <a:pt x="409" y="1835"/>
                    </a:cubicBezTo>
                    <a:cubicBezTo>
                      <a:pt x="413" y="1835"/>
                      <a:pt x="415" y="1834"/>
                      <a:pt x="416" y="1831"/>
                    </a:cubicBezTo>
                    <a:cubicBezTo>
                      <a:pt x="424" y="1828"/>
                      <a:pt x="424" y="1828"/>
                      <a:pt x="431" y="1824"/>
                    </a:cubicBezTo>
                    <a:lnTo>
                      <a:pt x="438" y="1817"/>
                    </a:lnTo>
                    <a:lnTo>
                      <a:pt x="449" y="1806"/>
                    </a:lnTo>
                    <a:lnTo>
                      <a:pt x="471" y="1788"/>
                    </a:lnTo>
                    <a:lnTo>
                      <a:pt x="553" y="1720"/>
                    </a:lnTo>
                    <a:cubicBezTo>
                      <a:pt x="607" y="1669"/>
                      <a:pt x="664" y="1619"/>
                      <a:pt x="722" y="1569"/>
                    </a:cubicBezTo>
                    <a:cubicBezTo>
                      <a:pt x="840" y="1469"/>
                      <a:pt x="962" y="1364"/>
                      <a:pt x="1088" y="1253"/>
                    </a:cubicBezTo>
                    <a:cubicBezTo>
                      <a:pt x="1333" y="1043"/>
                      <a:pt x="1589" y="817"/>
                      <a:pt x="1859" y="583"/>
                    </a:cubicBezTo>
                    <a:lnTo>
                      <a:pt x="1859" y="583"/>
                    </a:lnTo>
                    <a:cubicBezTo>
                      <a:pt x="2012" y="783"/>
                      <a:pt x="2168" y="991"/>
                      <a:pt x="2330" y="1200"/>
                    </a:cubicBezTo>
                    <a:cubicBezTo>
                      <a:pt x="2563" y="1505"/>
                      <a:pt x="2790" y="1798"/>
                      <a:pt x="3001" y="2075"/>
                    </a:cubicBezTo>
                    <a:lnTo>
                      <a:pt x="3048" y="2136"/>
                    </a:lnTo>
                    <a:lnTo>
                      <a:pt x="3095" y="2075"/>
                    </a:lnTo>
                    <a:cubicBezTo>
                      <a:pt x="3652" y="1341"/>
                      <a:pt x="4056" y="643"/>
                      <a:pt x="4319" y="141"/>
                    </a:cubicBezTo>
                    <a:lnTo>
                      <a:pt x="4319" y="141"/>
                    </a:lnTo>
                    <a:cubicBezTo>
                      <a:pt x="4449" y="342"/>
                      <a:pt x="4541" y="520"/>
                      <a:pt x="4627" y="629"/>
                    </a:cubicBezTo>
                    <a:cubicBezTo>
                      <a:pt x="4714" y="744"/>
                      <a:pt x="4780" y="794"/>
                      <a:pt x="4784" y="794"/>
                    </a:cubicBezTo>
                    <a:cubicBezTo>
                      <a:pt x="4785" y="794"/>
                      <a:pt x="4785" y="794"/>
                      <a:pt x="4785" y="794"/>
                    </a:cubicBezTo>
                    <a:cubicBezTo>
                      <a:pt x="4792" y="786"/>
                      <a:pt x="4735" y="729"/>
                      <a:pt x="4655" y="607"/>
                    </a:cubicBezTo>
                    <a:cubicBezTo>
                      <a:pt x="4577" y="485"/>
                      <a:pt x="4487" y="288"/>
                      <a:pt x="4344" y="51"/>
                    </a:cubicBezTo>
                    <a:lnTo>
                      <a:pt x="4314"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2" name="Google Shape;1032;p34"/>
            <p:cNvSpPr/>
            <p:nvPr/>
          </p:nvSpPr>
          <p:spPr>
            <a:xfrm>
              <a:off x="7609990" y="2539844"/>
              <a:ext cx="90738" cy="227955"/>
            </a:xfrm>
            <a:custGeom>
              <a:avLst/>
              <a:gdLst/>
              <a:ahLst/>
              <a:cxnLst/>
              <a:rect l="l" t="t" r="r" b="b"/>
              <a:pathLst>
                <a:path w="2044" h="5135" extrusionOk="0">
                  <a:moveTo>
                    <a:pt x="2036" y="0"/>
                  </a:moveTo>
                  <a:cubicBezTo>
                    <a:pt x="2016" y="0"/>
                    <a:pt x="1923" y="294"/>
                    <a:pt x="1763" y="762"/>
                  </a:cubicBezTo>
                  <a:cubicBezTo>
                    <a:pt x="1606" y="1236"/>
                    <a:pt x="1376" y="1885"/>
                    <a:pt x="1099" y="2596"/>
                  </a:cubicBezTo>
                  <a:cubicBezTo>
                    <a:pt x="819" y="3303"/>
                    <a:pt x="543" y="3935"/>
                    <a:pt x="335" y="4390"/>
                  </a:cubicBezTo>
                  <a:cubicBezTo>
                    <a:pt x="130" y="4846"/>
                    <a:pt x="1" y="5126"/>
                    <a:pt x="15" y="5134"/>
                  </a:cubicBezTo>
                  <a:cubicBezTo>
                    <a:pt x="16" y="5134"/>
                    <a:pt x="16" y="5134"/>
                    <a:pt x="16" y="5134"/>
                  </a:cubicBezTo>
                  <a:cubicBezTo>
                    <a:pt x="25" y="5134"/>
                    <a:pt x="67" y="5070"/>
                    <a:pt x="133" y="4950"/>
                  </a:cubicBezTo>
                  <a:cubicBezTo>
                    <a:pt x="202" y="4828"/>
                    <a:pt x="299" y="4649"/>
                    <a:pt x="410" y="4427"/>
                  </a:cubicBezTo>
                  <a:cubicBezTo>
                    <a:pt x="637" y="3978"/>
                    <a:pt x="927" y="3350"/>
                    <a:pt x="1207" y="2639"/>
                  </a:cubicBezTo>
                  <a:cubicBezTo>
                    <a:pt x="1487" y="1925"/>
                    <a:pt x="1706" y="1268"/>
                    <a:pt x="1843" y="787"/>
                  </a:cubicBezTo>
                  <a:cubicBezTo>
                    <a:pt x="1914" y="547"/>
                    <a:pt x="1964" y="349"/>
                    <a:pt x="1997" y="213"/>
                  </a:cubicBezTo>
                  <a:cubicBezTo>
                    <a:pt x="2029" y="76"/>
                    <a:pt x="2043" y="1"/>
                    <a:pt x="2036" y="1"/>
                  </a:cubicBezTo>
                  <a:cubicBezTo>
                    <a:pt x="2036" y="1"/>
                    <a:pt x="2036" y="0"/>
                    <a:pt x="203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4"/>
            <p:cNvSpPr/>
            <p:nvPr/>
          </p:nvSpPr>
          <p:spPr>
            <a:xfrm flipH="1">
              <a:off x="7499999" y="2083824"/>
              <a:ext cx="28500" cy="81600"/>
            </a:xfrm>
            <a:prstGeom prst="rtTriangle">
              <a:avLst/>
            </a:pr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95"/>
        <p:cNvGrpSpPr/>
        <p:nvPr/>
      </p:nvGrpSpPr>
      <p:grpSpPr>
        <a:xfrm>
          <a:off x="0" y="0"/>
          <a:ext cx="0" cy="0"/>
          <a:chOff x="0" y="0"/>
          <a:chExt cx="0" cy="0"/>
        </a:xfrm>
      </p:grpSpPr>
      <p:grpSp>
        <p:nvGrpSpPr>
          <p:cNvPr id="2496" name="Google Shape;2496;p45"/>
          <p:cNvGrpSpPr/>
          <p:nvPr/>
        </p:nvGrpSpPr>
        <p:grpSpPr>
          <a:xfrm>
            <a:off x="6530142" y="3001774"/>
            <a:ext cx="1845307" cy="451196"/>
            <a:chOff x="1575694" y="930575"/>
            <a:chExt cx="1989550" cy="713693"/>
          </a:xfrm>
        </p:grpSpPr>
        <p:sp>
          <p:nvSpPr>
            <p:cNvPr id="2497" name="Google Shape;2497;p45"/>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5"/>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9" name="Google Shape;2499;p45"/>
          <p:cNvGrpSpPr/>
          <p:nvPr/>
        </p:nvGrpSpPr>
        <p:grpSpPr>
          <a:xfrm>
            <a:off x="750582" y="3089704"/>
            <a:ext cx="1845307" cy="451196"/>
            <a:chOff x="1575694" y="930575"/>
            <a:chExt cx="1989550" cy="713693"/>
          </a:xfrm>
        </p:grpSpPr>
        <p:sp>
          <p:nvSpPr>
            <p:cNvPr id="2500" name="Google Shape;2500;p45"/>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5"/>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02" name="Google Shape;2502;p45"/>
          <p:cNvSpPr/>
          <p:nvPr/>
        </p:nvSpPr>
        <p:spPr>
          <a:xfrm>
            <a:off x="3183950" y="362377"/>
            <a:ext cx="2801100" cy="1777500"/>
          </a:xfrm>
          <a:prstGeom prst="roundRect">
            <a:avLst>
              <a:gd name="adj" fmla="val 5444"/>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3" name="Google Shape;2503;p45"/>
          <p:cNvGrpSpPr/>
          <p:nvPr/>
        </p:nvGrpSpPr>
        <p:grpSpPr>
          <a:xfrm>
            <a:off x="3282281" y="460024"/>
            <a:ext cx="2800975" cy="2133301"/>
            <a:chOff x="3578510" y="1419647"/>
            <a:chExt cx="4021500" cy="3062887"/>
          </a:xfrm>
        </p:grpSpPr>
        <p:sp>
          <p:nvSpPr>
            <p:cNvPr id="2504" name="Google Shape;2504;p45"/>
            <p:cNvSpPr/>
            <p:nvPr/>
          </p:nvSpPr>
          <p:spPr>
            <a:xfrm>
              <a:off x="3716658" y="1548119"/>
              <a:ext cx="3748500" cy="22857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5"/>
            <p:cNvSpPr/>
            <p:nvPr/>
          </p:nvSpPr>
          <p:spPr>
            <a:xfrm>
              <a:off x="3578510" y="1419647"/>
              <a:ext cx="4021500" cy="2544300"/>
            </a:xfrm>
            <a:prstGeom prst="roundRect">
              <a:avLst>
                <a:gd name="adj" fmla="val 3857"/>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06" name="Google Shape;2506;p45"/>
            <p:cNvCxnSpPr/>
            <p:nvPr/>
          </p:nvCxnSpPr>
          <p:spPr>
            <a:xfrm>
              <a:off x="4915750" y="4433452"/>
              <a:ext cx="1353300" cy="0"/>
            </a:xfrm>
            <a:prstGeom prst="straightConnector1">
              <a:avLst/>
            </a:prstGeom>
            <a:noFill/>
            <a:ln w="9525" cap="flat" cmpd="sng">
              <a:solidFill>
                <a:schemeClr val="accent3"/>
              </a:solidFill>
              <a:prstDash val="solid"/>
              <a:round/>
              <a:headEnd type="none" w="med" len="med"/>
              <a:tailEnd type="none" w="med" len="med"/>
            </a:ln>
          </p:spPr>
        </p:cxnSp>
        <p:sp>
          <p:nvSpPr>
            <p:cNvPr id="2507" name="Google Shape;2507;p45"/>
            <p:cNvSpPr/>
            <p:nvPr/>
          </p:nvSpPr>
          <p:spPr>
            <a:xfrm>
              <a:off x="4900908" y="3963886"/>
              <a:ext cx="1373274" cy="518648"/>
            </a:xfrm>
            <a:custGeom>
              <a:avLst/>
              <a:gdLst/>
              <a:ahLst/>
              <a:cxnLst/>
              <a:rect l="l" t="t" r="r" b="b"/>
              <a:pathLst>
                <a:path w="65999" h="24926" extrusionOk="0">
                  <a:moveTo>
                    <a:pt x="13372" y="0"/>
                  </a:moveTo>
                  <a:cubicBezTo>
                    <a:pt x="13051" y="1881"/>
                    <a:pt x="12653" y="8225"/>
                    <a:pt x="11445" y="11283"/>
                  </a:cubicBezTo>
                  <a:cubicBezTo>
                    <a:pt x="10237" y="14341"/>
                    <a:pt x="7883" y="16511"/>
                    <a:pt x="6125" y="18346"/>
                  </a:cubicBezTo>
                  <a:cubicBezTo>
                    <a:pt x="4367" y="20181"/>
                    <a:pt x="1875" y="21297"/>
                    <a:pt x="896" y="22291"/>
                  </a:cubicBezTo>
                  <a:cubicBezTo>
                    <a:pt x="-82" y="23285"/>
                    <a:pt x="-174" y="23896"/>
                    <a:pt x="254" y="24309"/>
                  </a:cubicBezTo>
                  <a:cubicBezTo>
                    <a:pt x="682" y="24722"/>
                    <a:pt x="805" y="24692"/>
                    <a:pt x="3465" y="24768"/>
                  </a:cubicBezTo>
                  <a:cubicBezTo>
                    <a:pt x="6125" y="24845"/>
                    <a:pt x="10925" y="24768"/>
                    <a:pt x="16215" y="24768"/>
                  </a:cubicBezTo>
                  <a:cubicBezTo>
                    <a:pt x="21505" y="24768"/>
                    <a:pt x="28630" y="24768"/>
                    <a:pt x="35204" y="24768"/>
                  </a:cubicBezTo>
                  <a:cubicBezTo>
                    <a:pt x="41778" y="24768"/>
                    <a:pt x="50783" y="24768"/>
                    <a:pt x="55660" y="24768"/>
                  </a:cubicBezTo>
                  <a:cubicBezTo>
                    <a:pt x="60537" y="24768"/>
                    <a:pt x="62754" y="25104"/>
                    <a:pt x="64466" y="24768"/>
                  </a:cubicBezTo>
                  <a:cubicBezTo>
                    <a:pt x="66178" y="24432"/>
                    <a:pt x="66056" y="23346"/>
                    <a:pt x="65934" y="22750"/>
                  </a:cubicBezTo>
                  <a:cubicBezTo>
                    <a:pt x="65812" y="22154"/>
                    <a:pt x="65353" y="22765"/>
                    <a:pt x="63732" y="21190"/>
                  </a:cubicBezTo>
                  <a:cubicBezTo>
                    <a:pt x="62111" y="19615"/>
                    <a:pt x="57999" y="16512"/>
                    <a:pt x="56210" y="13301"/>
                  </a:cubicBezTo>
                  <a:cubicBezTo>
                    <a:pt x="54421" y="10091"/>
                    <a:pt x="53505" y="4083"/>
                    <a:pt x="53000" y="1927"/>
                  </a:cubicBezTo>
                  <a:cubicBezTo>
                    <a:pt x="52496" y="-229"/>
                    <a:pt x="53153" y="627"/>
                    <a:pt x="53183" y="367"/>
                  </a:cubicBezTo>
                </a:path>
              </a:pathLst>
            </a:custGeom>
            <a:noFill/>
            <a:ln w="9525" cap="flat" cmpd="sng">
              <a:solidFill>
                <a:schemeClr val="accent3"/>
              </a:solidFill>
              <a:prstDash val="solid"/>
              <a:round/>
              <a:headEnd type="none" w="med" len="med"/>
              <a:tailEnd type="none" w="med" len="med"/>
            </a:ln>
          </p:spPr>
          <p:txBody>
            <a:bodyPr/>
            <a:lstStyle/>
            <a:p>
              <a:endParaRPr lang="en-US"/>
            </a:p>
          </p:txBody>
        </p:sp>
      </p:grpSp>
      <p:grpSp>
        <p:nvGrpSpPr>
          <p:cNvPr id="2508" name="Google Shape;2508;p45"/>
          <p:cNvGrpSpPr/>
          <p:nvPr/>
        </p:nvGrpSpPr>
        <p:grpSpPr>
          <a:xfrm>
            <a:off x="3735942" y="2702712"/>
            <a:ext cx="1845307" cy="451196"/>
            <a:chOff x="1575694" y="930575"/>
            <a:chExt cx="1989550" cy="713693"/>
          </a:xfrm>
        </p:grpSpPr>
        <p:sp>
          <p:nvSpPr>
            <p:cNvPr id="2509" name="Google Shape;2509;p45"/>
            <p:cNvSpPr/>
            <p:nvPr/>
          </p:nvSpPr>
          <p:spPr>
            <a:xfrm>
              <a:off x="1616143" y="976768"/>
              <a:ext cx="1949100" cy="667500"/>
            </a:xfrm>
            <a:prstGeom prst="roundRect">
              <a:avLst>
                <a:gd name="adj" fmla="val 1666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5"/>
            <p:cNvSpPr/>
            <p:nvPr/>
          </p:nvSpPr>
          <p:spPr>
            <a:xfrm>
              <a:off x="1575694" y="930575"/>
              <a:ext cx="1949100" cy="667500"/>
            </a:xfrm>
            <a:prstGeom prst="roundRect">
              <a:avLst>
                <a:gd name="adj" fmla="val 1666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12" name="Google Shape;2512;p45"/>
          <p:cNvSpPr txBox="1">
            <a:spLocks noGrp="1"/>
          </p:cNvSpPr>
          <p:nvPr>
            <p:ph type="title"/>
          </p:nvPr>
        </p:nvSpPr>
        <p:spPr>
          <a:xfrm>
            <a:off x="4020212" y="2727450"/>
            <a:ext cx="1276500" cy="401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vi-VN" b="1" dirty="0">
                <a:latin typeface="Lato" panose="020F0502020204030203" pitchFamily="34" charset="0"/>
                <a:ea typeface="Lato" panose="020F0502020204030203" pitchFamily="34" charset="0"/>
                <a:cs typeface="Lato" panose="020F0502020204030203" pitchFamily="34" charset="0"/>
              </a:rPr>
              <a:t>Giảm thiểu sự </a:t>
            </a:r>
            <a:br>
              <a:rPr lang="vi-VN" b="1" dirty="0">
                <a:latin typeface="Lato" panose="020F0502020204030203" pitchFamily="34" charset="0"/>
                <a:ea typeface="Lato" panose="020F0502020204030203" pitchFamily="34" charset="0"/>
                <a:cs typeface="Lato" panose="020F0502020204030203" pitchFamily="34" charset="0"/>
              </a:rPr>
            </a:br>
            <a:r>
              <a:rPr lang="vi-VN" b="1" dirty="0">
                <a:latin typeface="Lato" panose="020F0502020204030203" pitchFamily="34" charset="0"/>
                <a:ea typeface="Lato" panose="020F0502020204030203" pitchFamily="34" charset="0"/>
                <a:cs typeface="Lato" panose="020F0502020204030203" pitchFamily="34" charset="0"/>
              </a:rPr>
              <a:t>mơ hồ</a:t>
            </a:r>
            <a:endParaRPr lang="en-US" b="1" dirty="0">
              <a:latin typeface="Lato" panose="020F0502020204030203" pitchFamily="34" charset="0"/>
              <a:ea typeface="Lato" panose="020F0502020204030203" pitchFamily="34" charset="0"/>
              <a:cs typeface="Lato" panose="020F0502020204030203" pitchFamily="34" charset="0"/>
            </a:endParaRPr>
          </a:p>
        </p:txBody>
      </p:sp>
      <p:sp>
        <p:nvSpPr>
          <p:cNvPr id="2513" name="Google Shape;2513;p45"/>
          <p:cNvSpPr txBox="1">
            <a:spLocks noGrp="1"/>
          </p:cNvSpPr>
          <p:nvPr>
            <p:ph type="subTitle" idx="1"/>
          </p:nvPr>
        </p:nvSpPr>
        <p:spPr>
          <a:xfrm>
            <a:off x="3571410" y="3183893"/>
            <a:ext cx="2210700" cy="1799586"/>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None/>
            </a:pPr>
            <a:r>
              <a:rPr lang="vi-VN">
                <a:latin typeface="Lato" panose="020F0502020204030203" pitchFamily="34" charset="0"/>
                <a:ea typeface="Lato" panose="020F0502020204030203" pitchFamily="34" charset="0"/>
                <a:cs typeface="Lato" panose="020F0502020204030203" pitchFamily="34" charset="0"/>
              </a:rPr>
              <a:t>Cột Label “loan_status” có </a:t>
            </a:r>
            <a:r>
              <a:rPr lang="vi-VN" dirty="0">
                <a:latin typeface="Lato" panose="020F0502020204030203" pitchFamily="34" charset="0"/>
                <a:ea typeface="Lato" panose="020F0502020204030203" pitchFamily="34" charset="0"/>
                <a:cs typeface="Lato" panose="020F0502020204030203" pitchFamily="34" charset="0"/>
              </a:rPr>
              <a:t>nhiều trạng thái khác nhau của khoản nợ, như "Current" (đang trả nợ đúng hạn), "Late" (trả nợ trễ), "In Grace Period" (trong thời gian ân hạn), v.v. Tuy nhiên, những trạng </a:t>
            </a:r>
            <a:r>
              <a:rPr lang="vi-VN">
                <a:latin typeface="Lato" panose="020F0502020204030203" pitchFamily="34" charset="0"/>
                <a:ea typeface="Lato" panose="020F0502020204030203" pitchFamily="34" charset="0"/>
                <a:cs typeface="Lato" panose="020F0502020204030203" pitchFamily="34" charset="0"/>
              </a:rPr>
              <a:t>thái gây </a:t>
            </a:r>
            <a:r>
              <a:rPr lang="vi-VN" dirty="0">
                <a:latin typeface="Lato" panose="020F0502020204030203" pitchFamily="34" charset="0"/>
                <a:ea typeface="Lato" panose="020F0502020204030203" pitchFamily="34" charset="0"/>
                <a:cs typeface="Lato" panose="020F0502020204030203" pitchFamily="34" charset="0"/>
              </a:rPr>
              <a:t>mơ hồ và phức tạp cho mô hình vì chúng không cung cấp một sự phân chia rõ ràng về kết quả cuối cùng của khoản nợ.</a:t>
            </a:r>
            <a:endParaRPr dirty="0">
              <a:latin typeface="Lato" panose="020F0502020204030203" pitchFamily="34" charset="0"/>
              <a:ea typeface="Lato" panose="020F0502020204030203" pitchFamily="34" charset="0"/>
              <a:cs typeface="Lato" panose="020F0502020204030203" pitchFamily="34" charset="0"/>
            </a:endParaRPr>
          </a:p>
        </p:txBody>
      </p:sp>
      <p:sp>
        <p:nvSpPr>
          <p:cNvPr id="2514" name="Google Shape;2514;p45"/>
          <p:cNvSpPr/>
          <p:nvPr/>
        </p:nvSpPr>
        <p:spPr>
          <a:xfrm>
            <a:off x="912591" y="774141"/>
            <a:ext cx="1521300" cy="2091900"/>
          </a:xfrm>
          <a:prstGeom prst="roundRect">
            <a:avLst>
              <a:gd name="adj" fmla="val 5444"/>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5" name="Google Shape;2515;p45"/>
          <p:cNvGrpSpPr/>
          <p:nvPr/>
        </p:nvGrpSpPr>
        <p:grpSpPr>
          <a:xfrm>
            <a:off x="956528" y="815375"/>
            <a:ext cx="1521347" cy="2091972"/>
            <a:chOff x="1835466" y="929768"/>
            <a:chExt cx="2388300" cy="3284100"/>
          </a:xfrm>
        </p:grpSpPr>
        <p:sp>
          <p:nvSpPr>
            <p:cNvPr id="2516" name="Google Shape;2516;p45"/>
            <p:cNvSpPr/>
            <p:nvPr/>
          </p:nvSpPr>
          <p:spPr>
            <a:xfrm>
              <a:off x="1835466" y="929768"/>
              <a:ext cx="2388300" cy="3284100"/>
            </a:xfrm>
            <a:prstGeom prst="roundRect">
              <a:avLst>
                <a:gd name="adj" fmla="val 4846"/>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7" name="Google Shape;2517;p45"/>
            <p:cNvSpPr/>
            <p:nvPr/>
          </p:nvSpPr>
          <p:spPr>
            <a:xfrm>
              <a:off x="2010540" y="1124747"/>
              <a:ext cx="2038200" cy="29091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5"/>
            <p:cNvSpPr/>
            <p:nvPr/>
          </p:nvSpPr>
          <p:spPr>
            <a:xfrm>
              <a:off x="2947422" y="4076557"/>
              <a:ext cx="164400" cy="97500"/>
            </a:xfrm>
            <a:prstGeom prst="roundRect">
              <a:avLst>
                <a:gd name="adj" fmla="val 5000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19" name="Google Shape;2519;p45"/>
          <p:cNvPicPr preferRelativeResize="0"/>
          <p:nvPr/>
        </p:nvPicPr>
        <p:blipFill rotWithShape="1">
          <a:blip r:embed="rId3">
            <a:alphaModFix/>
          </a:blip>
          <a:srcRect l="53789" r="7168"/>
          <a:stretch/>
        </p:blipFill>
        <p:spPr>
          <a:xfrm>
            <a:off x="1078923" y="946264"/>
            <a:ext cx="1276507" cy="1839112"/>
          </a:xfrm>
          <a:prstGeom prst="rect">
            <a:avLst/>
          </a:prstGeom>
          <a:noFill/>
          <a:ln>
            <a:noFill/>
          </a:ln>
        </p:spPr>
      </p:pic>
      <p:sp>
        <p:nvSpPr>
          <p:cNvPr id="2520" name="Google Shape;2520;p45"/>
          <p:cNvSpPr/>
          <p:nvPr/>
        </p:nvSpPr>
        <p:spPr>
          <a:xfrm>
            <a:off x="6888350" y="727437"/>
            <a:ext cx="1046400" cy="2086800"/>
          </a:xfrm>
          <a:prstGeom prst="roundRect">
            <a:avLst>
              <a:gd name="adj" fmla="val 16558"/>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21" name="Google Shape;2521;p45"/>
          <p:cNvPicPr preferRelativeResize="0"/>
          <p:nvPr/>
        </p:nvPicPr>
        <p:blipFill rotWithShape="1">
          <a:blip r:embed="rId4">
            <a:alphaModFix/>
          </a:blip>
          <a:srcRect l="46686" r="21772"/>
          <a:stretch/>
        </p:blipFill>
        <p:spPr>
          <a:xfrm>
            <a:off x="6959890" y="937745"/>
            <a:ext cx="985802" cy="1758069"/>
          </a:xfrm>
          <a:prstGeom prst="rect">
            <a:avLst/>
          </a:prstGeom>
          <a:noFill/>
          <a:ln>
            <a:noFill/>
          </a:ln>
        </p:spPr>
      </p:pic>
      <p:sp>
        <p:nvSpPr>
          <p:cNvPr id="2522" name="Google Shape;2522;p45"/>
          <p:cNvSpPr/>
          <p:nvPr/>
        </p:nvSpPr>
        <p:spPr>
          <a:xfrm>
            <a:off x="6929587" y="774141"/>
            <a:ext cx="1046441" cy="2086664"/>
          </a:xfrm>
          <a:custGeom>
            <a:avLst/>
            <a:gdLst/>
            <a:ahLst/>
            <a:cxnLst/>
            <a:rect l="l" t="t" r="r" b="b"/>
            <a:pathLst>
              <a:path w="103480" h="206345" extrusionOk="0">
                <a:moveTo>
                  <a:pt x="61741" y="8558"/>
                </a:moveTo>
                <a:cubicBezTo>
                  <a:pt x="62649" y="8558"/>
                  <a:pt x="62637" y="9975"/>
                  <a:pt x="61704" y="9975"/>
                </a:cubicBezTo>
                <a:cubicBezTo>
                  <a:pt x="61677" y="9975"/>
                  <a:pt x="61650" y="9973"/>
                  <a:pt x="61623" y="9971"/>
                </a:cubicBezTo>
                <a:lnTo>
                  <a:pt x="40979" y="9971"/>
                </a:lnTo>
                <a:cubicBezTo>
                  <a:pt x="40952" y="9973"/>
                  <a:pt x="40925" y="9975"/>
                  <a:pt x="40898" y="9975"/>
                </a:cubicBezTo>
                <a:cubicBezTo>
                  <a:pt x="39965" y="9975"/>
                  <a:pt x="39952" y="8558"/>
                  <a:pt x="40861" y="8558"/>
                </a:cubicBezTo>
                <a:cubicBezTo>
                  <a:pt x="40899" y="8558"/>
                  <a:pt x="40938" y="8561"/>
                  <a:pt x="40979" y="8566"/>
                </a:cubicBezTo>
                <a:lnTo>
                  <a:pt x="61623" y="8566"/>
                </a:lnTo>
                <a:cubicBezTo>
                  <a:pt x="61664" y="8561"/>
                  <a:pt x="61703" y="8558"/>
                  <a:pt x="61741" y="8558"/>
                </a:cubicBezTo>
                <a:close/>
                <a:moveTo>
                  <a:pt x="100713" y="16164"/>
                </a:moveTo>
                <a:lnTo>
                  <a:pt x="100713" y="189567"/>
                </a:lnTo>
                <a:lnTo>
                  <a:pt x="2987" y="189567"/>
                </a:lnTo>
                <a:lnTo>
                  <a:pt x="2987" y="16164"/>
                </a:lnTo>
                <a:close/>
                <a:moveTo>
                  <a:pt x="22357" y="196638"/>
                </a:moveTo>
                <a:lnTo>
                  <a:pt x="22313" y="197165"/>
                </a:lnTo>
                <a:lnTo>
                  <a:pt x="18448" y="197165"/>
                </a:lnTo>
                <a:lnTo>
                  <a:pt x="18448" y="196638"/>
                </a:lnTo>
                <a:close/>
                <a:moveTo>
                  <a:pt x="53277" y="196726"/>
                </a:moveTo>
                <a:cubicBezTo>
                  <a:pt x="53365" y="196726"/>
                  <a:pt x="53453" y="196814"/>
                  <a:pt x="53453" y="196945"/>
                </a:cubicBezTo>
                <a:lnTo>
                  <a:pt x="53453" y="199976"/>
                </a:lnTo>
                <a:cubicBezTo>
                  <a:pt x="53453" y="200064"/>
                  <a:pt x="53365" y="200152"/>
                  <a:pt x="53234" y="200152"/>
                </a:cubicBezTo>
                <a:lnTo>
                  <a:pt x="50203" y="200152"/>
                </a:lnTo>
                <a:cubicBezTo>
                  <a:pt x="50071" y="200152"/>
                  <a:pt x="49983" y="200064"/>
                  <a:pt x="49983" y="199976"/>
                </a:cubicBezTo>
                <a:lnTo>
                  <a:pt x="49983" y="196945"/>
                </a:lnTo>
                <a:cubicBezTo>
                  <a:pt x="49983" y="196814"/>
                  <a:pt x="50071" y="196726"/>
                  <a:pt x="50203" y="196726"/>
                </a:cubicBezTo>
                <a:close/>
                <a:moveTo>
                  <a:pt x="80706" y="196517"/>
                </a:moveTo>
                <a:cubicBezTo>
                  <a:pt x="80761" y="196517"/>
                  <a:pt x="80816" y="196528"/>
                  <a:pt x="80860" y="196550"/>
                </a:cubicBezTo>
                <a:cubicBezTo>
                  <a:pt x="80948" y="196638"/>
                  <a:pt x="80948" y="196770"/>
                  <a:pt x="80860" y="196858"/>
                </a:cubicBezTo>
                <a:lnTo>
                  <a:pt x="79455" y="198263"/>
                </a:lnTo>
                <a:cubicBezTo>
                  <a:pt x="79367" y="198351"/>
                  <a:pt x="79323" y="198439"/>
                  <a:pt x="79323" y="198527"/>
                </a:cubicBezTo>
                <a:cubicBezTo>
                  <a:pt x="79323" y="198614"/>
                  <a:pt x="79367" y="198702"/>
                  <a:pt x="79455" y="198790"/>
                </a:cubicBezTo>
                <a:lnTo>
                  <a:pt x="80860" y="200196"/>
                </a:lnTo>
                <a:cubicBezTo>
                  <a:pt x="80948" y="200284"/>
                  <a:pt x="80948" y="200415"/>
                  <a:pt x="80860" y="200503"/>
                </a:cubicBezTo>
                <a:cubicBezTo>
                  <a:pt x="80816" y="200547"/>
                  <a:pt x="80761" y="200569"/>
                  <a:pt x="80706" y="200569"/>
                </a:cubicBezTo>
                <a:cubicBezTo>
                  <a:pt x="80652" y="200569"/>
                  <a:pt x="80597" y="200547"/>
                  <a:pt x="80553" y="200503"/>
                </a:cubicBezTo>
                <a:lnTo>
                  <a:pt x="79147" y="199098"/>
                </a:lnTo>
                <a:cubicBezTo>
                  <a:pt x="79015" y="198922"/>
                  <a:pt x="78928" y="198746"/>
                  <a:pt x="78928" y="198527"/>
                </a:cubicBezTo>
                <a:cubicBezTo>
                  <a:pt x="78928" y="198307"/>
                  <a:pt x="79015" y="198131"/>
                  <a:pt x="79147" y="198000"/>
                </a:cubicBezTo>
                <a:lnTo>
                  <a:pt x="80553" y="196550"/>
                </a:lnTo>
                <a:cubicBezTo>
                  <a:pt x="80597" y="196528"/>
                  <a:pt x="80652" y="196517"/>
                  <a:pt x="80706" y="196517"/>
                </a:cubicBezTo>
                <a:close/>
                <a:moveTo>
                  <a:pt x="15461" y="1"/>
                </a:moveTo>
                <a:cubicBezTo>
                  <a:pt x="6940" y="1"/>
                  <a:pt x="1" y="6941"/>
                  <a:pt x="1" y="15461"/>
                </a:cubicBezTo>
                <a:lnTo>
                  <a:pt x="1" y="190884"/>
                </a:lnTo>
                <a:cubicBezTo>
                  <a:pt x="1" y="199405"/>
                  <a:pt x="6940" y="206345"/>
                  <a:pt x="15461" y="206345"/>
                </a:cubicBezTo>
                <a:lnTo>
                  <a:pt x="88019" y="206345"/>
                </a:lnTo>
                <a:cubicBezTo>
                  <a:pt x="96540" y="206345"/>
                  <a:pt x="103480" y="199405"/>
                  <a:pt x="103480" y="190884"/>
                </a:cubicBezTo>
                <a:lnTo>
                  <a:pt x="103480" y="15461"/>
                </a:lnTo>
                <a:cubicBezTo>
                  <a:pt x="103480" y="6941"/>
                  <a:pt x="96540" y="1"/>
                  <a:pt x="8801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3" name="Google Shape;2523;p45"/>
          <p:cNvSpPr txBox="1">
            <a:spLocks noGrp="1"/>
          </p:cNvSpPr>
          <p:nvPr>
            <p:ph type="title" idx="2"/>
          </p:nvPr>
        </p:nvSpPr>
        <p:spPr>
          <a:xfrm>
            <a:off x="796487" y="3114440"/>
            <a:ext cx="1841400" cy="401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b="1" dirty="0">
                <a:latin typeface="Lato" panose="020F0502020204030203" pitchFamily="34" charset="0"/>
                <a:ea typeface="Lato" panose="020F0502020204030203" pitchFamily="34" charset="0"/>
                <a:cs typeface="Lato" panose="020F0502020204030203" pitchFamily="34" charset="0"/>
              </a:rPr>
              <a:t>Sự rõ ràng và không </a:t>
            </a:r>
            <a:br>
              <a:rPr lang="vi-VN" b="1" dirty="0">
                <a:latin typeface="Lato" panose="020F0502020204030203" pitchFamily="34" charset="0"/>
                <a:ea typeface="Lato" panose="020F0502020204030203" pitchFamily="34" charset="0"/>
                <a:cs typeface="Lato" panose="020F0502020204030203" pitchFamily="34" charset="0"/>
              </a:rPr>
            </a:br>
            <a:r>
              <a:rPr lang="en-US" b="1" dirty="0">
                <a:latin typeface="Lato" panose="020F0502020204030203" pitchFamily="34" charset="0"/>
                <a:ea typeface="Lato" panose="020F0502020204030203" pitchFamily="34" charset="0"/>
                <a:cs typeface="Lato" panose="020F0502020204030203" pitchFamily="34" charset="0"/>
              </a:rPr>
              <a:t>chồng chéo</a:t>
            </a:r>
          </a:p>
        </p:txBody>
      </p:sp>
      <p:sp>
        <p:nvSpPr>
          <p:cNvPr id="2524" name="Google Shape;2524;p45"/>
          <p:cNvSpPr txBox="1">
            <a:spLocks noGrp="1"/>
          </p:cNvSpPr>
          <p:nvPr>
            <p:ph type="subTitle" idx="3"/>
          </p:nvPr>
        </p:nvSpPr>
        <p:spPr>
          <a:xfrm>
            <a:off x="611837" y="3562866"/>
            <a:ext cx="2210700" cy="1420613"/>
          </a:xfrm>
          <a:prstGeom prst="rect">
            <a:avLst/>
          </a:prstGeom>
        </p:spPr>
        <p:txBody>
          <a:bodyPr spcFirstLastPara="1" wrap="square" lIns="91425" tIns="91425" rIns="91425" bIns="91425" anchor="t" anchorCtr="0">
            <a:noAutofit/>
          </a:bodyPr>
          <a:lstStyle/>
          <a:p>
            <a:pPr marL="0" lvl="0" indent="0" algn="just" rtl="0">
              <a:lnSpc>
                <a:spcPct val="125000"/>
              </a:lnSpc>
              <a:spcBef>
                <a:spcPts val="600"/>
              </a:spcBef>
              <a:spcAft>
                <a:spcPts val="600"/>
              </a:spcAft>
              <a:buNone/>
            </a:pPr>
            <a:r>
              <a:rPr lang="vi-VN" dirty="0">
                <a:latin typeface="Lato" panose="020F0502020204030203" pitchFamily="34" charset="0"/>
                <a:ea typeface="Lato" panose="020F0502020204030203" pitchFamily="34" charset="0"/>
                <a:cs typeface="Lato" panose="020F0502020204030203" pitchFamily="34" charset="0"/>
              </a:rPr>
              <a:t>"Fully Paid" và "Charged Off" là hai trạng thái </a:t>
            </a:r>
            <a:r>
              <a:rPr lang="vi-VN">
                <a:latin typeface="Lato" panose="020F0502020204030203" pitchFamily="34" charset="0"/>
                <a:ea typeface="Lato" panose="020F0502020204030203" pitchFamily="34" charset="0"/>
                <a:cs typeface="Lato" panose="020F0502020204030203" pitchFamily="34" charset="0"/>
              </a:rPr>
              <a:t>rõ ràng.</a:t>
            </a:r>
          </a:p>
          <a:p>
            <a:pPr marL="0" lvl="0" indent="0" algn="just" rtl="0">
              <a:lnSpc>
                <a:spcPct val="125000"/>
              </a:lnSpc>
              <a:spcBef>
                <a:spcPts val="600"/>
              </a:spcBef>
              <a:spcAft>
                <a:spcPts val="600"/>
              </a:spcAft>
              <a:buNone/>
            </a:pPr>
            <a:r>
              <a:rPr lang="vi-VN">
                <a:latin typeface="Lato" panose="020F0502020204030203" pitchFamily="34" charset="0"/>
                <a:ea typeface="Lato" panose="020F0502020204030203" pitchFamily="34" charset="0"/>
                <a:cs typeface="Lato" panose="020F0502020204030203" pitchFamily="34" charset="0"/>
              </a:rPr>
              <a:t>Fully Paid: Đã thanh toán đầy đủ</a:t>
            </a:r>
          </a:p>
          <a:p>
            <a:pPr marL="0" lvl="0" indent="0" algn="l" rtl="0">
              <a:lnSpc>
                <a:spcPct val="125000"/>
              </a:lnSpc>
              <a:spcBef>
                <a:spcPts val="600"/>
              </a:spcBef>
              <a:spcAft>
                <a:spcPts val="600"/>
              </a:spcAft>
              <a:buNone/>
            </a:pPr>
            <a:r>
              <a:rPr lang="vi-VN">
                <a:latin typeface="Lato" panose="020F0502020204030203" pitchFamily="34" charset="0"/>
                <a:ea typeface="Lato" panose="020F0502020204030203" pitchFamily="34" charset="0"/>
                <a:cs typeface="Lato" panose="020F0502020204030203" pitchFamily="34" charset="0"/>
              </a:rPr>
              <a:t>Charge Off: Khoanh nợ</a:t>
            </a:r>
          </a:p>
        </p:txBody>
      </p:sp>
      <p:sp>
        <p:nvSpPr>
          <p:cNvPr id="2525" name="Google Shape;2525;p45"/>
          <p:cNvSpPr txBox="1">
            <a:spLocks noGrp="1"/>
          </p:cNvSpPr>
          <p:nvPr>
            <p:ph type="title" idx="4"/>
          </p:nvPr>
        </p:nvSpPr>
        <p:spPr>
          <a:xfrm>
            <a:off x="6549147" y="3026510"/>
            <a:ext cx="1841400" cy="401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vi-VN" b="1" dirty="0">
                <a:latin typeface="Lato" panose="020F0502020204030203" pitchFamily="34" charset="0"/>
                <a:ea typeface="Lato" panose="020F0502020204030203" pitchFamily="34" charset="0"/>
                <a:cs typeface="Lato" panose="020F0502020204030203" pitchFamily="34" charset="0"/>
              </a:rPr>
              <a:t>Đơn giản hóa bài toán </a:t>
            </a:r>
            <a:br>
              <a:rPr lang="vi-VN" b="1" dirty="0">
                <a:latin typeface="Lato" panose="020F0502020204030203" pitchFamily="34" charset="0"/>
                <a:ea typeface="Lato" panose="020F0502020204030203" pitchFamily="34" charset="0"/>
                <a:cs typeface="Lato" panose="020F0502020204030203" pitchFamily="34" charset="0"/>
              </a:rPr>
            </a:br>
            <a:r>
              <a:rPr lang="vi-VN" b="1" dirty="0">
                <a:latin typeface="Lato" panose="020F0502020204030203" pitchFamily="34" charset="0"/>
                <a:ea typeface="Lato" panose="020F0502020204030203" pitchFamily="34" charset="0"/>
                <a:cs typeface="Lato" panose="020F0502020204030203" pitchFamily="34" charset="0"/>
              </a:rPr>
              <a:t>và cải thiện hiệu suất</a:t>
            </a:r>
            <a:endParaRPr lang="en-US" b="1" dirty="0">
              <a:latin typeface="Lato" panose="020F0502020204030203" pitchFamily="34" charset="0"/>
              <a:ea typeface="Lato" panose="020F0502020204030203" pitchFamily="34" charset="0"/>
              <a:cs typeface="Lato" panose="020F0502020204030203" pitchFamily="34" charset="0"/>
            </a:endParaRPr>
          </a:p>
        </p:txBody>
      </p:sp>
      <p:sp>
        <p:nvSpPr>
          <p:cNvPr id="2526" name="Google Shape;2526;p45"/>
          <p:cNvSpPr txBox="1">
            <a:spLocks noGrp="1"/>
          </p:cNvSpPr>
          <p:nvPr>
            <p:ph type="subTitle" idx="5"/>
          </p:nvPr>
        </p:nvSpPr>
        <p:spPr>
          <a:xfrm>
            <a:off x="6364497" y="3415845"/>
            <a:ext cx="2210700" cy="983100"/>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None/>
            </a:pPr>
            <a:r>
              <a:rPr lang="vi-VN">
                <a:latin typeface="Lato" panose="020F0502020204030203" pitchFamily="34" charset="0"/>
                <a:ea typeface="Lato" panose="020F0502020204030203" pitchFamily="34" charset="0"/>
                <a:cs typeface="Lato" panose="020F0502020204030203" pitchFamily="34" charset="0"/>
              </a:rPr>
              <a:t>Bài toán </a:t>
            </a:r>
            <a:r>
              <a:rPr lang="vi-VN" dirty="0">
                <a:latin typeface="Lato" panose="020F0502020204030203" pitchFamily="34" charset="0"/>
                <a:ea typeface="Lato" panose="020F0502020204030203" pitchFamily="34" charset="0"/>
                <a:cs typeface="Lato" panose="020F0502020204030203" pitchFamily="34" charset="0"/>
              </a:rPr>
              <a:t>trở nên đơn giản hơn, giúp mô hình dễ dàng học và dự đoán chính xác hơn. </a:t>
            </a:r>
            <a:endParaRPr dirty="0">
              <a:latin typeface="Lato" panose="020F0502020204030203" pitchFamily="34" charset="0"/>
              <a:ea typeface="Lato" panose="020F0502020204030203" pitchFamily="34" charset="0"/>
              <a:cs typeface="Lato" panose="020F0502020204030203" pitchFamily="34" charset="0"/>
            </a:endParaRPr>
          </a:p>
        </p:txBody>
      </p:sp>
      <p:grpSp>
        <p:nvGrpSpPr>
          <p:cNvPr id="7" name="Google Shape;4064;p48">
            <a:extLst>
              <a:ext uri="{FF2B5EF4-FFF2-40B4-BE49-F238E27FC236}">
                <a16:creationId xmlns:a16="http://schemas.microsoft.com/office/drawing/2014/main" id="{54DCDB89-ECC1-7B96-A8F1-1F773450CF56}"/>
              </a:ext>
            </a:extLst>
          </p:cNvPr>
          <p:cNvGrpSpPr/>
          <p:nvPr/>
        </p:nvGrpSpPr>
        <p:grpSpPr>
          <a:xfrm>
            <a:off x="3370464" y="567551"/>
            <a:ext cx="2800475" cy="1555149"/>
            <a:chOff x="3123823" y="2866233"/>
            <a:chExt cx="3330726" cy="1849606"/>
          </a:xfrm>
        </p:grpSpPr>
        <p:sp>
          <p:nvSpPr>
            <p:cNvPr id="8" name="Google Shape;4065;p48">
              <a:extLst>
                <a:ext uri="{FF2B5EF4-FFF2-40B4-BE49-F238E27FC236}">
                  <a16:creationId xmlns:a16="http://schemas.microsoft.com/office/drawing/2014/main" id="{9C07CF32-B968-8548-4811-C64218A07EF1}"/>
                </a:ext>
              </a:extLst>
            </p:cNvPr>
            <p:cNvSpPr/>
            <p:nvPr/>
          </p:nvSpPr>
          <p:spPr>
            <a:xfrm>
              <a:off x="3123823" y="4713315"/>
              <a:ext cx="3191446" cy="2524"/>
            </a:xfrm>
            <a:custGeom>
              <a:avLst/>
              <a:gdLst/>
              <a:ahLst/>
              <a:cxnLst/>
              <a:rect l="l" t="t" r="r" b="b"/>
              <a:pathLst>
                <a:path w="134024" h="106" extrusionOk="0">
                  <a:moveTo>
                    <a:pt x="67017" y="0"/>
                  </a:moveTo>
                  <a:cubicBezTo>
                    <a:pt x="30002" y="0"/>
                    <a:pt x="1" y="22"/>
                    <a:pt x="1" y="53"/>
                  </a:cubicBezTo>
                  <a:cubicBezTo>
                    <a:pt x="1" y="83"/>
                    <a:pt x="30002" y="105"/>
                    <a:pt x="67017" y="105"/>
                  </a:cubicBezTo>
                  <a:cubicBezTo>
                    <a:pt x="104023" y="105"/>
                    <a:pt x="134024" y="83"/>
                    <a:pt x="134024" y="53"/>
                  </a:cubicBezTo>
                  <a:cubicBezTo>
                    <a:pt x="134024" y="22"/>
                    <a:pt x="104023" y="0"/>
                    <a:pt x="6701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4066;p48">
              <a:extLst>
                <a:ext uri="{FF2B5EF4-FFF2-40B4-BE49-F238E27FC236}">
                  <a16:creationId xmlns:a16="http://schemas.microsoft.com/office/drawing/2014/main" id="{0A6CB5A4-E021-28F7-F3A1-0DCF943BDA8D}"/>
                </a:ext>
              </a:extLst>
            </p:cNvPr>
            <p:cNvGrpSpPr/>
            <p:nvPr/>
          </p:nvGrpSpPr>
          <p:grpSpPr>
            <a:xfrm>
              <a:off x="3129962" y="3230096"/>
              <a:ext cx="604351" cy="1484476"/>
              <a:chOff x="3124656" y="3230096"/>
              <a:chExt cx="604351" cy="1484476"/>
            </a:xfrm>
          </p:grpSpPr>
          <p:sp>
            <p:nvSpPr>
              <p:cNvPr id="2558" name="Google Shape;4067;p48">
                <a:extLst>
                  <a:ext uri="{FF2B5EF4-FFF2-40B4-BE49-F238E27FC236}">
                    <a16:creationId xmlns:a16="http://schemas.microsoft.com/office/drawing/2014/main" id="{5F940333-D3B6-4145-1BEF-E3E69247E27B}"/>
                  </a:ext>
                </a:extLst>
              </p:cNvPr>
              <p:cNvSpPr/>
              <p:nvPr/>
            </p:nvSpPr>
            <p:spPr>
              <a:xfrm>
                <a:off x="3192313" y="3336952"/>
                <a:ext cx="146661" cy="158091"/>
              </a:xfrm>
              <a:custGeom>
                <a:avLst/>
                <a:gdLst/>
                <a:ahLst/>
                <a:cxnLst/>
                <a:rect l="l" t="t" r="r" b="b"/>
                <a:pathLst>
                  <a:path w="6159" h="6639" extrusionOk="0">
                    <a:moveTo>
                      <a:pt x="6159" y="0"/>
                    </a:moveTo>
                    <a:lnTo>
                      <a:pt x="5179" y="75"/>
                    </a:lnTo>
                    <a:cubicBezTo>
                      <a:pt x="5179" y="249"/>
                      <a:pt x="4991" y="371"/>
                      <a:pt x="4821" y="385"/>
                    </a:cubicBezTo>
                    <a:cubicBezTo>
                      <a:pt x="4800" y="387"/>
                      <a:pt x="4779" y="388"/>
                      <a:pt x="4758" y="388"/>
                    </a:cubicBezTo>
                    <a:cubicBezTo>
                      <a:pt x="4604" y="388"/>
                      <a:pt x="4451" y="340"/>
                      <a:pt x="4301" y="333"/>
                    </a:cubicBezTo>
                    <a:cubicBezTo>
                      <a:pt x="4282" y="332"/>
                      <a:pt x="4264" y="331"/>
                      <a:pt x="4245" y="331"/>
                    </a:cubicBezTo>
                    <a:cubicBezTo>
                      <a:pt x="3772" y="331"/>
                      <a:pt x="3324" y="713"/>
                      <a:pt x="3261" y="1180"/>
                    </a:cubicBezTo>
                    <a:cubicBezTo>
                      <a:pt x="3222" y="1451"/>
                      <a:pt x="3295" y="1743"/>
                      <a:pt x="3160" y="1979"/>
                    </a:cubicBezTo>
                    <a:cubicBezTo>
                      <a:pt x="2894" y="2447"/>
                      <a:pt x="2081" y="2281"/>
                      <a:pt x="1766" y="2723"/>
                    </a:cubicBezTo>
                    <a:cubicBezTo>
                      <a:pt x="1504" y="3086"/>
                      <a:pt x="1758" y="3641"/>
                      <a:pt x="1530" y="4030"/>
                    </a:cubicBezTo>
                    <a:cubicBezTo>
                      <a:pt x="1369" y="4296"/>
                      <a:pt x="1040" y="4392"/>
                      <a:pt x="774" y="4554"/>
                    </a:cubicBezTo>
                    <a:cubicBezTo>
                      <a:pt x="298" y="4843"/>
                      <a:pt x="1" y="5410"/>
                      <a:pt x="35" y="5970"/>
                    </a:cubicBezTo>
                    <a:cubicBezTo>
                      <a:pt x="49" y="6197"/>
                      <a:pt x="128" y="6442"/>
                      <a:pt x="324" y="6560"/>
                    </a:cubicBezTo>
                    <a:cubicBezTo>
                      <a:pt x="426" y="6621"/>
                      <a:pt x="544" y="6639"/>
                      <a:pt x="666" y="6639"/>
                    </a:cubicBezTo>
                    <a:cubicBezTo>
                      <a:pt x="753" y="6639"/>
                      <a:pt x="841" y="6630"/>
                      <a:pt x="927" y="6620"/>
                    </a:cubicBezTo>
                    <a:cubicBezTo>
                      <a:pt x="1633" y="6542"/>
                      <a:pt x="2342" y="6503"/>
                      <a:pt x="3052" y="6503"/>
                    </a:cubicBezTo>
                    <a:cubicBezTo>
                      <a:pt x="3362" y="6503"/>
                      <a:pt x="3672" y="6510"/>
                      <a:pt x="3982" y="6525"/>
                    </a:cubicBezTo>
                    <a:cubicBezTo>
                      <a:pt x="3755" y="6079"/>
                      <a:pt x="3837" y="5493"/>
                      <a:pt x="4183" y="5126"/>
                    </a:cubicBezTo>
                    <a:cubicBezTo>
                      <a:pt x="4428" y="4864"/>
                      <a:pt x="4799" y="4690"/>
                      <a:pt x="4904" y="4344"/>
                    </a:cubicBezTo>
                    <a:cubicBezTo>
                      <a:pt x="5066" y="3815"/>
                      <a:pt x="4480" y="3230"/>
                      <a:pt x="4725" y="2736"/>
                    </a:cubicBezTo>
                    <a:cubicBezTo>
                      <a:pt x="4868" y="2447"/>
                      <a:pt x="5231" y="2342"/>
                      <a:pt x="5433" y="2089"/>
                    </a:cubicBezTo>
                    <a:cubicBezTo>
                      <a:pt x="5594" y="1884"/>
                      <a:pt x="5625" y="1600"/>
                      <a:pt x="5620" y="1337"/>
                    </a:cubicBezTo>
                    <a:cubicBezTo>
                      <a:pt x="5620" y="1071"/>
                      <a:pt x="5586" y="805"/>
                      <a:pt x="5647" y="547"/>
                    </a:cubicBezTo>
                    <a:cubicBezTo>
                      <a:pt x="5713" y="289"/>
                      <a:pt x="5896" y="39"/>
                      <a:pt x="615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4068;p48">
                <a:extLst>
                  <a:ext uri="{FF2B5EF4-FFF2-40B4-BE49-F238E27FC236}">
                    <a16:creationId xmlns:a16="http://schemas.microsoft.com/office/drawing/2014/main" id="{DB4DEBFC-FE1A-71FE-AC00-418C820EF5E8}"/>
                  </a:ext>
                </a:extLst>
              </p:cNvPr>
              <p:cNvSpPr/>
              <p:nvPr/>
            </p:nvSpPr>
            <p:spPr>
              <a:xfrm>
                <a:off x="3324484" y="3272438"/>
                <a:ext cx="126373" cy="252246"/>
              </a:xfrm>
              <a:custGeom>
                <a:avLst/>
                <a:gdLst/>
                <a:ahLst/>
                <a:cxnLst/>
                <a:rect l="l" t="t" r="r" b="b"/>
                <a:pathLst>
                  <a:path w="5307" h="10593" extrusionOk="0">
                    <a:moveTo>
                      <a:pt x="2737" y="0"/>
                    </a:moveTo>
                    <a:lnTo>
                      <a:pt x="0" y="2072"/>
                    </a:lnTo>
                    <a:lnTo>
                      <a:pt x="298" y="8889"/>
                    </a:lnTo>
                    <a:cubicBezTo>
                      <a:pt x="339" y="9847"/>
                      <a:pt x="1130" y="10593"/>
                      <a:pt x="2076" y="10593"/>
                    </a:cubicBezTo>
                    <a:cubicBezTo>
                      <a:pt x="2118" y="10593"/>
                      <a:pt x="2160" y="10591"/>
                      <a:pt x="2203" y="10588"/>
                    </a:cubicBezTo>
                    <a:cubicBezTo>
                      <a:pt x="3173" y="10519"/>
                      <a:pt x="3907" y="9688"/>
                      <a:pt x="3855" y="8718"/>
                    </a:cubicBezTo>
                    <a:cubicBezTo>
                      <a:pt x="3816" y="7931"/>
                      <a:pt x="3772" y="7185"/>
                      <a:pt x="3772" y="7185"/>
                    </a:cubicBezTo>
                    <a:cubicBezTo>
                      <a:pt x="3772" y="7185"/>
                      <a:pt x="5139" y="7040"/>
                      <a:pt x="5223" y="5685"/>
                    </a:cubicBezTo>
                    <a:cubicBezTo>
                      <a:pt x="5306" y="4335"/>
                      <a:pt x="5223" y="1215"/>
                      <a:pt x="5223" y="1215"/>
                    </a:cubicBezTo>
                    <a:lnTo>
                      <a:pt x="2737"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4069;p48">
                <a:extLst>
                  <a:ext uri="{FF2B5EF4-FFF2-40B4-BE49-F238E27FC236}">
                    <a16:creationId xmlns:a16="http://schemas.microsoft.com/office/drawing/2014/main" id="{540678A0-A439-9BE9-8F0C-3428FA59ED01}"/>
                  </a:ext>
                </a:extLst>
              </p:cNvPr>
              <p:cNvSpPr/>
              <p:nvPr/>
            </p:nvSpPr>
            <p:spPr>
              <a:xfrm>
                <a:off x="3434079" y="3351407"/>
                <a:ext cx="8334" cy="8239"/>
              </a:xfrm>
              <a:custGeom>
                <a:avLst/>
                <a:gdLst/>
                <a:ahLst/>
                <a:cxnLst/>
                <a:rect l="l" t="t" r="r" b="b"/>
                <a:pathLst>
                  <a:path w="350" h="346" extrusionOk="0">
                    <a:moveTo>
                      <a:pt x="176" y="0"/>
                    </a:moveTo>
                    <a:cubicBezTo>
                      <a:pt x="79" y="0"/>
                      <a:pt x="0" y="75"/>
                      <a:pt x="0" y="171"/>
                    </a:cubicBezTo>
                    <a:cubicBezTo>
                      <a:pt x="0" y="267"/>
                      <a:pt x="79" y="346"/>
                      <a:pt x="176" y="346"/>
                    </a:cubicBezTo>
                    <a:cubicBezTo>
                      <a:pt x="271" y="346"/>
                      <a:pt x="350" y="267"/>
                      <a:pt x="350" y="171"/>
                    </a:cubicBezTo>
                    <a:cubicBezTo>
                      <a:pt x="350" y="75"/>
                      <a:pt x="271" y="0"/>
                      <a:pt x="1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4070;p48">
                <a:extLst>
                  <a:ext uri="{FF2B5EF4-FFF2-40B4-BE49-F238E27FC236}">
                    <a16:creationId xmlns:a16="http://schemas.microsoft.com/office/drawing/2014/main" id="{6C17BD8F-929B-098A-BA8E-A531C44D5B1B}"/>
                  </a:ext>
                </a:extLst>
              </p:cNvPr>
              <p:cNvSpPr/>
              <p:nvPr/>
            </p:nvSpPr>
            <p:spPr>
              <a:xfrm>
                <a:off x="3429911" y="3345977"/>
                <a:ext cx="16788" cy="5096"/>
              </a:xfrm>
              <a:custGeom>
                <a:avLst/>
                <a:gdLst/>
                <a:ahLst/>
                <a:cxnLst/>
                <a:rect l="l" t="t" r="r" b="b"/>
                <a:pathLst>
                  <a:path w="705" h="214" extrusionOk="0">
                    <a:moveTo>
                      <a:pt x="344" y="1"/>
                    </a:moveTo>
                    <a:cubicBezTo>
                      <a:pt x="235" y="1"/>
                      <a:pt x="142" y="35"/>
                      <a:pt x="83" y="75"/>
                    </a:cubicBezTo>
                    <a:cubicBezTo>
                      <a:pt x="22" y="119"/>
                      <a:pt x="0" y="158"/>
                      <a:pt x="10" y="172"/>
                    </a:cubicBezTo>
                    <a:cubicBezTo>
                      <a:pt x="12" y="174"/>
                      <a:pt x="15" y="175"/>
                      <a:pt x="19" y="175"/>
                    </a:cubicBezTo>
                    <a:cubicBezTo>
                      <a:pt x="54" y="175"/>
                      <a:pt x="168" y="114"/>
                      <a:pt x="316" y="114"/>
                    </a:cubicBezTo>
                    <a:cubicBezTo>
                      <a:pt x="329" y="114"/>
                      <a:pt x="342" y="114"/>
                      <a:pt x="355" y="115"/>
                    </a:cubicBezTo>
                    <a:cubicBezTo>
                      <a:pt x="525" y="123"/>
                      <a:pt x="646" y="214"/>
                      <a:pt x="683" y="214"/>
                    </a:cubicBezTo>
                    <a:cubicBezTo>
                      <a:pt x="687" y="214"/>
                      <a:pt x="690" y="213"/>
                      <a:pt x="692" y="211"/>
                    </a:cubicBezTo>
                    <a:cubicBezTo>
                      <a:pt x="704" y="202"/>
                      <a:pt x="682" y="158"/>
                      <a:pt x="630" y="111"/>
                    </a:cubicBezTo>
                    <a:cubicBezTo>
                      <a:pt x="573" y="59"/>
                      <a:pt x="477" y="10"/>
                      <a:pt x="363" y="1"/>
                    </a:cubicBezTo>
                    <a:cubicBezTo>
                      <a:pt x="357" y="1"/>
                      <a:pt x="351" y="1"/>
                      <a:pt x="34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4071;p48">
                <a:extLst>
                  <a:ext uri="{FF2B5EF4-FFF2-40B4-BE49-F238E27FC236}">
                    <a16:creationId xmlns:a16="http://schemas.microsoft.com/office/drawing/2014/main" id="{DF1E0BA2-7D7D-A89F-A5E4-2338262A6C64}"/>
                  </a:ext>
                </a:extLst>
              </p:cNvPr>
              <p:cNvSpPr/>
              <p:nvPr/>
            </p:nvSpPr>
            <p:spPr>
              <a:xfrm>
                <a:off x="3386307" y="3351407"/>
                <a:ext cx="8263" cy="8239"/>
              </a:xfrm>
              <a:custGeom>
                <a:avLst/>
                <a:gdLst/>
                <a:ahLst/>
                <a:cxnLst/>
                <a:rect l="l" t="t" r="r" b="b"/>
                <a:pathLst>
                  <a:path w="347" h="346" extrusionOk="0">
                    <a:moveTo>
                      <a:pt x="175" y="0"/>
                    </a:moveTo>
                    <a:cubicBezTo>
                      <a:pt x="79" y="0"/>
                      <a:pt x="0" y="75"/>
                      <a:pt x="0" y="171"/>
                    </a:cubicBezTo>
                    <a:cubicBezTo>
                      <a:pt x="0" y="267"/>
                      <a:pt x="79" y="346"/>
                      <a:pt x="175" y="346"/>
                    </a:cubicBezTo>
                    <a:cubicBezTo>
                      <a:pt x="272" y="346"/>
                      <a:pt x="346" y="267"/>
                      <a:pt x="346" y="171"/>
                    </a:cubicBezTo>
                    <a:cubicBezTo>
                      <a:pt x="346" y="75"/>
                      <a:pt x="272" y="0"/>
                      <a:pt x="1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4072;p48">
                <a:extLst>
                  <a:ext uri="{FF2B5EF4-FFF2-40B4-BE49-F238E27FC236}">
                    <a16:creationId xmlns:a16="http://schemas.microsoft.com/office/drawing/2014/main" id="{ABA43617-EFC5-2B46-5DED-D17F0FDD69D5}"/>
                  </a:ext>
                </a:extLst>
              </p:cNvPr>
              <p:cNvSpPr/>
              <p:nvPr/>
            </p:nvSpPr>
            <p:spPr>
              <a:xfrm>
                <a:off x="3380687" y="3345977"/>
                <a:ext cx="16764" cy="5096"/>
              </a:xfrm>
              <a:custGeom>
                <a:avLst/>
                <a:gdLst/>
                <a:ahLst/>
                <a:cxnLst/>
                <a:rect l="l" t="t" r="r" b="b"/>
                <a:pathLst>
                  <a:path w="704" h="214" extrusionOk="0">
                    <a:moveTo>
                      <a:pt x="344" y="1"/>
                    </a:moveTo>
                    <a:cubicBezTo>
                      <a:pt x="235" y="1"/>
                      <a:pt x="142" y="35"/>
                      <a:pt x="84" y="75"/>
                    </a:cubicBezTo>
                    <a:cubicBezTo>
                      <a:pt x="22" y="119"/>
                      <a:pt x="0" y="158"/>
                      <a:pt x="10" y="172"/>
                    </a:cubicBezTo>
                    <a:cubicBezTo>
                      <a:pt x="11" y="174"/>
                      <a:pt x="15" y="175"/>
                      <a:pt x="19" y="175"/>
                    </a:cubicBezTo>
                    <a:cubicBezTo>
                      <a:pt x="54" y="175"/>
                      <a:pt x="167" y="114"/>
                      <a:pt x="316" y="114"/>
                    </a:cubicBezTo>
                    <a:cubicBezTo>
                      <a:pt x="329" y="114"/>
                      <a:pt x="342" y="114"/>
                      <a:pt x="355" y="115"/>
                    </a:cubicBezTo>
                    <a:cubicBezTo>
                      <a:pt x="525" y="123"/>
                      <a:pt x="646" y="214"/>
                      <a:pt x="683" y="214"/>
                    </a:cubicBezTo>
                    <a:cubicBezTo>
                      <a:pt x="686" y="214"/>
                      <a:pt x="689" y="213"/>
                      <a:pt x="691" y="211"/>
                    </a:cubicBezTo>
                    <a:cubicBezTo>
                      <a:pt x="704" y="202"/>
                      <a:pt x="682" y="158"/>
                      <a:pt x="629" y="111"/>
                    </a:cubicBezTo>
                    <a:cubicBezTo>
                      <a:pt x="573" y="59"/>
                      <a:pt x="477" y="10"/>
                      <a:pt x="363" y="1"/>
                    </a:cubicBezTo>
                    <a:cubicBezTo>
                      <a:pt x="357" y="1"/>
                      <a:pt x="350" y="1"/>
                      <a:pt x="34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4073;p48">
                <a:extLst>
                  <a:ext uri="{FF2B5EF4-FFF2-40B4-BE49-F238E27FC236}">
                    <a16:creationId xmlns:a16="http://schemas.microsoft.com/office/drawing/2014/main" id="{0B56CD04-4D02-CD49-F2E8-E1EEA714F4A3}"/>
                  </a:ext>
                </a:extLst>
              </p:cNvPr>
              <p:cNvSpPr/>
              <p:nvPr/>
            </p:nvSpPr>
            <p:spPr>
              <a:xfrm>
                <a:off x="3395666" y="3392726"/>
                <a:ext cx="24265" cy="12549"/>
              </a:xfrm>
              <a:custGeom>
                <a:avLst/>
                <a:gdLst/>
                <a:ahLst/>
                <a:cxnLst/>
                <a:rect l="l" t="t" r="r" b="b"/>
                <a:pathLst>
                  <a:path w="1019" h="527" extrusionOk="0">
                    <a:moveTo>
                      <a:pt x="119" y="0"/>
                    </a:moveTo>
                    <a:cubicBezTo>
                      <a:pt x="119" y="0"/>
                      <a:pt x="0" y="329"/>
                      <a:pt x="403" y="486"/>
                    </a:cubicBezTo>
                    <a:cubicBezTo>
                      <a:pt x="477" y="515"/>
                      <a:pt x="545" y="527"/>
                      <a:pt x="606" y="527"/>
                    </a:cubicBezTo>
                    <a:cubicBezTo>
                      <a:pt x="870" y="527"/>
                      <a:pt x="1019" y="311"/>
                      <a:pt x="1019" y="311"/>
                    </a:cubicBezTo>
                    <a:cubicBezTo>
                      <a:pt x="761" y="280"/>
                      <a:pt x="351" y="115"/>
                      <a:pt x="1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4074;p48">
                <a:extLst>
                  <a:ext uri="{FF2B5EF4-FFF2-40B4-BE49-F238E27FC236}">
                    <a16:creationId xmlns:a16="http://schemas.microsoft.com/office/drawing/2014/main" id="{105D64EC-8842-9E40-3F23-98F505854246}"/>
                  </a:ext>
                </a:extLst>
              </p:cNvPr>
              <p:cNvSpPr/>
              <p:nvPr/>
            </p:nvSpPr>
            <p:spPr>
              <a:xfrm>
                <a:off x="3371637" y="3429162"/>
                <a:ext cx="42791" cy="22336"/>
              </a:xfrm>
              <a:custGeom>
                <a:avLst/>
                <a:gdLst/>
                <a:ahLst/>
                <a:cxnLst/>
                <a:rect l="l" t="t" r="r" b="b"/>
                <a:pathLst>
                  <a:path w="1797" h="938" extrusionOk="0">
                    <a:moveTo>
                      <a:pt x="0" y="1"/>
                    </a:moveTo>
                    <a:cubicBezTo>
                      <a:pt x="0" y="1"/>
                      <a:pt x="384" y="937"/>
                      <a:pt x="1655" y="937"/>
                    </a:cubicBezTo>
                    <a:cubicBezTo>
                      <a:pt x="1691" y="937"/>
                      <a:pt x="1728" y="937"/>
                      <a:pt x="1766" y="935"/>
                    </a:cubicBezTo>
                    <a:lnTo>
                      <a:pt x="1796" y="604"/>
                    </a:lnTo>
                    <a:lnTo>
                      <a:pt x="1796" y="604"/>
                    </a:lnTo>
                    <a:cubicBezTo>
                      <a:pt x="1796" y="604"/>
                      <a:pt x="1795" y="604"/>
                      <a:pt x="1794" y="604"/>
                    </a:cubicBezTo>
                    <a:cubicBezTo>
                      <a:pt x="1747" y="604"/>
                      <a:pt x="860" y="596"/>
                      <a:pt x="0"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4075;p48">
                <a:extLst>
                  <a:ext uri="{FF2B5EF4-FFF2-40B4-BE49-F238E27FC236}">
                    <a16:creationId xmlns:a16="http://schemas.microsoft.com/office/drawing/2014/main" id="{7C174B41-2B32-AACB-4774-77F6D1E8E8AD}"/>
                  </a:ext>
                </a:extLst>
              </p:cNvPr>
              <p:cNvSpPr/>
              <p:nvPr/>
            </p:nvSpPr>
            <p:spPr>
              <a:xfrm>
                <a:off x="3412217" y="3349740"/>
                <a:ext cx="12716" cy="39148"/>
              </a:xfrm>
              <a:custGeom>
                <a:avLst/>
                <a:gdLst/>
                <a:ahLst/>
                <a:cxnLst/>
                <a:rect l="l" t="t" r="r" b="b"/>
                <a:pathLst>
                  <a:path w="534" h="1644" extrusionOk="0">
                    <a:moveTo>
                      <a:pt x="9" y="0"/>
                    </a:moveTo>
                    <a:cubicBezTo>
                      <a:pt x="1" y="5"/>
                      <a:pt x="27" y="119"/>
                      <a:pt x="79" y="302"/>
                    </a:cubicBezTo>
                    <a:cubicBezTo>
                      <a:pt x="132" y="486"/>
                      <a:pt x="206" y="734"/>
                      <a:pt x="293" y="1010"/>
                    </a:cubicBezTo>
                    <a:cubicBezTo>
                      <a:pt x="342" y="1146"/>
                      <a:pt x="380" y="1272"/>
                      <a:pt x="424" y="1395"/>
                    </a:cubicBezTo>
                    <a:cubicBezTo>
                      <a:pt x="442" y="1456"/>
                      <a:pt x="464" y="1508"/>
                      <a:pt x="451" y="1547"/>
                    </a:cubicBezTo>
                    <a:cubicBezTo>
                      <a:pt x="438" y="1583"/>
                      <a:pt x="394" y="1587"/>
                      <a:pt x="346" y="1591"/>
                    </a:cubicBezTo>
                    <a:cubicBezTo>
                      <a:pt x="158" y="1605"/>
                      <a:pt x="40" y="1618"/>
                      <a:pt x="40" y="1626"/>
                    </a:cubicBezTo>
                    <a:cubicBezTo>
                      <a:pt x="40" y="1640"/>
                      <a:pt x="158" y="1644"/>
                      <a:pt x="346" y="1644"/>
                    </a:cubicBezTo>
                    <a:cubicBezTo>
                      <a:pt x="372" y="1644"/>
                      <a:pt x="398" y="1644"/>
                      <a:pt x="429" y="1635"/>
                    </a:cubicBezTo>
                    <a:cubicBezTo>
                      <a:pt x="459" y="1631"/>
                      <a:pt x="495" y="1605"/>
                      <a:pt x="507" y="1569"/>
                    </a:cubicBezTo>
                    <a:cubicBezTo>
                      <a:pt x="534" y="1495"/>
                      <a:pt x="503" y="1430"/>
                      <a:pt x="491" y="1373"/>
                    </a:cubicBezTo>
                    <a:cubicBezTo>
                      <a:pt x="451" y="1250"/>
                      <a:pt x="407" y="1119"/>
                      <a:pt x="368" y="984"/>
                    </a:cubicBezTo>
                    <a:cubicBezTo>
                      <a:pt x="276" y="708"/>
                      <a:pt x="193" y="464"/>
                      <a:pt x="128" y="284"/>
                    </a:cubicBezTo>
                    <a:cubicBezTo>
                      <a:pt x="66" y="105"/>
                      <a:pt x="19" y="0"/>
                      <a:pt x="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4076;p48">
                <a:extLst>
                  <a:ext uri="{FF2B5EF4-FFF2-40B4-BE49-F238E27FC236}">
                    <a16:creationId xmlns:a16="http://schemas.microsoft.com/office/drawing/2014/main" id="{CBFD03B4-14B4-CF8C-171D-F5EB0CA5295E}"/>
                  </a:ext>
                </a:extLst>
              </p:cNvPr>
              <p:cNvSpPr/>
              <p:nvPr/>
            </p:nvSpPr>
            <p:spPr>
              <a:xfrm>
                <a:off x="3301908" y="3353431"/>
                <a:ext cx="27575" cy="28504"/>
              </a:xfrm>
              <a:custGeom>
                <a:avLst/>
                <a:gdLst/>
                <a:ahLst/>
                <a:cxnLst/>
                <a:rect l="l" t="t" r="r" b="b"/>
                <a:pathLst>
                  <a:path w="1158" h="1197" extrusionOk="0">
                    <a:moveTo>
                      <a:pt x="548" y="0"/>
                    </a:moveTo>
                    <a:cubicBezTo>
                      <a:pt x="305" y="0"/>
                      <a:pt x="81" y="206"/>
                      <a:pt x="40" y="448"/>
                    </a:cubicBezTo>
                    <a:cubicBezTo>
                      <a:pt x="0" y="706"/>
                      <a:pt x="149" y="973"/>
                      <a:pt x="377" y="1100"/>
                    </a:cubicBezTo>
                    <a:cubicBezTo>
                      <a:pt x="494" y="1166"/>
                      <a:pt x="628" y="1196"/>
                      <a:pt x="762" y="1196"/>
                    </a:cubicBezTo>
                    <a:cubicBezTo>
                      <a:pt x="887" y="1196"/>
                      <a:pt x="1012" y="1170"/>
                      <a:pt x="1128" y="1122"/>
                    </a:cubicBezTo>
                    <a:lnTo>
                      <a:pt x="1150" y="1091"/>
                    </a:lnTo>
                    <a:cubicBezTo>
                      <a:pt x="1158" y="868"/>
                      <a:pt x="1158" y="637"/>
                      <a:pt x="1075" y="427"/>
                    </a:cubicBezTo>
                    <a:cubicBezTo>
                      <a:pt x="996" y="212"/>
                      <a:pt x="813" y="29"/>
                      <a:pt x="591" y="3"/>
                    </a:cubicBezTo>
                    <a:cubicBezTo>
                      <a:pt x="576" y="1"/>
                      <a:pt x="562" y="0"/>
                      <a:pt x="548"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4077;p48">
                <a:extLst>
                  <a:ext uri="{FF2B5EF4-FFF2-40B4-BE49-F238E27FC236}">
                    <a16:creationId xmlns:a16="http://schemas.microsoft.com/office/drawing/2014/main" id="{BF990554-D8A0-BC79-3635-57C311972B8E}"/>
                  </a:ext>
                </a:extLst>
              </p:cNvPr>
              <p:cNvSpPr/>
              <p:nvPr/>
            </p:nvSpPr>
            <p:spPr>
              <a:xfrm>
                <a:off x="3308148" y="3360266"/>
                <a:ext cx="11954" cy="16169"/>
              </a:xfrm>
              <a:custGeom>
                <a:avLst/>
                <a:gdLst/>
                <a:ahLst/>
                <a:cxnLst/>
                <a:rect l="l" t="t" r="r" b="b"/>
                <a:pathLst>
                  <a:path w="502" h="679" extrusionOk="0">
                    <a:moveTo>
                      <a:pt x="255" y="1"/>
                    </a:moveTo>
                    <a:cubicBezTo>
                      <a:pt x="206" y="1"/>
                      <a:pt x="152" y="13"/>
                      <a:pt x="101" y="52"/>
                    </a:cubicBezTo>
                    <a:cubicBezTo>
                      <a:pt x="22" y="118"/>
                      <a:pt x="0" y="223"/>
                      <a:pt x="10" y="319"/>
                    </a:cubicBezTo>
                    <a:cubicBezTo>
                      <a:pt x="14" y="415"/>
                      <a:pt x="53" y="507"/>
                      <a:pt x="109" y="572"/>
                    </a:cubicBezTo>
                    <a:cubicBezTo>
                      <a:pt x="167" y="639"/>
                      <a:pt x="246" y="669"/>
                      <a:pt x="311" y="677"/>
                    </a:cubicBezTo>
                    <a:cubicBezTo>
                      <a:pt x="322" y="678"/>
                      <a:pt x="332" y="679"/>
                      <a:pt x="342" y="679"/>
                    </a:cubicBezTo>
                    <a:cubicBezTo>
                      <a:pt x="452" y="679"/>
                      <a:pt x="502" y="616"/>
                      <a:pt x="494" y="607"/>
                    </a:cubicBezTo>
                    <a:cubicBezTo>
                      <a:pt x="493" y="605"/>
                      <a:pt x="490" y="604"/>
                      <a:pt x="485" y="604"/>
                    </a:cubicBezTo>
                    <a:cubicBezTo>
                      <a:pt x="472" y="604"/>
                      <a:pt x="444" y="612"/>
                      <a:pt x="407" y="612"/>
                    </a:cubicBezTo>
                    <a:cubicBezTo>
                      <a:pt x="383" y="612"/>
                      <a:pt x="355" y="609"/>
                      <a:pt x="324" y="599"/>
                    </a:cubicBezTo>
                    <a:cubicBezTo>
                      <a:pt x="228" y="577"/>
                      <a:pt x="131" y="463"/>
                      <a:pt x="123" y="310"/>
                    </a:cubicBezTo>
                    <a:cubicBezTo>
                      <a:pt x="115" y="236"/>
                      <a:pt x="131" y="167"/>
                      <a:pt x="171" y="131"/>
                    </a:cubicBezTo>
                    <a:cubicBezTo>
                      <a:pt x="200" y="98"/>
                      <a:pt x="247" y="87"/>
                      <a:pt x="293" y="87"/>
                    </a:cubicBezTo>
                    <a:cubicBezTo>
                      <a:pt x="302" y="87"/>
                      <a:pt x="310" y="87"/>
                      <a:pt x="319" y="88"/>
                    </a:cubicBezTo>
                    <a:cubicBezTo>
                      <a:pt x="395" y="94"/>
                      <a:pt x="454" y="111"/>
                      <a:pt x="480" y="111"/>
                    </a:cubicBezTo>
                    <a:cubicBezTo>
                      <a:pt x="488" y="111"/>
                      <a:pt x="493" y="109"/>
                      <a:pt x="494" y="105"/>
                    </a:cubicBezTo>
                    <a:cubicBezTo>
                      <a:pt x="498" y="92"/>
                      <a:pt x="450" y="44"/>
                      <a:pt x="329" y="9"/>
                    </a:cubicBezTo>
                    <a:cubicBezTo>
                      <a:pt x="307" y="4"/>
                      <a:pt x="282" y="1"/>
                      <a:pt x="255"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4078;p48">
                <a:extLst>
                  <a:ext uri="{FF2B5EF4-FFF2-40B4-BE49-F238E27FC236}">
                    <a16:creationId xmlns:a16="http://schemas.microsoft.com/office/drawing/2014/main" id="{DD672CFD-65A0-E17B-4CC0-41261B047FC2}"/>
                  </a:ext>
                </a:extLst>
              </p:cNvPr>
              <p:cNvSpPr/>
              <p:nvPr/>
            </p:nvSpPr>
            <p:spPr>
              <a:xfrm>
                <a:off x="3312744" y="3267842"/>
                <a:ext cx="142875" cy="93083"/>
              </a:xfrm>
              <a:custGeom>
                <a:avLst/>
                <a:gdLst/>
                <a:ahLst/>
                <a:cxnLst/>
                <a:rect l="l" t="t" r="r" b="b"/>
                <a:pathLst>
                  <a:path w="6000" h="3909" extrusionOk="0">
                    <a:moveTo>
                      <a:pt x="3736" y="0"/>
                    </a:moveTo>
                    <a:lnTo>
                      <a:pt x="394" y="870"/>
                    </a:lnTo>
                    <a:lnTo>
                      <a:pt x="0" y="2265"/>
                    </a:lnTo>
                    <a:cubicBezTo>
                      <a:pt x="0" y="2265"/>
                      <a:pt x="106" y="3908"/>
                      <a:pt x="547" y="3908"/>
                    </a:cubicBezTo>
                    <a:cubicBezTo>
                      <a:pt x="554" y="3908"/>
                      <a:pt x="561" y="3908"/>
                      <a:pt x="568" y="3907"/>
                    </a:cubicBezTo>
                    <a:cubicBezTo>
                      <a:pt x="1023" y="3850"/>
                      <a:pt x="1381" y="2579"/>
                      <a:pt x="1381" y="2579"/>
                    </a:cubicBezTo>
                    <a:cubicBezTo>
                      <a:pt x="1381" y="2579"/>
                      <a:pt x="1383" y="2579"/>
                      <a:pt x="1389" y="2579"/>
                    </a:cubicBezTo>
                    <a:cubicBezTo>
                      <a:pt x="1533" y="2579"/>
                      <a:pt x="3440" y="2564"/>
                      <a:pt x="4217" y="1744"/>
                    </a:cubicBezTo>
                    <a:cubicBezTo>
                      <a:pt x="4217" y="1744"/>
                      <a:pt x="5499" y="2666"/>
                      <a:pt x="5744" y="2666"/>
                    </a:cubicBezTo>
                    <a:cubicBezTo>
                      <a:pt x="5747" y="2666"/>
                      <a:pt x="5749" y="2666"/>
                      <a:pt x="5751" y="2666"/>
                    </a:cubicBezTo>
                    <a:cubicBezTo>
                      <a:pt x="5979" y="2648"/>
                      <a:pt x="6000" y="1307"/>
                      <a:pt x="6000" y="1307"/>
                    </a:cubicBezTo>
                    <a:lnTo>
                      <a:pt x="3736"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4079;p48">
                <a:extLst>
                  <a:ext uri="{FF2B5EF4-FFF2-40B4-BE49-F238E27FC236}">
                    <a16:creationId xmlns:a16="http://schemas.microsoft.com/office/drawing/2014/main" id="{05A36429-33E9-4FCC-0051-1667DDB633FE}"/>
                  </a:ext>
                </a:extLst>
              </p:cNvPr>
              <p:cNvSpPr/>
              <p:nvPr/>
            </p:nvSpPr>
            <p:spPr>
              <a:xfrm>
                <a:off x="3278046" y="3230096"/>
                <a:ext cx="184761" cy="98012"/>
              </a:xfrm>
              <a:custGeom>
                <a:avLst/>
                <a:gdLst/>
                <a:ahLst/>
                <a:cxnLst/>
                <a:rect l="l" t="t" r="r" b="b"/>
                <a:pathLst>
                  <a:path w="7759" h="4116" extrusionOk="0">
                    <a:moveTo>
                      <a:pt x="6164" y="1"/>
                    </a:moveTo>
                    <a:cubicBezTo>
                      <a:pt x="4556" y="1"/>
                      <a:pt x="0" y="2007"/>
                      <a:pt x="731" y="3229"/>
                    </a:cubicBezTo>
                    <a:lnTo>
                      <a:pt x="1247" y="3626"/>
                    </a:lnTo>
                    <a:lnTo>
                      <a:pt x="1492" y="4116"/>
                    </a:lnTo>
                    <a:cubicBezTo>
                      <a:pt x="2877" y="3320"/>
                      <a:pt x="4599" y="2735"/>
                      <a:pt x="6513" y="2276"/>
                    </a:cubicBezTo>
                    <a:lnTo>
                      <a:pt x="6478" y="1835"/>
                    </a:lnTo>
                    <a:cubicBezTo>
                      <a:pt x="6478" y="1835"/>
                      <a:pt x="7759" y="157"/>
                      <a:pt x="6317" y="8"/>
                    </a:cubicBezTo>
                    <a:cubicBezTo>
                      <a:pt x="6269" y="3"/>
                      <a:pt x="6218" y="1"/>
                      <a:pt x="6164"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4080;p48">
                <a:extLst>
                  <a:ext uri="{FF2B5EF4-FFF2-40B4-BE49-F238E27FC236}">
                    <a16:creationId xmlns:a16="http://schemas.microsoft.com/office/drawing/2014/main" id="{811CBD4A-3234-45A4-BE7C-8E3EBC7C193D}"/>
                  </a:ext>
                </a:extLst>
              </p:cNvPr>
              <p:cNvSpPr/>
              <p:nvPr/>
            </p:nvSpPr>
            <p:spPr>
              <a:xfrm>
                <a:off x="3355705" y="3284179"/>
                <a:ext cx="165068" cy="23241"/>
              </a:xfrm>
              <a:custGeom>
                <a:avLst/>
                <a:gdLst/>
                <a:ahLst/>
                <a:cxnLst/>
                <a:rect l="l" t="t" r="r" b="b"/>
                <a:pathLst>
                  <a:path w="6932" h="976" extrusionOk="0">
                    <a:moveTo>
                      <a:pt x="3291" y="0"/>
                    </a:moveTo>
                    <a:cubicBezTo>
                      <a:pt x="2160" y="114"/>
                      <a:pt x="1075" y="508"/>
                      <a:pt x="0" y="975"/>
                    </a:cubicBezTo>
                    <a:lnTo>
                      <a:pt x="4663" y="756"/>
                    </a:lnTo>
                    <a:cubicBezTo>
                      <a:pt x="6932" y="560"/>
                      <a:pt x="3291" y="0"/>
                      <a:pt x="3291"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4081;p48">
                <a:extLst>
                  <a:ext uri="{FF2B5EF4-FFF2-40B4-BE49-F238E27FC236}">
                    <a16:creationId xmlns:a16="http://schemas.microsoft.com/office/drawing/2014/main" id="{3199C3B9-E2A5-701B-234D-6EF3B103213B}"/>
                  </a:ext>
                </a:extLst>
              </p:cNvPr>
              <p:cNvSpPr/>
              <p:nvPr/>
            </p:nvSpPr>
            <p:spPr>
              <a:xfrm>
                <a:off x="3307743" y="3273772"/>
                <a:ext cx="125397" cy="54340"/>
              </a:xfrm>
              <a:custGeom>
                <a:avLst/>
                <a:gdLst/>
                <a:ahLst/>
                <a:cxnLst/>
                <a:rect l="l" t="t" r="r" b="b"/>
                <a:pathLst>
                  <a:path w="5266" h="2282" extrusionOk="0">
                    <a:moveTo>
                      <a:pt x="5231" y="1"/>
                    </a:moveTo>
                    <a:cubicBezTo>
                      <a:pt x="5231" y="1"/>
                      <a:pt x="2915" y="5"/>
                      <a:pt x="0" y="1792"/>
                    </a:cubicBezTo>
                    <a:lnTo>
                      <a:pt x="245" y="2282"/>
                    </a:lnTo>
                    <a:cubicBezTo>
                      <a:pt x="245" y="2282"/>
                      <a:pt x="1538" y="1302"/>
                      <a:pt x="5266" y="442"/>
                    </a:cubicBezTo>
                    <a:lnTo>
                      <a:pt x="523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4082;p48">
                <a:extLst>
                  <a:ext uri="{FF2B5EF4-FFF2-40B4-BE49-F238E27FC236}">
                    <a16:creationId xmlns:a16="http://schemas.microsoft.com/office/drawing/2014/main" id="{BFC828BF-282A-BD8D-D542-797A61EA6D4C}"/>
                  </a:ext>
                </a:extLst>
              </p:cNvPr>
              <p:cNvSpPr/>
              <p:nvPr/>
            </p:nvSpPr>
            <p:spPr>
              <a:xfrm>
                <a:off x="3405978" y="3242860"/>
                <a:ext cx="22408" cy="22288"/>
              </a:xfrm>
              <a:custGeom>
                <a:avLst/>
                <a:gdLst/>
                <a:ahLst/>
                <a:cxnLst/>
                <a:rect l="l" t="t" r="r" b="b"/>
                <a:pathLst>
                  <a:path w="941" h="936" extrusionOk="0">
                    <a:moveTo>
                      <a:pt x="612" y="0"/>
                    </a:moveTo>
                    <a:lnTo>
                      <a:pt x="215" y="71"/>
                    </a:lnTo>
                    <a:lnTo>
                      <a:pt x="1" y="538"/>
                    </a:lnTo>
                    <a:lnTo>
                      <a:pt x="368" y="936"/>
                    </a:lnTo>
                    <a:lnTo>
                      <a:pt x="695" y="875"/>
                    </a:lnTo>
                    <a:lnTo>
                      <a:pt x="940" y="420"/>
                    </a:lnTo>
                    <a:cubicBezTo>
                      <a:pt x="940" y="420"/>
                      <a:pt x="630" y="31"/>
                      <a:pt x="612"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4083;p48">
                <a:extLst>
                  <a:ext uri="{FF2B5EF4-FFF2-40B4-BE49-F238E27FC236}">
                    <a16:creationId xmlns:a16="http://schemas.microsoft.com/office/drawing/2014/main" id="{9010F771-B7AE-569E-1BAB-023A63C5C4EE}"/>
                  </a:ext>
                </a:extLst>
              </p:cNvPr>
              <p:cNvSpPr/>
              <p:nvPr/>
            </p:nvSpPr>
            <p:spPr>
              <a:xfrm>
                <a:off x="3433555" y="3528445"/>
                <a:ext cx="184952" cy="170617"/>
              </a:xfrm>
              <a:custGeom>
                <a:avLst/>
                <a:gdLst/>
                <a:ahLst/>
                <a:cxnLst/>
                <a:rect l="l" t="t" r="r" b="b"/>
                <a:pathLst>
                  <a:path w="7767" h="7165" extrusionOk="0">
                    <a:moveTo>
                      <a:pt x="2631" y="1"/>
                    </a:moveTo>
                    <a:lnTo>
                      <a:pt x="0" y="3291"/>
                    </a:lnTo>
                    <a:cubicBezTo>
                      <a:pt x="0" y="3291"/>
                      <a:pt x="307" y="3990"/>
                      <a:pt x="4944" y="6726"/>
                    </a:cubicBezTo>
                    <a:cubicBezTo>
                      <a:pt x="5456" y="7031"/>
                      <a:pt x="5997" y="7164"/>
                      <a:pt x="6552" y="7164"/>
                    </a:cubicBezTo>
                    <a:cubicBezTo>
                      <a:pt x="6951" y="7164"/>
                      <a:pt x="7358" y="7095"/>
                      <a:pt x="7766" y="6970"/>
                    </a:cubicBezTo>
                    <a:cubicBezTo>
                      <a:pt x="7671" y="6005"/>
                      <a:pt x="7622" y="5021"/>
                      <a:pt x="7622" y="4029"/>
                    </a:cubicBezTo>
                    <a:cubicBezTo>
                      <a:pt x="7622" y="3650"/>
                      <a:pt x="7631" y="3278"/>
                      <a:pt x="7644" y="2906"/>
                    </a:cubicBezTo>
                    <a:lnTo>
                      <a:pt x="7644" y="2906"/>
                    </a:lnTo>
                    <a:cubicBezTo>
                      <a:pt x="7548" y="2958"/>
                      <a:pt x="7456" y="3011"/>
                      <a:pt x="7360" y="3063"/>
                    </a:cubicBezTo>
                    <a:cubicBezTo>
                      <a:pt x="7342" y="3073"/>
                      <a:pt x="7320" y="3077"/>
                      <a:pt x="7292" y="3077"/>
                    </a:cubicBezTo>
                    <a:cubicBezTo>
                      <a:pt x="6571" y="3077"/>
                      <a:pt x="2631" y="1"/>
                      <a:pt x="2631"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4084;p48">
                <a:extLst>
                  <a:ext uri="{FF2B5EF4-FFF2-40B4-BE49-F238E27FC236}">
                    <a16:creationId xmlns:a16="http://schemas.microsoft.com/office/drawing/2014/main" id="{0F80C3E3-B41F-566A-0433-F2A0203D6D78}"/>
                  </a:ext>
                </a:extLst>
              </p:cNvPr>
              <p:cNvSpPr/>
              <p:nvPr/>
            </p:nvSpPr>
            <p:spPr>
              <a:xfrm>
                <a:off x="3254231" y="3474338"/>
                <a:ext cx="339281" cy="376618"/>
              </a:xfrm>
              <a:custGeom>
                <a:avLst/>
                <a:gdLst/>
                <a:ahLst/>
                <a:cxnLst/>
                <a:rect l="l" t="t" r="r" b="b"/>
                <a:pathLst>
                  <a:path w="14248" h="15816" extrusionOk="0">
                    <a:moveTo>
                      <a:pt x="3170" y="0"/>
                    </a:moveTo>
                    <a:cubicBezTo>
                      <a:pt x="2249" y="0"/>
                      <a:pt x="1037" y="366"/>
                      <a:pt x="372" y="1529"/>
                    </a:cubicBezTo>
                    <a:lnTo>
                      <a:pt x="1" y="4252"/>
                    </a:lnTo>
                    <a:lnTo>
                      <a:pt x="1133" y="8806"/>
                    </a:lnTo>
                    <a:cubicBezTo>
                      <a:pt x="1461" y="10134"/>
                      <a:pt x="249" y="11349"/>
                      <a:pt x="626" y="13407"/>
                    </a:cubicBezTo>
                    <a:lnTo>
                      <a:pt x="9537" y="15815"/>
                    </a:lnTo>
                    <a:lnTo>
                      <a:pt x="9401" y="9662"/>
                    </a:lnTo>
                    <a:lnTo>
                      <a:pt x="9505" y="7910"/>
                    </a:lnTo>
                    <a:lnTo>
                      <a:pt x="11193" y="9002"/>
                    </a:lnTo>
                    <a:lnTo>
                      <a:pt x="14247" y="5131"/>
                    </a:lnTo>
                    <a:lnTo>
                      <a:pt x="11048" y="2408"/>
                    </a:lnTo>
                    <a:cubicBezTo>
                      <a:pt x="9016" y="468"/>
                      <a:pt x="7608" y="202"/>
                      <a:pt x="6988" y="202"/>
                    </a:cubicBezTo>
                    <a:cubicBezTo>
                      <a:pt x="6753" y="202"/>
                      <a:pt x="6631" y="240"/>
                      <a:pt x="6631" y="240"/>
                    </a:cubicBezTo>
                    <a:lnTo>
                      <a:pt x="3401" y="8"/>
                    </a:lnTo>
                    <a:cubicBezTo>
                      <a:pt x="3327" y="3"/>
                      <a:pt x="3249" y="0"/>
                      <a:pt x="3170"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4085;p48">
                <a:extLst>
                  <a:ext uri="{FF2B5EF4-FFF2-40B4-BE49-F238E27FC236}">
                    <a16:creationId xmlns:a16="http://schemas.microsoft.com/office/drawing/2014/main" id="{F976CE5E-FE4E-42E2-EBCC-74F07439A81A}"/>
                  </a:ext>
                </a:extLst>
              </p:cNvPr>
              <p:cNvSpPr/>
              <p:nvPr/>
            </p:nvSpPr>
            <p:spPr>
              <a:xfrm>
                <a:off x="3457084" y="3587314"/>
                <a:ext cx="34361" cy="74033"/>
              </a:xfrm>
              <a:custGeom>
                <a:avLst/>
                <a:gdLst/>
                <a:ahLst/>
                <a:cxnLst/>
                <a:rect l="l" t="t" r="r" b="b"/>
                <a:pathLst>
                  <a:path w="1443" h="3109" extrusionOk="0">
                    <a:moveTo>
                      <a:pt x="10" y="1"/>
                    </a:moveTo>
                    <a:cubicBezTo>
                      <a:pt x="7" y="1"/>
                      <a:pt x="5" y="1"/>
                      <a:pt x="5" y="2"/>
                    </a:cubicBezTo>
                    <a:cubicBezTo>
                      <a:pt x="0" y="20"/>
                      <a:pt x="201" y="89"/>
                      <a:pt x="468" y="290"/>
                    </a:cubicBezTo>
                    <a:cubicBezTo>
                      <a:pt x="735" y="492"/>
                      <a:pt x="1053" y="853"/>
                      <a:pt x="1193" y="1343"/>
                    </a:cubicBezTo>
                    <a:cubicBezTo>
                      <a:pt x="1334" y="1833"/>
                      <a:pt x="1250" y="2309"/>
                      <a:pt x="1128" y="2620"/>
                    </a:cubicBezTo>
                    <a:cubicBezTo>
                      <a:pt x="1009" y="2934"/>
                      <a:pt x="870" y="3096"/>
                      <a:pt x="888" y="3108"/>
                    </a:cubicBezTo>
                    <a:cubicBezTo>
                      <a:pt x="888" y="3109"/>
                      <a:pt x="888" y="3109"/>
                      <a:pt x="889" y="3109"/>
                    </a:cubicBezTo>
                    <a:cubicBezTo>
                      <a:pt x="897" y="3109"/>
                      <a:pt x="934" y="3069"/>
                      <a:pt x="993" y="2999"/>
                    </a:cubicBezTo>
                    <a:cubicBezTo>
                      <a:pt x="1053" y="2925"/>
                      <a:pt x="1128" y="2807"/>
                      <a:pt x="1197" y="2646"/>
                    </a:cubicBezTo>
                    <a:cubicBezTo>
                      <a:pt x="1342" y="2335"/>
                      <a:pt x="1443" y="1833"/>
                      <a:pt x="1294" y="1313"/>
                    </a:cubicBezTo>
                    <a:cubicBezTo>
                      <a:pt x="1145" y="797"/>
                      <a:pt x="800" y="421"/>
                      <a:pt x="511" y="229"/>
                    </a:cubicBezTo>
                    <a:cubicBezTo>
                      <a:pt x="368" y="133"/>
                      <a:pt x="241" y="72"/>
                      <a:pt x="154" y="41"/>
                    </a:cubicBezTo>
                    <a:cubicBezTo>
                      <a:pt x="75" y="11"/>
                      <a:pt x="26" y="1"/>
                      <a:pt x="1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4086;p48">
                <a:extLst>
                  <a:ext uri="{FF2B5EF4-FFF2-40B4-BE49-F238E27FC236}">
                    <a16:creationId xmlns:a16="http://schemas.microsoft.com/office/drawing/2014/main" id="{0CFFD5D9-3EF2-1F8F-E2B4-E4D24DE97106}"/>
                  </a:ext>
                </a:extLst>
              </p:cNvPr>
              <p:cNvSpPr/>
              <p:nvPr/>
            </p:nvSpPr>
            <p:spPr>
              <a:xfrm>
                <a:off x="3319912" y="3455167"/>
                <a:ext cx="109609" cy="33004"/>
              </a:xfrm>
              <a:custGeom>
                <a:avLst/>
                <a:gdLst/>
                <a:ahLst/>
                <a:cxnLst/>
                <a:rect l="l" t="t" r="r" b="b"/>
                <a:pathLst>
                  <a:path w="4603" h="1386" extrusionOk="0">
                    <a:moveTo>
                      <a:pt x="438" y="0"/>
                    </a:moveTo>
                    <a:lnTo>
                      <a:pt x="0" y="1053"/>
                    </a:lnTo>
                    <a:lnTo>
                      <a:pt x="4603" y="1386"/>
                    </a:lnTo>
                    <a:lnTo>
                      <a:pt x="4004" y="214"/>
                    </a:lnTo>
                    <a:lnTo>
                      <a:pt x="438"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4087;p48">
                <a:extLst>
                  <a:ext uri="{FF2B5EF4-FFF2-40B4-BE49-F238E27FC236}">
                    <a16:creationId xmlns:a16="http://schemas.microsoft.com/office/drawing/2014/main" id="{4B0EE541-C328-FC61-E577-F58CA4B687F2}"/>
                  </a:ext>
                </a:extLst>
              </p:cNvPr>
              <p:cNvSpPr/>
              <p:nvPr/>
            </p:nvSpPr>
            <p:spPr>
              <a:xfrm>
                <a:off x="3437937" y="3480649"/>
                <a:ext cx="24884" cy="108585"/>
              </a:xfrm>
              <a:custGeom>
                <a:avLst/>
                <a:gdLst/>
                <a:ahLst/>
                <a:cxnLst/>
                <a:rect l="l" t="t" r="r" b="b"/>
                <a:pathLst>
                  <a:path w="1045" h="4560" extrusionOk="0">
                    <a:moveTo>
                      <a:pt x="14" y="1"/>
                    </a:moveTo>
                    <a:cubicBezTo>
                      <a:pt x="14" y="1"/>
                      <a:pt x="14" y="1"/>
                      <a:pt x="14" y="1"/>
                    </a:cubicBezTo>
                    <a:cubicBezTo>
                      <a:pt x="0" y="15"/>
                      <a:pt x="188" y="207"/>
                      <a:pt x="393" y="582"/>
                    </a:cubicBezTo>
                    <a:cubicBezTo>
                      <a:pt x="599" y="959"/>
                      <a:pt x="795" y="1526"/>
                      <a:pt x="865" y="2178"/>
                    </a:cubicBezTo>
                    <a:cubicBezTo>
                      <a:pt x="936" y="2829"/>
                      <a:pt x="900" y="3428"/>
                      <a:pt x="874" y="3860"/>
                    </a:cubicBezTo>
                    <a:cubicBezTo>
                      <a:pt x="847" y="4289"/>
                      <a:pt x="831" y="4559"/>
                      <a:pt x="843" y="4559"/>
                    </a:cubicBezTo>
                    <a:cubicBezTo>
                      <a:pt x="853" y="4559"/>
                      <a:pt x="865" y="4493"/>
                      <a:pt x="883" y="4376"/>
                    </a:cubicBezTo>
                    <a:cubicBezTo>
                      <a:pt x="900" y="4253"/>
                      <a:pt x="926" y="4079"/>
                      <a:pt x="948" y="3864"/>
                    </a:cubicBezTo>
                    <a:cubicBezTo>
                      <a:pt x="992" y="3436"/>
                      <a:pt x="1045" y="2833"/>
                      <a:pt x="970" y="2165"/>
                    </a:cubicBezTo>
                    <a:cubicBezTo>
                      <a:pt x="900" y="1500"/>
                      <a:pt x="686" y="919"/>
                      <a:pt x="459" y="548"/>
                    </a:cubicBezTo>
                    <a:cubicBezTo>
                      <a:pt x="345" y="360"/>
                      <a:pt x="236" y="219"/>
                      <a:pt x="153" y="128"/>
                    </a:cubicBezTo>
                    <a:cubicBezTo>
                      <a:pt x="74" y="45"/>
                      <a:pt x="22" y="1"/>
                      <a:pt x="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4088;p48">
                <a:extLst>
                  <a:ext uri="{FF2B5EF4-FFF2-40B4-BE49-F238E27FC236}">
                    <a16:creationId xmlns:a16="http://schemas.microsoft.com/office/drawing/2014/main" id="{06C16B5D-C070-008D-DBCD-63835F0B91B2}"/>
                  </a:ext>
                </a:extLst>
              </p:cNvPr>
              <p:cNvSpPr/>
              <p:nvPr/>
            </p:nvSpPr>
            <p:spPr>
              <a:xfrm>
                <a:off x="3434793" y="3613987"/>
                <a:ext cx="7953" cy="226457"/>
              </a:xfrm>
              <a:custGeom>
                <a:avLst/>
                <a:gdLst/>
                <a:ahLst/>
                <a:cxnLst/>
                <a:rect l="l" t="t" r="r" b="b"/>
                <a:pathLst>
                  <a:path w="334" h="9510" extrusionOk="0">
                    <a:moveTo>
                      <a:pt x="307" y="1"/>
                    </a:moveTo>
                    <a:cubicBezTo>
                      <a:pt x="303" y="1"/>
                      <a:pt x="298" y="36"/>
                      <a:pt x="294" y="96"/>
                    </a:cubicBezTo>
                    <a:cubicBezTo>
                      <a:pt x="294" y="175"/>
                      <a:pt x="289" y="263"/>
                      <a:pt x="285" y="376"/>
                    </a:cubicBezTo>
                    <a:cubicBezTo>
                      <a:pt x="277" y="634"/>
                      <a:pt x="267" y="975"/>
                      <a:pt x="255" y="1395"/>
                    </a:cubicBezTo>
                    <a:cubicBezTo>
                      <a:pt x="233" y="2256"/>
                      <a:pt x="193" y="3444"/>
                      <a:pt x="140" y="4755"/>
                    </a:cubicBezTo>
                    <a:cubicBezTo>
                      <a:pt x="84" y="6066"/>
                      <a:pt x="41" y="7255"/>
                      <a:pt x="19" y="8116"/>
                    </a:cubicBezTo>
                    <a:cubicBezTo>
                      <a:pt x="5" y="8549"/>
                      <a:pt x="1" y="8894"/>
                      <a:pt x="1" y="9134"/>
                    </a:cubicBezTo>
                    <a:lnTo>
                      <a:pt x="1" y="9414"/>
                    </a:lnTo>
                    <a:cubicBezTo>
                      <a:pt x="1" y="9475"/>
                      <a:pt x="5" y="9510"/>
                      <a:pt x="9" y="9510"/>
                    </a:cubicBezTo>
                    <a:cubicBezTo>
                      <a:pt x="15" y="9510"/>
                      <a:pt x="19" y="9479"/>
                      <a:pt x="23" y="9414"/>
                    </a:cubicBezTo>
                    <a:cubicBezTo>
                      <a:pt x="27" y="9340"/>
                      <a:pt x="31" y="9247"/>
                      <a:pt x="41" y="9138"/>
                    </a:cubicBezTo>
                    <a:cubicBezTo>
                      <a:pt x="53" y="8880"/>
                      <a:pt x="71" y="8535"/>
                      <a:pt x="93" y="8120"/>
                    </a:cubicBezTo>
                    <a:cubicBezTo>
                      <a:pt x="132" y="7242"/>
                      <a:pt x="184" y="6062"/>
                      <a:pt x="245" y="4759"/>
                    </a:cubicBezTo>
                    <a:cubicBezTo>
                      <a:pt x="298" y="3444"/>
                      <a:pt x="329" y="2256"/>
                      <a:pt x="333" y="1395"/>
                    </a:cubicBezTo>
                    <a:cubicBezTo>
                      <a:pt x="333" y="966"/>
                      <a:pt x="333" y="617"/>
                      <a:pt x="324" y="376"/>
                    </a:cubicBezTo>
                    <a:cubicBezTo>
                      <a:pt x="320" y="267"/>
                      <a:pt x="320" y="175"/>
                      <a:pt x="316" y="96"/>
                    </a:cubicBezTo>
                    <a:cubicBezTo>
                      <a:pt x="311" y="36"/>
                      <a:pt x="311" y="1"/>
                      <a:pt x="30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4089;p48">
                <a:extLst>
                  <a:ext uri="{FF2B5EF4-FFF2-40B4-BE49-F238E27FC236}">
                    <a16:creationId xmlns:a16="http://schemas.microsoft.com/office/drawing/2014/main" id="{19E5CC58-5797-158E-187A-F2C9AEEB983D}"/>
                  </a:ext>
                </a:extLst>
              </p:cNvPr>
              <p:cNvSpPr/>
              <p:nvPr/>
            </p:nvSpPr>
            <p:spPr>
              <a:xfrm>
                <a:off x="3401620" y="3490746"/>
                <a:ext cx="55578" cy="253865"/>
              </a:xfrm>
              <a:custGeom>
                <a:avLst/>
                <a:gdLst/>
                <a:ahLst/>
                <a:cxnLst/>
                <a:rect l="l" t="t" r="r" b="b"/>
                <a:pathLst>
                  <a:path w="2334" h="10661" extrusionOk="0">
                    <a:moveTo>
                      <a:pt x="778" y="1"/>
                    </a:moveTo>
                    <a:lnTo>
                      <a:pt x="490" y="45"/>
                    </a:lnTo>
                    <a:lnTo>
                      <a:pt x="0" y="8212"/>
                    </a:lnTo>
                    <a:lnTo>
                      <a:pt x="1722" y="10660"/>
                    </a:lnTo>
                    <a:lnTo>
                      <a:pt x="2334" y="8746"/>
                    </a:lnTo>
                    <a:lnTo>
                      <a:pt x="778"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4090;p48">
                <a:extLst>
                  <a:ext uri="{FF2B5EF4-FFF2-40B4-BE49-F238E27FC236}">
                    <a16:creationId xmlns:a16="http://schemas.microsoft.com/office/drawing/2014/main" id="{69823C65-52E2-6F32-1118-2DD942ADFEAC}"/>
                  </a:ext>
                </a:extLst>
              </p:cNvPr>
              <p:cNvSpPr/>
              <p:nvPr/>
            </p:nvSpPr>
            <p:spPr>
              <a:xfrm>
                <a:off x="3321150" y="3458501"/>
                <a:ext cx="92345" cy="21884"/>
              </a:xfrm>
              <a:custGeom>
                <a:avLst/>
                <a:gdLst/>
                <a:ahLst/>
                <a:cxnLst/>
                <a:rect l="l" t="t" r="r" b="b"/>
                <a:pathLst>
                  <a:path w="3878" h="919" extrusionOk="0">
                    <a:moveTo>
                      <a:pt x="3859" y="1"/>
                    </a:moveTo>
                    <a:cubicBezTo>
                      <a:pt x="3851" y="1"/>
                      <a:pt x="3825" y="88"/>
                      <a:pt x="3768" y="237"/>
                    </a:cubicBezTo>
                    <a:cubicBezTo>
                      <a:pt x="3714" y="379"/>
                      <a:pt x="3634" y="583"/>
                      <a:pt x="3527" y="828"/>
                    </a:cubicBezTo>
                    <a:lnTo>
                      <a:pt x="3527" y="828"/>
                    </a:lnTo>
                    <a:cubicBezTo>
                      <a:pt x="3166" y="794"/>
                      <a:pt x="2722" y="760"/>
                      <a:pt x="2243" y="721"/>
                    </a:cubicBezTo>
                    <a:cubicBezTo>
                      <a:pt x="1626" y="677"/>
                      <a:pt x="1067" y="643"/>
                      <a:pt x="660" y="625"/>
                    </a:cubicBezTo>
                    <a:cubicBezTo>
                      <a:pt x="406" y="612"/>
                      <a:pt x="213" y="605"/>
                      <a:pt x="103" y="605"/>
                    </a:cubicBezTo>
                    <a:cubicBezTo>
                      <a:pt x="38" y="605"/>
                      <a:pt x="2" y="607"/>
                      <a:pt x="1" y="612"/>
                    </a:cubicBezTo>
                    <a:cubicBezTo>
                      <a:pt x="1" y="625"/>
                      <a:pt x="250" y="661"/>
                      <a:pt x="656" y="699"/>
                    </a:cubicBezTo>
                    <a:cubicBezTo>
                      <a:pt x="1058" y="739"/>
                      <a:pt x="1618" y="782"/>
                      <a:pt x="2234" y="831"/>
                    </a:cubicBezTo>
                    <a:cubicBezTo>
                      <a:pt x="2728" y="866"/>
                      <a:pt x="3182" y="897"/>
                      <a:pt x="3549" y="913"/>
                    </a:cubicBezTo>
                    <a:lnTo>
                      <a:pt x="3580" y="919"/>
                    </a:lnTo>
                    <a:lnTo>
                      <a:pt x="3593" y="892"/>
                    </a:lnTo>
                    <a:cubicBezTo>
                      <a:pt x="3807" y="368"/>
                      <a:pt x="3877" y="5"/>
                      <a:pt x="38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4091;p48">
                <a:extLst>
                  <a:ext uri="{FF2B5EF4-FFF2-40B4-BE49-F238E27FC236}">
                    <a16:creationId xmlns:a16="http://schemas.microsoft.com/office/drawing/2014/main" id="{ADF5092F-7CB0-4B39-7A7F-F2545DA719E5}"/>
                  </a:ext>
                </a:extLst>
              </p:cNvPr>
              <p:cNvSpPr/>
              <p:nvPr/>
            </p:nvSpPr>
            <p:spPr>
              <a:xfrm>
                <a:off x="3286191" y="3492794"/>
                <a:ext cx="32290" cy="4643"/>
              </a:xfrm>
              <a:custGeom>
                <a:avLst/>
                <a:gdLst/>
                <a:ahLst/>
                <a:cxnLst/>
                <a:rect l="l" t="t" r="r" b="b"/>
                <a:pathLst>
                  <a:path w="1356" h="195" extrusionOk="0">
                    <a:moveTo>
                      <a:pt x="179" y="0"/>
                    </a:moveTo>
                    <a:cubicBezTo>
                      <a:pt x="70" y="0"/>
                      <a:pt x="2" y="8"/>
                      <a:pt x="0" y="20"/>
                    </a:cubicBezTo>
                    <a:cubicBezTo>
                      <a:pt x="0" y="50"/>
                      <a:pt x="302" y="94"/>
                      <a:pt x="670" y="138"/>
                    </a:cubicBezTo>
                    <a:cubicBezTo>
                      <a:pt x="936" y="169"/>
                      <a:pt x="1166" y="194"/>
                      <a:pt x="1276" y="194"/>
                    </a:cubicBezTo>
                    <a:cubicBezTo>
                      <a:pt x="1320" y="194"/>
                      <a:pt x="1345" y="190"/>
                      <a:pt x="1346" y="181"/>
                    </a:cubicBezTo>
                    <a:cubicBezTo>
                      <a:pt x="1355" y="155"/>
                      <a:pt x="1058" y="76"/>
                      <a:pt x="682" y="33"/>
                    </a:cubicBezTo>
                    <a:cubicBezTo>
                      <a:pt x="484" y="10"/>
                      <a:pt x="304" y="0"/>
                      <a:pt x="1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4092;p48">
                <a:extLst>
                  <a:ext uri="{FF2B5EF4-FFF2-40B4-BE49-F238E27FC236}">
                    <a16:creationId xmlns:a16="http://schemas.microsoft.com/office/drawing/2014/main" id="{D07A964B-07C5-9F03-056A-B069AEE0B664}"/>
                  </a:ext>
                </a:extLst>
              </p:cNvPr>
              <p:cNvSpPr/>
              <p:nvPr/>
            </p:nvSpPr>
            <p:spPr>
              <a:xfrm>
                <a:off x="3367255" y="4649945"/>
                <a:ext cx="147280" cy="64627"/>
              </a:xfrm>
              <a:custGeom>
                <a:avLst/>
                <a:gdLst/>
                <a:ahLst/>
                <a:cxnLst/>
                <a:rect l="l" t="t" r="r" b="b"/>
                <a:pathLst>
                  <a:path w="6185" h="2714" extrusionOk="0">
                    <a:moveTo>
                      <a:pt x="3339" y="0"/>
                    </a:moveTo>
                    <a:lnTo>
                      <a:pt x="9" y="5"/>
                    </a:lnTo>
                    <a:lnTo>
                      <a:pt x="1" y="2605"/>
                    </a:lnTo>
                    <a:lnTo>
                      <a:pt x="211" y="2617"/>
                    </a:lnTo>
                    <a:cubicBezTo>
                      <a:pt x="778" y="2650"/>
                      <a:pt x="2429" y="2714"/>
                      <a:pt x="3752" y="2714"/>
                    </a:cubicBezTo>
                    <a:cubicBezTo>
                      <a:pt x="4571" y="2714"/>
                      <a:pt x="5265" y="2689"/>
                      <a:pt x="5499" y="2617"/>
                    </a:cubicBezTo>
                    <a:cubicBezTo>
                      <a:pt x="6185" y="2407"/>
                      <a:pt x="3353" y="1778"/>
                      <a:pt x="3353" y="1778"/>
                    </a:cubicBezTo>
                    <a:lnTo>
                      <a:pt x="3339"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4093;p48">
                <a:extLst>
                  <a:ext uri="{FF2B5EF4-FFF2-40B4-BE49-F238E27FC236}">
                    <a16:creationId xmlns:a16="http://schemas.microsoft.com/office/drawing/2014/main" id="{7EDF38E5-3A98-71AF-A708-2BE0958B94DC}"/>
                  </a:ext>
                </a:extLst>
              </p:cNvPr>
              <p:cNvSpPr/>
              <p:nvPr/>
            </p:nvSpPr>
            <p:spPr>
              <a:xfrm>
                <a:off x="3367374" y="4688762"/>
                <a:ext cx="24" cy="24"/>
              </a:xfrm>
              <a:custGeom>
                <a:avLst/>
                <a:gdLst/>
                <a:ahLst/>
                <a:cxnLst/>
                <a:rect l="l" t="t" r="r" b="b"/>
                <a:pathLst>
                  <a:path w="1" h="1" extrusionOk="0">
                    <a:moveTo>
                      <a:pt x="0" y="0"/>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4094;p48">
                <a:extLst>
                  <a:ext uri="{FF2B5EF4-FFF2-40B4-BE49-F238E27FC236}">
                    <a16:creationId xmlns:a16="http://schemas.microsoft.com/office/drawing/2014/main" id="{F7EB12B8-4A95-3987-99CC-B92FD510AC2C}"/>
                  </a:ext>
                </a:extLst>
              </p:cNvPr>
              <p:cNvSpPr/>
              <p:nvPr/>
            </p:nvSpPr>
            <p:spPr>
              <a:xfrm>
                <a:off x="3367374" y="4688667"/>
                <a:ext cx="28527" cy="22265"/>
              </a:xfrm>
              <a:custGeom>
                <a:avLst/>
                <a:gdLst/>
                <a:ahLst/>
                <a:cxnLst/>
                <a:rect l="l" t="t" r="r" b="b"/>
                <a:pathLst>
                  <a:path w="1198" h="935" extrusionOk="0">
                    <a:moveTo>
                      <a:pt x="87" y="0"/>
                    </a:moveTo>
                    <a:cubicBezTo>
                      <a:pt x="57" y="0"/>
                      <a:pt x="30" y="0"/>
                      <a:pt x="0" y="4"/>
                    </a:cubicBezTo>
                    <a:lnTo>
                      <a:pt x="0" y="935"/>
                    </a:lnTo>
                    <a:lnTo>
                      <a:pt x="4" y="904"/>
                    </a:lnTo>
                    <a:lnTo>
                      <a:pt x="1198" y="913"/>
                    </a:lnTo>
                    <a:cubicBezTo>
                      <a:pt x="1145" y="650"/>
                      <a:pt x="992" y="410"/>
                      <a:pt x="778" y="244"/>
                    </a:cubicBezTo>
                    <a:cubicBezTo>
                      <a:pt x="577" y="87"/>
                      <a:pt x="337" y="0"/>
                      <a:pt x="87"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4095;p48">
                <a:extLst>
                  <a:ext uri="{FF2B5EF4-FFF2-40B4-BE49-F238E27FC236}">
                    <a16:creationId xmlns:a16="http://schemas.microsoft.com/office/drawing/2014/main" id="{3DD0E086-26C3-84EA-C65C-6B00EA479F89}"/>
                  </a:ext>
                </a:extLst>
              </p:cNvPr>
              <p:cNvSpPr/>
              <p:nvPr/>
            </p:nvSpPr>
            <p:spPr>
              <a:xfrm>
                <a:off x="3367255" y="4700813"/>
                <a:ext cx="133945" cy="13049"/>
              </a:xfrm>
              <a:custGeom>
                <a:avLst/>
                <a:gdLst/>
                <a:ahLst/>
                <a:cxnLst/>
                <a:rect l="l" t="t" r="r" b="b"/>
                <a:pathLst>
                  <a:path w="5625" h="548" extrusionOk="0">
                    <a:moveTo>
                      <a:pt x="4738" y="1"/>
                    </a:moveTo>
                    <a:cubicBezTo>
                      <a:pt x="4817" y="23"/>
                      <a:pt x="4896" y="49"/>
                      <a:pt x="4969" y="71"/>
                    </a:cubicBezTo>
                    <a:cubicBezTo>
                      <a:pt x="4843" y="31"/>
                      <a:pt x="4743" y="1"/>
                      <a:pt x="4738" y="1"/>
                    </a:cubicBezTo>
                    <a:close/>
                    <a:moveTo>
                      <a:pt x="5598" y="372"/>
                    </a:moveTo>
                    <a:lnTo>
                      <a:pt x="5598" y="372"/>
                    </a:lnTo>
                    <a:cubicBezTo>
                      <a:pt x="5621" y="416"/>
                      <a:pt x="5594" y="455"/>
                      <a:pt x="5499" y="481"/>
                    </a:cubicBezTo>
                    <a:cubicBezTo>
                      <a:pt x="5493" y="484"/>
                      <a:pt x="5488" y="487"/>
                      <a:pt x="5483" y="489"/>
                    </a:cubicBezTo>
                    <a:lnTo>
                      <a:pt x="5483" y="489"/>
                    </a:lnTo>
                    <a:cubicBezTo>
                      <a:pt x="5551" y="476"/>
                      <a:pt x="5595" y="464"/>
                      <a:pt x="5608" y="447"/>
                    </a:cubicBezTo>
                    <a:cubicBezTo>
                      <a:pt x="5625" y="425"/>
                      <a:pt x="5621" y="398"/>
                      <a:pt x="5598" y="372"/>
                    </a:cubicBezTo>
                    <a:close/>
                    <a:moveTo>
                      <a:pt x="5483" y="489"/>
                    </a:moveTo>
                    <a:cubicBezTo>
                      <a:pt x="5480" y="489"/>
                      <a:pt x="5476" y="490"/>
                      <a:pt x="5473" y="491"/>
                    </a:cubicBezTo>
                    <a:cubicBezTo>
                      <a:pt x="5476" y="491"/>
                      <a:pt x="5480" y="490"/>
                      <a:pt x="5483" y="489"/>
                    </a:cubicBezTo>
                    <a:close/>
                    <a:moveTo>
                      <a:pt x="1" y="469"/>
                    </a:moveTo>
                    <a:lnTo>
                      <a:pt x="1" y="469"/>
                    </a:lnTo>
                    <a:cubicBezTo>
                      <a:pt x="398" y="503"/>
                      <a:pt x="919" y="529"/>
                      <a:pt x="1478" y="547"/>
                    </a:cubicBezTo>
                    <a:lnTo>
                      <a:pt x="1889" y="547"/>
                    </a:lnTo>
                    <a:cubicBezTo>
                      <a:pt x="1159" y="525"/>
                      <a:pt x="521" y="499"/>
                      <a:pt x="211" y="481"/>
                    </a:cubicBezTo>
                    <a:lnTo>
                      <a:pt x="1" y="46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4096;p48">
                <a:extLst>
                  <a:ext uri="{FF2B5EF4-FFF2-40B4-BE49-F238E27FC236}">
                    <a16:creationId xmlns:a16="http://schemas.microsoft.com/office/drawing/2014/main" id="{F5B31A83-2038-AF0B-D4AB-6EA76D468E30}"/>
                  </a:ext>
                </a:extLst>
              </p:cNvPr>
              <p:cNvSpPr/>
              <p:nvPr/>
            </p:nvSpPr>
            <p:spPr>
              <a:xfrm>
                <a:off x="3402429" y="4713839"/>
                <a:ext cx="41029" cy="643"/>
              </a:xfrm>
              <a:custGeom>
                <a:avLst/>
                <a:gdLst/>
                <a:ahLst/>
                <a:cxnLst/>
                <a:rect l="l" t="t" r="r" b="b"/>
                <a:pathLst>
                  <a:path w="1723" h="27" extrusionOk="0">
                    <a:moveTo>
                      <a:pt x="1" y="0"/>
                    </a:moveTo>
                    <a:cubicBezTo>
                      <a:pt x="555" y="18"/>
                      <a:pt x="1159" y="26"/>
                      <a:pt x="1723" y="26"/>
                    </a:cubicBezTo>
                    <a:cubicBezTo>
                      <a:pt x="1285" y="22"/>
                      <a:pt x="831" y="13"/>
                      <a:pt x="412" y="0"/>
                    </a:cubicBezTo>
                    <a:close/>
                  </a:path>
                </a:pathLst>
              </a:custGeom>
              <a:solidFill>
                <a:srgbClr val="687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4097;p48">
                <a:extLst>
                  <a:ext uri="{FF2B5EF4-FFF2-40B4-BE49-F238E27FC236}">
                    <a16:creationId xmlns:a16="http://schemas.microsoft.com/office/drawing/2014/main" id="{1D6150E4-06FD-DEFE-1E13-2486220426BF}"/>
                  </a:ext>
                </a:extLst>
              </p:cNvPr>
              <p:cNvSpPr/>
              <p:nvPr/>
            </p:nvSpPr>
            <p:spPr>
              <a:xfrm>
                <a:off x="3367255" y="4700813"/>
                <a:ext cx="133850" cy="13668"/>
              </a:xfrm>
              <a:custGeom>
                <a:avLst/>
                <a:gdLst/>
                <a:ahLst/>
                <a:cxnLst/>
                <a:rect l="l" t="t" r="r" b="b"/>
                <a:pathLst>
                  <a:path w="5621" h="574" extrusionOk="0">
                    <a:moveTo>
                      <a:pt x="4738" y="1"/>
                    </a:moveTo>
                    <a:cubicBezTo>
                      <a:pt x="4541" y="9"/>
                      <a:pt x="4445" y="429"/>
                      <a:pt x="4445" y="429"/>
                    </a:cubicBezTo>
                    <a:lnTo>
                      <a:pt x="1203" y="403"/>
                    </a:lnTo>
                    <a:lnTo>
                      <a:pt x="1203" y="403"/>
                    </a:lnTo>
                    <a:cubicBezTo>
                      <a:pt x="1207" y="416"/>
                      <a:pt x="1207" y="429"/>
                      <a:pt x="1211" y="442"/>
                    </a:cubicBezTo>
                    <a:lnTo>
                      <a:pt x="5" y="425"/>
                    </a:lnTo>
                    <a:lnTo>
                      <a:pt x="1" y="469"/>
                    </a:lnTo>
                    <a:lnTo>
                      <a:pt x="211" y="481"/>
                    </a:lnTo>
                    <a:cubicBezTo>
                      <a:pt x="521" y="499"/>
                      <a:pt x="1159" y="525"/>
                      <a:pt x="1889" y="547"/>
                    </a:cubicBezTo>
                    <a:cubicBezTo>
                      <a:pt x="2308" y="560"/>
                      <a:pt x="2762" y="569"/>
                      <a:pt x="3200" y="573"/>
                    </a:cubicBezTo>
                    <a:lnTo>
                      <a:pt x="3230" y="573"/>
                    </a:lnTo>
                    <a:cubicBezTo>
                      <a:pt x="4240" y="573"/>
                      <a:pt x="5136" y="547"/>
                      <a:pt x="5473" y="491"/>
                    </a:cubicBezTo>
                    <a:cubicBezTo>
                      <a:pt x="5481" y="491"/>
                      <a:pt x="5489" y="486"/>
                      <a:pt x="5499" y="481"/>
                    </a:cubicBezTo>
                    <a:cubicBezTo>
                      <a:pt x="5594" y="455"/>
                      <a:pt x="5621" y="416"/>
                      <a:pt x="5598" y="372"/>
                    </a:cubicBezTo>
                    <a:cubicBezTo>
                      <a:pt x="5520" y="271"/>
                      <a:pt x="5197" y="150"/>
                      <a:pt x="4969" y="71"/>
                    </a:cubicBezTo>
                    <a:cubicBezTo>
                      <a:pt x="4896" y="49"/>
                      <a:pt x="4817" y="23"/>
                      <a:pt x="4738"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4098;p48">
                <a:extLst>
                  <a:ext uri="{FF2B5EF4-FFF2-40B4-BE49-F238E27FC236}">
                    <a16:creationId xmlns:a16="http://schemas.microsoft.com/office/drawing/2014/main" id="{5973A76B-3075-DD2C-1AC8-FD03A7851F5B}"/>
                  </a:ext>
                </a:extLst>
              </p:cNvPr>
              <p:cNvSpPr/>
              <p:nvPr/>
            </p:nvSpPr>
            <p:spPr>
              <a:xfrm>
                <a:off x="3367374" y="4710195"/>
                <a:ext cx="28742" cy="1167"/>
              </a:xfrm>
              <a:custGeom>
                <a:avLst/>
                <a:gdLst/>
                <a:ahLst/>
                <a:cxnLst/>
                <a:rect l="l" t="t" r="r" b="b"/>
                <a:pathLst>
                  <a:path w="1207" h="49" extrusionOk="0">
                    <a:moveTo>
                      <a:pt x="4" y="0"/>
                    </a:moveTo>
                    <a:lnTo>
                      <a:pt x="0" y="31"/>
                    </a:lnTo>
                    <a:lnTo>
                      <a:pt x="1206" y="48"/>
                    </a:lnTo>
                    <a:cubicBezTo>
                      <a:pt x="1202" y="35"/>
                      <a:pt x="1202" y="22"/>
                      <a:pt x="1198" y="9"/>
                    </a:cubicBezTo>
                    <a:lnTo>
                      <a:pt x="4" y="0"/>
                    </a:lnTo>
                    <a:close/>
                  </a:path>
                </a:pathLst>
              </a:custGeom>
              <a:solidFill>
                <a:srgbClr val="F4AA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4099;p48">
                <a:extLst>
                  <a:ext uri="{FF2B5EF4-FFF2-40B4-BE49-F238E27FC236}">
                    <a16:creationId xmlns:a16="http://schemas.microsoft.com/office/drawing/2014/main" id="{DB4CE7BD-2840-AEC7-624A-EEE9AEB10844}"/>
                  </a:ext>
                </a:extLst>
              </p:cNvPr>
              <p:cNvSpPr/>
              <p:nvPr/>
            </p:nvSpPr>
            <p:spPr>
              <a:xfrm>
                <a:off x="3366207" y="4710076"/>
                <a:ext cx="134588" cy="1905"/>
              </a:xfrm>
              <a:custGeom>
                <a:avLst/>
                <a:gdLst/>
                <a:ahLst/>
                <a:cxnLst/>
                <a:rect l="l" t="t" r="r" b="b"/>
                <a:pathLst>
                  <a:path w="5652" h="80" extrusionOk="0">
                    <a:moveTo>
                      <a:pt x="5595" y="1"/>
                    </a:moveTo>
                    <a:cubicBezTo>
                      <a:pt x="5543" y="1"/>
                      <a:pt x="5490" y="1"/>
                      <a:pt x="5429" y="5"/>
                    </a:cubicBezTo>
                    <a:cubicBezTo>
                      <a:pt x="5263" y="5"/>
                      <a:pt x="5061" y="9"/>
                      <a:pt x="4821" y="19"/>
                    </a:cubicBezTo>
                    <a:cubicBezTo>
                      <a:pt x="4310" y="27"/>
                      <a:pt x="3607" y="40"/>
                      <a:pt x="2824" y="40"/>
                    </a:cubicBezTo>
                    <a:cubicBezTo>
                      <a:pt x="2046" y="40"/>
                      <a:pt x="1338" y="27"/>
                      <a:pt x="827" y="19"/>
                    </a:cubicBezTo>
                    <a:cubicBezTo>
                      <a:pt x="587" y="14"/>
                      <a:pt x="386" y="9"/>
                      <a:pt x="224" y="5"/>
                    </a:cubicBezTo>
                    <a:lnTo>
                      <a:pt x="1" y="5"/>
                    </a:lnTo>
                    <a:cubicBezTo>
                      <a:pt x="1" y="5"/>
                      <a:pt x="19" y="9"/>
                      <a:pt x="57" y="9"/>
                    </a:cubicBezTo>
                    <a:cubicBezTo>
                      <a:pt x="106" y="14"/>
                      <a:pt x="158" y="19"/>
                      <a:pt x="220" y="23"/>
                    </a:cubicBezTo>
                    <a:cubicBezTo>
                      <a:pt x="386" y="27"/>
                      <a:pt x="587" y="36"/>
                      <a:pt x="827" y="45"/>
                    </a:cubicBezTo>
                    <a:cubicBezTo>
                      <a:pt x="1338" y="66"/>
                      <a:pt x="2046" y="80"/>
                      <a:pt x="2824" y="80"/>
                    </a:cubicBezTo>
                    <a:cubicBezTo>
                      <a:pt x="3607" y="80"/>
                      <a:pt x="4315" y="62"/>
                      <a:pt x="4825" y="45"/>
                    </a:cubicBezTo>
                    <a:cubicBezTo>
                      <a:pt x="5061" y="36"/>
                      <a:pt x="5267" y="27"/>
                      <a:pt x="5429" y="19"/>
                    </a:cubicBezTo>
                    <a:cubicBezTo>
                      <a:pt x="5490" y="14"/>
                      <a:pt x="5543" y="14"/>
                      <a:pt x="5595" y="9"/>
                    </a:cubicBezTo>
                    <a:cubicBezTo>
                      <a:pt x="5630" y="5"/>
                      <a:pt x="5652" y="5"/>
                      <a:pt x="5652" y="5"/>
                    </a:cubicBezTo>
                    <a:cubicBezTo>
                      <a:pt x="5652" y="1"/>
                      <a:pt x="5630" y="1"/>
                      <a:pt x="559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4100;p48">
                <a:extLst>
                  <a:ext uri="{FF2B5EF4-FFF2-40B4-BE49-F238E27FC236}">
                    <a16:creationId xmlns:a16="http://schemas.microsoft.com/office/drawing/2014/main" id="{D7BC0F41-1621-D2D2-7227-34E76CE8DBFC}"/>
                  </a:ext>
                </a:extLst>
              </p:cNvPr>
              <p:cNvSpPr/>
              <p:nvPr/>
            </p:nvSpPr>
            <p:spPr>
              <a:xfrm>
                <a:off x="3472587" y="4699860"/>
                <a:ext cx="8239" cy="12430"/>
              </a:xfrm>
              <a:custGeom>
                <a:avLst/>
                <a:gdLst/>
                <a:ahLst/>
                <a:cxnLst/>
                <a:rect l="l" t="t" r="r" b="b"/>
                <a:pathLst>
                  <a:path w="346" h="522" extrusionOk="0">
                    <a:moveTo>
                      <a:pt x="333" y="0"/>
                    </a:moveTo>
                    <a:cubicBezTo>
                      <a:pt x="312" y="0"/>
                      <a:pt x="185" y="68"/>
                      <a:pt x="96" y="212"/>
                    </a:cubicBezTo>
                    <a:cubicBezTo>
                      <a:pt x="1" y="369"/>
                      <a:pt x="9" y="521"/>
                      <a:pt x="18" y="521"/>
                    </a:cubicBezTo>
                    <a:cubicBezTo>
                      <a:pt x="31" y="521"/>
                      <a:pt x="40" y="378"/>
                      <a:pt x="132" y="233"/>
                    </a:cubicBezTo>
                    <a:cubicBezTo>
                      <a:pt x="219" y="85"/>
                      <a:pt x="346" y="10"/>
                      <a:pt x="336" y="2"/>
                    </a:cubicBezTo>
                    <a:cubicBezTo>
                      <a:pt x="336" y="1"/>
                      <a:pt x="335" y="0"/>
                      <a:pt x="33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4101;p48">
                <a:extLst>
                  <a:ext uri="{FF2B5EF4-FFF2-40B4-BE49-F238E27FC236}">
                    <a16:creationId xmlns:a16="http://schemas.microsoft.com/office/drawing/2014/main" id="{7B950705-6DE3-00F9-2257-A4BF58690133}"/>
                  </a:ext>
                </a:extLst>
              </p:cNvPr>
              <p:cNvSpPr/>
              <p:nvPr/>
            </p:nvSpPr>
            <p:spPr>
              <a:xfrm>
                <a:off x="3449368" y="4693835"/>
                <a:ext cx="4715" cy="6596"/>
              </a:xfrm>
              <a:custGeom>
                <a:avLst/>
                <a:gdLst/>
                <a:ahLst/>
                <a:cxnLst/>
                <a:rect l="l" t="t" r="r" b="b"/>
                <a:pathLst>
                  <a:path w="198" h="277" extrusionOk="0">
                    <a:moveTo>
                      <a:pt x="186" y="0"/>
                    </a:moveTo>
                    <a:cubicBezTo>
                      <a:pt x="170" y="0"/>
                      <a:pt x="128" y="55"/>
                      <a:pt x="84" y="128"/>
                    </a:cubicBezTo>
                    <a:cubicBezTo>
                      <a:pt x="32" y="203"/>
                      <a:pt x="0" y="272"/>
                      <a:pt x="10" y="276"/>
                    </a:cubicBezTo>
                    <a:cubicBezTo>
                      <a:pt x="10" y="276"/>
                      <a:pt x="11" y="276"/>
                      <a:pt x="12" y="276"/>
                    </a:cubicBezTo>
                    <a:cubicBezTo>
                      <a:pt x="26" y="276"/>
                      <a:pt x="68" y="220"/>
                      <a:pt x="115" y="150"/>
                    </a:cubicBezTo>
                    <a:cubicBezTo>
                      <a:pt x="163" y="71"/>
                      <a:pt x="198" y="5"/>
                      <a:pt x="189" y="1"/>
                    </a:cubicBezTo>
                    <a:cubicBezTo>
                      <a:pt x="188" y="1"/>
                      <a:pt x="187" y="0"/>
                      <a:pt x="18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4102;p48">
                <a:extLst>
                  <a:ext uri="{FF2B5EF4-FFF2-40B4-BE49-F238E27FC236}">
                    <a16:creationId xmlns:a16="http://schemas.microsoft.com/office/drawing/2014/main" id="{A06C64DF-2613-6A67-BA09-931AADDF7AE3}"/>
                  </a:ext>
                </a:extLst>
              </p:cNvPr>
              <p:cNvSpPr/>
              <p:nvPr/>
            </p:nvSpPr>
            <p:spPr>
              <a:xfrm>
                <a:off x="3443010" y="4692573"/>
                <a:ext cx="5358" cy="4453"/>
              </a:xfrm>
              <a:custGeom>
                <a:avLst/>
                <a:gdLst/>
                <a:ahLst/>
                <a:cxnLst/>
                <a:rect l="l" t="t" r="r" b="b"/>
                <a:pathLst>
                  <a:path w="225" h="187" extrusionOk="0">
                    <a:moveTo>
                      <a:pt x="211" y="1"/>
                    </a:moveTo>
                    <a:cubicBezTo>
                      <a:pt x="196" y="1"/>
                      <a:pt x="148" y="33"/>
                      <a:pt x="97" y="80"/>
                    </a:cubicBezTo>
                    <a:cubicBezTo>
                      <a:pt x="41" y="129"/>
                      <a:pt x="1" y="181"/>
                      <a:pt x="10" y="185"/>
                    </a:cubicBezTo>
                    <a:cubicBezTo>
                      <a:pt x="11" y="186"/>
                      <a:pt x="12" y="187"/>
                      <a:pt x="13" y="187"/>
                    </a:cubicBezTo>
                    <a:cubicBezTo>
                      <a:pt x="25" y="187"/>
                      <a:pt x="73" y="154"/>
                      <a:pt x="124" y="107"/>
                    </a:cubicBezTo>
                    <a:cubicBezTo>
                      <a:pt x="185" y="58"/>
                      <a:pt x="224" y="10"/>
                      <a:pt x="215" y="2"/>
                    </a:cubicBezTo>
                    <a:cubicBezTo>
                      <a:pt x="214" y="1"/>
                      <a:pt x="213" y="1"/>
                      <a:pt x="21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4103;p48">
                <a:extLst>
                  <a:ext uri="{FF2B5EF4-FFF2-40B4-BE49-F238E27FC236}">
                    <a16:creationId xmlns:a16="http://schemas.microsoft.com/office/drawing/2014/main" id="{98ADF990-F26C-80CE-3479-038BC148C5B5}"/>
                  </a:ext>
                </a:extLst>
              </p:cNvPr>
              <p:cNvSpPr/>
              <p:nvPr/>
            </p:nvSpPr>
            <p:spPr>
              <a:xfrm>
                <a:off x="3439175" y="4689048"/>
                <a:ext cx="8239" cy="1072"/>
              </a:xfrm>
              <a:custGeom>
                <a:avLst/>
                <a:gdLst/>
                <a:ahLst/>
                <a:cxnLst/>
                <a:rect l="l" t="t" r="r" b="b"/>
                <a:pathLst>
                  <a:path w="346" h="45" extrusionOk="0">
                    <a:moveTo>
                      <a:pt x="171" y="1"/>
                    </a:moveTo>
                    <a:cubicBezTo>
                      <a:pt x="75" y="1"/>
                      <a:pt x="0" y="10"/>
                      <a:pt x="0" y="23"/>
                    </a:cubicBezTo>
                    <a:cubicBezTo>
                      <a:pt x="0" y="31"/>
                      <a:pt x="75" y="41"/>
                      <a:pt x="171" y="45"/>
                    </a:cubicBezTo>
                    <a:cubicBezTo>
                      <a:pt x="267" y="45"/>
                      <a:pt x="346" y="36"/>
                      <a:pt x="346" y="23"/>
                    </a:cubicBezTo>
                    <a:cubicBezTo>
                      <a:pt x="346" y="14"/>
                      <a:pt x="267" y="5"/>
                      <a:pt x="1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4104;p48">
                <a:extLst>
                  <a:ext uri="{FF2B5EF4-FFF2-40B4-BE49-F238E27FC236}">
                    <a16:creationId xmlns:a16="http://schemas.microsoft.com/office/drawing/2014/main" id="{23C9D150-549D-7871-C966-FE431AF9329E}"/>
                  </a:ext>
                </a:extLst>
              </p:cNvPr>
              <p:cNvSpPr/>
              <p:nvPr/>
            </p:nvSpPr>
            <p:spPr>
              <a:xfrm>
                <a:off x="3437627" y="4684190"/>
                <a:ext cx="9573" cy="1500"/>
              </a:xfrm>
              <a:custGeom>
                <a:avLst/>
                <a:gdLst/>
                <a:ahLst/>
                <a:cxnLst/>
                <a:rect l="l" t="t" r="r" b="b"/>
                <a:pathLst>
                  <a:path w="402" h="63" extrusionOk="0">
                    <a:moveTo>
                      <a:pt x="20" y="0"/>
                    </a:moveTo>
                    <a:cubicBezTo>
                      <a:pt x="11" y="0"/>
                      <a:pt x="6" y="1"/>
                      <a:pt x="5" y="4"/>
                    </a:cubicBezTo>
                    <a:cubicBezTo>
                      <a:pt x="0" y="13"/>
                      <a:pt x="87" y="52"/>
                      <a:pt x="197" y="61"/>
                    </a:cubicBezTo>
                    <a:cubicBezTo>
                      <a:pt x="212" y="62"/>
                      <a:pt x="227" y="63"/>
                      <a:pt x="241" y="63"/>
                    </a:cubicBezTo>
                    <a:cubicBezTo>
                      <a:pt x="333" y="63"/>
                      <a:pt x="402" y="42"/>
                      <a:pt x="398" y="35"/>
                    </a:cubicBezTo>
                    <a:cubicBezTo>
                      <a:pt x="398" y="21"/>
                      <a:pt x="310" y="25"/>
                      <a:pt x="201" y="17"/>
                    </a:cubicBezTo>
                    <a:cubicBezTo>
                      <a:pt x="120" y="14"/>
                      <a:pt x="50" y="0"/>
                      <a:pt x="2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4105;p48">
                <a:extLst>
                  <a:ext uri="{FF2B5EF4-FFF2-40B4-BE49-F238E27FC236}">
                    <a16:creationId xmlns:a16="http://schemas.microsoft.com/office/drawing/2014/main" id="{C166FAB9-1058-3F4B-C268-14DC4BE75A2D}"/>
                  </a:ext>
                </a:extLst>
              </p:cNvPr>
              <p:cNvSpPr/>
              <p:nvPr/>
            </p:nvSpPr>
            <p:spPr>
              <a:xfrm>
                <a:off x="3452297" y="4686309"/>
                <a:ext cx="15097" cy="8620"/>
              </a:xfrm>
              <a:custGeom>
                <a:avLst/>
                <a:gdLst/>
                <a:ahLst/>
                <a:cxnLst/>
                <a:rect l="l" t="t" r="r" b="b"/>
                <a:pathLst>
                  <a:path w="634" h="362" extrusionOk="0">
                    <a:moveTo>
                      <a:pt x="432" y="42"/>
                    </a:moveTo>
                    <a:cubicBezTo>
                      <a:pt x="480" y="42"/>
                      <a:pt x="529" y="51"/>
                      <a:pt x="569" y="77"/>
                    </a:cubicBezTo>
                    <a:cubicBezTo>
                      <a:pt x="603" y="99"/>
                      <a:pt x="591" y="142"/>
                      <a:pt x="551" y="164"/>
                    </a:cubicBezTo>
                    <a:cubicBezTo>
                      <a:pt x="516" y="186"/>
                      <a:pt x="472" y="199"/>
                      <a:pt x="433" y="212"/>
                    </a:cubicBezTo>
                    <a:cubicBezTo>
                      <a:pt x="349" y="243"/>
                      <a:pt x="276" y="261"/>
                      <a:pt x="210" y="273"/>
                    </a:cubicBezTo>
                    <a:cubicBezTo>
                      <a:pt x="147" y="284"/>
                      <a:pt x="95" y="290"/>
                      <a:pt x="59" y="293"/>
                    </a:cubicBezTo>
                    <a:lnTo>
                      <a:pt x="59" y="293"/>
                    </a:lnTo>
                    <a:cubicBezTo>
                      <a:pt x="73" y="260"/>
                      <a:pt x="95" y="220"/>
                      <a:pt x="131" y="178"/>
                    </a:cubicBezTo>
                    <a:cubicBezTo>
                      <a:pt x="171" y="129"/>
                      <a:pt x="232" y="81"/>
                      <a:pt x="315" y="59"/>
                    </a:cubicBezTo>
                    <a:cubicBezTo>
                      <a:pt x="349" y="49"/>
                      <a:pt x="391" y="42"/>
                      <a:pt x="432" y="42"/>
                    </a:cubicBezTo>
                    <a:close/>
                    <a:moveTo>
                      <a:pt x="428" y="1"/>
                    </a:moveTo>
                    <a:cubicBezTo>
                      <a:pt x="286" y="1"/>
                      <a:pt x="163" y="84"/>
                      <a:pt x="109" y="160"/>
                    </a:cubicBezTo>
                    <a:cubicBezTo>
                      <a:pt x="70" y="208"/>
                      <a:pt x="51" y="257"/>
                      <a:pt x="42" y="294"/>
                    </a:cubicBezTo>
                    <a:lnTo>
                      <a:pt x="42" y="294"/>
                    </a:lnTo>
                    <a:cubicBezTo>
                      <a:pt x="15" y="297"/>
                      <a:pt x="0" y="298"/>
                      <a:pt x="0" y="299"/>
                    </a:cubicBezTo>
                    <a:cubicBezTo>
                      <a:pt x="0" y="303"/>
                      <a:pt x="14" y="307"/>
                      <a:pt x="39" y="309"/>
                    </a:cubicBezTo>
                    <a:lnTo>
                      <a:pt x="39" y="309"/>
                    </a:lnTo>
                    <a:cubicBezTo>
                      <a:pt x="31" y="341"/>
                      <a:pt x="31" y="361"/>
                      <a:pt x="35" y="361"/>
                    </a:cubicBezTo>
                    <a:cubicBezTo>
                      <a:pt x="37" y="361"/>
                      <a:pt x="40" y="341"/>
                      <a:pt x="52" y="309"/>
                    </a:cubicBezTo>
                    <a:lnTo>
                      <a:pt x="52" y="309"/>
                    </a:lnTo>
                    <a:cubicBezTo>
                      <a:pt x="59" y="310"/>
                      <a:pt x="67" y="310"/>
                      <a:pt x="75" y="310"/>
                    </a:cubicBezTo>
                    <a:cubicBezTo>
                      <a:pt x="111" y="310"/>
                      <a:pt x="158" y="307"/>
                      <a:pt x="214" y="299"/>
                    </a:cubicBezTo>
                    <a:cubicBezTo>
                      <a:pt x="280" y="291"/>
                      <a:pt x="359" y="277"/>
                      <a:pt x="442" y="251"/>
                    </a:cubicBezTo>
                    <a:cubicBezTo>
                      <a:pt x="486" y="234"/>
                      <a:pt x="529" y="225"/>
                      <a:pt x="573" y="194"/>
                    </a:cubicBezTo>
                    <a:cubicBezTo>
                      <a:pt x="595" y="182"/>
                      <a:pt x="617" y="160"/>
                      <a:pt x="625" y="129"/>
                    </a:cubicBezTo>
                    <a:cubicBezTo>
                      <a:pt x="634" y="99"/>
                      <a:pt x="617" y="59"/>
                      <a:pt x="595" y="41"/>
                    </a:cubicBezTo>
                    <a:cubicBezTo>
                      <a:pt x="538" y="13"/>
                      <a:pt x="482" y="1"/>
                      <a:pt x="4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4106;p48">
                <a:extLst>
                  <a:ext uri="{FF2B5EF4-FFF2-40B4-BE49-F238E27FC236}">
                    <a16:creationId xmlns:a16="http://schemas.microsoft.com/office/drawing/2014/main" id="{6DC71B2A-3AC7-F1B7-109A-D1EE1DE20A9B}"/>
                  </a:ext>
                </a:extLst>
              </p:cNvPr>
              <p:cNvSpPr/>
              <p:nvPr/>
            </p:nvSpPr>
            <p:spPr>
              <a:xfrm>
                <a:off x="3446772" y="4683857"/>
                <a:ext cx="7739" cy="9906"/>
              </a:xfrm>
              <a:custGeom>
                <a:avLst/>
                <a:gdLst/>
                <a:ahLst/>
                <a:cxnLst/>
                <a:rect l="l" t="t" r="r" b="b"/>
                <a:pathLst>
                  <a:path w="325" h="416" extrusionOk="0">
                    <a:moveTo>
                      <a:pt x="83" y="0"/>
                    </a:moveTo>
                    <a:cubicBezTo>
                      <a:pt x="80" y="0"/>
                      <a:pt x="78" y="1"/>
                      <a:pt x="75" y="1"/>
                    </a:cubicBezTo>
                    <a:cubicBezTo>
                      <a:pt x="27" y="9"/>
                      <a:pt x="0" y="66"/>
                      <a:pt x="10" y="101"/>
                    </a:cubicBezTo>
                    <a:cubicBezTo>
                      <a:pt x="14" y="136"/>
                      <a:pt x="31" y="171"/>
                      <a:pt x="49" y="197"/>
                    </a:cubicBezTo>
                    <a:cubicBezTo>
                      <a:pt x="79" y="249"/>
                      <a:pt x="115" y="293"/>
                      <a:pt x="149" y="324"/>
                    </a:cubicBezTo>
                    <a:cubicBezTo>
                      <a:pt x="210" y="385"/>
                      <a:pt x="259" y="412"/>
                      <a:pt x="270" y="412"/>
                    </a:cubicBezTo>
                    <a:cubicBezTo>
                      <a:pt x="271" y="412"/>
                      <a:pt x="272" y="412"/>
                      <a:pt x="272" y="412"/>
                    </a:cubicBezTo>
                    <a:cubicBezTo>
                      <a:pt x="276" y="407"/>
                      <a:pt x="228" y="372"/>
                      <a:pt x="167" y="307"/>
                    </a:cubicBezTo>
                    <a:cubicBezTo>
                      <a:pt x="141" y="271"/>
                      <a:pt x="105" y="228"/>
                      <a:pt x="79" y="176"/>
                    </a:cubicBezTo>
                    <a:cubicBezTo>
                      <a:pt x="49" y="132"/>
                      <a:pt x="31" y="53"/>
                      <a:pt x="83" y="39"/>
                    </a:cubicBezTo>
                    <a:cubicBezTo>
                      <a:pt x="85" y="39"/>
                      <a:pt x="87" y="39"/>
                      <a:pt x="89" y="39"/>
                    </a:cubicBezTo>
                    <a:cubicBezTo>
                      <a:pt x="140" y="39"/>
                      <a:pt x="194" y="89"/>
                      <a:pt x="224" y="132"/>
                    </a:cubicBezTo>
                    <a:cubicBezTo>
                      <a:pt x="258" y="180"/>
                      <a:pt x="276" y="228"/>
                      <a:pt x="285" y="271"/>
                    </a:cubicBezTo>
                    <a:cubicBezTo>
                      <a:pt x="302" y="359"/>
                      <a:pt x="280" y="416"/>
                      <a:pt x="289" y="416"/>
                    </a:cubicBezTo>
                    <a:cubicBezTo>
                      <a:pt x="293" y="416"/>
                      <a:pt x="324" y="364"/>
                      <a:pt x="311" y="267"/>
                    </a:cubicBezTo>
                    <a:cubicBezTo>
                      <a:pt x="307" y="219"/>
                      <a:pt x="289" y="162"/>
                      <a:pt x="254" y="110"/>
                    </a:cubicBezTo>
                    <a:cubicBezTo>
                      <a:pt x="215" y="63"/>
                      <a:pt x="170" y="0"/>
                      <a:pt x="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4107;p48">
                <a:extLst>
                  <a:ext uri="{FF2B5EF4-FFF2-40B4-BE49-F238E27FC236}">
                    <a16:creationId xmlns:a16="http://schemas.microsoft.com/office/drawing/2014/main" id="{27CBAD6F-C73C-EF35-0E7E-06304CDA7AF3}"/>
                  </a:ext>
                </a:extLst>
              </p:cNvPr>
              <p:cNvSpPr/>
              <p:nvPr/>
            </p:nvSpPr>
            <p:spPr>
              <a:xfrm>
                <a:off x="3367779" y="4687976"/>
                <a:ext cx="28242" cy="22955"/>
              </a:xfrm>
              <a:custGeom>
                <a:avLst/>
                <a:gdLst/>
                <a:ahLst/>
                <a:cxnLst/>
                <a:rect l="l" t="t" r="r" b="b"/>
                <a:pathLst>
                  <a:path w="1186" h="964" extrusionOk="0">
                    <a:moveTo>
                      <a:pt x="184" y="1"/>
                    </a:moveTo>
                    <a:cubicBezTo>
                      <a:pt x="136" y="1"/>
                      <a:pt x="97" y="4"/>
                      <a:pt x="66" y="7"/>
                    </a:cubicBezTo>
                    <a:cubicBezTo>
                      <a:pt x="23" y="11"/>
                      <a:pt x="1" y="20"/>
                      <a:pt x="1" y="20"/>
                    </a:cubicBezTo>
                    <a:cubicBezTo>
                      <a:pt x="1" y="22"/>
                      <a:pt x="6" y="23"/>
                      <a:pt x="17" y="23"/>
                    </a:cubicBezTo>
                    <a:cubicBezTo>
                      <a:pt x="33" y="23"/>
                      <a:pt x="63" y="21"/>
                      <a:pt x="103" y="21"/>
                    </a:cubicBezTo>
                    <a:cubicBezTo>
                      <a:pt x="142" y="21"/>
                      <a:pt x="190" y="22"/>
                      <a:pt x="245" y="29"/>
                    </a:cubicBezTo>
                    <a:cubicBezTo>
                      <a:pt x="394" y="46"/>
                      <a:pt x="604" y="108"/>
                      <a:pt x="783" y="251"/>
                    </a:cubicBezTo>
                    <a:cubicBezTo>
                      <a:pt x="962" y="396"/>
                      <a:pt x="1072" y="584"/>
                      <a:pt x="1119" y="723"/>
                    </a:cubicBezTo>
                    <a:cubicBezTo>
                      <a:pt x="1171" y="868"/>
                      <a:pt x="1177" y="964"/>
                      <a:pt x="1185" y="964"/>
                    </a:cubicBezTo>
                    <a:lnTo>
                      <a:pt x="1185" y="894"/>
                    </a:lnTo>
                    <a:cubicBezTo>
                      <a:pt x="1181" y="850"/>
                      <a:pt x="1167" y="789"/>
                      <a:pt x="1145" y="715"/>
                    </a:cubicBezTo>
                    <a:cubicBezTo>
                      <a:pt x="1102" y="566"/>
                      <a:pt x="997" y="370"/>
                      <a:pt x="810" y="221"/>
                    </a:cubicBezTo>
                    <a:cubicBezTo>
                      <a:pt x="621" y="68"/>
                      <a:pt x="403" y="11"/>
                      <a:pt x="249" y="3"/>
                    </a:cubicBezTo>
                    <a:cubicBezTo>
                      <a:pt x="226" y="1"/>
                      <a:pt x="204" y="1"/>
                      <a:pt x="1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4108;p48">
                <a:extLst>
                  <a:ext uri="{FF2B5EF4-FFF2-40B4-BE49-F238E27FC236}">
                    <a16:creationId xmlns:a16="http://schemas.microsoft.com/office/drawing/2014/main" id="{5064E59E-64EC-3B75-2F49-CA02D797B691}"/>
                  </a:ext>
                </a:extLst>
              </p:cNvPr>
              <p:cNvSpPr/>
              <p:nvPr/>
            </p:nvSpPr>
            <p:spPr>
              <a:xfrm>
                <a:off x="3375186" y="4655446"/>
                <a:ext cx="1143" cy="32599"/>
              </a:xfrm>
              <a:custGeom>
                <a:avLst/>
                <a:gdLst/>
                <a:ahLst/>
                <a:cxnLst/>
                <a:rect l="l" t="t" r="r" b="b"/>
                <a:pathLst>
                  <a:path w="48" h="1369" extrusionOk="0">
                    <a:moveTo>
                      <a:pt x="35" y="0"/>
                    </a:moveTo>
                    <a:cubicBezTo>
                      <a:pt x="21" y="0"/>
                      <a:pt x="9" y="306"/>
                      <a:pt x="5" y="687"/>
                    </a:cubicBezTo>
                    <a:cubicBezTo>
                      <a:pt x="0" y="1063"/>
                      <a:pt x="5" y="1369"/>
                      <a:pt x="17" y="1369"/>
                    </a:cubicBezTo>
                    <a:cubicBezTo>
                      <a:pt x="31" y="1369"/>
                      <a:pt x="39" y="1063"/>
                      <a:pt x="43" y="687"/>
                    </a:cubicBezTo>
                    <a:cubicBezTo>
                      <a:pt x="48" y="306"/>
                      <a:pt x="43" y="0"/>
                      <a:pt x="3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4109;p48">
                <a:extLst>
                  <a:ext uri="{FF2B5EF4-FFF2-40B4-BE49-F238E27FC236}">
                    <a16:creationId xmlns:a16="http://schemas.microsoft.com/office/drawing/2014/main" id="{ACDD71DD-9829-34B4-7176-7E41D98E7D22}"/>
                  </a:ext>
                </a:extLst>
              </p:cNvPr>
              <p:cNvSpPr/>
              <p:nvPr/>
            </p:nvSpPr>
            <p:spPr>
              <a:xfrm>
                <a:off x="3405978" y="4703527"/>
                <a:ext cx="23336" cy="1262"/>
              </a:xfrm>
              <a:custGeom>
                <a:avLst/>
                <a:gdLst/>
                <a:ahLst/>
                <a:cxnLst/>
                <a:rect l="l" t="t" r="r" b="b"/>
                <a:pathLst>
                  <a:path w="980" h="53" extrusionOk="0">
                    <a:moveTo>
                      <a:pt x="51" y="0"/>
                    </a:moveTo>
                    <a:cubicBezTo>
                      <a:pt x="21" y="0"/>
                      <a:pt x="5" y="2"/>
                      <a:pt x="5" y="5"/>
                    </a:cubicBezTo>
                    <a:cubicBezTo>
                      <a:pt x="1" y="14"/>
                      <a:pt x="219" y="48"/>
                      <a:pt x="490" y="53"/>
                    </a:cubicBezTo>
                    <a:cubicBezTo>
                      <a:pt x="761" y="53"/>
                      <a:pt x="979" y="22"/>
                      <a:pt x="975" y="10"/>
                    </a:cubicBezTo>
                    <a:cubicBezTo>
                      <a:pt x="975" y="7"/>
                      <a:pt x="959" y="6"/>
                      <a:pt x="931" y="6"/>
                    </a:cubicBezTo>
                    <a:cubicBezTo>
                      <a:pt x="869" y="6"/>
                      <a:pt x="747" y="10"/>
                      <a:pt x="599" y="10"/>
                    </a:cubicBezTo>
                    <a:cubicBezTo>
                      <a:pt x="564" y="10"/>
                      <a:pt x="528" y="10"/>
                      <a:pt x="490" y="10"/>
                    </a:cubicBezTo>
                    <a:cubicBezTo>
                      <a:pt x="297" y="10"/>
                      <a:pt x="129" y="0"/>
                      <a:pt x="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4110;p48">
                <a:extLst>
                  <a:ext uri="{FF2B5EF4-FFF2-40B4-BE49-F238E27FC236}">
                    <a16:creationId xmlns:a16="http://schemas.microsoft.com/office/drawing/2014/main" id="{47DF1D39-B8E4-CCEA-8D1D-A0C7498CA46B}"/>
                  </a:ext>
                </a:extLst>
              </p:cNvPr>
              <p:cNvSpPr/>
              <p:nvPr/>
            </p:nvSpPr>
            <p:spPr>
              <a:xfrm>
                <a:off x="3390260" y="4703599"/>
                <a:ext cx="2738" cy="4548"/>
              </a:xfrm>
              <a:custGeom>
                <a:avLst/>
                <a:gdLst/>
                <a:ahLst/>
                <a:cxnLst/>
                <a:rect l="l" t="t" r="r" b="b"/>
                <a:pathLst>
                  <a:path w="115" h="191" extrusionOk="0">
                    <a:moveTo>
                      <a:pt x="14" y="1"/>
                    </a:moveTo>
                    <a:cubicBezTo>
                      <a:pt x="12" y="1"/>
                      <a:pt x="10" y="1"/>
                      <a:pt x="9" y="2"/>
                    </a:cubicBezTo>
                    <a:cubicBezTo>
                      <a:pt x="1" y="7"/>
                      <a:pt x="27" y="45"/>
                      <a:pt x="49" y="98"/>
                    </a:cubicBezTo>
                    <a:cubicBezTo>
                      <a:pt x="75" y="146"/>
                      <a:pt x="84" y="190"/>
                      <a:pt x="96" y="190"/>
                    </a:cubicBezTo>
                    <a:cubicBezTo>
                      <a:pt x="106" y="190"/>
                      <a:pt x="114" y="138"/>
                      <a:pt x="88" y="81"/>
                    </a:cubicBezTo>
                    <a:cubicBezTo>
                      <a:pt x="65" y="30"/>
                      <a:pt x="28" y="1"/>
                      <a:pt x="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4111;p48">
                <a:extLst>
                  <a:ext uri="{FF2B5EF4-FFF2-40B4-BE49-F238E27FC236}">
                    <a16:creationId xmlns:a16="http://schemas.microsoft.com/office/drawing/2014/main" id="{43470DFF-58EE-CE99-298E-BDB7E8FC583B}"/>
                  </a:ext>
                </a:extLst>
              </p:cNvPr>
              <p:cNvSpPr/>
              <p:nvPr/>
            </p:nvSpPr>
            <p:spPr>
              <a:xfrm>
                <a:off x="3384426" y="4696312"/>
                <a:ext cx="3358" cy="3024"/>
              </a:xfrm>
              <a:custGeom>
                <a:avLst/>
                <a:gdLst/>
                <a:ahLst/>
                <a:cxnLst/>
                <a:rect l="l" t="t" r="r" b="b"/>
                <a:pathLst>
                  <a:path w="141" h="127" extrusionOk="0">
                    <a:moveTo>
                      <a:pt x="15" y="0"/>
                    </a:moveTo>
                    <a:cubicBezTo>
                      <a:pt x="13" y="0"/>
                      <a:pt x="11" y="1"/>
                      <a:pt x="10" y="2"/>
                    </a:cubicBezTo>
                    <a:cubicBezTo>
                      <a:pt x="0" y="6"/>
                      <a:pt x="22" y="41"/>
                      <a:pt x="58" y="77"/>
                    </a:cubicBezTo>
                    <a:cubicBezTo>
                      <a:pt x="88" y="106"/>
                      <a:pt x="117" y="127"/>
                      <a:pt x="128" y="127"/>
                    </a:cubicBezTo>
                    <a:cubicBezTo>
                      <a:pt x="130" y="127"/>
                      <a:pt x="131" y="126"/>
                      <a:pt x="132" y="125"/>
                    </a:cubicBezTo>
                    <a:cubicBezTo>
                      <a:pt x="141" y="120"/>
                      <a:pt x="119" y="85"/>
                      <a:pt x="84" y="50"/>
                    </a:cubicBezTo>
                    <a:cubicBezTo>
                      <a:pt x="54" y="20"/>
                      <a:pt x="27" y="0"/>
                      <a:pt x="1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4112;p48">
                <a:extLst>
                  <a:ext uri="{FF2B5EF4-FFF2-40B4-BE49-F238E27FC236}">
                    <a16:creationId xmlns:a16="http://schemas.microsoft.com/office/drawing/2014/main" id="{B8D6D7DA-318C-03B5-A338-AE2FB1320CD7}"/>
                  </a:ext>
                </a:extLst>
              </p:cNvPr>
              <p:cNvSpPr/>
              <p:nvPr/>
            </p:nvSpPr>
            <p:spPr>
              <a:xfrm>
                <a:off x="3376138" y="4692525"/>
                <a:ext cx="4786" cy="2024"/>
              </a:xfrm>
              <a:custGeom>
                <a:avLst/>
                <a:gdLst/>
                <a:ahLst/>
                <a:cxnLst/>
                <a:rect l="l" t="t" r="r" b="b"/>
                <a:pathLst>
                  <a:path w="201" h="85" extrusionOk="0">
                    <a:moveTo>
                      <a:pt x="61" y="0"/>
                    </a:moveTo>
                    <a:cubicBezTo>
                      <a:pt x="25" y="0"/>
                      <a:pt x="0" y="12"/>
                      <a:pt x="3" y="22"/>
                    </a:cubicBezTo>
                    <a:cubicBezTo>
                      <a:pt x="8" y="30"/>
                      <a:pt x="52" y="30"/>
                      <a:pt x="100" y="48"/>
                    </a:cubicBezTo>
                    <a:cubicBezTo>
                      <a:pt x="142" y="62"/>
                      <a:pt x="173" y="84"/>
                      <a:pt x="186" y="84"/>
                    </a:cubicBezTo>
                    <a:cubicBezTo>
                      <a:pt x="188" y="84"/>
                      <a:pt x="190" y="84"/>
                      <a:pt x="191" y="82"/>
                    </a:cubicBezTo>
                    <a:cubicBezTo>
                      <a:pt x="201" y="78"/>
                      <a:pt x="174" y="30"/>
                      <a:pt x="112" y="8"/>
                    </a:cubicBezTo>
                    <a:cubicBezTo>
                      <a:pt x="94" y="3"/>
                      <a:pt x="77" y="0"/>
                      <a:pt x="6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4113;p48">
                <a:extLst>
                  <a:ext uri="{FF2B5EF4-FFF2-40B4-BE49-F238E27FC236}">
                    <a16:creationId xmlns:a16="http://schemas.microsoft.com/office/drawing/2014/main" id="{9B163DFD-CC54-ACC9-1B93-FE6D4346C0BA}"/>
                  </a:ext>
                </a:extLst>
              </p:cNvPr>
              <p:cNvSpPr/>
              <p:nvPr/>
            </p:nvSpPr>
            <p:spPr>
              <a:xfrm>
                <a:off x="3370185" y="4691239"/>
                <a:ext cx="2619" cy="1310"/>
              </a:xfrm>
              <a:custGeom>
                <a:avLst/>
                <a:gdLst/>
                <a:ahLst/>
                <a:cxnLst/>
                <a:rect l="l" t="t" r="r" b="b"/>
                <a:pathLst>
                  <a:path w="110" h="55" extrusionOk="0">
                    <a:moveTo>
                      <a:pt x="25" y="0"/>
                    </a:moveTo>
                    <a:cubicBezTo>
                      <a:pt x="14" y="0"/>
                      <a:pt x="7" y="3"/>
                      <a:pt x="5" y="10"/>
                    </a:cubicBezTo>
                    <a:cubicBezTo>
                      <a:pt x="1" y="18"/>
                      <a:pt x="17" y="36"/>
                      <a:pt x="48" y="44"/>
                    </a:cubicBezTo>
                    <a:cubicBezTo>
                      <a:pt x="61" y="51"/>
                      <a:pt x="74" y="54"/>
                      <a:pt x="84" y="54"/>
                    </a:cubicBezTo>
                    <a:cubicBezTo>
                      <a:pt x="95" y="54"/>
                      <a:pt x="103" y="51"/>
                      <a:pt x="105" y="44"/>
                    </a:cubicBezTo>
                    <a:cubicBezTo>
                      <a:pt x="110" y="36"/>
                      <a:pt x="88" y="18"/>
                      <a:pt x="61" y="10"/>
                    </a:cubicBezTo>
                    <a:cubicBezTo>
                      <a:pt x="48" y="3"/>
                      <a:pt x="35" y="0"/>
                      <a:pt x="2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4114;p48">
                <a:extLst>
                  <a:ext uri="{FF2B5EF4-FFF2-40B4-BE49-F238E27FC236}">
                    <a16:creationId xmlns:a16="http://schemas.microsoft.com/office/drawing/2014/main" id="{881D5130-AA89-D2DC-D8C3-92757CE2B71D}"/>
                  </a:ext>
                </a:extLst>
              </p:cNvPr>
              <p:cNvSpPr/>
              <p:nvPr/>
            </p:nvSpPr>
            <p:spPr>
              <a:xfrm>
                <a:off x="3124656" y="4497889"/>
                <a:ext cx="97322" cy="143137"/>
              </a:xfrm>
              <a:custGeom>
                <a:avLst/>
                <a:gdLst/>
                <a:ahLst/>
                <a:cxnLst/>
                <a:rect l="l" t="t" r="r" b="b"/>
                <a:pathLst>
                  <a:path w="4087" h="6011" extrusionOk="0">
                    <a:moveTo>
                      <a:pt x="2090" y="0"/>
                    </a:moveTo>
                    <a:lnTo>
                      <a:pt x="1" y="1555"/>
                    </a:lnTo>
                    <a:lnTo>
                      <a:pt x="115" y="1726"/>
                    </a:lnTo>
                    <a:cubicBezTo>
                      <a:pt x="626" y="2495"/>
                      <a:pt x="2767" y="5585"/>
                      <a:pt x="3288" y="5966"/>
                    </a:cubicBezTo>
                    <a:cubicBezTo>
                      <a:pt x="3330" y="5997"/>
                      <a:pt x="3363" y="6011"/>
                      <a:pt x="3387" y="6011"/>
                    </a:cubicBezTo>
                    <a:cubicBezTo>
                      <a:pt x="3696" y="6011"/>
                      <a:pt x="2675" y="3741"/>
                      <a:pt x="2675" y="3741"/>
                    </a:cubicBezTo>
                    <a:lnTo>
                      <a:pt x="4087" y="2666"/>
                    </a:lnTo>
                    <a:lnTo>
                      <a:pt x="2090"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4115;p48">
                <a:extLst>
                  <a:ext uri="{FF2B5EF4-FFF2-40B4-BE49-F238E27FC236}">
                    <a16:creationId xmlns:a16="http://schemas.microsoft.com/office/drawing/2014/main" id="{6F04F7FA-E71A-1395-E21A-2BE828E4C33F}"/>
                  </a:ext>
                </a:extLst>
              </p:cNvPr>
              <p:cNvSpPr/>
              <p:nvPr/>
            </p:nvSpPr>
            <p:spPr>
              <a:xfrm>
                <a:off x="3143279" y="4520989"/>
                <a:ext cx="143" cy="24"/>
              </a:xfrm>
              <a:custGeom>
                <a:avLst/>
                <a:gdLst/>
                <a:ahLst/>
                <a:cxnLst/>
                <a:rect l="l" t="t" r="r" b="b"/>
                <a:pathLst>
                  <a:path w="6" h="1" extrusionOk="0">
                    <a:moveTo>
                      <a:pt x="5" y="0"/>
                    </a:moveTo>
                    <a:lnTo>
                      <a:pt x="1" y="0"/>
                    </a:lnTo>
                    <a:lnTo>
                      <a:pt x="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4116;p48">
                <a:extLst>
                  <a:ext uri="{FF2B5EF4-FFF2-40B4-BE49-F238E27FC236}">
                    <a16:creationId xmlns:a16="http://schemas.microsoft.com/office/drawing/2014/main" id="{4E07BDE4-E810-EA48-5C82-B54D321830CE}"/>
                  </a:ext>
                </a:extLst>
              </p:cNvPr>
              <p:cNvSpPr/>
              <p:nvPr/>
            </p:nvSpPr>
            <p:spPr>
              <a:xfrm>
                <a:off x="3125609" y="4520989"/>
                <a:ext cx="24479" cy="35933"/>
              </a:xfrm>
              <a:custGeom>
                <a:avLst/>
                <a:gdLst/>
                <a:ahLst/>
                <a:cxnLst/>
                <a:rect l="l" t="t" r="r" b="b"/>
                <a:pathLst>
                  <a:path w="1028" h="1509" extrusionOk="0">
                    <a:moveTo>
                      <a:pt x="743" y="0"/>
                    </a:moveTo>
                    <a:lnTo>
                      <a:pt x="0" y="559"/>
                    </a:lnTo>
                    <a:lnTo>
                      <a:pt x="27" y="547"/>
                    </a:lnTo>
                    <a:lnTo>
                      <a:pt x="735" y="1508"/>
                    </a:lnTo>
                    <a:cubicBezTo>
                      <a:pt x="914" y="1307"/>
                      <a:pt x="1015" y="1041"/>
                      <a:pt x="1019" y="769"/>
                    </a:cubicBezTo>
                    <a:cubicBezTo>
                      <a:pt x="1027" y="486"/>
                      <a:pt x="936" y="214"/>
                      <a:pt x="747"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4117;p48">
                <a:extLst>
                  <a:ext uri="{FF2B5EF4-FFF2-40B4-BE49-F238E27FC236}">
                    <a16:creationId xmlns:a16="http://schemas.microsoft.com/office/drawing/2014/main" id="{83C63B35-72A5-0437-5DA8-A6C2DCCB9836}"/>
                  </a:ext>
                </a:extLst>
              </p:cNvPr>
              <p:cNvSpPr/>
              <p:nvPr/>
            </p:nvSpPr>
            <p:spPr>
              <a:xfrm>
                <a:off x="3124656" y="4534920"/>
                <a:ext cx="81724" cy="106489"/>
              </a:xfrm>
              <a:custGeom>
                <a:avLst/>
                <a:gdLst/>
                <a:ahLst/>
                <a:cxnLst/>
                <a:rect l="l" t="t" r="r" b="b"/>
                <a:pathLst>
                  <a:path w="3432" h="4472" extrusionOk="0">
                    <a:moveTo>
                      <a:pt x="1" y="0"/>
                    </a:moveTo>
                    <a:cubicBezTo>
                      <a:pt x="425" y="678"/>
                      <a:pt x="1160" y="1718"/>
                      <a:pt x="1836" y="2623"/>
                    </a:cubicBezTo>
                    <a:cubicBezTo>
                      <a:pt x="1128" y="1658"/>
                      <a:pt x="390" y="583"/>
                      <a:pt x="115" y="171"/>
                    </a:cubicBezTo>
                    <a:lnTo>
                      <a:pt x="1" y="0"/>
                    </a:lnTo>
                    <a:close/>
                    <a:moveTo>
                      <a:pt x="3217" y="3514"/>
                    </a:moveTo>
                    <a:lnTo>
                      <a:pt x="3217" y="3514"/>
                    </a:lnTo>
                    <a:cubicBezTo>
                      <a:pt x="3233" y="3556"/>
                      <a:pt x="3249" y="3599"/>
                      <a:pt x="3264" y="3640"/>
                    </a:cubicBezTo>
                    <a:lnTo>
                      <a:pt x="3264" y="3640"/>
                    </a:lnTo>
                    <a:cubicBezTo>
                      <a:pt x="3241" y="3577"/>
                      <a:pt x="3223" y="3530"/>
                      <a:pt x="3217" y="3514"/>
                    </a:cubicBezTo>
                    <a:close/>
                    <a:moveTo>
                      <a:pt x="3264" y="3640"/>
                    </a:moveTo>
                    <a:lnTo>
                      <a:pt x="3264" y="3640"/>
                    </a:lnTo>
                    <a:cubicBezTo>
                      <a:pt x="3273" y="3665"/>
                      <a:pt x="3282" y="3691"/>
                      <a:pt x="3292" y="3720"/>
                    </a:cubicBezTo>
                    <a:cubicBezTo>
                      <a:pt x="3283" y="3694"/>
                      <a:pt x="3274" y="3667"/>
                      <a:pt x="3264" y="3640"/>
                    </a:cubicBezTo>
                    <a:close/>
                    <a:moveTo>
                      <a:pt x="3261" y="4389"/>
                    </a:moveTo>
                    <a:cubicBezTo>
                      <a:pt x="3263" y="4390"/>
                      <a:pt x="3264" y="4392"/>
                      <a:pt x="3266" y="4393"/>
                    </a:cubicBezTo>
                    <a:lnTo>
                      <a:pt x="3266" y="4393"/>
                    </a:lnTo>
                    <a:cubicBezTo>
                      <a:pt x="3264" y="4391"/>
                      <a:pt x="3263" y="4390"/>
                      <a:pt x="3261" y="4389"/>
                    </a:cubicBezTo>
                    <a:close/>
                    <a:moveTo>
                      <a:pt x="3266" y="4393"/>
                    </a:moveTo>
                    <a:cubicBezTo>
                      <a:pt x="3320" y="4443"/>
                      <a:pt x="3357" y="4472"/>
                      <a:pt x="3379" y="4472"/>
                    </a:cubicBezTo>
                    <a:cubicBezTo>
                      <a:pt x="3405" y="4472"/>
                      <a:pt x="3423" y="4454"/>
                      <a:pt x="3431" y="4423"/>
                    </a:cubicBezTo>
                    <a:lnTo>
                      <a:pt x="3431" y="4423"/>
                    </a:lnTo>
                    <a:cubicBezTo>
                      <a:pt x="3423" y="4441"/>
                      <a:pt x="3409" y="4454"/>
                      <a:pt x="3388" y="4454"/>
                    </a:cubicBezTo>
                    <a:cubicBezTo>
                      <a:pt x="3362" y="4454"/>
                      <a:pt x="3331" y="4441"/>
                      <a:pt x="3288" y="4411"/>
                    </a:cubicBezTo>
                    <a:cubicBezTo>
                      <a:pt x="3280" y="4403"/>
                      <a:pt x="3273" y="4399"/>
                      <a:pt x="3266" y="439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4118;p48">
                <a:extLst>
                  <a:ext uri="{FF2B5EF4-FFF2-40B4-BE49-F238E27FC236}">
                    <a16:creationId xmlns:a16="http://schemas.microsoft.com/office/drawing/2014/main" id="{B3440E06-83EF-56C5-7A89-9474125767EE}"/>
                  </a:ext>
                </a:extLst>
              </p:cNvPr>
              <p:cNvSpPr/>
              <p:nvPr/>
            </p:nvSpPr>
            <p:spPr>
              <a:xfrm>
                <a:off x="3124656" y="4534301"/>
                <a:ext cx="82677" cy="106680"/>
              </a:xfrm>
              <a:custGeom>
                <a:avLst/>
                <a:gdLst/>
                <a:ahLst/>
                <a:cxnLst/>
                <a:rect l="l" t="t" r="r" b="b"/>
                <a:pathLst>
                  <a:path w="3472" h="4480" extrusionOk="0">
                    <a:moveTo>
                      <a:pt x="40" y="0"/>
                    </a:moveTo>
                    <a:lnTo>
                      <a:pt x="1" y="26"/>
                    </a:lnTo>
                    <a:lnTo>
                      <a:pt x="115" y="197"/>
                    </a:lnTo>
                    <a:cubicBezTo>
                      <a:pt x="390" y="609"/>
                      <a:pt x="1128" y="1684"/>
                      <a:pt x="1836" y="2649"/>
                    </a:cubicBezTo>
                    <a:cubicBezTo>
                      <a:pt x="2449" y="3471"/>
                      <a:pt x="3016" y="4179"/>
                      <a:pt x="3261" y="4415"/>
                    </a:cubicBezTo>
                    <a:cubicBezTo>
                      <a:pt x="3270" y="4423"/>
                      <a:pt x="3278" y="4427"/>
                      <a:pt x="3288" y="4437"/>
                    </a:cubicBezTo>
                    <a:cubicBezTo>
                      <a:pt x="3331" y="4467"/>
                      <a:pt x="3362" y="4480"/>
                      <a:pt x="3388" y="4480"/>
                    </a:cubicBezTo>
                    <a:cubicBezTo>
                      <a:pt x="3409" y="4480"/>
                      <a:pt x="3423" y="4467"/>
                      <a:pt x="3431" y="4449"/>
                    </a:cubicBezTo>
                    <a:cubicBezTo>
                      <a:pt x="3471" y="4318"/>
                      <a:pt x="3366" y="3973"/>
                      <a:pt x="3292" y="3746"/>
                    </a:cubicBezTo>
                    <a:cubicBezTo>
                      <a:pt x="3270" y="3681"/>
                      <a:pt x="3244" y="3610"/>
                      <a:pt x="3217" y="3540"/>
                    </a:cubicBezTo>
                    <a:lnTo>
                      <a:pt x="3217" y="3536"/>
                    </a:lnTo>
                    <a:cubicBezTo>
                      <a:pt x="3179" y="3488"/>
                      <a:pt x="3117" y="3471"/>
                      <a:pt x="3047" y="3471"/>
                    </a:cubicBezTo>
                    <a:cubicBezTo>
                      <a:pt x="2890" y="3471"/>
                      <a:pt x="2697" y="3558"/>
                      <a:pt x="2697" y="3558"/>
                    </a:cubicBezTo>
                    <a:lnTo>
                      <a:pt x="775" y="949"/>
                    </a:lnTo>
                    <a:cubicBezTo>
                      <a:pt x="766" y="958"/>
                      <a:pt x="757" y="966"/>
                      <a:pt x="748" y="976"/>
                    </a:cubicBezTo>
                    <a:lnTo>
                      <a:pt x="40"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4119;p48">
                <a:extLst>
                  <a:ext uri="{FF2B5EF4-FFF2-40B4-BE49-F238E27FC236}">
                    <a16:creationId xmlns:a16="http://schemas.microsoft.com/office/drawing/2014/main" id="{670A048A-2075-0214-36DE-2C938A01EF38}"/>
                  </a:ext>
                </a:extLst>
              </p:cNvPr>
              <p:cNvSpPr/>
              <p:nvPr/>
            </p:nvSpPr>
            <p:spPr>
              <a:xfrm>
                <a:off x="3125609" y="4533991"/>
                <a:ext cx="17502" cy="23551"/>
              </a:xfrm>
              <a:custGeom>
                <a:avLst/>
                <a:gdLst/>
                <a:ahLst/>
                <a:cxnLst/>
                <a:rect l="l" t="t" r="r" b="b"/>
                <a:pathLst>
                  <a:path w="735" h="989" extrusionOk="0">
                    <a:moveTo>
                      <a:pt x="27" y="1"/>
                    </a:moveTo>
                    <a:lnTo>
                      <a:pt x="0" y="13"/>
                    </a:lnTo>
                    <a:lnTo>
                      <a:pt x="708" y="989"/>
                    </a:lnTo>
                    <a:cubicBezTo>
                      <a:pt x="717" y="979"/>
                      <a:pt x="726" y="971"/>
                      <a:pt x="735" y="962"/>
                    </a:cubicBezTo>
                    <a:lnTo>
                      <a:pt x="27" y="1"/>
                    </a:lnTo>
                    <a:close/>
                  </a:path>
                </a:pathLst>
              </a:custGeom>
              <a:solidFill>
                <a:srgbClr val="F4AA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4120;p48">
                <a:extLst>
                  <a:ext uri="{FF2B5EF4-FFF2-40B4-BE49-F238E27FC236}">
                    <a16:creationId xmlns:a16="http://schemas.microsoft.com/office/drawing/2014/main" id="{DEC25889-B8BF-188C-BE1D-45595546C767}"/>
                  </a:ext>
                </a:extLst>
              </p:cNvPr>
              <p:cNvSpPr/>
              <p:nvPr/>
            </p:nvSpPr>
            <p:spPr>
              <a:xfrm>
                <a:off x="3125418" y="4532944"/>
                <a:ext cx="80748" cy="107752"/>
              </a:xfrm>
              <a:custGeom>
                <a:avLst/>
                <a:gdLst/>
                <a:ahLst/>
                <a:cxnLst/>
                <a:rect l="l" t="t" r="r" b="b"/>
                <a:pathLst>
                  <a:path w="3391" h="4525" extrusionOk="0">
                    <a:moveTo>
                      <a:pt x="4" y="1"/>
                    </a:moveTo>
                    <a:cubicBezTo>
                      <a:pt x="0" y="1"/>
                      <a:pt x="13" y="18"/>
                      <a:pt x="30" y="49"/>
                    </a:cubicBezTo>
                    <a:cubicBezTo>
                      <a:pt x="61" y="93"/>
                      <a:pt x="91" y="136"/>
                      <a:pt x="122" y="188"/>
                    </a:cubicBezTo>
                    <a:cubicBezTo>
                      <a:pt x="218" y="325"/>
                      <a:pt x="331" y="490"/>
                      <a:pt x="467" y="687"/>
                    </a:cubicBezTo>
                    <a:cubicBezTo>
                      <a:pt x="755" y="1106"/>
                      <a:pt x="1171" y="1683"/>
                      <a:pt x="1638" y="2308"/>
                    </a:cubicBezTo>
                    <a:cubicBezTo>
                      <a:pt x="2106" y="2933"/>
                      <a:pt x="2543" y="3488"/>
                      <a:pt x="2862" y="3885"/>
                    </a:cubicBezTo>
                    <a:cubicBezTo>
                      <a:pt x="3015" y="4069"/>
                      <a:pt x="3141" y="4226"/>
                      <a:pt x="3246" y="4353"/>
                    </a:cubicBezTo>
                    <a:cubicBezTo>
                      <a:pt x="3286" y="4402"/>
                      <a:pt x="3321" y="4441"/>
                      <a:pt x="3351" y="4480"/>
                    </a:cubicBezTo>
                    <a:cubicBezTo>
                      <a:pt x="3377" y="4511"/>
                      <a:pt x="3391" y="4524"/>
                      <a:pt x="3391" y="4524"/>
                    </a:cubicBezTo>
                    <a:cubicBezTo>
                      <a:pt x="3391" y="4524"/>
                      <a:pt x="3383" y="4506"/>
                      <a:pt x="3360" y="4476"/>
                    </a:cubicBezTo>
                    <a:cubicBezTo>
                      <a:pt x="3330" y="4436"/>
                      <a:pt x="3294" y="4393"/>
                      <a:pt x="3260" y="4345"/>
                    </a:cubicBezTo>
                    <a:cubicBezTo>
                      <a:pt x="3155" y="4214"/>
                      <a:pt x="3032" y="4056"/>
                      <a:pt x="2884" y="3869"/>
                    </a:cubicBezTo>
                    <a:cubicBezTo>
                      <a:pt x="2570" y="3466"/>
                      <a:pt x="2136" y="2907"/>
                      <a:pt x="1669" y="2282"/>
                    </a:cubicBezTo>
                    <a:cubicBezTo>
                      <a:pt x="1201" y="1657"/>
                      <a:pt x="787" y="1085"/>
                      <a:pt x="489" y="670"/>
                    </a:cubicBezTo>
                    <a:cubicBezTo>
                      <a:pt x="349" y="477"/>
                      <a:pt x="231" y="311"/>
                      <a:pt x="135" y="180"/>
                    </a:cubicBezTo>
                    <a:cubicBezTo>
                      <a:pt x="100" y="128"/>
                      <a:pt x="69" y="83"/>
                      <a:pt x="39" y="45"/>
                    </a:cubicBezTo>
                    <a:cubicBezTo>
                      <a:pt x="17" y="14"/>
                      <a:pt x="4" y="1"/>
                      <a:pt x="4"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4121;p48">
                <a:extLst>
                  <a:ext uri="{FF2B5EF4-FFF2-40B4-BE49-F238E27FC236}">
                    <a16:creationId xmlns:a16="http://schemas.microsoft.com/office/drawing/2014/main" id="{2609F527-D6FB-81B5-B261-E1B26D4F382B}"/>
                  </a:ext>
                </a:extLst>
              </p:cNvPr>
              <p:cNvSpPr/>
              <p:nvPr/>
            </p:nvSpPr>
            <p:spPr>
              <a:xfrm>
                <a:off x="3187622" y="4616676"/>
                <a:ext cx="14883" cy="3119"/>
              </a:xfrm>
              <a:custGeom>
                <a:avLst/>
                <a:gdLst/>
                <a:ahLst/>
                <a:cxnLst/>
                <a:rect l="l" t="t" r="r" b="b"/>
                <a:pathLst>
                  <a:path w="625" h="131" extrusionOk="0">
                    <a:moveTo>
                      <a:pt x="358" y="0"/>
                    </a:moveTo>
                    <a:cubicBezTo>
                      <a:pt x="342" y="0"/>
                      <a:pt x="325" y="1"/>
                      <a:pt x="307" y="2"/>
                    </a:cubicBezTo>
                    <a:cubicBezTo>
                      <a:pt x="123" y="20"/>
                      <a:pt x="1" y="121"/>
                      <a:pt x="10" y="129"/>
                    </a:cubicBezTo>
                    <a:cubicBezTo>
                      <a:pt x="11" y="130"/>
                      <a:pt x="11" y="130"/>
                      <a:pt x="13" y="130"/>
                    </a:cubicBezTo>
                    <a:cubicBezTo>
                      <a:pt x="32" y="130"/>
                      <a:pt x="146" y="59"/>
                      <a:pt x="311" y="46"/>
                    </a:cubicBezTo>
                    <a:cubicBezTo>
                      <a:pt x="336" y="44"/>
                      <a:pt x="361" y="43"/>
                      <a:pt x="384" y="43"/>
                    </a:cubicBezTo>
                    <a:cubicBezTo>
                      <a:pt x="501" y="43"/>
                      <a:pt x="589" y="70"/>
                      <a:pt x="612" y="70"/>
                    </a:cubicBezTo>
                    <a:cubicBezTo>
                      <a:pt x="615" y="70"/>
                      <a:pt x="617" y="70"/>
                      <a:pt x="617" y="68"/>
                    </a:cubicBezTo>
                    <a:cubicBezTo>
                      <a:pt x="625" y="65"/>
                      <a:pt x="515" y="0"/>
                      <a:pt x="35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4122;p48">
                <a:extLst>
                  <a:ext uri="{FF2B5EF4-FFF2-40B4-BE49-F238E27FC236}">
                    <a16:creationId xmlns:a16="http://schemas.microsoft.com/office/drawing/2014/main" id="{F45D3F05-2898-3E7C-683B-B84E7EB0AE4A}"/>
                  </a:ext>
                </a:extLst>
              </p:cNvPr>
              <p:cNvSpPr/>
              <p:nvPr/>
            </p:nvSpPr>
            <p:spPr>
              <a:xfrm>
                <a:off x="3183264" y="4592980"/>
                <a:ext cx="7930" cy="1143"/>
              </a:xfrm>
              <a:custGeom>
                <a:avLst/>
                <a:gdLst/>
                <a:ahLst/>
                <a:cxnLst/>
                <a:rect l="l" t="t" r="r" b="b"/>
                <a:pathLst>
                  <a:path w="333" h="48" extrusionOk="0">
                    <a:moveTo>
                      <a:pt x="260" y="1"/>
                    </a:moveTo>
                    <a:cubicBezTo>
                      <a:pt x="234" y="1"/>
                      <a:pt x="201" y="3"/>
                      <a:pt x="167" y="6"/>
                    </a:cubicBezTo>
                    <a:cubicBezTo>
                      <a:pt x="75" y="10"/>
                      <a:pt x="0" y="27"/>
                      <a:pt x="4" y="37"/>
                    </a:cubicBezTo>
                    <a:cubicBezTo>
                      <a:pt x="4" y="45"/>
                      <a:pt x="34" y="48"/>
                      <a:pt x="79" y="48"/>
                    </a:cubicBezTo>
                    <a:cubicBezTo>
                      <a:pt x="104" y="48"/>
                      <a:pt x="135" y="47"/>
                      <a:pt x="167" y="45"/>
                    </a:cubicBezTo>
                    <a:cubicBezTo>
                      <a:pt x="258" y="37"/>
                      <a:pt x="333" y="23"/>
                      <a:pt x="328" y="10"/>
                    </a:cubicBezTo>
                    <a:cubicBezTo>
                      <a:pt x="328" y="5"/>
                      <a:pt x="301" y="1"/>
                      <a:pt x="26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4123;p48">
                <a:extLst>
                  <a:ext uri="{FF2B5EF4-FFF2-40B4-BE49-F238E27FC236}">
                    <a16:creationId xmlns:a16="http://schemas.microsoft.com/office/drawing/2014/main" id="{BCC51747-B4AC-E48A-46AF-7C0A5CA90555}"/>
                  </a:ext>
                </a:extLst>
              </p:cNvPr>
              <p:cNvSpPr/>
              <p:nvPr/>
            </p:nvSpPr>
            <p:spPr>
              <a:xfrm>
                <a:off x="3182097" y="4586550"/>
                <a:ext cx="6691" cy="1595"/>
              </a:xfrm>
              <a:custGeom>
                <a:avLst/>
                <a:gdLst/>
                <a:ahLst/>
                <a:cxnLst/>
                <a:rect l="l" t="t" r="r" b="b"/>
                <a:pathLst>
                  <a:path w="281" h="67" extrusionOk="0">
                    <a:moveTo>
                      <a:pt x="27" y="0"/>
                    </a:moveTo>
                    <a:cubicBezTo>
                      <a:pt x="14" y="0"/>
                      <a:pt x="6" y="2"/>
                      <a:pt x="6" y="5"/>
                    </a:cubicBezTo>
                    <a:cubicBezTo>
                      <a:pt x="1" y="18"/>
                      <a:pt x="63" y="40"/>
                      <a:pt x="137" y="53"/>
                    </a:cubicBezTo>
                    <a:cubicBezTo>
                      <a:pt x="184" y="61"/>
                      <a:pt x="227" y="66"/>
                      <a:pt x="253" y="66"/>
                    </a:cubicBezTo>
                    <a:cubicBezTo>
                      <a:pt x="268" y="66"/>
                      <a:pt x="277" y="65"/>
                      <a:pt x="277" y="61"/>
                    </a:cubicBezTo>
                    <a:cubicBezTo>
                      <a:pt x="281" y="49"/>
                      <a:pt x="220" y="27"/>
                      <a:pt x="146" y="14"/>
                    </a:cubicBezTo>
                    <a:cubicBezTo>
                      <a:pt x="97" y="5"/>
                      <a:pt x="53" y="0"/>
                      <a:pt x="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4124;p48">
                <a:extLst>
                  <a:ext uri="{FF2B5EF4-FFF2-40B4-BE49-F238E27FC236}">
                    <a16:creationId xmlns:a16="http://schemas.microsoft.com/office/drawing/2014/main" id="{D5E57070-9DEE-DD8A-055F-9FF3FB383D04}"/>
                  </a:ext>
                </a:extLst>
              </p:cNvPr>
              <p:cNvSpPr/>
              <p:nvPr/>
            </p:nvSpPr>
            <p:spPr>
              <a:xfrm>
                <a:off x="3185550" y="4578930"/>
                <a:ext cx="5310" cy="6739"/>
              </a:xfrm>
              <a:custGeom>
                <a:avLst/>
                <a:gdLst/>
                <a:ahLst/>
                <a:cxnLst/>
                <a:rect l="l" t="t" r="r" b="b"/>
                <a:pathLst>
                  <a:path w="223" h="283" extrusionOk="0">
                    <a:moveTo>
                      <a:pt x="11" y="1"/>
                    </a:moveTo>
                    <a:cubicBezTo>
                      <a:pt x="10" y="1"/>
                      <a:pt x="10" y="1"/>
                      <a:pt x="9" y="2"/>
                    </a:cubicBezTo>
                    <a:cubicBezTo>
                      <a:pt x="1" y="6"/>
                      <a:pt x="39" y="76"/>
                      <a:pt x="97" y="155"/>
                    </a:cubicBezTo>
                    <a:cubicBezTo>
                      <a:pt x="150" y="225"/>
                      <a:pt x="200" y="282"/>
                      <a:pt x="213" y="282"/>
                    </a:cubicBezTo>
                    <a:cubicBezTo>
                      <a:pt x="213" y="282"/>
                      <a:pt x="214" y="282"/>
                      <a:pt x="215" y="282"/>
                    </a:cubicBezTo>
                    <a:cubicBezTo>
                      <a:pt x="223" y="276"/>
                      <a:pt x="184" y="207"/>
                      <a:pt x="128" y="128"/>
                    </a:cubicBezTo>
                    <a:cubicBezTo>
                      <a:pt x="74" y="59"/>
                      <a:pt x="25" y="1"/>
                      <a:pt x="1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4125;p48">
                <a:extLst>
                  <a:ext uri="{FF2B5EF4-FFF2-40B4-BE49-F238E27FC236}">
                    <a16:creationId xmlns:a16="http://schemas.microsoft.com/office/drawing/2014/main" id="{8CCD1B16-C429-9736-01F4-D210D93B57A8}"/>
                  </a:ext>
                </a:extLst>
              </p:cNvPr>
              <p:cNvSpPr/>
              <p:nvPr/>
            </p:nvSpPr>
            <p:spPr>
              <a:xfrm>
                <a:off x="3188884" y="4574691"/>
                <a:ext cx="5524" cy="7953"/>
              </a:xfrm>
              <a:custGeom>
                <a:avLst/>
                <a:gdLst/>
                <a:ahLst/>
                <a:cxnLst/>
                <a:rect l="l" t="t" r="r" b="b"/>
                <a:pathLst>
                  <a:path w="232" h="334" extrusionOk="0">
                    <a:moveTo>
                      <a:pt x="11" y="0"/>
                    </a:moveTo>
                    <a:cubicBezTo>
                      <a:pt x="10" y="0"/>
                      <a:pt x="10" y="0"/>
                      <a:pt x="10" y="0"/>
                    </a:cubicBezTo>
                    <a:cubicBezTo>
                      <a:pt x="0" y="0"/>
                      <a:pt x="22" y="93"/>
                      <a:pt x="83" y="188"/>
                    </a:cubicBezTo>
                    <a:cubicBezTo>
                      <a:pt x="137" y="278"/>
                      <a:pt x="205" y="334"/>
                      <a:pt x="221" y="334"/>
                    </a:cubicBezTo>
                    <a:cubicBezTo>
                      <a:pt x="222" y="334"/>
                      <a:pt x="223" y="333"/>
                      <a:pt x="224" y="333"/>
                    </a:cubicBezTo>
                    <a:cubicBezTo>
                      <a:pt x="232" y="323"/>
                      <a:pt x="171" y="258"/>
                      <a:pt x="114" y="166"/>
                    </a:cubicBezTo>
                    <a:cubicBezTo>
                      <a:pt x="58" y="77"/>
                      <a:pt x="24" y="0"/>
                      <a:pt x="1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4126;p48">
                <a:extLst>
                  <a:ext uri="{FF2B5EF4-FFF2-40B4-BE49-F238E27FC236}">
                    <a16:creationId xmlns:a16="http://schemas.microsoft.com/office/drawing/2014/main" id="{5442F4BD-5386-287E-F7F2-7C780BE5AC35}"/>
                  </a:ext>
                </a:extLst>
              </p:cNvPr>
              <p:cNvSpPr/>
              <p:nvPr/>
            </p:nvSpPr>
            <p:spPr>
              <a:xfrm>
                <a:off x="3189813" y="4591861"/>
                <a:ext cx="14073" cy="9644"/>
              </a:xfrm>
              <a:custGeom>
                <a:avLst/>
                <a:gdLst/>
                <a:ahLst/>
                <a:cxnLst/>
                <a:rect l="l" t="t" r="r" b="b"/>
                <a:pathLst>
                  <a:path w="591" h="405" extrusionOk="0">
                    <a:moveTo>
                      <a:pt x="173" y="30"/>
                    </a:moveTo>
                    <a:cubicBezTo>
                      <a:pt x="183" y="30"/>
                      <a:pt x="195" y="30"/>
                      <a:pt x="207" y="31"/>
                    </a:cubicBezTo>
                    <a:cubicBezTo>
                      <a:pt x="267" y="31"/>
                      <a:pt x="342" y="53"/>
                      <a:pt x="411" y="106"/>
                    </a:cubicBezTo>
                    <a:cubicBezTo>
                      <a:pt x="473" y="149"/>
                      <a:pt x="542" y="232"/>
                      <a:pt x="552" y="320"/>
                    </a:cubicBezTo>
                    <a:cubicBezTo>
                      <a:pt x="552" y="348"/>
                      <a:pt x="528" y="365"/>
                      <a:pt x="500" y="365"/>
                    </a:cubicBezTo>
                    <a:cubicBezTo>
                      <a:pt x="490" y="365"/>
                      <a:pt x="479" y="363"/>
                      <a:pt x="469" y="358"/>
                    </a:cubicBezTo>
                    <a:cubicBezTo>
                      <a:pt x="429" y="342"/>
                      <a:pt x="390" y="315"/>
                      <a:pt x="354" y="293"/>
                    </a:cubicBezTo>
                    <a:cubicBezTo>
                      <a:pt x="285" y="245"/>
                      <a:pt x="223" y="193"/>
                      <a:pt x="175" y="149"/>
                    </a:cubicBezTo>
                    <a:cubicBezTo>
                      <a:pt x="131" y="106"/>
                      <a:pt x="95" y="69"/>
                      <a:pt x="70" y="42"/>
                    </a:cubicBezTo>
                    <a:lnTo>
                      <a:pt x="70" y="42"/>
                    </a:lnTo>
                    <a:cubicBezTo>
                      <a:pt x="97" y="36"/>
                      <a:pt x="131" y="30"/>
                      <a:pt x="173" y="30"/>
                    </a:cubicBezTo>
                    <a:close/>
                    <a:moveTo>
                      <a:pt x="28" y="1"/>
                    </a:moveTo>
                    <a:cubicBezTo>
                      <a:pt x="28" y="1"/>
                      <a:pt x="27" y="1"/>
                      <a:pt x="27" y="1"/>
                    </a:cubicBezTo>
                    <a:cubicBezTo>
                      <a:pt x="26" y="2"/>
                      <a:pt x="31" y="14"/>
                      <a:pt x="44" y="33"/>
                    </a:cubicBezTo>
                    <a:lnTo>
                      <a:pt x="44" y="33"/>
                    </a:lnTo>
                    <a:cubicBezTo>
                      <a:pt x="12" y="45"/>
                      <a:pt x="1" y="58"/>
                      <a:pt x="1" y="62"/>
                    </a:cubicBezTo>
                    <a:cubicBezTo>
                      <a:pt x="1" y="62"/>
                      <a:pt x="2" y="63"/>
                      <a:pt x="3" y="63"/>
                    </a:cubicBezTo>
                    <a:cubicBezTo>
                      <a:pt x="9" y="63"/>
                      <a:pt x="26" y="55"/>
                      <a:pt x="53" y="47"/>
                    </a:cubicBezTo>
                    <a:lnTo>
                      <a:pt x="53" y="47"/>
                    </a:lnTo>
                    <a:cubicBezTo>
                      <a:pt x="75" y="77"/>
                      <a:pt x="110" y="120"/>
                      <a:pt x="158" y="171"/>
                    </a:cubicBezTo>
                    <a:cubicBezTo>
                      <a:pt x="201" y="219"/>
                      <a:pt x="263" y="271"/>
                      <a:pt x="332" y="324"/>
                    </a:cubicBezTo>
                    <a:cubicBezTo>
                      <a:pt x="372" y="346"/>
                      <a:pt x="407" y="376"/>
                      <a:pt x="455" y="394"/>
                    </a:cubicBezTo>
                    <a:cubicBezTo>
                      <a:pt x="472" y="399"/>
                      <a:pt x="488" y="405"/>
                      <a:pt x="507" y="405"/>
                    </a:cubicBezTo>
                    <a:cubicBezTo>
                      <a:pt x="518" y="405"/>
                      <a:pt x="529" y="403"/>
                      <a:pt x="542" y="398"/>
                    </a:cubicBezTo>
                    <a:cubicBezTo>
                      <a:pt x="574" y="385"/>
                      <a:pt x="590" y="350"/>
                      <a:pt x="590" y="320"/>
                    </a:cubicBezTo>
                    <a:cubicBezTo>
                      <a:pt x="553" y="98"/>
                      <a:pt x="349" y="1"/>
                      <a:pt x="217" y="1"/>
                    </a:cubicBezTo>
                    <a:cubicBezTo>
                      <a:pt x="213" y="1"/>
                      <a:pt x="210" y="1"/>
                      <a:pt x="207" y="1"/>
                    </a:cubicBezTo>
                    <a:cubicBezTo>
                      <a:pt x="141" y="1"/>
                      <a:pt x="92" y="15"/>
                      <a:pt x="57" y="28"/>
                    </a:cubicBezTo>
                    <a:lnTo>
                      <a:pt x="57" y="28"/>
                    </a:lnTo>
                    <a:cubicBezTo>
                      <a:pt x="41" y="11"/>
                      <a:pt x="31" y="1"/>
                      <a:pt x="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4127;p48">
                <a:extLst>
                  <a:ext uri="{FF2B5EF4-FFF2-40B4-BE49-F238E27FC236}">
                    <a16:creationId xmlns:a16="http://schemas.microsoft.com/office/drawing/2014/main" id="{8C637F4F-D083-ECDE-C163-5C1C0F69071A}"/>
                  </a:ext>
                </a:extLst>
              </p:cNvPr>
              <p:cNvSpPr/>
              <p:nvPr/>
            </p:nvSpPr>
            <p:spPr>
              <a:xfrm>
                <a:off x="3190456" y="4582621"/>
                <a:ext cx="6882" cy="10525"/>
              </a:xfrm>
              <a:custGeom>
                <a:avLst/>
                <a:gdLst/>
                <a:ahLst/>
                <a:cxnLst/>
                <a:rect l="l" t="t" r="r" b="b"/>
                <a:pathLst>
                  <a:path w="289" h="442" extrusionOk="0">
                    <a:moveTo>
                      <a:pt x="177" y="0"/>
                    </a:moveTo>
                    <a:cubicBezTo>
                      <a:pt x="150" y="0"/>
                      <a:pt x="124" y="11"/>
                      <a:pt x="109" y="26"/>
                    </a:cubicBezTo>
                    <a:cubicBezTo>
                      <a:pt x="83" y="52"/>
                      <a:pt x="69" y="87"/>
                      <a:pt x="57" y="113"/>
                    </a:cubicBezTo>
                    <a:cubicBezTo>
                      <a:pt x="31" y="170"/>
                      <a:pt x="22" y="226"/>
                      <a:pt x="13" y="274"/>
                    </a:cubicBezTo>
                    <a:cubicBezTo>
                      <a:pt x="0" y="367"/>
                      <a:pt x="13" y="423"/>
                      <a:pt x="17" y="423"/>
                    </a:cubicBezTo>
                    <a:cubicBezTo>
                      <a:pt x="26" y="423"/>
                      <a:pt x="22" y="367"/>
                      <a:pt x="43" y="279"/>
                    </a:cubicBezTo>
                    <a:cubicBezTo>
                      <a:pt x="53" y="236"/>
                      <a:pt x="65" y="183"/>
                      <a:pt x="91" y="131"/>
                    </a:cubicBezTo>
                    <a:cubicBezTo>
                      <a:pt x="105" y="90"/>
                      <a:pt x="141" y="40"/>
                      <a:pt x="174" y="40"/>
                    </a:cubicBezTo>
                    <a:cubicBezTo>
                      <a:pt x="183" y="40"/>
                      <a:pt x="192" y="44"/>
                      <a:pt x="201" y="52"/>
                    </a:cubicBezTo>
                    <a:cubicBezTo>
                      <a:pt x="240" y="91"/>
                      <a:pt x="227" y="165"/>
                      <a:pt x="214" y="218"/>
                    </a:cubicBezTo>
                    <a:cubicBezTo>
                      <a:pt x="196" y="270"/>
                      <a:pt x="170" y="319"/>
                      <a:pt x="140" y="349"/>
                    </a:cubicBezTo>
                    <a:cubicBezTo>
                      <a:pt x="79" y="415"/>
                      <a:pt x="22" y="432"/>
                      <a:pt x="26" y="441"/>
                    </a:cubicBezTo>
                    <a:cubicBezTo>
                      <a:pt x="26" y="441"/>
                      <a:pt x="87" y="436"/>
                      <a:pt x="158" y="371"/>
                    </a:cubicBezTo>
                    <a:cubicBezTo>
                      <a:pt x="192" y="336"/>
                      <a:pt x="227" y="288"/>
                      <a:pt x="249" y="231"/>
                    </a:cubicBezTo>
                    <a:cubicBezTo>
                      <a:pt x="267" y="170"/>
                      <a:pt x="289" y="91"/>
                      <a:pt x="232" y="22"/>
                    </a:cubicBezTo>
                    <a:cubicBezTo>
                      <a:pt x="217" y="6"/>
                      <a:pt x="197" y="0"/>
                      <a:pt x="17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4128;p48">
                <a:extLst>
                  <a:ext uri="{FF2B5EF4-FFF2-40B4-BE49-F238E27FC236}">
                    <a16:creationId xmlns:a16="http://schemas.microsoft.com/office/drawing/2014/main" id="{DB253464-7EB6-60BF-93F8-15DF2B050923}"/>
                  </a:ext>
                </a:extLst>
              </p:cNvPr>
              <p:cNvSpPr/>
              <p:nvPr/>
            </p:nvSpPr>
            <p:spPr>
              <a:xfrm>
                <a:off x="3142660" y="4521179"/>
                <a:ext cx="9096" cy="36052"/>
              </a:xfrm>
              <a:custGeom>
                <a:avLst/>
                <a:gdLst/>
                <a:ahLst/>
                <a:cxnLst/>
                <a:rect l="l" t="t" r="r" b="b"/>
                <a:pathLst>
                  <a:path w="382" h="1514" extrusionOk="0">
                    <a:moveTo>
                      <a:pt x="49" y="1"/>
                    </a:moveTo>
                    <a:lnTo>
                      <a:pt x="49" y="1"/>
                    </a:lnTo>
                    <a:cubicBezTo>
                      <a:pt x="45" y="6"/>
                      <a:pt x="115" y="71"/>
                      <a:pt x="189" y="202"/>
                    </a:cubicBezTo>
                    <a:cubicBezTo>
                      <a:pt x="263" y="333"/>
                      <a:pt x="342" y="534"/>
                      <a:pt x="333" y="766"/>
                    </a:cubicBezTo>
                    <a:cubicBezTo>
                      <a:pt x="329" y="997"/>
                      <a:pt x="241" y="1194"/>
                      <a:pt x="158" y="1317"/>
                    </a:cubicBezTo>
                    <a:cubicBezTo>
                      <a:pt x="71" y="1443"/>
                      <a:pt x="1" y="1505"/>
                      <a:pt x="5" y="1513"/>
                    </a:cubicBezTo>
                    <a:cubicBezTo>
                      <a:pt x="5" y="1513"/>
                      <a:pt x="27" y="1500"/>
                      <a:pt x="57" y="1469"/>
                    </a:cubicBezTo>
                    <a:cubicBezTo>
                      <a:pt x="93" y="1443"/>
                      <a:pt x="132" y="1396"/>
                      <a:pt x="180" y="1334"/>
                    </a:cubicBezTo>
                    <a:cubicBezTo>
                      <a:pt x="272" y="1212"/>
                      <a:pt x="368" y="1006"/>
                      <a:pt x="377" y="766"/>
                    </a:cubicBezTo>
                    <a:cubicBezTo>
                      <a:pt x="381" y="525"/>
                      <a:pt x="299" y="315"/>
                      <a:pt x="215" y="189"/>
                    </a:cubicBezTo>
                    <a:cubicBezTo>
                      <a:pt x="172" y="123"/>
                      <a:pt x="132" y="75"/>
                      <a:pt x="101" y="45"/>
                    </a:cubicBezTo>
                    <a:cubicBezTo>
                      <a:pt x="71" y="14"/>
                      <a:pt x="49" y="1"/>
                      <a:pt x="4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4129;p48">
                <a:extLst>
                  <a:ext uri="{FF2B5EF4-FFF2-40B4-BE49-F238E27FC236}">
                    <a16:creationId xmlns:a16="http://schemas.microsoft.com/office/drawing/2014/main" id="{DDD3170E-322C-D015-5C9F-1AB8FFCA17C0}"/>
                  </a:ext>
                </a:extLst>
              </p:cNvPr>
              <p:cNvSpPr/>
              <p:nvPr/>
            </p:nvSpPr>
            <p:spPr>
              <a:xfrm>
                <a:off x="3148709" y="4507962"/>
                <a:ext cx="26551" cy="19288"/>
              </a:xfrm>
              <a:custGeom>
                <a:avLst/>
                <a:gdLst/>
                <a:ahLst/>
                <a:cxnLst/>
                <a:rect l="l" t="t" r="r" b="b"/>
                <a:pathLst>
                  <a:path w="1115" h="810" extrusionOk="0">
                    <a:moveTo>
                      <a:pt x="1109" y="0"/>
                    </a:moveTo>
                    <a:cubicBezTo>
                      <a:pt x="1090" y="0"/>
                      <a:pt x="845" y="173"/>
                      <a:pt x="547" y="390"/>
                    </a:cubicBezTo>
                    <a:cubicBezTo>
                      <a:pt x="241" y="613"/>
                      <a:pt x="1" y="801"/>
                      <a:pt x="5" y="809"/>
                    </a:cubicBezTo>
                    <a:cubicBezTo>
                      <a:pt x="5" y="810"/>
                      <a:pt x="5" y="810"/>
                      <a:pt x="6" y="810"/>
                    </a:cubicBezTo>
                    <a:cubicBezTo>
                      <a:pt x="25" y="810"/>
                      <a:pt x="270" y="639"/>
                      <a:pt x="569" y="420"/>
                    </a:cubicBezTo>
                    <a:cubicBezTo>
                      <a:pt x="874" y="198"/>
                      <a:pt x="1114" y="10"/>
                      <a:pt x="1110" y="1"/>
                    </a:cubicBezTo>
                    <a:cubicBezTo>
                      <a:pt x="1110" y="1"/>
                      <a:pt x="1110" y="0"/>
                      <a:pt x="110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4130;p48">
                <a:extLst>
                  <a:ext uri="{FF2B5EF4-FFF2-40B4-BE49-F238E27FC236}">
                    <a16:creationId xmlns:a16="http://schemas.microsoft.com/office/drawing/2014/main" id="{52F1D402-DE86-1954-61CC-5F769C8EEF30}"/>
                  </a:ext>
                </a:extLst>
              </p:cNvPr>
              <p:cNvSpPr/>
              <p:nvPr/>
            </p:nvSpPr>
            <p:spPr>
              <a:xfrm>
                <a:off x="3154424" y="4560854"/>
                <a:ext cx="14192" cy="18740"/>
              </a:xfrm>
              <a:custGeom>
                <a:avLst/>
                <a:gdLst/>
                <a:ahLst/>
                <a:cxnLst/>
                <a:rect l="l" t="t" r="r" b="b"/>
                <a:pathLst>
                  <a:path w="596" h="787" extrusionOk="0">
                    <a:moveTo>
                      <a:pt x="10" y="0"/>
                    </a:moveTo>
                    <a:cubicBezTo>
                      <a:pt x="9" y="0"/>
                      <a:pt x="9" y="0"/>
                      <a:pt x="9" y="0"/>
                    </a:cubicBezTo>
                    <a:cubicBezTo>
                      <a:pt x="1" y="4"/>
                      <a:pt x="101" y="202"/>
                      <a:pt x="263" y="420"/>
                    </a:cubicBezTo>
                    <a:cubicBezTo>
                      <a:pt x="422" y="635"/>
                      <a:pt x="574" y="787"/>
                      <a:pt x="586" y="787"/>
                    </a:cubicBezTo>
                    <a:cubicBezTo>
                      <a:pt x="586" y="787"/>
                      <a:pt x="586" y="787"/>
                      <a:pt x="586" y="787"/>
                    </a:cubicBezTo>
                    <a:cubicBezTo>
                      <a:pt x="595" y="778"/>
                      <a:pt x="455" y="612"/>
                      <a:pt x="293" y="393"/>
                    </a:cubicBezTo>
                    <a:cubicBezTo>
                      <a:pt x="138" y="182"/>
                      <a:pt x="21" y="0"/>
                      <a:pt x="1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4131;p48">
                <a:extLst>
                  <a:ext uri="{FF2B5EF4-FFF2-40B4-BE49-F238E27FC236}">
                    <a16:creationId xmlns:a16="http://schemas.microsoft.com/office/drawing/2014/main" id="{05ED8F05-73DC-7DAC-05A2-A5A12AAB7707}"/>
                  </a:ext>
                </a:extLst>
              </p:cNvPr>
              <p:cNvSpPr/>
              <p:nvPr/>
            </p:nvSpPr>
            <p:spPr>
              <a:xfrm>
                <a:off x="3142755" y="4548447"/>
                <a:ext cx="2858" cy="4334"/>
              </a:xfrm>
              <a:custGeom>
                <a:avLst/>
                <a:gdLst/>
                <a:ahLst/>
                <a:cxnLst/>
                <a:rect l="l" t="t" r="r" b="b"/>
                <a:pathLst>
                  <a:path w="120" h="182" extrusionOk="0">
                    <a:moveTo>
                      <a:pt x="105" y="1"/>
                    </a:moveTo>
                    <a:cubicBezTo>
                      <a:pt x="96" y="1"/>
                      <a:pt x="83" y="43"/>
                      <a:pt x="53" y="88"/>
                    </a:cubicBezTo>
                    <a:cubicBezTo>
                      <a:pt x="27" y="136"/>
                      <a:pt x="1" y="172"/>
                      <a:pt x="10" y="180"/>
                    </a:cubicBezTo>
                    <a:cubicBezTo>
                      <a:pt x="11" y="181"/>
                      <a:pt x="12" y="182"/>
                      <a:pt x="14" y="182"/>
                    </a:cubicBezTo>
                    <a:cubicBezTo>
                      <a:pt x="26" y="182"/>
                      <a:pt x="67" y="156"/>
                      <a:pt x="93" y="110"/>
                    </a:cubicBezTo>
                    <a:cubicBezTo>
                      <a:pt x="119" y="53"/>
                      <a:pt x="119" y="1"/>
                      <a:pt x="106" y="1"/>
                    </a:cubicBezTo>
                    <a:cubicBezTo>
                      <a:pt x="105" y="1"/>
                      <a:pt x="105" y="1"/>
                      <a:pt x="10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4132;p48">
                <a:extLst>
                  <a:ext uri="{FF2B5EF4-FFF2-40B4-BE49-F238E27FC236}">
                    <a16:creationId xmlns:a16="http://schemas.microsoft.com/office/drawing/2014/main" id="{77DBC3EA-75D1-2606-94F7-BB296D664270}"/>
                  </a:ext>
                </a:extLst>
              </p:cNvPr>
              <p:cNvSpPr/>
              <p:nvPr/>
            </p:nvSpPr>
            <p:spPr>
              <a:xfrm>
                <a:off x="3146637" y="4539397"/>
                <a:ext cx="1381" cy="4191"/>
              </a:xfrm>
              <a:custGeom>
                <a:avLst/>
                <a:gdLst/>
                <a:ahLst/>
                <a:cxnLst/>
                <a:rect l="l" t="t" r="r" b="b"/>
                <a:pathLst>
                  <a:path w="58" h="176" extrusionOk="0">
                    <a:moveTo>
                      <a:pt x="41" y="1"/>
                    </a:moveTo>
                    <a:cubicBezTo>
                      <a:pt x="29" y="1"/>
                      <a:pt x="17" y="39"/>
                      <a:pt x="9" y="84"/>
                    </a:cubicBezTo>
                    <a:cubicBezTo>
                      <a:pt x="1" y="132"/>
                      <a:pt x="5" y="171"/>
                      <a:pt x="17" y="175"/>
                    </a:cubicBezTo>
                    <a:cubicBezTo>
                      <a:pt x="27" y="175"/>
                      <a:pt x="44" y="141"/>
                      <a:pt x="48" y="88"/>
                    </a:cubicBezTo>
                    <a:cubicBezTo>
                      <a:pt x="57" y="40"/>
                      <a:pt x="53" y="1"/>
                      <a:pt x="44" y="1"/>
                    </a:cubicBezTo>
                    <a:cubicBezTo>
                      <a:pt x="43" y="1"/>
                      <a:pt x="42" y="1"/>
                      <a:pt x="4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4133;p48">
                <a:extLst>
                  <a:ext uri="{FF2B5EF4-FFF2-40B4-BE49-F238E27FC236}">
                    <a16:creationId xmlns:a16="http://schemas.microsoft.com/office/drawing/2014/main" id="{898307DC-8482-72B5-9DB0-578A447BF9D6}"/>
                  </a:ext>
                </a:extLst>
              </p:cNvPr>
              <p:cNvSpPr/>
              <p:nvPr/>
            </p:nvSpPr>
            <p:spPr>
              <a:xfrm>
                <a:off x="3145065" y="4530634"/>
                <a:ext cx="2405" cy="4548"/>
              </a:xfrm>
              <a:custGeom>
                <a:avLst/>
                <a:gdLst/>
                <a:ahLst/>
                <a:cxnLst/>
                <a:rect l="l" t="t" r="r" b="b"/>
                <a:pathLst>
                  <a:path w="101" h="191" extrusionOk="0">
                    <a:moveTo>
                      <a:pt x="13" y="0"/>
                    </a:moveTo>
                    <a:cubicBezTo>
                      <a:pt x="11" y="0"/>
                      <a:pt x="10" y="1"/>
                      <a:pt x="9" y="2"/>
                    </a:cubicBezTo>
                    <a:cubicBezTo>
                      <a:pt x="0" y="11"/>
                      <a:pt x="27" y="45"/>
                      <a:pt x="45" y="93"/>
                    </a:cubicBezTo>
                    <a:cubicBezTo>
                      <a:pt x="61" y="146"/>
                      <a:pt x="61" y="190"/>
                      <a:pt x="71" y="190"/>
                    </a:cubicBezTo>
                    <a:cubicBezTo>
                      <a:pt x="71" y="190"/>
                      <a:pt x="72" y="190"/>
                      <a:pt x="72" y="190"/>
                    </a:cubicBezTo>
                    <a:cubicBezTo>
                      <a:pt x="85" y="190"/>
                      <a:pt x="100" y="139"/>
                      <a:pt x="83" y="81"/>
                    </a:cubicBezTo>
                    <a:cubicBezTo>
                      <a:pt x="64" y="27"/>
                      <a:pt x="26" y="0"/>
                      <a:pt x="1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4134;p48">
                <a:extLst>
                  <a:ext uri="{FF2B5EF4-FFF2-40B4-BE49-F238E27FC236}">
                    <a16:creationId xmlns:a16="http://schemas.microsoft.com/office/drawing/2014/main" id="{B29FD64A-DD2A-71E8-09BB-FDE0ADDDBFAE}"/>
                  </a:ext>
                </a:extLst>
              </p:cNvPr>
              <p:cNvSpPr/>
              <p:nvPr/>
            </p:nvSpPr>
            <p:spPr>
              <a:xfrm>
                <a:off x="3142660" y="4524918"/>
                <a:ext cx="1286" cy="2524"/>
              </a:xfrm>
              <a:custGeom>
                <a:avLst/>
                <a:gdLst/>
                <a:ahLst/>
                <a:cxnLst/>
                <a:rect l="l" t="t" r="r" b="b"/>
                <a:pathLst>
                  <a:path w="54" h="106" extrusionOk="0">
                    <a:moveTo>
                      <a:pt x="17" y="0"/>
                    </a:moveTo>
                    <a:cubicBezTo>
                      <a:pt x="16" y="0"/>
                      <a:pt x="15" y="1"/>
                      <a:pt x="14" y="1"/>
                    </a:cubicBezTo>
                    <a:cubicBezTo>
                      <a:pt x="1" y="6"/>
                      <a:pt x="1" y="32"/>
                      <a:pt x="10" y="59"/>
                    </a:cubicBezTo>
                    <a:cubicBezTo>
                      <a:pt x="14" y="89"/>
                      <a:pt x="31" y="106"/>
                      <a:pt x="41" y="106"/>
                    </a:cubicBezTo>
                    <a:cubicBezTo>
                      <a:pt x="53" y="102"/>
                      <a:pt x="53" y="75"/>
                      <a:pt x="45" y="49"/>
                    </a:cubicBezTo>
                    <a:cubicBezTo>
                      <a:pt x="41" y="21"/>
                      <a:pt x="26" y="0"/>
                      <a:pt x="1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4135;p48">
                <a:extLst>
                  <a:ext uri="{FF2B5EF4-FFF2-40B4-BE49-F238E27FC236}">
                    <a16:creationId xmlns:a16="http://schemas.microsoft.com/office/drawing/2014/main" id="{2927D04D-FF2D-D785-3BE6-892D36191BD8}"/>
                  </a:ext>
                </a:extLst>
              </p:cNvPr>
              <p:cNvSpPr/>
              <p:nvPr/>
            </p:nvSpPr>
            <p:spPr>
              <a:xfrm>
                <a:off x="3405549" y="3460049"/>
                <a:ext cx="19074" cy="31766"/>
              </a:xfrm>
              <a:custGeom>
                <a:avLst/>
                <a:gdLst/>
                <a:ahLst/>
                <a:cxnLst/>
                <a:rect l="l" t="t" r="r" b="b"/>
                <a:pathLst>
                  <a:path w="801" h="1334" extrusionOk="0">
                    <a:moveTo>
                      <a:pt x="398" y="1"/>
                    </a:moveTo>
                    <a:lnTo>
                      <a:pt x="1" y="858"/>
                    </a:lnTo>
                    <a:lnTo>
                      <a:pt x="325" y="1334"/>
                    </a:lnTo>
                    <a:lnTo>
                      <a:pt x="613" y="1290"/>
                    </a:lnTo>
                    <a:lnTo>
                      <a:pt x="801" y="783"/>
                    </a:lnTo>
                    <a:lnTo>
                      <a:pt x="398"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4136;p48">
                <a:extLst>
                  <a:ext uri="{FF2B5EF4-FFF2-40B4-BE49-F238E27FC236}">
                    <a16:creationId xmlns:a16="http://schemas.microsoft.com/office/drawing/2014/main" id="{32FDFE25-1D1E-5FB2-83C8-072840E71F7B}"/>
                  </a:ext>
                </a:extLst>
              </p:cNvPr>
              <p:cNvSpPr/>
              <p:nvPr/>
            </p:nvSpPr>
            <p:spPr>
              <a:xfrm>
                <a:off x="3139136" y="3817435"/>
                <a:ext cx="402955" cy="790408"/>
              </a:xfrm>
              <a:custGeom>
                <a:avLst/>
                <a:gdLst/>
                <a:ahLst/>
                <a:cxnLst/>
                <a:rect l="l" t="t" r="r" b="b"/>
                <a:pathLst>
                  <a:path w="16922" h="33193" extrusionOk="0">
                    <a:moveTo>
                      <a:pt x="6609" y="1"/>
                    </a:moveTo>
                    <a:cubicBezTo>
                      <a:pt x="6609" y="1"/>
                      <a:pt x="10196" y="16481"/>
                      <a:pt x="10274" y="16791"/>
                    </a:cubicBezTo>
                    <a:cubicBezTo>
                      <a:pt x="10353" y="17106"/>
                      <a:pt x="1" y="28656"/>
                      <a:pt x="1" y="28656"/>
                    </a:cubicBezTo>
                    <a:lnTo>
                      <a:pt x="3750" y="33192"/>
                    </a:lnTo>
                    <a:cubicBezTo>
                      <a:pt x="3750" y="33192"/>
                      <a:pt x="16188" y="19981"/>
                      <a:pt x="16555" y="19173"/>
                    </a:cubicBezTo>
                    <a:cubicBezTo>
                      <a:pt x="16922" y="18361"/>
                      <a:pt x="14370" y="1408"/>
                      <a:pt x="14370" y="1408"/>
                    </a:cubicBezTo>
                    <a:lnTo>
                      <a:pt x="6609"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4137;p48">
                <a:extLst>
                  <a:ext uri="{FF2B5EF4-FFF2-40B4-BE49-F238E27FC236}">
                    <a16:creationId xmlns:a16="http://schemas.microsoft.com/office/drawing/2014/main" id="{5DD391AA-F353-B150-E748-BC7D3FCAC138}"/>
                  </a:ext>
                </a:extLst>
              </p:cNvPr>
              <p:cNvSpPr/>
              <p:nvPr/>
            </p:nvSpPr>
            <p:spPr>
              <a:xfrm>
                <a:off x="3162974" y="4474860"/>
                <a:ext cx="83796" cy="113681"/>
              </a:xfrm>
              <a:custGeom>
                <a:avLst/>
                <a:gdLst/>
                <a:ahLst/>
                <a:cxnLst/>
                <a:rect l="l" t="t" r="r" b="b"/>
                <a:pathLst>
                  <a:path w="3519" h="4774" extrusionOk="0">
                    <a:moveTo>
                      <a:pt x="5" y="1"/>
                    </a:moveTo>
                    <a:cubicBezTo>
                      <a:pt x="5" y="1"/>
                      <a:pt x="5" y="1"/>
                      <a:pt x="5" y="1"/>
                    </a:cubicBezTo>
                    <a:cubicBezTo>
                      <a:pt x="0" y="1"/>
                      <a:pt x="39" y="76"/>
                      <a:pt x="118" y="207"/>
                    </a:cubicBezTo>
                    <a:cubicBezTo>
                      <a:pt x="192" y="334"/>
                      <a:pt x="311" y="517"/>
                      <a:pt x="455" y="739"/>
                    </a:cubicBezTo>
                    <a:cubicBezTo>
                      <a:pt x="751" y="1190"/>
                      <a:pt x="1167" y="1802"/>
                      <a:pt x="1652" y="2462"/>
                    </a:cubicBezTo>
                    <a:cubicBezTo>
                      <a:pt x="2137" y="3121"/>
                      <a:pt x="2601" y="3708"/>
                      <a:pt x="2941" y="4118"/>
                    </a:cubicBezTo>
                    <a:cubicBezTo>
                      <a:pt x="3111" y="4328"/>
                      <a:pt x="3252" y="4494"/>
                      <a:pt x="3353" y="4603"/>
                    </a:cubicBezTo>
                    <a:cubicBezTo>
                      <a:pt x="3445" y="4713"/>
                      <a:pt x="3506" y="4773"/>
                      <a:pt x="3513" y="4773"/>
                    </a:cubicBezTo>
                    <a:cubicBezTo>
                      <a:pt x="3514" y="4773"/>
                      <a:pt x="3514" y="4773"/>
                      <a:pt x="3514" y="4773"/>
                    </a:cubicBezTo>
                    <a:cubicBezTo>
                      <a:pt x="3518" y="4769"/>
                      <a:pt x="3470" y="4699"/>
                      <a:pt x="3383" y="4577"/>
                    </a:cubicBezTo>
                    <a:cubicBezTo>
                      <a:pt x="3278" y="4442"/>
                      <a:pt x="3151" y="4271"/>
                      <a:pt x="2998" y="4075"/>
                    </a:cubicBezTo>
                    <a:cubicBezTo>
                      <a:pt x="2675" y="3646"/>
                      <a:pt x="2225" y="3061"/>
                      <a:pt x="1739" y="2401"/>
                    </a:cubicBezTo>
                    <a:cubicBezTo>
                      <a:pt x="1255" y="1741"/>
                      <a:pt x="826" y="1138"/>
                      <a:pt x="521" y="701"/>
                    </a:cubicBezTo>
                    <a:cubicBezTo>
                      <a:pt x="372" y="495"/>
                      <a:pt x="249" y="320"/>
                      <a:pt x="148" y="180"/>
                    </a:cubicBezTo>
                    <a:cubicBezTo>
                      <a:pt x="64" y="66"/>
                      <a:pt x="12" y="1"/>
                      <a:pt x="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4138;p48">
                <a:extLst>
                  <a:ext uri="{FF2B5EF4-FFF2-40B4-BE49-F238E27FC236}">
                    <a16:creationId xmlns:a16="http://schemas.microsoft.com/office/drawing/2014/main" id="{7905152F-A728-AF90-36BF-428F056F0848}"/>
                  </a:ext>
                </a:extLst>
              </p:cNvPr>
              <p:cNvSpPr/>
              <p:nvPr/>
            </p:nvSpPr>
            <p:spPr>
              <a:xfrm>
                <a:off x="3237275" y="3793620"/>
                <a:ext cx="256437" cy="885182"/>
              </a:xfrm>
              <a:custGeom>
                <a:avLst/>
                <a:gdLst/>
                <a:ahLst/>
                <a:cxnLst/>
                <a:rect l="l" t="t" r="r" b="b"/>
                <a:pathLst>
                  <a:path w="10769" h="37173" extrusionOk="0">
                    <a:moveTo>
                      <a:pt x="1338" y="0"/>
                    </a:moveTo>
                    <a:lnTo>
                      <a:pt x="1045" y="573"/>
                    </a:lnTo>
                    <a:cubicBezTo>
                      <a:pt x="184" y="2251"/>
                      <a:pt x="1" y="4200"/>
                      <a:pt x="542" y="6009"/>
                    </a:cubicBezTo>
                    <a:lnTo>
                      <a:pt x="4878" y="20545"/>
                    </a:lnTo>
                    <a:lnTo>
                      <a:pt x="4507" y="36941"/>
                    </a:lnTo>
                    <a:lnTo>
                      <a:pt x="10056" y="37173"/>
                    </a:lnTo>
                    <a:cubicBezTo>
                      <a:pt x="10056" y="37173"/>
                      <a:pt x="10261" y="24648"/>
                      <a:pt x="10550" y="20763"/>
                    </a:cubicBezTo>
                    <a:cubicBezTo>
                      <a:pt x="10768" y="17830"/>
                      <a:pt x="8890" y="9234"/>
                      <a:pt x="8041" y="4659"/>
                    </a:cubicBezTo>
                    <a:lnTo>
                      <a:pt x="10249" y="2408"/>
                    </a:lnTo>
                    <a:lnTo>
                      <a:pt x="8440" y="1945"/>
                    </a:lnTo>
                    <a:lnTo>
                      <a:pt x="1338"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4139;p48">
                <a:extLst>
                  <a:ext uri="{FF2B5EF4-FFF2-40B4-BE49-F238E27FC236}">
                    <a16:creationId xmlns:a16="http://schemas.microsoft.com/office/drawing/2014/main" id="{32799BBF-8C17-5D3E-C512-0C1208DCC70A}"/>
                  </a:ext>
                </a:extLst>
              </p:cNvPr>
              <p:cNvSpPr/>
              <p:nvPr/>
            </p:nvSpPr>
            <p:spPr>
              <a:xfrm>
                <a:off x="3291906" y="3829532"/>
                <a:ext cx="56555" cy="45625"/>
              </a:xfrm>
              <a:custGeom>
                <a:avLst/>
                <a:gdLst/>
                <a:ahLst/>
                <a:cxnLst/>
                <a:rect l="l" t="t" r="r" b="b"/>
                <a:pathLst>
                  <a:path w="2375" h="1916" extrusionOk="0">
                    <a:moveTo>
                      <a:pt x="2347" y="0"/>
                    </a:moveTo>
                    <a:cubicBezTo>
                      <a:pt x="2330" y="0"/>
                      <a:pt x="2316" y="191"/>
                      <a:pt x="2217" y="472"/>
                    </a:cubicBezTo>
                    <a:cubicBezTo>
                      <a:pt x="2120" y="751"/>
                      <a:pt x="1915" y="1128"/>
                      <a:pt x="1557" y="1407"/>
                    </a:cubicBezTo>
                    <a:cubicBezTo>
                      <a:pt x="1255" y="1648"/>
                      <a:pt x="910" y="1770"/>
                      <a:pt x="639" y="1818"/>
                    </a:cubicBezTo>
                    <a:cubicBezTo>
                      <a:pt x="460" y="1849"/>
                      <a:pt x="310" y="1854"/>
                      <a:pt x="202" y="1854"/>
                    </a:cubicBezTo>
                    <a:cubicBezTo>
                      <a:pt x="141" y="1854"/>
                      <a:pt x="94" y="1853"/>
                      <a:pt x="62" y="1853"/>
                    </a:cubicBezTo>
                    <a:lnTo>
                      <a:pt x="57" y="1853"/>
                    </a:lnTo>
                    <a:cubicBezTo>
                      <a:pt x="18" y="1862"/>
                      <a:pt x="1" y="1866"/>
                      <a:pt x="5" y="1870"/>
                    </a:cubicBezTo>
                    <a:cubicBezTo>
                      <a:pt x="5" y="1873"/>
                      <a:pt x="14" y="1876"/>
                      <a:pt x="33" y="1876"/>
                    </a:cubicBezTo>
                    <a:cubicBezTo>
                      <a:pt x="40" y="1876"/>
                      <a:pt x="49" y="1876"/>
                      <a:pt x="59" y="1875"/>
                    </a:cubicBezTo>
                    <a:lnTo>
                      <a:pt x="59" y="1875"/>
                    </a:lnTo>
                    <a:cubicBezTo>
                      <a:pt x="120" y="1893"/>
                      <a:pt x="243" y="1916"/>
                      <a:pt x="409" y="1916"/>
                    </a:cubicBezTo>
                    <a:cubicBezTo>
                      <a:pt x="481" y="1916"/>
                      <a:pt x="561" y="1912"/>
                      <a:pt x="648" y="1901"/>
                    </a:cubicBezTo>
                    <a:cubicBezTo>
                      <a:pt x="936" y="1866"/>
                      <a:pt x="1303" y="1743"/>
                      <a:pt x="1622" y="1491"/>
                    </a:cubicBezTo>
                    <a:cubicBezTo>
                      <a:pt x="2003" y="1193"/>
                      <a:pt x="2207" y="791"/>
                      <a:pt x="2291" y="494"/>
                    </a:cubicBezTo>
                    <a:cubicBezTo>
                      <a:pt x="2374" y="192"/>
                      <a:pt x="2356" y="0"/>
                      <a:pt x="2348" y="0"/>
                    </a:cubicBezTo>
                    <a:cubicBezTo>
                      <a:pt x="2348" y="0"/>
                      <a:pt x="2347" y="0"/>
                      <a:pt x="2347"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4140;p48">
                <a:extLst>
                  <a:ext uri="{FF2B5EF4-FFF2-40B4-BE49-F238E27FC236}">
                    <a16:creationId xmlns:a16="http://schemas.microsoft.com/office/drawing/2014/main" id="{6B37B41B-61C0-183D-AB20-5B24FD67B0C9}"/>
                  </a:ext>
                </a:extLst>
              </p:cNvPr>
              <p:cNvSpPr/>
              <p:nvPr/>
            </p:nvSpPr>
            <p:spPr>
              <a:xfrm>
                <a:off x="3346465" y="4640919"/>
                <a:ext cx="130921" cy="9192"/>
              </a:xfrm>
              <a:custGeom>
                <a:avLst/>
                <a:gdLst/>
                <a:ahLst/>
                <a:cxnLst/>
                <a:rect l="l" t="t" r="r" b="b"/>
                <a:pathLst>
                  <a:path w="5498" h="386" extrusionOk="0">
                    <a:moveTo>
                      <a:pt x="61" y="1"/>
                    </a:moveTo>
                    <a:cubicBezTo>
                      <a:pt x="24" y="1"/>
                      <a:pt x="4" y="3"/>
                      <a:pt x="4" y="7"/>
                    </a:cubicBezTo>
                    <a:cubicBezTo>
                      <a:pt x="0" y="16"/>
                      <a:pt x="79" y="29"/>
                      <a:pt x="214" y="51"/>
                    </a:cubicBezTo>
                    <a:cubicBezTo>
                      <a:pt x="354" y="69"/>
                      <a:pt x="555" y="95"/>
                      <a:pt x="804" y="117"/>
                    </a:cubicBezTo>
                    <a:cubicBezTo>
                      <a:pt x="1298" y="170"/>
                      <a:pt x="1988" y="213"/>
                      <a:pt x="2744" y="252"/>
                    </a:cubicBezTo>
                    <a:cubicBezTo>
                      <a:pt x="3492" y="287"/>
                      <a:pt x="4164" y="322"/>
                      <a:pt x="4688" y="348"/>
                    </a:cubicBezTo>
                    <a:cubicBezTo>
                      <a:pt x="4920" y="357"/>
                      <a:pt x="5113" y="370"/>
                      <a:pt x="5279" y="379"/>
                    </a:cubicBezTo>
                    <a:cubicBezTo>
                      <a:pt x="5347" y="384"/>
                      <a:pt x="5400" y="386"/>
                      <a:pt x="5437" y="386"/>
                    </a:cubicBezTo>
                    <a:cubicBezTo>
                      <a:pt x="5473" y="386"/>
                      <a:pt x="5493" y="384"/>
                      <a:pt x="5493" y="379"/>
                    </a:cubicBezTo>
                    <a:cubicBezTo>
                      <a:pt x="5497" y="370"/>
                      <a:pt x="5418" y="357"/>
                      <a:pt x="5283" y="339"/>
                    </a:cubicBezTo>
                    <a:cubicBezTo>
                      <a:pt x="5144" y="317"/>
                      <a:pt x="4942" y="295"/>
                      <a:pt x="4694" y="269"/>
                    </a:cubicBezTo>
                    <a:cubicBezTo>
                      <a:pt x="4200" y="222"/>
                      <a:pt x="3509" y="182"/>
                      <a:pt x="2753" y="143"/>
                    </a:cubicBezTo>
                    <a:cubicBezTo>
                      <a:pt x="2006" y="104"/>
                      <a:pt x="1332" y="69"/>
                      <a:pt x="808" y="43"/>
                    </a:cubicBezTo>
                    <a:cubicBezTo>
                      <a:pt x="577" y="29"/>
                      <a:pt x="384" y="16"/>
                      <a:pt x="218" y="7"/>
                    </a:cubicBezTo>
                    <a:cubicBezTo>
                      <a:pt x="151" y="3"/>
                      <a:pt x="97" y="1"/>
                      <a:pt x="61"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4141;p48">
                <a:extLst>
                  <a:ext uri="{FF2B5EF4-FFF2-40B4-BE49-F238E27FC236}">
                    <a16:creationId xmlns:a16="http://schemas.microsoft.com/office/drawing/2014/main" id="{3CEFF72D-1A0A-4601-A497-B5C0D3866754}"/>
                  </a:ext>
                </a:extLst>
              </p:cNvPr>
              <p:cNvSpPr/>
              <p:nvPr/>
            </p:nvSpPr>
            <p:spPr>
              <a:xfrm>
                <a:off x="3418576" y="3885211"/>
                <a:ext cx="75152" cy="443436"/>
              </a:xfrm>
              <a:custGeom>
                <a:avLst/>
                <a:gdLst/>
                <a:ahLst/>
                <a:cxnLst/>
                <a:rect l="l" t="t" r="r" b="b"/>
                <a:pathLst>
                  <a:path w="3156" h="18622" extrusionOk="0">
                    <a:moveTo>
                      <a:pt x="4" y="0"/>
                    </a:moveTo>
                    <a:cubicBezTo>
                      <a:pt x="0" y="0"/>
                      <a:pt x="4" y="18"/>
                      <a:pt x="9" y="48"/>
                    </a:cubicBezTo>
                    <a:cubicBezTo>
                      <a:pt x="14" y="87"/>
                      <a:pt x="22" y="131"/>
                      <a:pt x="31" y="188"/>
                    </a:cubicBezTo>
                    <a:cubicBezTo>
                      <a:pt x="57" y="323"/>
                      <a:pt x="92" y="503"/>
                      <a:pt x="135" y="730"/>
                    </a:cubicBezTo>
                    <a:cubicBezTo>
                      <a:pt x="232" y="1211"/>
                      <a:pt x="371" y="1888"/>
                      <a:pt x="538" y="2719"/>
                    </a:cubicBezTo>
                    <a:cubicBezTo>
                      <a:pt x="892" y="4405"/>
                      <a:pt x="1372" y="6717"/>
                      <a:pt x="1906" y="9274"/>
                    </a:cubicBezTo>
                    <a:cubicBezTo>
                      <a:pt x="2172" y="10549"/>
                      <a:pt x="2443" y="11769"/>
                      <a:pt x="2644" y="12879"/>
                    </a:cubicBezTo>
                    <a:cubicBezTo>
                      <a:pt x="2850" y="13994"/>
                      <a:pt x="2985" y="15003"/>
                      <a:pt x="3033" y="15855"/>
                    </a:cubicBezTo>
                    <a:cubicBezTo>
                      <a:pt x="3090" y="16707"/>
                      <a:pt x="3072" y="17402"/>
                      <a:pt x="3038" y="17879"/>
                    </a:cubicBezTo>
                    <a:cubicBezTo>
                      <a:pt x="3029" y="18119"/>
                      <a:pt x="3007" y="18302"/>
                      <a:pt x="2994" y="18429"/>
                    </a:cubicBezTo>
                    <a:cubicBezTo>
                      <a:pt x="2989" y="18486"/>
                      <a:pt x="2985" y="18534"/>
                      <a:pt x="2985" y="18569"/>
                    </a:cubicBezTo>
                    <a:cubicBezTo>
                      <a:pt x="2981" y="18603"/>
                      <a:pt x="2981" y="18621"/>
                      <a:pt x="2981" y="18621"/>
                    </a:cubicBezTo>
                    <a:cubicBezTo>
                      <a:pt x="2985" y="18621"/>
                      <a:pt x="2989" y="18603"/>
                      <a:pt x="2994" y="18573"/>
                    </a:cubicBezTo>
                    <a:cubicBezTo>
                      <a:pt x="2998" y="18534"/>
                      <a:pt x="3007" y="18486"/>
                      <a:pt x="3016" y="18429"/>
                    </a:cubicBezTo>
                    <a:cubicBezTo>
                      <a:pt x="3033" y="18307"/>
                      <a:pt x="3064" y="18123"/>
                      <a:pt x="3082" y="17883"/>
                    </a:cubicBezTo>
                    <a:cubicBezTo>
                      <a:pt x="3125" y="17407"/>
                      <a:pt x="3155" y="16707"/>
                      <a:pt x="3112" y="15850"/>
                    </a:cubicBezTo>
                    <a:cubicBezTo>
                      <a:pt x="3068" y="14994"/>
                      <a:pt x="2941" y="13980"/>
                      <a:pt x="2741" y="12861"/>
                    </a:cubicBezTo>
                    <a:cubicBezTo>
                      <a:pt x="2544" y="11747"/>
                      <a:pt x="2277" y="10527"/>
                      <a:pt x="2011" y="9252"/>
                    </a:cubicBezTo>
                    <a:cubicBezTo>
                      <a:pt x="1464" y="6699"/>
                      <a:pt x="970" y="4387"/>
                      <a:pt x="612" y="2705"/>
                    </a:cubicBezTo>
                    <a:cubicBezTo>
                      <a:pt x="428" y="1874"/>
                      <a:pt x="280" y="1202"/>
                      <a:pt x="175" y="721"/>
                    </a:cubicBezTo>
                    <a:cubicBezTo>
                      <a:pt x="123" y="498"/>
                      <a:pt x="83" y="319"/>
                      <a:pt x="53" y="184"/>
                    </a:cubicBezTo>
                    <a:cubicBezTo>
                      <a:pt x="40" y="131"/>
                      <a:pt x="26" y="83"/>
                      <a:pt x="18" y="48"/>
                    </a:cubicBezTo>
                    <a:cubicBezTo>
                      <a:pt x="9" y="13"/>
                      <a:pt x="4" y="0"/>
                      <a:pt x="4"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4142;p48">
                <a:extLst>
                  <a:ext uri="{FF2B5EF4-FFF2-40B4-BE49-F238E27FC236}">
                    <a16:creationId xmlns:a16="http://schemas.microsoft.com/office/drawing/2014/main" id="{83C6EF07-130E-270F-1D86-F3CF07F8519F}"/>
                  </a:ext>
                </a:extLst>
              </p:cNvPr>
              <p:cNvSpPr/>
              <p:nvPr/>
            </p:nvSpPr>
            <p:spPr>
              <a:xfrm>
                <a:off x="3346322" y="4259767"/>
                <a:ext cx="7858" cy="239697"/>
              </a:xfrm>
              <a:custGeom>
                <a:avLst/>
                <a:gdLst/>
                <a:ahLst/>
                <a:cxnLst/>
                <a:rect l="l" t="t" r="r" b="b"/>
                <a:pathLst>
                  <a:path w="330" h="10066" extrusionOk="0">
                    <a:moveTo>
                      <a:pt x="11" y="0"/>
                    </a:moveTo>
                    <a:cubicBezTo>
                      <a:pt x="11" y="0"/>
                      <a:pt x="10" y="0"/>
                      <a:pt x="10" y="0"/>
                    </a:cubicBezTo>
                    <a:cubicBezTo>
                      <a:pt x="1" y="0"/>
                      <a:pt x="23" y="92"/>
                      <a:pt x="67" y="259"/>
                    </a:cubicBezTo>
                    <a:cubicBezTo>
                      <a:pt x="119" y="442"/>
                      <a:pt x="184" y="682"/>
                      <a:pt x="268" y="978"/>
                    </a:cubicBezTo>
                    <a:lnTo>
                      <a:pt x="268" y="978"/>
                    </a:lnTo>
                    <a:cubicBezTo>
                      <a:pt x="228" y="1887"/>
                      <a:pt x="184" y="3357"/>
                      <a:pt x="141" y="5009"/>
                    </a:cubicBezTo>
                    <a:cubicBezTo>
                      <a:pt x="102" y="6407"/>
                      <a:pt x="75" y="7670"/>
                      <a:pt x="63" y="8583"/>
                    </a:cubicBezTo>
                    <a:cubicBezTo>
                      <a:pt x="59" y="9029"/>
                      <a:pt x="53" y="9396"/>
                      <a:pt x="49" y="9667"/>
                    </a:cubicBezTo>
                    <a:cubicBezTo>
                      <a:pt x="53" y="9785"/>
                      <a:pt x="53" y="9882"/>
                      <a:pt x="53" y="9960"/>
                    </a:cubicBezTo>
                    <a:cubicBezTo>
                      <a:pt x="53" y="10029"/>
                      <a:pt x="59" y="10065"/>
                      <a:pt x="63" y="10065"/>
                    </a:cubicBezTo>
                    <a:cubicBezTo>
                      <a:pt x="67" y="10065"/>
                      <a:pt x="71" y="10029"/>
                      <a:pt x="75" y="9960"/>
                    </a:cubicBezTo>
                    <a:cubicBezTo>
                      <a:pt x="80" y="9882"/>
                      <a:pt x="85" y="9785"/>
                      <a:pt x="93" y="9667"/>
                    </a:cubicBezTo>
                    <a:cubicBezTo>
                      <a:pt x="106" y="9396"/>
                      <a:pt x="119" y="9029"/>
                      <a:pt x="137" y="8583"/>
                    </a:cubicBezTo>
                    <a:cubicBezTo>
                      <a:pt x="172" y="7670"/>
                      <a:pt x="211" y="6407"/>
                      <a:pt x="246" y="5013"/>
                    </a:cubicBezTo>
                    <a:cubicBezTo>
                      <a:pt x="289" y="3353"/>
                      <a:pt x="321" y="1879"/>
                      <a:pt x="329" y="975"/>
                    </a:cubicBezTo>
                    <a:lnTo>
                      <a:pt x="329" y="966"/>
                    </a:lnTo>
                    <a:lnTo>
                      <a:pt x="329" y="961"/>
                    </a:lnTo>
                    <a:cubicBezTo>
                      <a:pt x="233" y="669"/>
                      <a:pt x="158" y="428"/>
                      <a:pt x="102" y="249"/>
                    </a:cubicBezTo>
                    <a:cubicBezTo>
                      <a:pt x="46" y="91"/>
                      <a:pt x="16" y="0"/>
                      <a:pt x="11"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4143;p48">
                <a:extLst>
                  <a:ext uri="{FF2B5EF4-FFF2-40B4-BE49-F238E27FC236}">
                    <a16:creationId xmlns:a16="http://schemas.microsoft.com/office/drawing/2014/main" id="{1E25352C-B8A4-E47B-B89A-8B3CF0E5C315}"/>
                  </a:ext>
                </a:extLst>
              </p:cNvPr>
              <p:cNvSpPr/>
              <p:nvPr/>
            </p:nvSpPr>
            <p:spPr>
              <a:xfrm>
                <a:off x="3277022" y="3570478"/>
                <a:ext cx="451985" cy="206883"/>
              </a:xfrm>
              <a:custGeom>
                <a:avLst/>
                <a:gdLst/>
                <a:ahLst/>
                <a:cxnLst/>
                <a:rect l="l" t="t" r="r" b="b"/>
                <a:pathLst>
                  <a:path w="18981" h="8688" extrusionOk="0">
                    <a:moveTo>
                      <a:pt x="2824" y="1"/>
                    </a:moveTo>
                    <a:lnTo>
                      <a:pt x="0" y="2793"/>
                    </a:lnTo>
                    <a:cubicBezTo>
                      <a:pt x="363" y="3418"/>
                      <a:pt x="1535" y="4864"/>
                      <a:pt x="3366" y="7373"/>
                    </a:cubicBezTo>
                    <a:cubicBezTo>
                      <a:pt x="4061" y="8323"/>
                      <a:pt x="5101" y="8688"/>
                      <a:pt x="6289" y="8688"/>
                    </a:cubicBezTo>
                    <a:cubicBezTo>
                      <a:pt x="10222" y="8688"/>
                      <a:pt x="15777" y="4690"/>
                      <a:pt x="15777" y="4690"/>
                    </a:cubicBezTo>
                    <a:lnTo>
                      <a:pt x="15869" y="4646"/>
                    </a:lnTo>
                    <a:cubicBezTo>
                      <a:pt x="16620" y="4261"/>
                      <a:pt x="17512" y="3785"/>
                      <a:pt x="17949" y="3480"/>
                    </a:cubicBezTo>
                    <a:cubicBezTo>
                      <a:pt x="18758" y="2911"/>
                      <a:pt x="18710" y="2837"/>
                      <a:pt x="18631" y="2750"/>
                    </a:cubicBezTo>
                    <a:cubicBezTo>
                      <a:pt x="18611" y="2729"/>
                      <a:pt x="18583" y="2720"/>
                      <a:pt x="18549" y="2720"/>
                    </a:cubicBezTo>
                    <a:cubicBezTo>
                      <a:pt x="18258" y="2720"/>
                      <a:pt x="17499" y="3375"/>
                      <a:pt x="17322" y="3375"/>
                    </a:cubicBezTo>
                    <a:cubicBezTo>
                      <a:pt x="17287" y="3375"/>
                      <a:pt x="17274" y="3349"/>
                      <a:pt x="17294" y="3287"/>
                    </a:cubicBezTo>
                    <a:cubicBezTo>
                      <a:pt x="17420" y="2877"/>
                      <a:pt x="18980" y="2032"/>
                      <a:pt x="18744" y="1802"/>
                    </a:cubicBezTo>
                    <a:cubicBezTo>
                      <a:pt x="18712" y="1770"/>
                      <a:pt x="18668" y="1756"/>
                      <a:pt x="18617" y="1756"/>
                    </a:cubicBezTo>
                    <a:cubicBezTo>
                      <a:pt x="18180" y="1756"/>
                      <a:pt x="17146" y="2765"/>
                      <a:pt x="17040" y="2855"/>
                    </a:cubicBezTo>
                    <a:cubicBezTo>
                      <a:pt x="17016" y="2875"/>
                      <a:pt x="16990" y="2883"/>
                      <a:pt x="16966" y="2883"/>
                    </a:cubicBezTo>
                    <a:cubicBezTo>
                      <a:pt x="16876" y="2883"/>
                      <a:pt x="16805" y="2767"/>
                      <a:pt x="16892" y="2702"/>
                    </a:cubicBezTo>
                    <a:cubicBezTo>
                      <a:pt x="17049" y="2583"/>
                      <a:pt x="18670" y="1294"/>
                      <a:pt x="18373" y="997"/>
                    </a:cubicBezTo>
                    <a:cubicBezTo>
                      <a:pt x="18340" y="964"/>
                      <a:pt x="18303" y="951"/>
                      <a:pt x="18265" y="951"/>
                    </a:cubicBezTo>
                    <a:cubicBezTo>
                      <a:pt x="18114" y="951"/>
                      <a:pt x="17949" y="1163"/>
                      <a:pt x="17949" y="1163"/>
                    </a:cubicBezTo>
                    <a:cubicBezTo>
                      <a:pt x="17949" y="1163"/>
                      <a:pt x="16660" y="2350"/>
                      <a:pt x="16411" y="2350"/>
                    </a:cubicBezTo>
                    <a:cubicBezTo>
                      <a:pt x="16398" y="2350"/>
                      <a:pt x="16387" y="2346"/>
                      <a:pt x="16380" y="2339"/>
                    </a:cubicBezTo>
                    <a:cubicBezTo>
                      <a:pt x="16241" y="2195"/>
                      <a:pt x="17058" y="1391"/>
                      <a:pt x="17350" y="1137"/>
                    </a:cubicBezTo>
                    <a:cubicBezTo>
                      <a:pt x="17639" y="888"/>
                      <a:pt x="17643" y="648"/>
                      <a:pt x="17429" y="608"/>
                    </a:cubicBezTo>
                    <a:cubicBezTo>
                      <a:pt x="17426" y="607"/>
                      <a:pt x="17423" y="607"/>
                      <a:pt x="17419" y="607"/>
                    </a:cubicBezTo>
                    <a:cubicBezTo>
                      <a:pt x="17249" y="607"/>
                      <a:pt x="16362" y="1335"/>
                      <a:pt x="16083" y="1582"/>
                    </a:cubicBezTo>
                    <a:cubicBezTo>
                      <a:pt x="15885" y="1762"/>
                      <a:pt x="15452" y="2163"/>
                      <a:pt x="15241" y="2163"/>
                    </a:cubicBezTo>
                    <a:cubicBezTo>
                      <a:pt x="15149" y="2163"/>
                      <a:pt x="15100" y="2087"/>
                      <a:pt x="15130" y="1885"/>
                    </a:cubicBezTo>
                    <a:cubicBezTo>
                      <a:pt x="15135" y="1875"/>
                      <a:pt x="15135" y="1867"/>
                      <a:pt x="15135" y="1854"/>
                    </a:cubicBezTo>
                    <a:cubicBezTo>
                      <a:pt x="15253" y="1203"/>
                      <a:pt x="15126" y="656"/>
                      <a:pt x="14982" y="525"/>
                    </a:cubicBezTo>
                    <a:cubicBezTo>
                      <a:pt x="14942" y="489"/>
                      <a:pt x="14895" y="473"/>
                      <a:pt x="14848" y="473"/>
                    </a:cubicBezTo>
                    <a:cubicBezTo>
                      <a:pt x="14733" y="473"/>
                      <a:pt x="14620" y="572"/>
                      <a:pt x="14611" y="709"/>
                    </a:cubicBezTo>
                    <a:cubicBezTo>
                      <a:pt x="14605" y="739"/>
                      <a:pt x="14605" y="770"/>
                      <a:pt x="14615" y="805"/>
                    </a:cubicBezTo>
                    <a:cubicBezTo>
                      <a:pt x="14619" y="818"/>
                      <a:pt x="14619" y="840"/>
                      <a:pt x="14623" y="852"/>
                    </a:cubicBezTo>
                    <a:cubicBezTo>
                      <a:pt x="14641" y="1045"/>
                      <a:pt x="14611" y="1320"/>
                      <a:pt x="14579" y="1534"/>
                    </a:cubicBezTo>
                    <a:cubicBezTo>
                      <a:pt x="14549" y="1736"/>
                      <a:pt x="14488" y="1933"/>
                      <a:pt x="14391" y="2111"/>
                    </a:cubicBezTo>
                    <a:cubicBezTo>
                      <a:pt x="14278" y="2321"/>
                      <a:pt x="14177" y="2496"/>
                      <a:pt x="14086" y="2641"/>
                    </a:cubicBezTo>
                    <a:cubicBezTo>
                      <a:pt x="13042" y="3218"/>
                      <a:pt x="10039" y="4733"/>
                      <a:pt x="7037" y="4965"/>
                    </a:cubicBezTo>
                    <a:cubicBezTo>
                      <a:pt x="7035" y="4965"/>
                      <a:pt x="7033" y="4965"/>
                      <a:pt x="7030" y="4965"/>
                    </a:cubicBezTo>
                    <a:cubicBezTo>
                      <a:pt x="6466" y="4965"/>
                      <a:pt x="2824" y="1"/>
                      <a:pt x="2824"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4144;p48">
                <a:extLst>
                  <a:ext uri="{FF2B5EF4-FFF2-40B4-BE49-F238E27FC236}">
                    <a16:creationId xmlns:a16="http://schemas.microsoft.com/office/drawing/2014/main" id="{2EB0715D-C10E-032B-89CE-60CE7CEB80D8}"/>
                  </a:ext>
                </a:extLst>
              </p:cNvPr>
              <p:cNvSpPr/>
              <p:nvPr/>
            </p:nvSpPr>
            <p:spPr>
              <a:xfrm>
                <a:off x="3250159" y="3501606"/>
                <a:ext cx="182166" cy="254532"/>
              </a:xfrm>
              <a:custGeom>
                <a:avLst/>
                <a:gdLst/>
                <a:ahLst/>
                <a:cxnLst/>
                <a:rect l="l" t="t" r="r" b="b"/>
                <a:pathLst>
                  <a:path w="7650" h="10689" extrusionOk="0">
                    <a:moveTo>
                      <a:pt x="1820" y="1"/>
                    </a:moveTo>
                    <a:cubicBezTo>
                      <a:pt x="1150" y="1"/>
                      <a:pt x="507" y="417"/>
                      <a:pt x="295" y="1118"/>
                    </a:cubicBezTo>
                    <a:cubicBezTo>
                      <a:pt x="59" y="1896"/>
                      <a:pt x="1" y="2994"/>
                      <a:pt x="473" y="4496"/>
                    </a:cubicBezTo>
                    <a:cubicBezTo>
                      <a:pt x="1666" y="8321"/>
                      <a:pt x="4188" y="10689"/>
                      <a:pt x="4188" y="10689"/>
                    </a:cubicBezTo>
                    <a:lnTo>
                      <a:pt x="7649" y="7149"/>
                    </a:lnTo>
                    <a:cubicBezTo>
                      <a:pt x="6368" y="5323"/>
                      <a:pt x="5263" y="3640"/>
                      <a:pt x="4149" y="1787"/>
                    </a:cubicBezTo>
                    <a:lnTo>
                      <a:pt x="2685" y="253"/>
                    </a:lnTo>
                    <a:cubicBezTo>
                      <a:pt x="2414" y="81"/>
                      <a:pt x="2114" y="1"/>
                      <a:pt x="1820"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4145;p48">
                <a:extLst>
                  <a:ext uri="{FF2B5EF4-FFF2-40B4-BE49-F238E27FC236}">
                    <a16:creationId xmlns:a16="http://schemas.microsoft.com/office/drawing/2014/main" id="{8C1FD896-B47F-0D32-DE64-D9F5ED556EB3}"/>
                  </a:ext>
                </a:extLst>
              </p:cNvPr>
              <p:cNvSpPr/>
              <p:nvPr/>
            </p:nvSpPr>
            <p:spPr>
              <a:xfrm>
                <a:off x="3350823" y="3670189"/>
                <a:ext cx="83082" cy="81510"/>
              </a:xfrm>
              <a:custGeom>
                <a:avLst/>
                <a:gdLst/>
                <a:ahLst/>
                <a:cxnLst/>
                <a:rect l="l" t="t" r="r" b="b"/>
                <a:pathLst>
                  <a:path w="3489" h="3423" extrusionOk="0">
                    <a:moveTo>
                      <a:pt x="3482" y="0"/>
                    </a:moveTo>
                    <a:cubicBezTo>
                      <a:pt x="3462" y="0"/>
                      <a:pt x="3280" y="200"/>
                      <a:pt x="2985" y="516"/>
                    </a:cubicBezTo>
                    <a:cubicBezTo>
                      <a:pt x="2684" y="835"/>
                      <a:pt x="2264" y="1276"/>
                      <a:pt x="1788" y="1748"/>
                    </a:cubicBezTo>
                    <a:cubicBezTo>
                      <a:pt x="1307" y="2220"/>
                      <a:pt x="861" y="2635"/>
                      <a:pt x="534" y="2932"/>
                    </a:cubicBezTo>
                    <a:cubicBezTo>
                      <a:pt x="205" y="3230"/>
                      <a:pt x="1" y="3409"/>
                      <a:pt x="13" y="3422"/>
                    </a:cubicBezTo>
                    <a:cubicBezTo>
                      <a:pt x="14" y="3422"/>
                      <a:pt x="14" y="3422"/>
                      <a:pt x="14" y="3422"/>
                    </a:cubicBezTo>
                    <a:cubicBezTo>
                      <a:pt x="24" y="3422"/>
                      <a:pt x="79" y="3388"/>
                      <a:pt x="171" y="3317"/>
                    </a:cubicBezTo>
                    <a:cubicBezTo>
                      <a:pt x="271" y="3243"/>
                      <a:pt x="411" y="3129"/>
                      <a:pt x="582" y="2990"/>
                    </a:cubicBezTo>
                    <a:cubicBezTo>
                      <a:pt x="923" y="2706"/>
                      <a:pt x="1381" y="2299"/>
                      <a:pt x="1862" y="1827"/>
                    </a:cubicBezTo>
                    <a:cubicBezTo>
                      <a:pt x="2343" y="1351"/>
                      <a:pt x="2754" y="901"/>
                      <a:pt x="3042" y="564"/>
                    </a:cubicBezTo>
                    <a:cubicBezTo>
                      <a:pt x="3186" y="398"/>
                      <a:pt x="3299" y="258"/>
                      <a:pt x="3374" y="158"/>
                    </a:cubicBezTo>
                    <a:cubicBezTo>
                      <a:pt x="3448" y="62"/>
                      <a:pt x="3488" y="5"/>
                      <a:pt x="3483" y="1"/>
                    </a:cubicBezTo>
                    <a:cubicBezTo>
                      <a:pt x="3483" y="1"/>
                      <a:pt x="3482" y="0"/>
                      <a:pt x="348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4146;p48">
                <a:extLst>
                  <a:ext uri="{FF2B5EF4-FFF2-40B4-BE49-F238E27FC236}">
                    <a16:creationId xmlns:a16="http://schemas.microsoft.com/office/drawing/2014/main" id="{212F4DF5-A6C4-48D9-C0FD-30D61772B9B6}"/>
                  </a:ext>
                </a:extLst>
              </p:cNvPr>
              <p:cNvSpPr/>
              <p:nvPr/>
            </p:nvSpPr>
            <p:spPr>
              <a:xfrm>
                <a:off x="3266925" y="3625537"/>
                <a:ext cx="79748" cy="126778"/>
              </a:xfrm>
              <a:custGeom>
                <a:avLst/>
                <a:gdLst/>
                <a:ahLst/>
                <a:cxnLst/>
                <a:rect l="l" t="t" r="r" b="b"/>
                <a:pathLst>
                  <a:path w="3349" h="5324" extrusionOk="0">
                    <a:moveTo>
                      <a:pt x="11" y="0"/>
                    </a:moveTo>
                    <a:cubicBezTo>
                      <a:pt x="10" y="0"/>
                      <a:pt x="10" y="0"/>
                      <a:pt x="10" y="0"/>
                    </a:cubicBezTo>
                    <a:cubicBezTo>
                      <a:pt x="1" y="0"/>
                      <a:pt x="31" y="83"/>
                      <a:pt x="97" y="232"/>
                    </a:cubicBezTo>
                    <a:cubicBezTo>
                      <a:pt x="154" y="381"/>
                      <a:pt x="255" y="591"/>
                      <a:pt x="386" y="844"/>
                    </a:cubicBezTo>
                    <a:cubicBezTo>
                      <a:pt x="644" y="1351"/>
                      <a:pt x="1037" y="2037"/>
                      <a:pt x="1509" y="2767"/>
                    </a:cubicBezTo>
                    <a:cubicBezTo>
                      <a:pt x="1981" y="3496"/>
                      <a:pt x="2435" y="4139"/>
                      <a:pt x="2772" y="4598"/>
                    </a:cubicBezTo>
                    <a:cubicBezTo>
                      <a:pt x="2942" y="4829"/>
                      <a:pt x="3082" y="5013"/>
                      <a:pt x="3183" y="5136"/>
                    </a:cubicBezTo>
                    <a:cubicBezTo>
                      <a:pt x="3275" y="5259"/>
                      <a:pt x="3336" y="5323"/>
                      <a:pt x="3344" y="5323"/>
                    </a:cubicBezTo>
                    <a:cubicBezTo>
                      <a:pt x="3344" y="5323"/>
                      <a:pt x="3344" y="5323"/>
                      <a:pt x="3344" y="5323"/>
                    </a:cubicBezTo>
                    <a:cubicBezTo>
                      <a:pt x="3349" y="5319"/>
                      <a:pt x="3305" y="5245"/>
                      <a:pt x="3213" y="5114"/>
                    </a:cubicBezTo>
                    <a:cubicBezTo>
                      <a:pt x="3113" y="4960"/>
                      <a:pt x="2986" y="4777"/>
                      <a:pt x="2833" y="4555"/>
                    </a:cubicBezTo>
                    <a:cubicBezTo>
                      <a:pt x="2514" y="4087"/>
                      <a:pt x="2068" y="3435"/>
                      <a:pt x="1600" y="2705"/>
                    </a:cubicBezTo>
                    <a:cubicBezTo>
                      <a:pt x="1128" y="1981"/>
                      <a:pt x="726" y="1307"/>
                      <a:pt x="451" y="809"/>
                    </a:cubicBezTo>
                    <a:cubicBezTo>
                      <a:pt x="311" y="559"/>
                      <a:pt x="206" y="355"/>
                      <a:pt x="132" y="214"/>
                    </a:cubicBezTo>
                    <a:cubicBezTo>
                      <a:pt x="59" y="78"/>
                      <a:pt x="17" y="0"/>
                      <a:pt x="1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4147;p48">
                <a:extLst>
                  <a:ext uri="{FF2B5EF4-FFF2-40B4-BE49-F238E27FC236}">
                    <a16:creationId xmlns:a16="http://schemas.microsoft.com/office/drawing/2014/main" id="{C846A2A4-C64F-7ED1-D2B4-A94AE8BB29C8}"/>
                  </a:ext>
                </a:extLst>
              </p:cNvPr>
              <p:cNvSpPr/>
              <p:nvPr/>
            </p:nvSpPr>
            <p:spPr>
              <a:xfrm>
                <a:off x="3331581" y="3650399"/>
                <a:ext cx="85654" cy="77891"/>
              </a:xfrm>
              <a:custGeom>
                <a:avLst/>
                <a:gdLst/>
                <a:ahLst/>
                <a:cxnLst/>
                <a:rect l="l" t="t" r="r" b="b"/>
                <a:pathLst>
                  <a:path w="3597" h="3271" extrusionOk="0">
                    <a:moveTo>
                      <a:pt x="3587" y="1"/>
                    </a:moveTo>
                    <a:cubicBezTo>
                      <a:pt x="3577" y="1"/>
                      <a:pt x="3522" y="39"/>
                      <a:pt x="3431" y="110"/>
                    </a:cubicBezTo>
                    <a:cubicBezTo>
                      <a:pt x="3334" y="185"/>
                      <a:pt x="3195" y="298"/>
                      <a:pt x="3028" y="443"/>
                    </a:cubicBezTo>
                    <a:cubicBezTo>
                      <a:pt x="2697" y="727"/>
                      <a:pt x="2246" y="1137"/>
                      <a:pt x="1761" y="1596"/>
                    </a:cubicBezTo>
                    <a:cubicBezTo>
                      <a:pt x="1289" y="2046"/>
                      <a:pt x="856" y="2452"/>
                      <a:pt x="520" y="2776"/>
                    </a:cubicBezTo>
                    <a:cubicBezTo>
                      <a:pt x="196" y="3073"/>
                      <a:pt x="0" y="3257"/>
                      <a:pt x="8" y="3270"/>
                    </a:cubicBezTo>
                    <a:cubicBezTo>
                      <a:pt x="9" y="3271"/>
                      <a:pt x="9" y="3271"/>
                      <a:pt x="9" y="3271"/>
                    </a:cubicBezTo>
                    <a:cubicBezTo>
                      <a:pt x="18" y="3271"/>
                      <a:pt x="74" y="3231"/>
                      <a:pt x="166" y="3160"/>
                    </a:cubicBezTo>
                    <a:cubicBezTo>
                      <a:pt x="266" y="3087"/>
                      <a:pt x="402" y="2972"/>
                      <a:pt x="568" y="2833"/>
                    </a:cubicBezTo>
                    <a:cubicBezTo>
                      <a:pt x="904" y="2545"/>
                      <a:pt x="1350" y="2138"/>
                      <a:pt x="1836" y="1675"/>
                    </a:cubicBezTo>
                    <a:cubicBezTo>
                      <a:pt x="2312" y="1225"/>
                      <a:pt x="2740" y="818"/>
                      <a:pt x="3076" y="495"/>
                    </a:cubicBezTo>
                    <a:cubicBezTo>
                      <a:pt x="3399" y="197"/>
                      <a:pt x="3597" y="14"/>
                      <a:pt x="3588" y="1"/>
                    </a:cubicBezTo>
                    <a:cubicBezTo>
                      <a:pt x="3588" y="1"/>
                      <a:pt x="3588" y="1"/>
                      <a:pt x="358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4148;p48">
                <a:extLst>
                  <a:ext uri="{FF2B5EF4-FFF2-40B4-BE49-F238E27FC236}">
                    <a16:creationId xmlns:a16="http://schemas.microsoft.com/office/drawing/2014/main" id="{7FFD590C-BD54-63B3-1917-A587C943866B}"/>
                  </a:ext>
                </a:extLst>
              </p:cNvPr>
              <p:cNvSpPr/>
              <p:nvPr/>
            </p:nvSpPr>
            <p:spPr>
              <a:xfrm>
                <a:off x="3341345" y="3647494"/>
                <a:ext cx="70271" cy="73176"/>
              </a:xfrm>
              <a:custGeom>
                <a:avLst/>
                <a:gdLst/>
                <a:ahLst/>
                <a:cxnLst/>
                <a:rect l="l" t="t" r="r" b="b"/>
                <a:pathLst>
                  <a:path w="2951" h="3073" extrusionOk="0">
                    <a:moveTo>
                      <a:pt x="984" y="0"/>
                    </a:moveTo>
                    <a:lnTo>
                      <a:pt x="0" y="914"/>
                    </a:lnTo>
                    <a:lnTo>
                      <a:pt x="1880" y="3072"/>
                    </a:lnTo>
                    <a:lnTo>
                      <a:pt x="2951" y="1993"/>
                    </a:lnTo>
                    <a:lnTo>
                      <a:pt x="984"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4149;p48">
                <a:extLst>
                  <a:ext uri="{FF2B5EF4-FFF2-40B4-BE49-F238E27FC236}">
                    <a16:creationId xmlns:a16="http://schemas.microsoft.com/office/drawing/2014/main" id="{0FAF4755-FB5C-B686-C0AE-756842B9D57A}"/>
                  </a:ext>
                </a:extLst>
              </p:cNvPr>
              <p:cNvSpPr/>
              <p:nvPr/>
            </p:nvSpPr>
            <p:spPr>
              <a:xfrm>
                <a:off x="3356753" y="3659425"/>
                <a:ext cx="10739" cy="10096"/>
              </a:xfrm>
              <a:custGeom>
                <a:avLst/>
                <a:gdLst/>
                <a:ahLst/>
                <a:cxnLst/>
                <a:rect l="l" t="t" r="r" b="b"/>
                <a:pathLst>
                  <a:path w="451" h="424" extrusionOk="0">
                    <a:moveTo>
                      <a:pt x="227" y="1"/>
                    </a:moveTo>
                    <a:cubicBezTo>
                      <a:pt x="168" y="1"/>
                      <a:pt x="135" y="31"/>
                      <a:pt x="145" y="37"/>
                    </a:cubicBezTo>
                    <a:cubicBezTo>
                      <a:pt x="149" y="54"/>
                      <a:pt x="206" y="37"/>
                      <a:pt x="267" y="80"/>
                    </a:cubicBezTo>
                    <a:cubicBezTo>
                      <a:pt x="333" y="124"/>
                      <a:pt x="367" y="229"/>
                      <a:pt x="276" y="295"/>
                    </a:cubicBezTo>
                    <a:cubicBezTo>
                      <a:pt x="250" y="314"/>
                      <a:pt x="225" y="321"/>
                      <a:pt x="202" y="321"/>
                    </a:cubicBezTo>
                    <a:cubicBezTo>
                      <a:pt x="141" y="321"/>
                      <a:pt x="92" y="270"/>
                      <a:pt x="79" y="217"/>
                    </a:cubicBezTo>
                    <a:cubicBezTo>
                      <a:pt x="57" y="142"/>
                      <a:pt x="87" y="94"/>
                      <a:pt x="75" y="86"/>
                    </a:cubicBezTo>
                    <a:cubicBezTo>
                      <a:pt x="74" y="84"/>
                      <a:pt x="73" y="83"/>
                      <a:pt x="71" y="83"/>
                    </a:cubicBezTo>
                    <a:cubicBezTo>
                      <a:pt x="55" y="83"/>
                      <a:pt x="1" y="129"/>
                      <a:pt x="5" y="229"/>
                    </a:cubicBezTo>
                    <a:cubicBezTo>
                      <a:pt x="9" y="282"/>
                      <a:pt x="31" y="348"/>
                      <a:pt x="97" y="395"/>
                    </a:cubicBezTo>
                    <a:cubicBezTo>
                      <a:pt x="128" y="415"/>
                      <a:pt x="164" y="424"/>
                      <a:pt x="202" y="424"/>
                    </a:cubicBezTo>
                    <a:cubicBezTo>
                      <a:pt x="249" y="424"/>
                      <a:pt x="298" y="409"/>
                      <a:pt x="337" y="383"/>
                    </a:cubicBezTo>
                    <a:cubicBezTo>
                      <a:pt x="407" y="334"/>
                      <a:pt x="450" y="238"/>
                      <a:pt x="428" y="159"/>
                    </a:cubicBezTo>
                    <a:cubicBezTo>
                      <a:pt x="407" y="80"/>
                      <a:pt x="350" y="37"/>
                      <a:pt x="302" y="15"/>
                    </a:cubicBezTo>
                    <a:cubicBezTo>
                      <a:pt x="274" y="5"/>
                      <a:pt x="249" y="1"/>
                      <a:pt x="22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4150;p48">
                <a:extLst>
                  <a:ext uri="{FF2B5EF4-FFF2-40B4-BE49-F238E27FC236}">
                    <a16:creationId xmlns:a16="http://schemas.microsoft.com/office/drawing/2014/main" id="{96BA15BB-7ACB-812C-E7FF-570F320044ED}"/>
                  </a:ext>
                </a:extLst>
              </p:cNvPr>
              <p:cNvSpPr/>
              <p:nvPr/>
            </p:nvSpPr>
            <p:spPr>
              <a:xfrm>
                <a:off x="3299622" y="3501439"/>
                <a:ext cx="129992" cy="161901"/>
              </a:xfrm>
              <a:custGeom>
                <a:avLst/>
                <a:gdLst/>
                <a:ahLst/>
                <a:cxnLst/>
                <a:rect l="l" t="t" r="r" b="b"/>
                <a:pathLst>
                  <a:path w="5459" h="6799" extrusionOk="0">
                    <a:moveTo>
                      <a:pt x="98" y="1"/>
                    </a:moveTo>
                    <a:cubicBezTo>
                      <a:pt x="90" y="1"/>
                      <a:pt x="82" y="1"/>
                      <a:pt x="74" y="2"/>
                    </a:cubicBezTo>
                    <a:cubicBezTo>
                      <a:pt x="27" y="2"/>
                      <a:pt x="1" y="2"/>
                      <a:pt x="1" y="7"/>
                    </a:cubicBezTo>
                    <a:cubicBezTo>
                      <a:pt x="1" y="16"/>
                      <a:pt x="100" y="16"/>
                      <a:pt x="280" y="68"/>
                    </a:cubicBezTo>
                    <a:cubicBezTo>
                      <a:pt x="455" y="116"/>
                      <a:pt x="699" y="238"/>
                      <a:pt x="957" y="453"/>
                    </a:cubicBezTo>
                    <a:cubicBezTo>
                      <a:pt x="1473" y="881"/>
                      <a:pt x="2050" y="1645"/>
                      <a:pt x="2548" y="2581"/>
                    </a:cubicBezTo>
                    <a:lnTo>
                      <a:pt x="2548" y="2585"/>
                    </a:lnTo>
                    <a:lnTo>
                      <a:pt x="2548" y="2589"/>
                    </a:lnTo>
                    <a:cubicBezTo>
                      <a:pt x="2666" y="2769"/>
                      <a:pt x="2788" y="2956"/>
                      <a:pt x="2915" y="3148"/>
                    </a:cubicBezTo>
                    <a:cubicBezTo>
                      <a:pt x="3575" y="4185"/>
                      <a:pt x="4170" y="5124"/>
                      <a:pt x="4642" y="5776"/>
                    </a:cubicBezTo>
                    <a:cubicBezTo>
                      <a:pt x="4878" y="6103"/>
                      <a:pt x="5078" y="6361"/>
                      <a:pt x="5223" y="6536"/>
                    </a:cubicBezTo>
                    <a:cubicBezTo>
                      <a:pt x="5363" y="6706"/>
                      <a:pt x="5446" y="6798"/>
                      <a:pt x="5454" y="6798"/>
                    </a:cubicBezTo>
                    <a:cubicBezTo>
                      <a:pt x="5454" y="6798"/>
                      <a:pt x="5454" y="6798"/>
                      <a:pt x="5455" y="6798"/>
                    </a:cubicBezTo>
                    <a:cubicBezTo>
                      <a:pt x="5459" y="6793"/>
                      <a:pt x="5388" y="6693"/>
                      <a:pt x="5253" y="6510"/>
                    </a:cubicBezTo>
                    <a:cubicBezTo>
                      <a:pt x="5122" y="6331"/>
                      <a:pt x="4930" y="6064"/>
                      <a:pt x="4703" y="5732"/>
                    </a:cubicBezTo>
                    <a:cubicBezTo>
                      <a:pt x="4248" y="5072"/>
                      <a:pt x="3662" y="4128"/>
                      <a:pt x="3002" y="3092"/>
                    </a:cubicBezTo>
                    <a:cubicBezTo>
                      <a:pt x="2875" y="2900"/>
                      <a:pt x="2754" y="2712"/>
                      <a:pt x="2635" y="2529"/>
                    </a:cubicBezTo>
                    <a:lnTo>
                      <a:pt x="2635" y="2529"/>
                    </a:lnTo>
                    <a:lnTo>
                      <a:pt x="2639" y="2533"/>
                    </a:lnTo>
                    <a:cubicBezTo>
                      <a:pt x="2133" y="1585"/>
                      <a:pt x="1542" y="820"/>
                      <a:pt x="1001" y="400"/>
                    </a:cubicBezTo>
                    <a:cubicBezTo>
                      <a:pt x="730" y="185"/>
                      <a:pt x="477" y="68"/>
                      <a:pt x="289" y="28"/>
                    </a:cubicBezTo>
                    <a:cubicBezTo>
                      <a:pt x="211" y="10"/>
                      <a:pt x="146" y="1"/>
                      <a:pt x="9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4151;p48">
              <a:extLst>
                <a:ext uri="{FF2B5EF4-FFF2-40B4-BE49-F238E27FC236}">
                  <a16:creationId xmlns:a16="http://schemas.microsoft.com/office/drawing/2014/main" id="{3ED16E06-FF17-ECA7-F53E-7A3C8BBAA8C7}"/>
                </a:ext>
              </a:extLst>
            </p:cNvPr>
            <p:cNvGrpSpPr/>
            <p:nvPr/>
          </p:nvGrpSpPr>
          <p:grpSpPr>
            <a:xfrm>
              <a:off x="3619118" y="2953347"/>
              <a:ext cx="2555947" cy="1360432"/>
              <a:chOff x="3619118" y="2953347"/>
              <a:chExt cx="2555947" cy="1360432"/>
            </a:xfrm>
          </p:grpSpPr>
          <p:sp>
            <p:nvSpPr>
              <p:cNvPr id="32" name="Google Shape;4152;p48">
                <a:extLst>
                  <a:ext uri="{FF2B5EF4-FFF2-40B4-BE49-F238E27FC236}">
                    <a16:creationId xmlns:a16="http://schemas.microsoft.com/office/drawing/2014/main" id="{0724390A-D55A-3A5F-0548-4C0AFC31EABB}"/>
                  </a:ext>
                </a:extLst>
              </p:cNvPr>
              <p:cNvSpPr/>
              <p:nvPr/>
            </p:nvSpPr>
            <p:spPr>
              <a:xfrm>
                <a:off x="4894532" y="4209708"/>
                <a:ext cx="34885" cy="34861"/>
              </a:xfrm>
              <a:custGeom>
                <a:avLst/>
                <a:gdLst/>
                <a:ahLst/>
                <a:cxnLst/>
                <a:rect l="l" t="t" r="r" b="b"/>
                <a:pathLst>
                  <a:path w="1465" h="1464" extrusionOk="0">
                    <a:moveTo>
                      <a:pt x="731" y="1"/>
                    </a:moveTo>
                    <a:lnTo>
                      <a:pt x="473" y="473"/>
                    </a:lnTo>
                    <a:lnTo>
                      <a:pt x="1" y="730"/>
                    </a:lnTo>
                    <a:lnTo>
                      <a:pt x="473" y="992"/>
                    </a:lnTo>
                    <a:lnTo>
                      <a:pt x="731" y="1464"/>
                    </a:lnTo>
                    <a:lnTo>
                      <a:pt x="988" y="992"/>
                    </a:lnTo>
                    <a:lnTo>
                      <a:pt x="1465" y="730"/>
                    </a:lnTo>
                    <a:lnTo>
                      <a:pt x="988" y="473"/>
                    </a:lnTo>
                    <a:lnTo>
                      <a:pt x="731"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53;p48">
                <a:extLst>
                  <a:ext uri="{FF2B5EF4-FFF2-40B4-BE49-F238E27FC236}">
                    <a16:creationId xmlns:a16="http://schemas.microsoft.com/office/drawing/2014/main" id="{58685277-EF3B-CD91-F778-E46BCD33314F}"/>
                  </a:ext>
                </a:extLst>
              </p:cNvPr>
              <p:cNvSpPr/>
              <p:nvPr/>
            </p:nvSpPr>
            <p:spPr>
              <a:xfrm>
                <a:off x="4593754" y="4129358"/>
                <a:ext cx="69342" cy="69342"/>
              </a:xfrm>
              <a:custGeom>
                <a:avLst/>
                <a:gdLst/>
                <a:ahLst/>
                <a:cxnLst/>
                <a:rect l="l" t="t" r="r" b="b"/>
                <a:pathLst>
                  <a:path w="2912" h="2912" extrusionOk="0">
                    <a:moveTo>
                      <a:pt x="1456" y="1"/>
                    </a:moveTo>
                    <a:lnTo>
                      <a:pt x="940" y="940"/>
                    </a:lnTo>
                    <a:lnTo>
                      <a:pt x="1" y="1455"/>
                    </a:lnTo>
                    <a:lnTo>
                      <a:pt x="940" y="1971"/>
                    </a:lnTo>
                    <a:lnTo>
                      <a:pt x="1456" y="2911"/>
                    </a:lnTo>
                    <a:lnTo>
                      <a:pt x="1967" y="1971"/>
                    </a:lnTo>
                    <a:lnTo>
                      <a:pt x="2911" y="1455"/>
                    </a:lnTo>
                    <a:lnTo>
                      <a:pt x="1967" y="940"/>
                    </a:lnTo>
                    <a:lnTo>
                      <a:pt x="1456"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54;p48">
                <a:extLst>
                  <a:ext uri="{FF2B5EF4-FFF2-40B4-BE49-F238E27FC236}">
                    <a16:creationId xmlns:a16="http://schemas.microsoft.com/office/drawing/2014/main" id="{69F81484-5212-1A2D-BF2E-F9EEADA4499B}"/>
                  </a:ext>
                </a:extLst>
              </p:cNvPr>
              <p:cNvSpPr/>
              <p:nvPr/>
            </p:nvSpPr>
            <p:spPr>
              <a:xfrm>
                <a:off x="4722829" y="3377341"/>
                <a:ext cx="52030" cy="517017"/>
              </a:xfrm>
              <a:custGeom>
                <a:avLst/>
                <a:gdLst/>
                <a:ahLst/>
                <a:cxnLst/>
                <a:rect l="l" t="t" r="r" b="b"/>
                <a:pathLst>
                  <a:path w="2185" h="21712" extrusionOk="0">
                    <a:moveTo>
                      <a:pt x="0" y="0"/>
                    </a:moveTo>
                    <a:lnTo>
                      <a:pt x="0" y="21711"/>
                    </a:lnTo>
                    <a:lnTo>
                      <a:pt x="2185" y="21711"/>
                    </a:lnTo>
                    <a:lnTo>
                      <a:pt x="218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55;p48">
                <a:extLst>
                  <a:ext uri="{FF2B5EF4-FFF2-40B4-BE49-F238E27FC236}">
                    <a16:creationId xmlns:a16="http://schemas.microsoft.com/office/drawing/2014/main" id="{E5F5FDD9-C36B-E076-2914-86E553818A9A}"/>
                  </a:ext>
                </a:extLst>
              </p:cNvPr>
              <p:cNvSpPr/>
              <p:nvPr/>
            </p:nvSpPr>
            <p:spPr>
              <a:xfrm>
                <a:off x="3619118" y="3054273"/>
                <a:ext cx="942118" cy="1158264"/>
              </a:xfrm>
              <a:custGeom>
                <a:avLst/>
                <a:gdLst/>
                <a:ahLst/>
                <a:cxnLst/>
                <a:rect l="l" t="t" r="r" b="b"/>
                <a:pathLst>
                  <a:path w="39564" h="48641" extrusionOk="0">
                    <a:moveTo>
                      <a:pt x="19784" y="1"/>
                    </a:moveTo>
                    <a:cubicBezTo>
                      <a:pt x="8859" y="1"/>
                      <a:pt x="0" y="10886"/>
                      <a:pt x="0" y="24321"/>
                    </a:cubicBezTo>
                    <a:cubicBezTo>
                      <a:pt x="0" y="37750"/>
                      <a:pt x="8859" y="48640"/>
                      <a:pt x="19784" y="48640"/>
                    </a:cubicBezTo>
                    <a:cubicBezTo>
                      <a:pt x="30709" y="48640"/>
                      <a:pt x="39563" y="37750"/>
                      <a:pt x="39563" y="24321"/>
                    </a:cubicBezTo>
                    <a:cubicBezTo>
                      <a:pt x="39563" y="10886"/>
                      <a:pt x="30709" y="1"/>
                      <a:pt x="19784"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56;p48">
                <a:extLst>
                  <a:ext uri="{FF2B5EF4-FFF2-40B4-BE49-F238E27FC236}">
                    <a16:creationId xmlns:a16="http://schemas.microsoft.com/office/drawing/2014/main" id="{E8295E9D-5239-9F57-5969-E5E390B97F88}"/>
                  </a:ext>
                </a:extLst>
              </p:cNvPr>
              <p:cNvSpPr/>
              <p:nvPr/>
            </p:nvSpPr>
            <p:spPr>
              <a:xfrm>
                <a:off x="4670770" y="3454024"/>
                <a:ext cx="104084" cy="356449"/>
              </a:xfrm>
              <a:custGeom>
                <a:avLst/>
                <a:gdLst/>
                <a:ahLst/>
                <a:cxnLst/>
                <a:rect l="l" t="t" r="r" b="b"/>
                <a:pathLst>
                  <a:path w="4371" h="14969" extrusionOk="0">
                    <a:moveTo>
                      <a:pt x="0" y="0"/>
                    </a:moveTo>
                    <a:lnTo>
                      <a:pt x="0" y="14968"/>
                    </a:lnTo>
                    <a:lnTo>
                      <a:pt x="4371" y="14968"/>
                    </a:lnTo>
                    <a:lnTo>
                      <a:pt x="4371"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57;p48">
                <a:extLst>
                  <a:ext uri="{FF2B5EF4-FFF2-40B4-BE49-F238E27FC236}">
                    <a16:creationId xmlns:a16="http://schemas.microsoft.com/office/drawing/2014/main" id="{3F191895-BFE9-4D0D-119A-41732BA777EC}"/>
                  </a:ext>
                </a:extLst>
              </p:cNvPr>
              <p:cNvSpPr/>
              <p:nvPr/>
            </p:nvSpPr>
            <p:spPr>
              <a:xfrm>
                <a:off x="4703467" y="3316328"/>
                <a:ext cx="89202" cy="61031"/>
              </a:xfrm>
              <a:custGeom>
                <a:avLst/>
                <a:gdLst/>
                <a:ahLst/>
                <a:cxnLst/>
                <a:rect l="l" t="t" r="r" b="b"/>
                <a:pathLst>
                  <a:path w="3746" h="2563" extrusionOk="0">
                    <a:moveTo>
                      <a:pt x="0" y="1"/>
                    </a:moveTo>
                    <a:lnTo>
                      <a:pt x="0" y="2562"/>
                    </a:lnTo>
                    <a:lnTo>
                      <a:pt x="3746" y="2562"/>
                    </a:lnTo>
                    <a:lnTo>
                      <a:pt x="3746"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58;p48">
                <a:extLst>
                  <a:ext uri="{FF2B5EF4-FFF2-40B4-BE49-F238E27FC236}">
                    <a16:creationId xmlns:a16="http://schemas.microsoft.com/office/drawing/2014/main" id="{18C17DFC-5932-9FFE-8058-13EE43970686}"/>
                  </a:ext>
                </a:extLst>
              </p:cNvPr>
              <p:cNvSpPr/>
              <p:nvPr/>
            </p:nvSpPr>
            <p:spPr>
              <a:xfrm>
                <a:off x="4707397" y="3892998"/>
                <a:ext cx="89225" cy="61008"/>
              </a:xfrm>
              <a:custGeom>
                <a:avLst/>
                <a:gdLst/>
                <a:ahLst/>
                <a:cxnLst/>
                <a:rect l="l" t="t" r="r" b="b"/>
                <a:pathLst>
                  <a:path w="3747" h="2562" extrusionOk="0">
                    <a:moveTo>
                      <a:pt x="1" y="0"/>
                    </a:moveTo>
                    <a:lnTo>
                      <a:pt x="1" y="2562"/>
                    </a:lnTo>
                    <a:lnTo>
                      <a:pt x="3746" y="2562"/>
                    </a:lnTo>
                    <a:lnTo>
                      <a:pt x="3746"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59;p48">
                <a:extLst>
                  <a:ext uri="{FF2B5EF4-FFF2-40B4-BE49-F238E27FC236}">
                    <a16:creationId xmlns:a16="http://schemas.microsoft.com/office/drawing/2014/main" id="{B2420801-4BAC-B6FA-D3AA-F9B5AB01124E}"/>
                  </a:ext>
                </a:extLst>
              </p:cNvPr>
              <p:cNvSpPr/>
              <p:nvPr/>
            </p:nvSpPr>
            <p:spPr>
              <a:xfrm>
                <a:off x="3761291" y="3054273"/>
                <a:ext cx="942118" cy="1158264"/>
              </a:xfrm>
              <a:custGeom>
                <a:avLst/>
                <a:gdLst/>
                <a:ahLst/>
                <a:cxnLst/>
                <a:rect l="l" t="t" r="r" b="b"/>
                <a:pathLst>
                  <a:path w="39564" h="48641" extrusionOk="0">
                    <a:moveTo>
                      <a:pt x="19783" y="1"/>
                    </a:moveTo>
                    <a:cubicBezTo>
                      <a:pt x="8859" y="1"/>
                      <a:pt x="0" y="10886"/>
                      <a:pt x="0" y="24321"/>
                    </a:cubicBezTo>
                    <a:cubicBezTo>
                      <a:pt x="0" y="37750"/>
                      <a:pt x="8859" y="48640"/>
                      <a:pt x="19783" y="48640"/>
                    </a:cubicBezTo>
                    <a:cubicBezTo>
                      <a:pt x="30709" y="48640"/>
                      <a:pt x="39563" y="37750"/>
                      <a:pt x="39563" y="24321"/>
                    </a:cubicBezTo>
                    <a:cubicBezTo>
                      <a:pt x="39563" y="10886"/>
                      <a:pt x="30709" y="1"/>
                      <a:pt x="19783" y="1"/>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60;p48">
                <a:extLst>
                  <a:ext uri="{FF2B5EF4-FFF2-40B4-BE49-F238E27FC236}">
                    <a16:creationId xmlns:a16="http://schemas.microsoft.com/office/drawing/2014/main" id="{75D432EC-9996-50D7-37CA-F3C44EC809DE}"/>
                  </a:ext>
                </a:extLst>
              </p:cNvPr>
              <p:cNvSpPr/>
              <p:nvPr/>
            </p:nvSpPr>
            <p:spPr>
              <a:xfrm>
                <a:off x="3902202" y="3184062"/>
                <a:ext cx="726186" cy="896207"/>
              </a:xfrm>
              <a:custGeom>
                <a:avLst/>
                <a:gdLst/>
                <a:ahLst/>
                <a:cxnLst/>
                <a:rect l="l" t="t" r="r" b="b"/>
                <a:pathLst>
                  <a:path w="30496" h="37636" extrusionOk="0">
                    <a:moveTo>
                      <a:pt x="15248" y="0"/>
                    </a:moveTo>
                    <a:cubicBezTo>
                      <a:pt x="6826" y="0"/>
                      <a:pt x="1" y="8426"/>
                      <a:pt x="1" y="18818"/>
                    </a:cubicBezTo>
                    <a:cubicBezTo>
                      <a:pt x="1" y="29210"/>
                      <a:pt x="6826" y="37636"/>
                      <a:pt x="15248" y="37636"/>
                    </a:cubicBezTo>
                    <a:cubicBezTo>
                      <a:pt x="23669" y="37636"/>
                      <a:pt x="30495" y="29210"/>
                      <a:pt x="30495" y="18818"/>
                    </a:cubicBezTo>
                    <a:cubicBezTo>
                      <a:pt x="30495" y="8426"/>
                      <a:pt x="23669" y="0"/>
                      <a:pt x="15248" y="0"/>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61;p48">
                <a:extLst>
                  <a:ext uri="{FF2B5EF4-FFF2-40B4-BE49-F238E27FC236}">
                    <a16:creationId xmlns:a16="http://schemas.microsoft.com/office/drawing/2014/main" id="{984B8FAA-7291-606F-0159-7D7F428F44A9}"/>
                  </a:ext>
                </a:extLst>
              </p:cNvPr>
              <p:cNvSpPr/>
              <p:nvPr/>
            </p:nvSpPr>
            <p:spPr>
              <a:xfrm>
                <a:off x="3900845" y="3183062"/>
                <a:ext cx="727639" cy="898279"/>
              </a:xfrm>
              <a:custGeom>
                <a:avLst/>
                <a:gdLst/>
                <a:ahLst/>
                <a:cxnLst/>
                <a:rect l="l" t="t" r="r" b="b"/>
                <a:pathLst>
                  <a:path w="30557" h="37723" extrusionOk="0">
                    <a:moveTo>
                      <a:pt x="15286" y="1"/>
                    </a:moveTo>
                    <a:cubicBezTo>
                      <a:pt x="14877" y="1"/>
                      <a:pt x="14464" y="21"/>
                      <a:pt x="14050" y="64"/>
                    </a:cubicBezTo>
                    <a:cubicBezTo>
                      <a:pt x="13290" y="143"/>
                      <a:pt x="12525" y="282"/>
                      <a:pt x="11773" y="506"/>
                    </a:cubicBezTo>
                    <a:cubicBezTo>
                      <a:pt x="11022" y="728"/>
                      <a:pt x="10270" y="1008"/>
                      <a:pt x="9554" y="1375"/>
                    </a:cubicBezTo>
                    <a:cubicBezTo>
                      <a:pt x="8836" y="1742"/>
                      <a:pt x="8134" y="2158"/>
                      <a:pt x="7473" y="2652"/>
                    </a:cubicBezTo>
                    <a:cubicBezTo>
                      <a:pt x="6813" y="3145"/>
                      <a:pt x="6180" y="3691"/>
                      <a:pt x="5585" y="4290"/>
                    </a:cubicBezTo>
                    <a:cubicBezTo>
                      <a:pt x="4996" y="4893"/>
                      <a:pt x="4445" y="5544"/>
                      <a:pt x="3933" y="6235"/>
                    </a:cubicBezTo>
                    <a:cubicBezTo>
                      <a:pt x="3427" y="6930"/>
                      <a:pt x="2972" y="7668"/>
                      <a:pt x="2553" y="8437"/>
                    </a:cubicBezTo>
                    <a:cubicBezTo>
                      <a:pt x="887" y="11523"/>
                      <a:pt x="5" y="15146"/>
                      <a:pt x="0" y="18860"/>
                    </a:cubicBezTo>
                    <a:cubicBezTo>
                      <a:pt x="0" y="22570"/>
                      <a:pt x="887" y="26202"/>
                      <a:pt x="2549" y="29287"/>
                    </a:cubicBezTo>
                    <a:cubicBezTo>
                      <a:pt x="2968" y="30053"/>
                      <a:pt x="3427" y="30795"/>
                      <a:pt x="3933" y="31485"/>
                    </a:cubicBezTo>
                    <a:cubicBezTo>
                      <a:pt x="4445" y="32181"/>
                      <a:pt x="4996" y="32832"/>
                      <a:pt x="5585" y="33435"/>
                    </a:cubicBezTo>
                    <a:cubicBezTo>
                      <a:pt x="6180" y="34033"/>
                      <a:pt x="6813" y="34579"/>
                      <a:pt x="7473" y="35069"/>
                    </a:cubicBezTo>
                    <a:cubicBezTo>
                      <a:pt x="8134" y="35563"/>
                      <a:pt x="8836" y="35983"/>
                      <a:pt x="9554" y="36346"/>
                    </a:cubicBezTo>
                    <a:cubicBezTo>
                      <a:pt x="10270" y="36713"/>
                      <a:pt x="11022" y="36996"/>
                      <a:pt x="11773" y="37215"/>
                    </a:cubicBezTo>
                    <a:cubicBezTo>
                      <a:pt x="12525" y="37442"/>
                      <a:pt x="13290" y="37582"/>
                      <a:pt x="14050" y="37657"/>
                    </a:cubicBezTo>
                    <a:cubicBezTo>
                      <a:pt x="14468" y="37701"/>
                      <a:pt x="14885" y="37722"/>
                      <a:pt x="15299" y="37722"/>
                    </a:cubicBezTo>
                    <a:cubicBezTo>
                      <a:pt x="16385" y="37722"/>
                      <a:pt x="17448" y="37576"/>
                      <a:pt x="18451" y="37320"/>
                    </a:cubicBezTo>
                    <a:cubicBezTo>
                      <a:pt x="19837" y="36953"/>
                      <a:pt x="21117" y="36384"/>
                      <a:pt x="22235" y="35668"/>
                    </a:cubicBezTo>
                    <a:cubicBezTo>
                      <a:pt x="23359" y="34960"/>
                      <a:pt x="24342" y="34134"/>
                      <a:pt x="25177" y="33252"/>
                    </a:cubicBezTo>
                    <a:cubicBezTo>
                      <a:pt x="26860" y="31481"/>
                      <a:pt x="27987" y="29554"/>
                      <a:pt x="28760" y="27788"/>
                    </a:cubicBezTo>
                    <a:cubicBezTo>
                      <a:pt x="29145" y="26906"/>
                      <a:pt x="29433" y="26053"/>
                      <a:pt x="29674" y="25258"/>
                    </a:cubicBezTo>
                    <a:cubicBezTo>
                      <a:pt x="29778" y="24861"/>
                      <a:pt x="29892" y="24480"/>
                      <a:pt x="29966" y="24113"/>
                    </a:cubicBezTo>
                    <a:cubicBezTo>
                      <a:pt x="30010" y="23930"/>
                      <a:pt x="30049" y="23746"/>
                      <a:pt x="30093" y="23571"/>
                    </a:cubicBezTo>
                    <a:cubicBezTo>
                      <a:pt x="30124" y="23397"/>
                      <a:pt x="30154" y="23226"/>
                      <a:pt x="30185" y="23060"/>
                    </a:cubicBezTo>
                    <a:cubicBezTo>
                      <a:pt x="30430" y="21723"/>
                      <a:pt x="30500" y="20666"/>
                      <a:pt x="30535" y="19952"/>
                    </a:cubicBezTo>
                    <a:cubicBezTo>
                      <a:pt x="30557" y="19236"/>
                      <a:pt x="30552" y="18861"/>
                      <a:pt x="30552" y="18860"/>
                    </a:cubicBezTo>
                    <a:lnTo>
                      <a:pt x="30552" y="18860"/>
                    </a:lnTo>
                    <a:cubicBezTo>
                      <a:pt x="30552" y="18861"/>
                      <a:pt x="30543" y="18956"/>
                      <a:pt x="30539" y="19139"/>
                    </a:cubicBezTo>
                    <a:cubicBezTo>
                      <a:pt x="30530" y="19323"/>
                      <a:pt x="30530" y="19595"/>
                      <a:pt x="30513" y="19952"/>
                    </a:cubicBezTo>
                    <a:cubicBezTo>
                      <a:pt x="30474" y="20666"/>
                      <a:pt x="30395" y="21719"/>
                      <a:pt x="30146" y="23052"/>
                    </a:cubicBezTo>
                    <a:cubicBezTo>
                      <a:pt x="30115" y="23217"/>
                      <a:pt x="30081" y="23387"/>
                      <a:pt x="30049" y="23562"/>
                    </a:cubicBezTo>
                    <a:cubicBezTo>
                      <a:pt x="30006" y="23738"/>
                      <a:pt x="29966" y="23917"/>
                      <a:pt x="29923" y="24100"/>
                    </a:cubicBezTo>
                    <a:cubicBezTo>
                      <a:pt x="29845" y="24468"/>
                      <a:pt x="29730" y="24847"/>
                      <a:pt x="29621" y="25245"/>
                    </a:cubicBezTo>
                    <a:cubicBezTo>
                      <a:pt x="29381" y="26036"/>
                      <a:pt x="29093" y="26884"/>
                      <a:pt x="28703" y="27766"/>
                    </a:cubicBezTo>
                    <a:cubicBezTo>
                      <a:pt x="27925" y="29523"/>
                      <a:pt x="26798" y="31442"/>
                      <a:pt x="25125" y="33199"/>
                    </a:cubicBezTo>
                    <a:cubicBezTo>
                      <a:pt x="24290" y="34077"/>
                      <a:pt x="23310" y="34898"/>
                      <a:pt x="22192" y="35598"/>
                    </a:cubicBezTo>
                    <a:cubicBezTo>
                      <a:pt x="21077" y="36310"/>
                      <a:pt x="19806" y="36874"/>
                      <a:pt x="18429" y="37237"/>
                    </a:cubicBezTo>
                    <a:cubicBezTo>
                      <a:pt x="17435" y="37486"/>
                      <a:pt x="16384" y="37631"/>
                      <a:pt x="15309" y="37631"/>
                    </a:cubicBezTo>
                    <a:cubicBezTo>
                      <a:pt x="14895" y="37631"/>
                      <a:pt x="14478" y="37609"/>
                      <a:pt x="14060" y="37564"/>
                    </a:cubicBezTo>
                    <a:cubicBezTo>
                      <a:pt x="13303" y="37490"/>
                      <a:pt x="12547" y="37350"/>
                      <a:pt x="11799" y="37123"/>
                    </a:cubicBezTo>
                    <a:cubicBezTo>
                      <a:pt x="11053" y="36905"/>
                      <a:pt x="10310" y="36625"/>
                      <a:pt x="9597" y="36258"/>
                    </a:cubicBezTo>
                    <a:cubicBezTo>
                      <a:pt x="8889" y="35895"/>
                      <a:pt x="8190" y="35480"/>
                      <a:pt x="7531" y="34991"/>
                    </a:cubicBezTo>
                    <a:cubicBezTo>
                      <a:pt x="6875" y="34501"/>
                      <a:pt x="6246" y="33960"/>
                      <a:pt x="5655" y="33365"/>
                    </a:cubicBezTo>
                    <a:cubicBezTo>
                      <a:pt x="5074" y="32762"/>
                      <a:pt x="4528" y="32115"/>
                      <a:pt x="4017" y="31429"/>
                    </a:cubicBezTo>
                    <a:cubicBezTo>
                      <a:pt x="3514" y="30734"/>
                      <a:pt x="3059" y="30000"/>
                      <a:pt x="2640" y="29235"/>
                    </a:cubicBezTo>
                    <a:cubicBezTo>
                      <a:pt x="988" y="26167"/>
                      <a:pt x="110" y="22558"/>
                      <a:pt x="110" y="18860"/>
                    </a:cubicBezTo>
                    <a:cubicBezTo>
                      <a:pt x="110" y="15163"/>
                      <a:pt x="988" y="11553"/>
                      <a:pt x="2644" y="8485"/>
                    </a:cubicBezTo>
                    <a:cubicBezTo>
                      <a:pt x="3059" y="7721"/>
                      <a:pt x="3514" y="6987"/>
                      <a:pt x="4017" y="6296"/>
                    </a:cubicBezTo>
                    <a:cubicBezTo>
                      <a:pt x="4528" y="5610"/>
                      <a:pt x="5074" y="4959"/>
                      <a:pt x="5660" y="4360"/>
                    </a:cubicBezTo>
                    <a:cubicBezTo>
                      <a:pt x="6250" y="3766"/>
                      <a:pt x="6875" y="3223"/>
                      <a:pt x="7535" y="2735"/>
                    </a:cubicBezTo>
                    <a:cubicBezTo>
                      <a:pt x="8190" y="2241"/>
                      <a:pt x="8889" y="1830"/>
                      <a:pt x="9597" y="1467"/>
                    </a:cubicBezTo>
                    <a:cubicBezTo>
                      <a:pt x="10310" y="1100"/>
                      <a:pt x="11053" y="821"/>
                      <a:pt x="11799" y="597"/>
                    </a:cubicBezTo>
                    <a:cubicBezTo>
                      <a:pt x="12547" y="375"/>
                      <a:pt x="13303" y="234"/>
                      <a:pt x="14060" y="161"/>
                    </a:cubicBezTo>
                    <a:cubicBezTo>
                      <a:pt x="14479" y="116"/>
                      <a:pt x="14896" y="94"/>
                      <a:pt x="15310" y="94"/>
                    </a:cubicBezTo>
                    <a:cubicBezTo>
                      <a:pt x="16384" y="94"/>
                      <a:pt x="17435" y="239"/>
                      <a:pt x="18429" y="488"/>
                    </a:cubicBezTo>
                    <a:cubicBezTo>
                      <a:pt x="19806" y="851"/>
                      <a:pt x="21077" y="1414"/>
                      <a:pt x="22192" y="2122"/>
                    </a:cubicBezTo>
                    <a:cubicBezTo>
                      <a:pt x="23310" y="2826"/>
                      <a:pt x="24290" y="3648"/>
                      <a:pt x="25125" y="4526"/>
                    </a:cubicBezTo>
                    <a:cubicBezTo>
                      <a:pt x="26798" y="6279"/>
                      <a:pt x="27925" y="8201"/>
                      <a:pt x="28703" y="9958"/>
                    </a:cubicBezTo>
                    <a:cubicBezTo>
                      <a:pt x="29093" y="10841"/>
                      <a:pt x="29381" y="11689"/>
                      <a:pt x="29621" y="12475"/>
                    </a:cubicBezTo>
                    <a:cubicBezTo>
                      <a:pt x="29730" y="12878"/>
                      <a:pt x="29845" y="13253"/>
                      <a:pt x="29923" y="13621"/>
                    </a:cubicBezTo>
                    <a:cubicBezTo>
                      <a:pt x="29966" y="13804"/>
                      <a:pt x="30006" y="13983"/>
                      <a:pt x="30049" y="14158"/>
                    </a:cubicBezTo>
                    <a:cubicBezTo>
                      <a:pt x="30081" y="14333"/>
                      <a:pt x="30115" y="14508"/>
                      <a:pt x="30146" y="14674"/>
                    </a:cubicBezTo>
                    <a:cubicBezTo>
                      <a:pt x="30395" y="16007"/>
                      <a:pt x="30474" y="17060"/>
                      <a:pt x="30513" y="17772"/>
                    </a:cubicBezTo>
                    <a:cubicBezTo>
                      <a:pt x="30530" y="18131"/>
                      <a:pt x="30530" y="18401"/>
                      <a:pt x="30539" y="18585"/>
                    </a:cubicBezTo>
                    <a:cubicBezTo>
                      <a:pt x="30543" y="18768"/>
                      <a:pt x="30552" y="18860"/>
                      <a:pt x="30552" y="18860"/>
                    </a:cubicBezTo>
                    <a:cubicBezTo>
                      <a:pt x="30552" y="18860"/>
                      <a:pt x="30557" y="18484"/>
                      <a:pt x="30535" y="17772"/>
                    </a:cubicBezTo>
                    <a:cubicBezTo>
                      <a:pt x="30500" y="17060"/>
                      <a:pt x="30430" y="16002"/>
                      <a:pt x="30185" y="14665"/>
                    </a:cubicBezTo>
                    <a:cubicBezTo>
                      <a:pt x="30154" y="14498"/>
                      <a:pt x="30124" y="14324"/>
                      <a:pt x="30093" y="14149"/>
                    </a:cubicBezTo>
                    <a:cubicBezTo>
                      <a:pt x="30049" y="13974"/>
                      <a:pt x="30010" y="13796"/>
                      <a:pt x="29966" y="13612"/>
                    </a:cubicBezTo>
                    <a:cubicBezTo>
                      <a:pt x="29892" y="13240"/>
                      <a:pt x="29778" y="12864"/>
                      <a:pt x="29669" y="12463"/>
                    </a:cubicBezTo>
                    <a:cubicBezTo>
                      <a:pt x="29433" y="11672"/>
                      <a:pt x="29145" y="10819"/>
                      <a:pt x="28760" y="9932"/>
                    </a:cubicBezTo>
                    <a:cubicBezTo>
                      <a:pt x="27983" y="8171"/>
                      <a:pt x="26860" y="6239"/>
                      <a:pt x="25177" y="4474"/>
                    </a:cubicBezTo>
                    <a:cubicBezTo>
                      <a:pt x="24342" y="3590"/>
                      <a:pt x="23359" y="2761"/>
                      <a:pt x="22235" y="2053"/>
                    </a:cubicBezTo>
                    <a:cubicBezTo>
                      <a:pt x="21113" y="1336"/>
                      <a:pt x="19837" y="772"/>
                      <a:pt x="18451" y="401"/>
                    </a:cubicBezTo>
                    <a:cubicBezTo>
                      <a:pt x="17444" y="146"/>
                      <a:pt x="16377" y="1"/>
                      <a:pt x="15286"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62;p48">
                <a:extLst>
                  <a:ext uri="{FF2B5EF4-FFF2-40B4-BE49-F238E27FC236}">
                    <a16:creationId xmlns:a16="http://schemas.microsoft.com/office/drawing/2014/main" id="{64F69800-1EA8-6EDD-C8A0-91F3C6A5087A}"/>
                  </a:ext>
                </a:extLst>
              </p:cNvPr>
              <p:cNvSpPr/>
              <p:nvPr/>
            </p:nvSpPr>
            <p:spPr>
              <a:xfrm>
                <a:off x="4149159" y="3414373"/>
                <a:ext cx="425863" cy="415766"/>
              </a:xfrm>
              <a:custGeom>
                <a:avLst/>
                <a:gdLst/>
                <a:ahLst/>
                <a:cxnLst/>
                <a:rect l="l" t="t" r="r" b="b"/>
                <a:pathLst>
                  <a:path w="17884" h="17460" extrusionOk="0">
                    <a:moveTo>
                      <a:pt x="8942" y="1"/>
                    </a:moveTo>
                    <a:cubicBezTo>
                      <a:pt x="4004" y="1"/>
                      <a:pt x="1" y="3908"/>
                      <a:pt x="1" y="8728"/>
                    </a:cubicBezTo>
                    <a:cubicBezTo>
                      <a:pt x="1" y="13553"/>
                      <a:pt x="4004" y="17460"/>
                      <a:pt x="8942" y="17460"/>
                    </a:cubicBezTo>
                    <a:cubicBezTo>
                      <a:pt x="13880" y="17460"/>
                      <a:pt x="17883" y="13553"/>
                      <a:pt x="17883" y="8728"/>
                    </a:cubicBezTo>
                    <a:cubicBezTo>
                      <a:pt x="17883" y="3908"/>
                      <a:pt x="13880" y="1"/>
                      <a:pt x="8942"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63;p48">
                <a:extLst>
                  <a:ext uri="{FF2B5EF4-FFF2-40B4-BE49-F238E27FC236}">
                    <a16:creationId xmlns:a16="http://schemas.microsoft.com/office/drawing/2014/main" id="{8CA9F544-9246-79B1-45A9-03606737E9D2}"/>
                  </a:ext>
                </a:extLst>
              </p:cNvPr>
              <p:cNvSpPr/>
              <p:nvPr/>
            </p:nvSpPr>
            <p:spPr>
              <a:xfrm>
                <a:off x="4165091" y="3419922"/>
                <a:ext cx="100227" cy="90583"/>
              </a:xfrm>
              <a:custGeom>
                <a:avLst/>
                <a:gdLst/>
                <a:ahLst/>
                <a:cxnLst/>
                <a:rect l="l" t="t" r="r" b="b"/>
                <a:pathLst>
                  <a:path w="4209" h="3804" extrusionOk="0">
                    <a:moveTo>
                      <a:pt x="1549" y="1"/>
                    </a:moveTo>
                    <a:cubicBezTo>
                      <a:pt x="1170" y="1"/>
                      <a:pt x="791" y="154"/>
                      <a:pt x="516" y="458"/>
                    </a:cubicBezTo>
                    <a:cubicBezTo>
                      <a:pt x="1" y="1026"/>
                      <a:pt x="39" y="1914"/>
                      <a:pt x="608" y="2428"/>
                    </a:cubicBezTo>
                    <a:lnTo>
                      <a:pt x="1713" y="3439"/>
                    </a:lnTo>
                    <a:cubicBezTo>
                      <a:pt x="1982" y="3683"/>
                      <a:pt x="2320" y="3804"/>
                      <a:pt x="2656" y="3804"/>
                    </a:cubicBezTo>
                    <a:cubicBezTo>
                      <a:pt x="3035" y="3804"/>
                      <a:pt x="3413" y="3650"/>
                      <a:pt x="3688" y="3346"/>
                    </a:cubicBezTo>
                    <a:cubicBezTo>
                      <a:pt x="4209" y="2779"/>
                      <a:pt x="4165" y="1891"/>
                      <a:pt x="3597" y="1375"/>
                    </a:cubicBezTo>
                    <a:lnTo>
                      <a:pt x="2492" y="366"/>
                    </a:lnTo>
                    <a:cubicBezTo>
                      <a:pt x="2224" y="122"/>
                      <a:pt x="1886" y="1"/>
                      <a:pt x="154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64;p48">
                <a:extLst>
                  <a:ext uri="{FF2B5EF4-FFF2-40B4-BE49-F238E27FC236}">
                    <a16:creationId xmlns:a16="http://schemas.microsoft.com/office/drawing/2014/main" id="{FDFA6B47-6A7C-4829-F253-45BF1F19D552}"/>
                  </a:ext>
                </a:extLst>
              </p:cNvPr>
              <p:cNvSpPr/>
              <p:nvPr/>
            </p:nvSpPr>
            <p:spPr>
              <a:xfrm>
                <a:off x="4330960" y="3336309"/>
                <a:ext cx="66532" cy="102227"/>
              </a:xfrm>
              <a:custGeom>
                <a:avLst/>
                <a:gdLst/>
                <a:ahLst/>
                <a:cxnLst/>
                <a:rect l="l" t="t" r="r" b="b"/>
                <a:pathLst>
                  <a:path w="2794" h="4293" extrusionOk="0">
                    <a:moveTo>
                      <a:pt x="1400" y="1"/>
                    </a:moveTo>
                    <a:cubicBezTo>
                      <a:pt x="626" y="1"/>
                      <a:pt x="1" y="630"/>
                      <a:pt x="1" y="1399"/>
                    </a:cubicBezTo>
                    <a:lnTo>
                      <a:pt x="1" y="2894"/>
                    </a:lnTo>
                    <a:cubicBezTo>
                      <a:pt x="1" y="3668"/>
                      <a:pt x="626" y="4293"/>
                      <a:pt x="1400" y="4293"/>
                    </a:cubicBezTo>
                    <a:cubicBezTo>
                      <a:pt x="2169" y="4293"/>
                      <a:pt x="2794" y="3668"/>
                      <a:pt x="2794" y="2894"/>
                    </a:cubicBezTo>
                    <a:lnTo>
                      <a:pt x="2794" y="1399"/>
                    </a:lnTo>
                    <a:cubicBezTo>
                      <a:pt x="2794" y="630"/>
                      <a:pt x="2169" y="1"/>
                      <a:pt x="1400"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65;p48">
                <a:extLst>
                  <a:ext uri="{FF2B5EF4-FFF2-40B4-BE49-F238E27FC236}">
                    <a16:creationId xmlns:a16="http://schemas.microsoft.com/office/drawing/2014/main" id="{0D788E01-841F-F5DD-2416-95913FB713C4}"/>
                  </a:ext>
                </a:extLst>
              </p:cNvPr>
              <p:cNvSpPr/>
              <p:nvPr/>
            </p:nvSpPr>
            <p:spPr>
              <a:xfrm>
                <a:off x="4478753" y="3406490"/>
                <a:ext cx="96703" cy="95107"/>
              </a:xfrm>
              <a:custGeom>
                <a:avLst/>
                <a:gdLst/>
                <a:ahLst/>
                <a:cxnLst/>
                <a:rect l="l" t="t" r="r" b="b"/>
                <a:pathLst>
                  <a:path w="4061" h="3994" extrusionOk="0">
                    <a:moveTo>
                      <a:pt x="2477" y="0"/>
                    </a:moveTo>
                    <a:cubicBezTo>
                      <a:pt x="2052" y="0"/>
                      <a:pt x="1632" y="195"/>
                      <a:pt x="1360" y="563"/>
                    </a:cubicBezTo>
                    <a:lnTo>
                      <a:pt x="464" y="1760"/>
                    </a:lnTo>
                    <a:cubicBezTo>
                      <a:pt x="1" y="2381"/>
                      <a:pt x="132" y="3255"/>
                      <a:pt x="748" y="3714"/>
                    </a:cubicBezTo>
                    <a:cubicBezTo>
                      <a:pt x="1000" y="3902"/>
                      <a:pt x="1294" y="3993"/>
                      <a:pt x="1584" y="3993"/>
                    </a:cubicBezTo>
                    <a:cubicBezTo>
                      <a:pt x="2010" y="3993"/>
                      <a:pt x="2429" y="3799"/>
                      <a:pt x="2702" y="3430"/>
                    </a:cubicBezTo>
                    <a:lnTo>
                      <a:pt x="3597" y="2232"/>
                    </a:lnTo>
                    <a:cubicBezTo>
                      <a:pt x="4061" y="1612"/>
                      <a:pt x="3930" y="738"/>
                      <a:pt x="3313" y="279"/>
                    </a:cubicBezTo>
                    <a:cubicBezTo>
                      <a:pt x="3061" y="91"/>
                      <a:pt x="2768" y="0"/>
                      <a:pt x="2477"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66;p48">
                <a:extLst>
                  <a:ext uri="{FF2B5EF4-FFF2-40B4-BE49-F238E27FC236}">
                    <a16:creationId xmlns:a16="http://schemas.microsoft.com/office/drawing/2014/main" id="{904F9154-964A-7353-6E8A-B004AE7D048E}"/>
                  </a:ext>
                </a:extLst>
              </p:cNvPr>
              <p:cNvSpPr/>
              <p:nvPr/>
            </p:nvSpPr>
            <p:spPr>
              <a:xfrm>
                <a:off x="4108579" y="3599007"/>
                <a:ext cx="102203" cy="66508"/>
              </a:xfrm>
              <a:custGeom>
                <a:avLst/>
                <a:gdLst/>
                <a:ahLst/>
                <a:cxnLst/>
                <a:rect l="l" t="t" r="r" b="b"/>
                <a:pathLst>
                  <a:path w="4292" h="2793" extrusionOk="0">
                    <a:moveTo>
                      <a:pt x="1398" y="1"/>
                    </a:moveTo>
                    <a:cubicBezTo>
                      <a:pt x="625" y="1"/>
                      <a:pt x="0" y="625"/>
                      <a:pt x="0" y="1394"/>
                    </a:cubicBezTo>
                    <a:cubicBezTo>
                      <a:pt x="0" y="2167"/>
                      <a:pt x="625" y="2793"/>
                      <a:pt x="1398" y="2793"/>
                    </a:cubicBezTo>
                    <a:lnTo>
                      <a:pt x="2893" y="2793"/>
                    </a:lnTo>
                    <a:cubicBezTo>
                      <a:pt x="3667" y="2793"/>
                      <a:pt x="4292" y="2167"/>
                      <a:pt x="4292" y="1394"/>
                    </a:cubicBezTo>
                    <a:cubicBezTo>
                      <a:pt x="4292" y="625"/>
                      <a:pt x="3667" y="1"/>
                      <a:pt x="289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67;p48">
                <a:extLst>
                  <a:ext uri="{FF2B5EF4-FFF2-40B4-BE49-F238E27FC236}">
                    <a16:creationId xmlns:a16="http://schemas.microsoft.com/office/drawing/2014/main" id="{97A7619A-52A2-7039-1864-29222E8630E7}"/>
                  </a:ext>
                </a:extLst>
              </p:cNvPr>
              <p:cNvSpPr/>
              <p:nvPr/>
            </p:nvSpPr>
            <p:spPr>
              <a:xfrm>
                <a:off x="4546720" y="3588696"/>
                <a:ext cx="102203" cy="66532"/>
              </a:xfrm>
              <a:custGeom>
                <a:avLst/>
                <a:gdLst/>
                <a:ahLst/>
                <a:cxnLst/>
                <a:rect l="l" t="t" r="r" b="b"/>
                <a:pathLst>
                  <a:path w="4292" h="2794" extrusionOk="0">
                    <a:moveTo>
                      <a:pt x="1399" y="0"/>
                    </a:moveTo>
                    <a:cubicBezTo>
                      <a:pt x="626" y="0"/>
                      <a:pt x="1" y="626"/>
                      <a:pt x="1" y="1394"/>
                    </a:cubicBezTo>
                    <a:cubicBezTo>
                      <a:pt x="1" y="2168"/>
                      <a:pt x="626" y="2793"/>
                      <a:pt x="1399" y="2793"/>
                    </a:cubicBezTo>
                    <a:lnTo>
                      <a:pt x="2893" y="2793"/>
                    </a:lnTo>
                    <a:cubicBezTo>
                      <a:pt x="3662" y="2793"/>
                      <a:pt x="4292" y="2168"/>
                      <a:pt x="4292" y="1394"/>
                    </a:cubicBezTo>
                    <a:cubicBezTo>
                      <a:pt x="4292" y="626"/>
                      <a:pt x="3662" y="0"/>
                      <a:pt x="289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68;p48">
                <a:extLst>
                  <a:ext uri="{FF2B5EF4-FFF2-40B4-BE49-F238E27FC236}">
                    <a16:creationId xmlns:a16="http://schemas.microsoft.com/office/drawing/2014/main" id="{F4AC1C0F-7825-6394-B2C2-E8B619B879AE}"/>
                  </a:ext>
                </a:extLst>
              </p:cNvPr>
              <p:cNvSpPr/>
              <p:nvPr/>
            </p:nvSpPr>
            <p:spPr>
              <a:xfrm>
                <a:off x="4172474" y="3750039"/>
                <a:ext cx="100251" cy="90488"/>
              </a:xfrm>
              <a:custGeom>
                <a:avLst/>
                <a:gdLst/>
                <a:ahLst/>
                <a:cxnLst/>
                <a:rect l="l" t="t" r="r" b="b"/>
                <a:pathLst>
                  <a:path w="4210" h="3800" extrusionOk="0">
                    <a:moveTo>
                      <a:pt x="2654" y="1"/>
                    </a:moveTo>
                    <a:cubicBezTo>
                      <a:pt x="2318" y="1"/>
                      <a:pt x="1981" y="121"/>
                      <a:pt x="1714" y="366"/>
                    </a:cubicBezTo>
                    <a:lnTo>
                      <a:pt x="608" y="1376"/>
                    </a:lnTo>
                    <a:cubicBezTo>
                      <a:pt x="40" y="1896"/>
                      <a:pt x="0" y="2778"/>
                      <a:pt x="520" y="3347"/>
                    </a:cubicBezTo>
                    <a:cubicBezTo>
                      <a:pt x="795" y="3647"/>
                      <a:pt x="1173" y="3800"/>
                      <a:pt x="1552" y="3800"/>
                    </a:cubicBezTo>
                    <a:cubicBezTo>
                      <a:pt x="1890" y="3800"/>
                      <a:pt x="2228" y="3679"/>
                      <a:pt x="2496" y="3434"/>
                    </a:cubicBezTo>
                    <a:lnTo>
                      <a:pt x="3598" y="2425"/>
                    </a:lnTo>
                    <a:cubicBezTo>
                      <a:pt x="4169" y="1905"/>
                      <a:pt x="4209" y="1021"/>
                      <a:pt x="3685" y="454"/>
                    </a:cubicBezTo>
                    <a:cubicBezTo>
                      <a:pt x="3409" y="153"/>
                      <a:pt x="3032" y="1"/>
                      <a:pt x="2654"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69;p48">
                <a:extLst>
                  <a:ext uri="{FF2B5EF4-FFF2-40B4-BE49-F238E27FC236}">
                    <a16:creationId xmlns:a16="http://schemas.microsoft.com/office/drawing/2014/main" id="{8EFD039A-39C8-3065-0DF8-49E24A1EA1F5}"/>
                  </a:ext>
                </a:extLst>
              </p:cNvPr>
              <p:cNvSpPr/>
              <p:nvPr/>
            </p:nvSpPr>
            <p:spPr>
              <a:xfrm>
                <a:off x="4366372" y="3787428"/>
                <a:ext cx="69842" cy="102084"/>
              </a:xfrm>
              <a:custGeom>
                <a:avLst/>
                <a:gdLst/>
                <a:ahLst/>
                <a:cxnLst/>
                <a:rect l="l" t="t" r="r" b="b"/>
                <a:pathLst>
                  <a:path w="2933" h="4287" extrusionOk="0">
                    <a:moveTo>
                      <a:pt x="1434" y="0"/>
                    </a:moveTo>
                    <a:cubicBezTo>
                      <a:pt x="1411" y="0"/>
                      <a:pt x="1387" y="1"/>
                      <a:pt x="1364" y="2"/>
                    </a:cubicBezTo>
                    <a:cubicBezTo>
                      <a:pt x="595" y="38"/>
                      <a:pt x="0" y="693"/>
                      <a:pt x="35" y="1462"/>
                    </a:cubicBezTo>
                    <a:lnTo>
                      <a:pt x="105" y="2957"/>
                    </a:lnTo>
                    <a:cubicBezTo>
                      <a:pt x="139" y="3704"/>
                      <a:pt x="759" y="4287"/>
                      <a:pt x="1501" y="4287"/>
                    </a:cubicBezTo>
                    <a:cubicBezTo>
                      <a:pt x="1522" y="4287"/>
                      <a:pt x="1544" y="4286"/>
                      <a:pt x="1565" y="4286"/>
                    </a:cubicBezTo>
                    <a:cubicBezTo>
                      <a:pt x="2338" y="4250"/>
                      <a:pt x="2933" y="3594"/>
                      <a:pt x="2897" y="2826"/>
                    </a:cubicBezTo>
                    <a:lnTo>
                      <a:pt x="2824" y="1331"/>
                    </a:lnTo>
                    <a:cubicBezTo>
                      <a:pt x="2789" y="586"/>
                      <a:pt x="2172" y="0"/>
                      <a:pt x="143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70;p48">
                <a:extLst>
                  <a:ext uri="{FF2B5EF4-FFF2-40B4-BE49-F238E27FC236}">
                    <a16:creationId xmlns:a16="http://schemas.microsoft.com/office/drawing/2014/main" id="{B878731C-0AD6-2A9B-D0B2-67B7C888A163}"/>
                  </a:ext>
                </a:extLst>
              </p:cNvPr>
              <p:cNvSpPr/>
              <p:nvPr/>
            </p:nvSpPr>
            <p:spPr>
              <a:xfrm>
                <a:off x="4496543" y="3732250"/>
                <a:ext cx="100346" cy="90535"/>
              </a:xfrm>
              <a:custGeom>
                <a:avLst/>
                <a:gdLst/>
                <a:ahLst/>
                <a:cxnLst/>
                <a:rect l="l" t="t" r="r" b="b"/>
                <a:pathLst>
                  <a:path w="4214" h="3802" extrusionOk="0">
                    <a:moveTo>
                      <a:pt x="1555" y="1"/>
                    </a:moveTo>
                    <a:cubicBezTo>
                      <a:pt x="1175" y="1"/>
                      <a:pt x="797" y="154"/>
                      <a:pt x="521" y="457"/>
                    </a:cubicBezTo>
                    <a:cubicBezTo>
                      <a:pt x="1" y="1026"/>
                      <a:pt x="45" y="1909"/>
                      <a:pt x="613" y="2429"/>
                    </a:cubicBezTo>
                    <a:lnTo>
                      <a:pt x="1719" y="3438"/>
                    </a:lnTo>
                    <a:cubicBezTo>
                      <a:pt x="1987" y="3682"/>
                      <a:pt x="2324" y="3802"/>
                      <a:pt x="2659" y="3802"/>
                    </a:cubicBezTo>
                    <a:cubicBezTo>
                      <a:pt x="3039" y="3802"/>
                      <a:pt x="3417" y="3648"/>
                      <a:pt x="3694" y="3347"/>
                    </a:cubicBezTo>
                    <a:cubicBezTo>
                      <a:pt x="4214" y="2774"/>
                      <a:pt x="4170" y="1891"/>
                      <a:pt x="3602" y="1371"/>
                    </a:cubicBezTo>
                    <a:lnTo>
                      <a:pt x="2497" y="366"/>
                    </a:lnTo>
                    <a:cubicBezTo>
                      <a:pt x="2230" y="122"/>
                      <a:pt x="1892" y="1"/>
                      <a:pt x="155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71;p48">
                <a:extLst>
                  <a:ext uri="{FF2B5EF4-FFF2-40B4-BE49-F238E27FC236}">
                    <a16:creationId xmlns:a16="http://schemas.microsoft.com/office/drawing/2014/main" id="{B3D97060-C9F9-E2EE-E088-135E154B565F}"/>
                  </a:ext>
                </a:extLst>
              </p:cNvPr>
              <p:cNvSpPr/>
              <p:nvPr/>
            </p:nvSpPr>
            <p:spPr>
              <a:xfrm>
                <a:off x="4228891" y="3429567"/>
                <a:ext cx="344781" cy="387453"/>
              </a:xfrm>
              <a:custGeom>
                <a:avLst/>
                <a:gdLst/>
                <a:ahLst/>
                <a:cxnLst/>
                <a:rect l="l" t="t" r="r" b="b"/>
                <a:pathLst>
                  <a:path w="14479" h="16271" extrusionOk="0">
                    <a:moveTo>
                      <a:pt x="7237" y="0"/>
                    </a:moveTo>
                    <a:cubicBezTo>
                      <a:pt x="3238" y="0"/>
                      <a:pt x="0" y="3641"/>
                      <a:pt x="0" y="8133"/>
                    </a:cubicBezTo>
                    <a:cubicBezTo>
                      <a:pt x="0" y="12626"/>
                      <a:pt x="3238" y="16271"/>
                      <a:pt x="7237" y="16271"/>
                    </a:cubicBezTo>
                    <a:cubicBezTo>
                      <a:pt x="11235" y="16271"/>
                      <a:pt x="14478" y="12626"/>
                      <a:pt x="14478" y="8133"/>
                    </a:cubicBezTo>
                    <a:cubicBezTo>
                      <a:pt x="14478" y="3641"/>
                      <a:pt x="11235" y="0"/>
                      <a:pt x="7237" y="0"/>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72;p48">
                <a:extLst>
                  <a:ext uri="{FF2B5EF4-FFF2-40B4-BE49-F238E27FC236}">
                    <a16:creationId xmlns:a16="http://schemas.microsoft.com/office/drawing/2014/main" id="{E2A53ADF-D40C-856F-356C-56C57E20F2AD}"/>
                  </a:ext>
                </a:extLst>
              </p:cNvPr>
              <p:cNvSpPr/>
              <p:nvPr/>
            </p:nvSpPr>
            <p:spPr>
              <a:xfrm>
                <a:off x="4940232" y="3103069"/>
                <a:ext cx="1095613" cy="1095637"/>
              </a:xfrm>
              <a:custGeom>
                <a:avLst/>
                <a:gdLst/>
                <a:ahLst/>
                <a:cxnLst/>
                <a:rect l="l" t="t" r="r" b="b"/>
                <a:pathLst>
                  <a:path w="46010" h="46011" extrusionOk="0">
                    <a:moveTo>
                      <a:pt x="23004" y="1"/>
                    </a:moveTo>
                    <a:cubicBezTo>
                      <a:pt x="10301" y="1"/>
                      <a:pt x="0" y="10302"/>
                      <a:pt x="0" y="23006"/>
                    </a:cubicBezTo>
                    <a:cubicBezTo>
                      <a:pt x="0" y="35710"/>
                      <a:pt x="10301" y="46010"/>
                      <a:pt x="23004" y="46010"/>
                    </a:cubicBezTo>
                    <a:cubicBezTo>
                      <a:pt x="35709" y="46010"/>
                      <a:pt x="46009" y="35710"/>
                      <a:pt x="46009" y="23006"/>
                    </a:cubicBezTo>
                    <a:cubicBezTo>
                      <a:pt x="46009" y="10302"/>
                      <a:pt x="35709" y="1"/>
                      <a:pt x="23004"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73;p48">
                <a:extLst>
                  <a:ext uri="{FF2B5EF4-FFF2-40B4-BE49-F238E27FC236}">
                    <a16:creationId xmlns:a16="http://schemas.microsoft.com/office/drawing/2014/main" id="{3EF4966E-EB41-3400-0D9D-FC7933C98433}"/>
                  </a:ext>
                </a:extLst>
              </p:cNvPr>
              <p:cNvSpPr/>
              <p:nvPr/>
            </p:nvSpPr>
            <p:spPr>
              <a:xfrm>
                <a:off x="5286877" y="3234335"/>
                <a:ext cx="870847" cy="708636"/>
              </a:xfrm>
              <a:custGeom>
                <a:avLst/>
                <a:gdLst/>
                <a:ahLst/>
                <a:cxnLst/>
                <a:rect l="l" t="t" r="r" b="b"/>
                <a:pathLst>
                  <a:path w="36571" h="29759" extrusionOk="0">
                    <a:moveTo>
                      <a:pt x="30578" y="1"/>
                    </a:moveTo>
                    <a:lnTo>
                      <a:pt x="30578" y="11127"/>
                    </a:lnTo>
                    <a:lnTo>
                      <a:pt x="27357" y="11127"/>
                    </a:lnTo>
                    <a:lnTo>
                      <a:pt x="27357" y="4615"/>
                    </a:lnTo>
                    <a:lnTo>
                      <a:pt x="17976" y="4615"/>
                    </a:lnTo>
                    <a:lnTo>
                      <a:pt x="17976" y="13819"/>
                    </a:lnTo>
                    <a:lnTo>
                      <a:pt x="8133" y="13819"/>
                    </a:lnTo>
                    <a:lnTo>
                      <a:pt x="8133" y="18298"/>
                    </a:lnTo>
                    <a:lnTo>
                      <a:pt x="1" y="18298"/>
                    </a:lnTo>
                    <a:lnTo>
                      <a:pt x="1" y="27252"/>
                    </a:lnTo>
                    <a:cubicBezTo>
                      <a:pt x="3657" y="28986"/>
                      <a:pt x="7267" y="29758"/>
                      <a:pt x="10699" y="29758"/>
                    </a:cubicBezTo>
                    <a:cubicBezTo>
                      <a:pt x="18830" y="29758"/>
                      <a:pt x="25964" y="25425"/>
                      <a:pt x="30342" y="19264"/>
                    </a:cubicBezTo>
                    <a:cubicBezTo>
                      <a:pt x="36570" y="10506"/>
                      <a:pt x="32488" y="2964"/>
                      <a:pt x="32488" y="2964"/>
                    </a:cubicBezTo>
                    <a:lnTo>
                      <a:pt x="3057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74;p48">
                <a:extLst>
                  <a:ext uri="{FF2B5EF4-FFF2-40B4-BE49-F238E27FC236}">
                    <a16:creationId xmlns:a16="http://schemas.microsoft.com/office/drawing/2014/main" id="{A96A3368-536D-1E4B-6566-7DA5F852C5EA}"/>
                  </a:ext>
                </a:extLst>
              </p:cNvPr>
              <p:cNvSpPr/>
              <p:nvPr/>
            </p:nvSpPr>
            <p:spPr>
              <a:xfrm>
                <a:off x="5029179" y="3877185"/>
                <a:ext cx="294870" cy="246864"/>
              </a:xfrm>
              <a:custGeom>
                <a:avLst/>
                <a:gdLst/>
                <a:ahLst/>
                <a:cxnLst/>
                <a:rect l="l" t="t" r="r" b="b"/>
                <a:pathLst>
                  <a:path w="12383" h="10367" extrusionOk="0">
                    <a:moveTo>
                      <a:pt x="1" y="0"/>
                    </a:moveTo>
                    <a:cubicBezTo>
                      <a:pt x="1" y="0"/>
                      <a:pt x="3756" y="7893"/>
                      <a:pt x="12382" y="10366"/>
                    </a:cubicBezTo>
                    <a:lnTo>
                      <a:pt x="12382" y="4410"/>
                    </a:lnTo>
                    <a:lnTo>
                      <a:pt x="7016" y="4410"/>
                    </a:lnTo>
                    <a:lnTo>
                      <a:pt x="7016" y="1176"/>
                    </a:lnTo>
                    <a:lnTo>
                      <a:pt x="4149" y="1176"/>
                    </a:lnTo>
                    <a:lnTo>
                      <a:pt x="4149"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75;p48">
                <a:extLst>
                  <a:ext uri="{FF2B5EF4-FFF2-40B4-BE49-F238E27FC236}">
                    <a16:creationId xmlns:a16="http://schemas.microsoft.com/office/drawing/2014/main" id="{82E188DA-B51B-32DB-6F21-5091F75DAF7A}"/>
                  </a:ext>
                </a:extLst>
              </p:cNvPr>
              <p:cNvSpPr/>
              <p:nvPr/>
            </p:nvSpPr>
            <p:spPr>
              <a:xfrm>
                <a:off x="5032632" y="3877185"/>
                <a:ext cx="236149" cy="225004"/>
              </a:xfrm>
              <a:custGeom>
                <a:avLst/>
                <a:gdLst/>
                <a:ahLst/>
                <a:cxnLst/>
                <a:rect l="l" t="t" r="r" b="b"/>
                <a:pathLst>
                  <a:path w="9917" h="9449" extrusionOk="0">
                    <a:moveTo>
                      <a:pt x="1" y="0"/>
                    </a:moveTo>
                    <a:cubicBezTo>
                      <a:pt x="2142" y="4161"/>
                      <a:pt x="5642" y="7508"/>
                      <a:pt x="9916" y="9448"/>
                    </a:cubicBezTo>
                    <a:lnTo>
                      <a:pt x="9916" y="4410"/>
                    </a:lnTo>
                    <a:lnTo>
                      <a:pt x="6871" y="4410"/>
                    </a:lnTo>
                    <a:lnTo>
                      <a:pt x="6871" y="1176"/>
                    </a:lnTo>
                    <a:lnTo>
                      <a:pt x="4004" y="1176"/>
                    </a:lnTo>
                    <a:lnTo>
                      <a:pt x="4004"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76;p48">
                <a:extLst>
                  <a:ext uri="{FF2B5EF4-FFF2-40B4-BE49-F238E27FC236}">
                    <a16:creationId xmlns:a16="http://schemas.microsoft.com/office/drawing/2014/main" id="{7785348D-EFA3-7355-ED70-423BF9363FC8}"/>
                  </a:ext>
                </a:extLst>
              </p:cNvPr>
              <p:cNvSpPr/>
              <p:nvPr/>
            </p:nvSpPr>
            <p:spPr>
              <a:xfrm>
                <a:off x="5268778" y="3556117"/>
                <a:ext cx="746974" cy="607909"/>
              </a:xfrm>
              <a:custGeom>
                <a:avLst/>
                <a:gdLst/>
                <a:ahLst/>
                <a:cxnLst/>
                <a:rect l="l" t="t" r="r" b="b"/>
                <a:pathLst>
                  <a:path w="31369" h="25529" extrusionOk="0">
                    <a:moveTo>
                      <a:pt x="26235" y="1"/>
                    </a:moveTo>
                    <a:lnTo>
                      <a:pt x="26235" y="9545"/>
                    </a:lnTo>
                    <a:lnTo>
                      <a:pt x="23468" y="9545"/>
                    </a:lnTo>
                    <a:lnTo>
                      <a:pt x="23468" y="3960"/>
                    </a:lnTo>
                    <a:lnTo>
                      <a:pt x="15418" y="3960"/>
                    </a:lnTo>
                    <a:lnTo>
                      <a:pt x="15418" y="11853"/>
                    </a:lnTo>
                    <a:lnTo>
                      <a:pt x="6975" y="11853"/>
                    </a:lnTo>
                    <a:lnTo>
                      <a:pt x="6975" y="15699"/>
                    </a:lnTo>
                    <a:lnTo>
                      <a:pt x="0" y="15699"/>
                    </a:lnTo>
                    <a:lnTo>
                      <a:pt x="0" y="23376"/>
                    </a:lnTo>
                    <a:cubicBezTo>
                      <a:pt x="3137" y="24865"/>
                      <a:pt x="6235" y="25528"/>
                      <a:pt x="9180" y="25528"/>
                    </a:cubicBezTo>
                    <a:cubicBezTo>
                      <a:pt x="16153" y="25528"/>
                      <a:pt x="22272" y="21810"/>
                      <a:pt x="26029" y="16528"/>
                    </a:cubicBezTo>
                    <a:cubicBezTo>
                      <a:pt x="31369" y="9012"/>
                      <a:pt x="28773" y="1"/>
                      <a:pt x="28773"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77;p48">
                <a:extLst>
                  <a:ext uri="{FF2B5EF4-FFF2-40B4-BE49-F238E27FC236}">
                    <a16:creationId xmlns:a16="http://schemas.microsoft.com/office/drawing/2014/main" id="{4C7BC8C3-727A-0319-D805-6A957548C605}"/>
                  </a:ext>
                </a:extLst>
              </p:cNvPr>
              <p:cNvSpPr/>
              <p:nvPr/>
            </p:nvSpPr>
            <p:spPr>
              <a:xfrm>
                <a:off x="5530833" y="3894380"/>
                <a:ext cx="431244" cy="360997"/>
              </a:xfrm>
              <a:custGeom>
                <a:avLst/>
                <a:gdLst/>
                <a:ahLst/>
                <a:cxnLst/>
                <a:rect l="l" t="t" r="r" b="b"/>
                <a:pathLst>
                  <a:path w="18110" h="15160" extrusionOk="0">
                    <a:moveTo>
                      <a:pt x="12040" y="0"/>
                    </a:moveTo>
                    <a:lnTo>
                      <a:pt x="12040" y="1717"/>
                    </a:lnTo>
                    <a:lnTo>
                      <a:pt x="7849" y="1717"/>
                    </a:lnTo>
                    <a:lnTo>
                      <a:pt x="7849" y="6445"/>
                    </a:lnTo>
                    <a:lnTo>
                      <a:pt x="1" y="6445"/>
                    </a:lnTo>
                    <a:lnTo>
                      <a:pt x="1" y="15160"/>
                    </a:lnTo>
                    <a:cubicBezTo>
                      <a:pt x="12617" y="11541"/>
                      <a:pt x="18110" y="0"/>
                      <a:pt x="18110"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78;p48">
                <a:extLst>
                  <a:ext uri="{FF2B5EF4-FFF2-40B4-BE49-F238E27FC236}">
                    <a16:creationId xmlns:a16="http://schemas.microsoft.com/office/drawing/2014/main" id="{4DDBCE95-1A0C-B0A4-7CD4-E651EC45DD47}"/>
                  </a:ext>
                </a:extLst>
              </p:cNvPr>
              <p:cNvSpPr/>
              <p:nvPr/>
            </p:nvSpPr>
            <p:spPr>
              <a:xfrm>
                <a:off x="4814610" y="2953347"/>
                <a:ext cx="1360456" cy="1360432"/>
              </a:xfrm>
              <a:custGeom>
                <a:avLst/>
                <a:gdLst/>
                <a:ahLst/>
                <a:cxnLst/>
                <a:rect l="l" t="t" r="r" b="b"/>
                <a:pathLst>
                  <a:path w="57132" h="57131" extrusionOk="0">
                    <a:moveTo>
                      <a:pt x="27663" y="8491"/>
                    </a:moveTo>
                    <a:cubicBezTo>
                      <a:pt x="39152" y="8491"/>
                      <a:pt x="48465" y="17804"/>
                      <a:pt x="48465" y="29293"/>
                    </a:cubicBezTo>
                    <a:cubicBezTo>
                      <a:pt x="48465" y="40782"/>
                      <a:pt x="39152" y="50095"/>
                      <a:pt x="27663" y="50095"/>
                    </a:cubicBezTo>
                    <a:cubicBezTo>
                      <a:pt x="16175" y="50095"/>
                      <a:pt x="6861" y="40782"/>
                      <a:pt x="6861" y="29293"/>
                    </a:cubicBezTo>
                    <a:cubicBezTo>
                      <a:pt x="6861" y="17804"/>
                      <a:pt x="16175" y="8491"/>
                      <a:pt x="27663" y="8491"/>
                    </a:cubicBezTo>
                    <a:close/>
                    <a:moveTo>
                      <a:pt x="28563" y="0"/>
                    </a:moveTo>
                    <a:cubicBezTo>
                      <a:pt x="12787" y="0"/>
                      <a:pt x="0" y="12787"/>
                      <a:pt x="0" y="28563"/>
                    </a:cubicBezTo>
                    <a:cubicBezTo>
                      <a:pt x="0" y="44340"/>
                      <a:pt x="12787" y="57130"/>
                      <a:pt x="28563" y="57130"/>
                    </a:cubicBezTo>
                    <a:cubicBezTo>
                      <a:pt x="44340" y="57130"/>
                      <a:pt x="57131" y="44340"/>
                      <a:pt x="57131" y="28563"/>
                    </a:cubicBezTo>
                    <a:cubicBezTo>
                      <a:pt x="57131" y="12787"/>
                      <a:pt x="44340" y="0"/>
                      <a:pt x="28563" y="0"/>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79;p48">
                <a:extLst>
                  <a:ext uri="{FF2B5EF4-FFF2-40B4-BE49-F238E27FC236}">
                    <a16:creationId xmlns:a16="http://schemas.microsoft.com/office/drawing/2014/main" id="{EB7F006B-DC7E-838A-DE2C-9D5EFCFC0D7C}"/>
                  </a:ext>
                </a:extLst>
              </p:cNvPr>
              <p:cNvSpPr/>
              <p:nvPr/>
            </p:nvSpPr>
            <p:spPr>
              <a:xfrm>
                <a:off x="4976335" y="3115786"/>
                <a:ext cx="1036892" cy="1036915"/>
              </a:xfrm>
              <a:custGeom>
                <a:avLst/>
                <a:gdLst/>
                <a:ahLst/>
                <a:cxnLst/>
                <a:rect l="l" t="t" r="r" b="b"/>
                <a:pathLst>
                  <a:path w="43544" h="43545" extrusionOk="0">
                    <a:moveTo>
                      <a:pt x="21772" y="1"/>
                    </a:moveTo>
                    <a:cubicBezTo>
                      <a:pt x="9751" y="1"/>
                      <a:pt x="1" y="9751"/>
                      <a:pt x="1" y="21773"/>
                    </a:cubicBezTo>
                    <a:cubicBezTo>
                      <a:pt x="1" y="22694"/>
                      <a:pt x="57" y="23604"/>
                      <a:pt x="171" y="24495"/>
                    </a:cubicBezTo>
                    <a:cubicBezTo>
                      <a:pt x="106" y="23826"/>
                      <a:pt x="70" y="23154"/>
                      <a:pt x="70" y="22472"/>
                    </a:cubicBezTo>
                    <a:cubicBezTo>
                      <a:pt x="70" y="10983"/>
                      <a:pt x="9384" y="1670"/>
                      <a:pt x="20872" y="1670"/>
                    </a:cubicBezTo>
                    <a:cubicBezTo>
                      <a:pt x="32361" y="1670"/>
                      <a:pt x="41674" y="10983"/>
                      <a:pt x="41674" y="22472"/>
                    </a:cubicBezTo>
                    <a:cubicBezTo>
                      <a:pt x="41674" y="33961"/>
                      <a:pt x="32361" y="43274"/>
                      <a:pt x="20872" y="43274"/>
                    </a:cubicBezTo>
                    <a:cubicBezTo>
                      <a:pt x="18377" y="43274"/>
                      <a:pt x="15982" y="42832"/>
                      <a:pt x="13762" y="42023"/>
                    </a:cubicBezTo>
                    <a:lnTo>
                      <a:pt x="13762" y="42023"/>
                    </a:lnTo>
                    <a:cubicBezTo>
                      <a:pt x="16244" y="43007"/>
                      <a:pt x="18945" y="43544"/>
                      <a:pt x="21772" y="43544"/>
                    </a:cubicBezTo>
                    <a:cubicBezTo>
                      <a:pt x="33799" y="43544"/>
                      <a:pt x="43544" y="33800"/>
                      <a:pt x="43544" y="21773"/>
                    </a:cubicBezTo>
                    <a:cubicBezTo>
                      <a:pt x="43544" y="9751"/>
                      <a:pt x="33799" y="1"/>
                      <a:pt x="21772"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80;p48">
                <a:extLst>
                  <a:ext uri="{FF2B5EF4-FFF2-40B4-BE49-F238E27FC236}">
                    <a16:creationId xmlns:a16="http://schemas.microsoft.com/office/drawing/2014/main" id="{3B34887D-6C61-2FA3-0654-4288C5E075D7}"/>
                  </a:ext>
                </a:extLst>
              </p:cNvPr>
              <p:cNvSpPr/>
              <p:nvPr/>
            </p:nvSpPr>
            <p:spPr>
              <a:xfrm>
                <a:off x="5730566" y="3058345"/>
                <a:ext cx="75033" cy="75152"/>
              </a:xfrm>
              <a:custGeom>
                <a:avLst/>
                <a:gdLst/>
                <a:ahLst/>
                <a:cxnLst/>
                <a:rect l="l" t="t" r="r" b="b"/>
                <a:pathLst>
                  <a:path w="3151" h="3156" extrusionOk="0">
                    <a:moveTo>
                      <a:pt x="1578" y="0"/>
                    </a:moveTo>
                    <a:cubicBezTo>
                      <a:pt x="703" y="0"/>
                      <a:pt x="0" y="708"/>
                      <a:pt x="0" y="1578"/>
                    </a:cubicBezTo>
                    <a:cubicBezTo>
                      <a:pt x="0" y="2452"/>
                      <a:pt x="703" y="3155"/>
                      <a:pt x="1578" y="3155"/>
                    </a:cubicBezTo>
                    <a:cubicBezTo>
                      <a:pt x="2447" y="3155"/>
                      <a:pt x="3151" y="2452"/>
                      <a:pt x="3151" y="1578"/>
                    </a:cubicBezTo>
                    <a:cubicBezTo>
                      <a:pt x="3151" y="708"/>
                      <a:pt x="2447" y="0"/>
                      <a:pt x="157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81;p48">
                <a:extLst>
                  <a:ext uri="{FF2B5EF4-FFF2-40B4-BE49-F238E27FC236}">
                    <a16:creationId xmlns:a16="http://schemas.microsoft.com/office/drawing/2014/main" id="{58177AC5-85BF-4156-6DF1-3854FC1CA46D}"/>
                  </a:ext>
                </a:extLst>
              </p:cNvPr>
              <p:cNvSpPr/>
              <p:nvPr/>
            </p:nvSpPr>
            <p:spPr>
              <a:xfrm>
                <a:off x="5729304" y="3057321"/>
                <a:ext cx="76510" cy="77272"/>
              </a:xfrm>
              <a:custGeom>
                <a:avLst/>
                <a:gdLst/>
                <a:ahLst/>
                <a:cxnLst/>
                <a:rect l="l" t="t" r="r" b="b"/>
                <a:pathLst>
                  <a:path w="3213" h="3245" extrusionOk="0">
                    <a:moveTo>
                      <a:pt x="1611" y="1"/>
                    </a:moveTo>
                    <a:cubicBezTo>
                      <a:pt x="1435" y="1"/>
                      <a:pt x="1254" y="29"/>
                      <a:pt x="1076" y="96"/>
                    </a:cubicBezTo>
                    <a:cubicBezTo>
                      <a:pt x="787" y="197"/>
                      <a:pt x="512" y="389"/>
                      <a:pt x="315" y="659"/>
                    </a:cubicBezTo>
                    <a:cubicBezTo>
                      <a:pt x="114" y="926"/>
                      <a:pt x="1" y="1266"/>
                      <a:pt x="1" y="1621"/>
                    </a:cubicBezTo>
                    <a:cubicBezTo>
                      <a:pt x="1" y="1974"/>
                      <a:pt x="114" y="2321"/>
                      <a:pt x="315" y="2587"/>
                    </a:cubicBezTo>
                    <a:cubicBezTo>
                      <a:pt x="512" y="2853"/>
                      <a:pt x="787" y="3049"/>
                      <a:pt x="1076" y="3150"/>
                    </a:cubicBezTo>
                    <a:cubicBezTo>
                      <a:pt x="1257" y="3216"/>
                      <a:pt x="1441" y="3244"/>
                      <a:pt x="1619" y="3244"/>
                    </a:cubicBezTo>
                    <a:cubicBezTo>
                      <a:pt x="1725" y="3244"/>
                      <a:pt x="1828" y="3234"/>
                      <a:pt x="1927" y="3216"/>
                    </a:cubicBezTo>
                    <a:cubicBezTo>
                      <a:pt x="2194" y="3164"/>
                      <a:pt x="2426" y="3045"/>
                      <a:pt x="2605" y="2906"/>
                    </a:cubicBezTo>
                    <a:cubicBezTo>
                      <a:pt x="2972" y="2622"/>
                      <a:pt x="3125" y="2254"/>
                      <a:pt x="3178" y="2014"/>
                    </a:cubicBezTo>
                    <a:cubicBezTo>
                      <a:pt x="3204" y="1887"/>
                      <a:pt x="3212" y="1791"/>
                      <a:pt x="3212" y="1722"/>
                    </a:cubicBezTo>
                    <a:cubicBezTo>
                      <a:pt x="3212" y="1656"/>
                      <a:pt x="3208" y="1621"/>
                      <a:pt x="3204" y="1621"/>
                    </a:cubicBezTo>
                    <a:cubicBezTo>
                      <a:pt x="3194" y="1621"/>
                      <a:pt x="3200" y="1760"/>
                      <a:pt x="3134" y="2001"/>
                    </a:cubicBezTo>
                    <a:cubicBezTo>
                      <a:pt x="3073" y="2237"/>
                      <a:pt x="2915" y="2583"/>
                      <a:pt x="2561" y="2845"/>
                    </a:cubicBezTo>
                    <a:cubicBezTo>
                      <a:pt x="2387" y="2976"/>
                      <a:pt x="2163" y="3085"/>
                      <a:pt x="1910" y="3128"/>
                    </a:cubicBezTo>
                    <a:cubicBezTo>
                      <a:pt x="1821" y="3142"/>
                      <a:pt x="1728" y="3150"/>
                      <a:pt x="1633" y="3150"/>
                    </a:cubicBezTo>
                    <a:cubicBezTo>
                      <a:pt x="1461" y="3150"/>
                      <a:pt x="1281" y="3124"/>
                      <a:pt x="1106" y="3059"/>
                    </a:cubicBezTo>
                    <a:cubicBezTo>
                      <a:pt x="840" y="2958"/>
                      <a:pt x="582" y="2775"/>
                      <a:pt x="402" y="2521"/>
                    </a:cubicBezTo>
                    <a:cubicBezTo>
                      <a:pt x="215" y="2272"/>
                      <a:pt x="110" y="1953"/>
                      <a:pt x="106" y="1621"/>
                    </a:cubicBezTo>
                    <a:cubicBezTo>
                      <a:pt x="110" y="1293"/>
                      <a:pt x="215" y="970"/>
                      <a:pt x="402" y="721"/>
                    </a:cubicBezTo>
                    <a:cubicBezTo>
                      <a:pt x="582" y="467"/>
                      <a:pt x="840" y="284"/>
                      <a:pt x="1106" y="187"/>
                    </a:cubicBezTo>
                    <a:cubicBezTo>
                      <a:pt x="1278" y="121"/>
                      <a:pt x="1456" y="93"/>
                      <a:pt x="1626" y="93"/>
                    </a:cubicBezTo>
                    <a:cubicBezTo>
                      <a:pt x="1724" y="93"/>
                      <a:pt x="1819" y="102"/>
                      <a:pt x="1910" y="118"/>
                    </a:cubicBezTo>
                    <a:cubicBezTo>
                      <a:pt x="2163" y="161"/>
                      <a:pt x="2387" y="270"/>
                      <a:pt x="2561" y="397"/>
                    </a:cubicBezTo>
                    <a:cubicBezTo>
                      <a:pt x="2915" y="663"/>
                      <a:pt x="3073" y="1009"/>
                      <a:pt x="3134" y="1240"/>
                    </a:cubicBezTo>
                    <a:cubicBezTo>
                      <a:pt x="3200" y="1481"/>
                      <a:pt x="3194" y="1621"/>
                      <a:pt x="3204" y="1621"/>
                    </a:cubicBezTo>
                    <a:cubicBezTo>
                      <a:pt x="3208" y="1621"/>
                      <a:pt x="3212" y="1586"/>
                      <a:pt x="3212" y="1520"/>
                    </a:cubicBezTo>
                    <a:cubicBezTo>
                      <a:pt x="3212" y="1455"/>
                      <a:pt x="3204" y="1355"/>
                      <a:pt x="3178" y="1232"/>
                    </a:cubicBezTo>
                    <a:cubicBezTo>
                      <a:pt x="3125" y="987"/>
                      <a:pt x="2972" y="625"/>
                      <a:pt x="2605" y="340"/>
                    </a:cubicBezTo>
                    <a:cubicBezTo>
                      <a:pt x="2426" y="201"/>
                      <a:pt x="2194" y="78"/>
                      <a:pt x="1927" y="30"/>
                    </a:cubicBezTo>
                    <a:cubicBezTo>
                      <a:pt x="1826" y="11"/>
                      <a:pt x="1719" y="1"/>
                      <a:pt x="161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82;p48">
                <a:extLst>
                  <a:ext uri="{FF2B5EF4-FFF2-40B4-BE49-F238E27FC236}">
                    <a16:creationId xmlns:a16="http://schemas.microsoft.com/office/drawing/2014/main" id="{C58DDA31-4A6D-36FF-4AFC-6912B1705540}"/>
                  </a:ext>
                </a:extLst>
              </p:cNvPr>
              <p:cNvSpPr/>
              <p:nvPr/>
            </p:nvSpPr>
            <p:spPr>
              <a:xfrm>
                <a:off x="5758953" y="3071086"/>
                <a:ext cx="15645" cy="47958"/>
              </a:xfrm>
              <a:custGeom>
                <a:avLst/>
                <a:gdLst/>
                <a:ahLst/>
                <a:cxnLst/>
                <a:rect l="l" t="t" r="r" b="b"/>
                <a:pathLst>
                  <a:path w="657" h="2014" extrusionOk="0">
                    <a:moveTo>
                      <a:pt x="640" y="1"/>
                    </a:moveTo>
                    <a:cubicBezTo>
                      <a:pt x="618" y="1"/>
                      <a:pt x="509" y="64"/>
                      <a:pt x="386" y="208"/>
                    </a:cubicBezTo>
                    <a:cubicBezTo>
                      <a:pt x="245" y="361"/>
                      <a:pt x="93" y="619"/>
                      <a:pt x="45" y="938"/>
                    </a:cubicBezTo>
                    <a:cubicBezTo>
                      <a:pt x="1" y="1257"/>
                      <a:pt x="71" y="1550"/>
                      <a:pt x="154" y="1737"/>
                    </a:cubicBezTo>
                    <a:cubicBezTo>
                      <a:pt x="237" y="1918"/>
                      <a:pt x="326" y="2014"/>
                      <a:pt x="340" y="2014"/>
                    </a:cubicBezTo>
                    <a:cubicBezTo>
                      <a:pt x="341" y="2014"/>
                      <a:pt x="341" y="2013"/>
                      <a:pt x="342" y="2013"/>
                    </a:cubicBezTo>
                    <a:cubicBezTo>
                      <a:pt x="359" y="2005"/>
                      <a:pt x="289" y="1895"/>
                      <a:pt x="224" y="1711"/>
                    </a:cubicBezTo>
                    <a:cubicBezTo>
                      <a:pt x="162" y="1523"/>
                      <a:pt x="106" y="1253"/>
                      <a:pt x="154" y="956"/>
                    </a:cubicBezTo>
                    <a:cubicBezTo>
                      <a:pt x="198" y="658"/>
                      <a:pt x="329" y="414"/>
                      <a:pt x="442" y="256"/>
                    </a:cubicBezTo>
                    <a:cubicBezTo>
                      <a:pt x="560" y="95"/>
                      <a:pt x="656" y="16"/>
                      <a:pt x="644" y="3"/>
                    </a:cubicBezTo>
                    <a:cubicBezTo>
                      <a:pt x="643" y="1"/>
                      <a:pt x="642" y="1"/>
                      <a:pt x="64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83;p48">
                <a:extLst>
                  <a:ext uri="{FF2B5EF4-FFF2-40B4-BE49-F238E27FC236}">
                    <a16:creationId xmlns:a16="http://schemas.microsoft.com/office/drawing/2014/main" id="{20A18685-A003-62EE-06D8-762DE1D3A9FC}"/>
                  </a:ext>
                </a:extLst>
              </p:cNvPr>
              <p:cNvSpPr/>
              <p:nvPr/>
            </p:nvSpPr>
            <p:spPr>
              <a:xfrm>
                <a:off x="5739711" y="3090566"/>
                <a:ext cx="53507" cy="11954"/>
              </a:xfrm>
              <a:custGeom>
                <a:avLst/>
                <a:gdLst/>
                <a:ahLst/>
                <a:cxnLst/>
                <a:rect l="l" t="t" r="r" b="b"/>
                <a:pathLst>
                  <a:path w="2247" h="502" extrusionOk="0">
                    <a:moveTo>
                      <a:pt x="880" y="1"/>
                    </a:moveTo>
                    <a:cubicBezTo>
                      <a:pt x="664" y="1"/>
                      <a:pt x="471" y="32"/>
                      <a:pt x="324" y="72"/>
                    </a:cubicBezTo>
                    <a:cubicBezTo>
                      <a:pt x="119" y="128"/>
                      <a:pt x="0" y="199"/>
                      <a:pt x="4" y="207"/>
                    </a:cubicBezTo>
                    <a:cubicBezTo>
                      <a:pt x="5" y="210"/>
                      <a:pt x="9" y="211"/>
                      <a:pt x="16" y="211"/>
                    </a:cubicBezTo>
                    <a:cubicBezTo>
                      <a:pt x="81" y="211"/>
                      <a:pt x="400" y="103"/>
                      <a:pt x="827" y="103"/>
                    </a:cubicBezTo>
                    <a:cubicBezTo>
                      <a:pt x="929" y="103"/>
                      <a:pt x="1037" y="109"/>
                      <a:pt x="1150" y="124"/>
                    </a:cubicBezTo>
                    <a:cubicBezTo>
                      <a:pt x="1758" y="199"/>
                      <a:pt x="2181" y="502"/>
                      <a:pt x="2233" y="502"/>
                    </a:cubicBezTo>
                    <a:cubicBezTo>
                      <a:pt x="2236" y="502"/>
                      <a:pt x="2237" y="501"/>
                      <a:pt x="2238" y="500"/>
                    </a:cubicBezTo>
                    <a:cubicBezTo>
                      <a:pt x="2247" y="491"/>
                      <a:pt x="2150" y="395"/>
                      <a:pt x="1962" y="286"/>
                    </a:cubicBezTo>
                    <a:cubicBezTo>
                      <a:pt x="1779" y="177"/>
                      <a:pt x="1495" y="63"/>
                      <a:pt x="1167" y="19"/>
                    </a:cubicBezTo>
                    <a:cubicBezTo>
                      <a:pt x="1068" y="6"/>
                      <a:pt x="972" y="1"/>
                      <a:pt x="88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4184;p48">
                <a:extLst>
                  <a:ext uri="{FF2B5EF4-FFF2-40B4-BE49-F238E27FC236}">
                    <a16:creationId xmlns:a16="http://schemas.microsoft.com/office/drawing/2014/main" id="{C20F1AB9-E140-48F1-BBD5-5F678F2BDFAB}"/>
                  </a:ext>
                </a:extLst>
              </p:cNvPr>
              <p:cNvSpPr/>
              <p:nvPr/>
            </p:nvSpPr>
            <p:spPr>
              <a:xfrm>
                <a:off x="5289377" y="3025457"/>
                <a:ext cx="75057" cy="75152"/>
              </a:xfrm>
              <a:custGeom>
                <a:avLst/>
                <a:gdLst/>
                <a:ahLst/>
                <a:cxnLst/>
                <a:rect l="l" t="t" r="r" b="b"/>
                <a:pathLst>
                  <a:path w="3152" h="3156" extrusionOk="0">
                    <a:moveTo>
                      <a:pt x="1574" y="0"/>
                    </a:moveTo>
                    <a:cubicBezTo>
                      <a:pt x="704" y="0"/>
                      <a:pt x="1" y="708"/>
                      <a:pt x="1" y="1578"/>
                    </a:cubicBezTo>
                    <a:cubicBezTo>
                      <a:pt x="1" y="2447"/>
                      <a:pt x="704" y="3155"/>
                      <a:pt x="1574" y="3155"/>
                    </a:cubicBezTo>
                    <a:cubicBezTo>
                      <a:pt x="2448" y="3155"/>
                      <a:pt x="3151" y="2447"/>
                      <a:pt x="3151" y="1578"/>
                    </a:cubicBezTo>
                    <a:cubicBezTo>
                      <a:pt x="3151" y="708"/>
                      <a:pt x="2448" y="0"/>
                      <a:pt x="157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4185;p48">
                <a:extLst>
                  <a:ext uri="{FF2B5EF4-FFF2-40B4-BE49-F238E27FC236}">
                    <a16:creationId xmlns:a16="http://schemas.microsoft.com/office/drawing/2014/main" id="{129C9C7B-1642-91CC-0C23-1322E9008BB1}"/>
                  </a:ext>
                </a:extLst>
              </p:cNvPr>
              <p:cNvSpPr/>
              <p:nvPr/>
            </p:nvSpPr>
            <p:spPr>
              <a:xfrm>
                <a:off x="5288044" y="3024457"/>
                <a:ext cx="76605" cy="77176"/>
              </a:xfrm>
              <a:custGeom>
                <a:avLst/>
                <a:gdLst/>
                <a:ahLst/>
                <a:cxnLst/>
                <a:rect l="l" t="t" r="r" b="b"/>
                <a:pathLst>
                  <a:path w="3217" h="3241" extrusionOk="0">
                    <a:moveTo>
                      <a:pt x="1610" y="0"/>
                    </a:moveTo>
                    <a:cubicBezTo>
                      <a:pt x="1435" y="0"/>
                      <a:pt x="1254" y="28"/>
                      <a:pt x="1079" y="95"/>
                    </a:cubicBezTo>
                    <a:cubicBezTo>
                      <a:pt x="791" y="195"/>
                      <a:pt x="516" y="387"/>
                      <a:pt x="319" y="659"/>
                    </a:cubicBezTo>
                    <a:cubicBezTo>
                      <a:pt x="118" y="925"/>
                      <a:pt x="4" y="1266"/>
                      <a:pt x="0" y="1620"/>
                    </a:cubicBezTo>
                    <a:cubicBezTo>
                      <a:pt x="4" y="1974"/>
                      <a:pt x="118" y="2319"/>
                      <a:pt x="319" y="2581"/>
                    </a:cubicBezTo>
                    <a:cubicBezTo>
                      <a:pt x="516" y="2852"/>
                      <a:pt x="791" y="3045"/>
                      <a:pt x="1079" y="3145"/>
                    </a:cubicBezTo>
                    <a:cubicBezTo>
                      <a:pt x="1254" y="3212"/>
                      <a:pt x="1435" y="3240"/>
                      <a:pt x="1611" y="3240"/>
                    </a:cubicBezTo>
                    <a:cubicBezTo>
                      <a:pt x="1721" y="3240"/>
                      <a:pt x="1829" y="3229"/>
                      <a:pt x="1932" y="3211"/>
                    </a:cubicBezTo>
                    <a:cubicBezTo>
                      <a:pt x="2198" y="3162"/>
                      <a:pt x="2430" y="3045"/>
                      <a:pt x="2608" y="2904"/>
                    </a:cubicBezTo>
                    <a:cubicBezTo>
                      <a:pt x="2971" y="2616"/>
                      <a:pt x="3129" y="2253"/>
                      <a:pt x="3181" y="2009"/>
                    </a:cubicBezTo>
                    <a:cubicBezTo>
                      <a:pt x="3207" y="1886"/>
                      <a:pt x="3217" y="1786"/>
                      <a:pt x="3217" y="1720"/>
                    </a:cubicBezTo>
                    <a:cubicBezTo>
                      <a:pt x="3212" y="1655"/>
                      <a:pt x="3212" y="1620"/>
                      <a:pt x="3207" y="1620"/>
                    </a:cubicBezTo>
                    <a:cubicBezTo>
                      <a:pt x="3195" y="1620"/>
                      <a:pt x="3203" y="1760"/>
                      <a:pt x="3138" y="2000"/>
                    </a:cubicBezTo>
                    <a:cubicBezTo>
                      <a:pt x="3076" y="2236"/>
                      <a:pt x="2915" y="2577"/>
                      <a:pt x="2565" y="2844"/>
                    </a:cubicBezTo>
                    <a:cubicBezTo>
                      <a:pt x="2386" y="2975"/>
                      <a:pt x="2168" y="3084"/>
                      <a:pt x="1914" y="3128"/>
                    </a:cubicBezTo>
                    <a:cubicBezTo>
                      <a:pt x="1827" y="3141"/>
                      <a:pt x="1736" y="3149"/>
                      <a:pt x="1643" y="3149"/>
                    </a:cubicBezTo>
                    <a:cubicBezTo>
                      <a:pt x="1469" y="3149"/>
                      <a:pt x="1287" y="3122"/>
                      <a:pt x="1110" y="3053"/>
                    </a:cubicBezTo>
                    <a:cubicBezTo>
                      <a:pt x="843" y="2957"/>
                      <a:pt x="585" y="2773"/>
                      <a:pt x="402" y="2521"/>
                    </a:cubicBezTo>
                    <a:cubicBezTo>
                      <a:pt x="218" y="2271"/>
                      <a:pt x="113" y="1952"/>
                      <a:pt x="109" y="1620"/>
                    </a:cubicBezTo>
                    <a:cubicBezTo>
                      <a:pt x="113" y="1288"/>
                      <a:pt x="218" y="968"/>
                      <a:pt x="402" y="720"/>
                    </a:cubicBezTo>
                    <a:cubicBezTo>
                      <a:pt x="585" y="466"/>
                      <a:pt x="843" y="282"/>
                      <a:pt x="1110" y="187"/>
                    </a:cubicBezTo>
                    <a:cubicBezTo>
                      <a:pt x="1283" y="120"/>
                      <a:pt x="1462" y="92"/>
                      <a:pt x="1633" y="92"/>
                    </a:cubicBezTo>
                    <a:cubicBezTo>
                      <a:pt x="1730" y="92"/>
                      <a:pt x="1824" y="101"/>
                      <a:pt x="1914" y="117"/>
                    </a:cubicBezTo>
                    <a:cubicBezTo>
                      <a:pt x="2168" y="161"/>
                      <a:pt x="2386" y="270"/>
                      <a:pt x="2565" y="397"/>
                    </a:cubicBezTo>
                    <a:cubicBezTo>
                      <a:pt x="2915" y="663"/>
                      <a:pt x="3076" y="1004"/>
                      <a:pt x="3138" y="1240"/>
                    </a:cubicBezTo>
                    <a:cubicBezTo>
                      <a:pt x="3203" y="1480"/>
                      <a:pt x="3195" y="1620"/>
                      <a:pt x="3207" y="1620"/>
                    </a:cubicBezTo>
                    <a:cubicBezTo>
                      <a:pt x="3212" y="1620"/>
                      <a:pt x="3212" y="1585"/>
                      <a:pt x="3217" y="1519"/>
                    </a:cubicBezTo>
                    <a:cubicBezTo>
                      <a:pt x="3217" y="1454"/>
                      <a:pt x="3207" y="1353"/>
                      <a:pt x="3181" y="1231"/>
                    </a:cubicBezTo>
                    <a:cubicBezTo>
                      <a:pt x="3129" y="986"/>
                      <a:pt x="2971" y="623"/>
                      <a:pt x="2608" y="335"/>
                    </a:cubicBezTo>
                    <a:cubicBezTo>
                      <a:pt x="2430" y="200"/>
                      <a:pt x="2198" y="77"/>
                      <a:pt x="1932" y="30"/>
                    </a:cubicBezTo>
                    <a:cubicBezTo>
                      <a:pt x="1829" y="11"/>
                      <a:pt x="1721" y="0"/>
                      <a:pt x="161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4186;p48">
                <a:extLst>
                  <a:ext uri="{FF2B5EF4-FFF2-40B4-BE49-F238E27FC236}">
                    <a16:creationId xmlns:a16="http://schemas.microsoft.com/office/drawing/2014/main" id="{1660849E-3388-21FD-FBB9-D01346BDEEF5}"/>
                  </a:ext>
                </a:extLst>
              </p:cNvPr>
              <p:cNvSpPr/>
              <p:nvPr/>
            </p:nvSpPr>
            <p:spPr>
              <a:xfrm>
                <a:off x="5317693" y="3038126"/>
                <a:ext cx="15740" cy="48006"/>
              </a:xfrm>
              <a:custGeom>
                <a:avLst/>
                <a:gdLst/>
                <a:ahLst/>
                <a:cxnLst/>
                <a:rect l="l" t="t" r="r" b="b"/>
                <a:pathLst>
                  <a:path w="661" h="2016" extrusionOk="0">
                    <a:moveTo>
                      <a:pt x="645" y="0"/>
                    </a:moveTo>
                    <a:cubicBezTo>
                      <a:pt x="629" y="0"/>
                      <a:pt x="516" y="63"/>
                      <a:pt x="389" y="211"/>
                    </a:cubicBezTo>
                    <a:cubicBezTo>
                      <a:pt x="250" y="364"/>
                      <a:pt x="96" y="622"/>
                      <a:pt x="48" y="941"/>
                    </a:cubicBezTo>
                    <a:cubicBezTo>
                      <a:pt x="0" y="1260"/>
                      <a:pt x="70" y="1553"/>
                      <a:pt x="157" y="1741"/>
                    </a:cubicBezTo>
                    <a:cubicBezTo>
                      <a:pt x="243" y="1925"/>
                      <a:pt x="333" y="2016"/>
                      <a:pt x="345" y="2016"/>
                    </a:cubicBezTo>
                    <a:cubicBezTo>
                      <a:pt x="346" y="2016"/>
                      <a:pt x="346" y="2016"/>
                      <a:pt x="346" y="2016"/>
                    </a:cubicBezTo>
                    <a:cubicBezTo>
                      <a:pt x="363" y="2003"/>
                      <a:pt x="294" y="1898"/>
                      <a:pt x="228" y="1711"/>
                    </a:cubicBezTo>
                    <a:cubicBezTo>
                      <a:pt x="163" y="1527"/>
                      <a:pt x="110" y="1251"/>
                      <a:pt x="153" y="959"/>
                    </a:cubicBezTo>
                    <a:cubicBezTo>
                      <a:pt x="201" y="662"/>
                      <a:pt x="328" y="416"/>
                      <a:pt x="446" y="259"/>
                    </a:cubicBezTo>
                    <a:cubicBezTo>
                      <a:pt x="564" y="97"/>
                      <a:pt x="661" y="15"/>
                      <a:pt x="647" y="1"/>
                    </a:cubicBezTo>
                    <a:cubicBezTo>
                      <a:pt x="647" y="0"/>
                      <a:pt x="646" y="0"/>
                      <a:pt x="64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4187;p48">
                <a:extLst>
                  <a:ext uri="{FF2B5EF4-FFF2-40B4-BE49-F238E27FC236}">
                    <a16:creationId xmlns:a16="http://schemas.microsoft.com/office/drawing/2014/main" id="{19DEC18D-A796-0D68-AC4E-A0E33A78C1D2}"/>
                  </a:ext>
                </a:extLst>
              </p:cNvPr>
              <p:cNvSpPr/>
              <p:nvPr/>
            </p:nvSpPr>
            <p:spPr>
              <a:xfrm>
                <a:off x="5298546" y="3057654"/>
                <a:ext cx="53388" cy="11978"/>
              </a:xfrm>
              <a:custGeom>
                <a:avLst/>
                <a:gdLst/>
                <a:ahLst/>
                <a:cxnLst/>
                <a:rect l="l" t="t" r="r" b="b"/>
                <a:pathLst>
                  <a:path w="2242" h="503" extrusionOk="0">
                    <a:moveTo>
                      <a:pt x="869" y="1"/>
                    </a:moveTo>
                    <a:cubicBezTo>
                      <a:pt x="658" y="1"/>
                      <a:pt x="469" y="30"/>
                      <a:pt x="324" y="73"/>
                    </a:cubicBezTo>
                    <a:cubicBezTo>
                      <a:pt x="118" y="130"/>
                      <a:pt x="1" y="195"/>
                      <a:pt x="5" y="209"/>
                    </a:cubicBezTo>
                    <a:cubicBezTo>
                      <a:pt x="5" y="212"/>
                      <a:pt x="9" y="213"/>
                      <a:pt x="15" y="213"/>
                    </a:cubicBezTo>
                    <a:cubicBezTo>
                      <a:pt x="77" y="213"/>
                      <a:pt x="394" y="102"/>
                      <a:pt x="820" y="102"/>
                    </a:cubicBezTo>
                    <a:cubicBezTo>
                      <a:pt x="924" y="102"/>
                      <a:pt x="1035" y="108"/>
                      <a:pt x="1150" y="125"/>
                    </a:cubicBezTo>
                    <a:cubicBezTo>
                      <a:pt x="1763" y="197"/>
                      <a:pt x="2187" y="503"/>
                      <a:pt x="2234" y="503"/>
                    </a:cubicBezTo>
                    <a:cubicBezTo>
                      <a:pt x="2236" y="503"/>
                      <a:pt x="2237" y="502"/>
                      <a:pt x="2238" y="501"/>
                    </a:cubicBezTo>
                    <a:cubicBezTo>
                      <a:pt x="2242" y="488"/>
                      <a:pt x="2151" y="397"/>
                      <a:pt x="1963" y="288"/>
                    </a:cubicBezTo>
                    <a:cubicBezTo>
                      <a:pt x="1774" y="177"/>
                      <a:pt x="1495" y="64"/>
                      <a:pt x="1163" y="20"/>
                    </a:cubicBezTo>
                    <a:cubicBezTo>
                      <a:pt x="1062" y="7"/>
                      <a:pt x="963" y="1"/>
                      <a:pt x="86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4188;p48">
                <a:extLst>
                  <a:ext uri="{FF2B5EF4-FFF2-40B4-BE49-F238E27FC236}">
                    <a16:creationId xmlns:a16="http://schemas.microsoft.com/office/drawing/2014/main" id="{FD7EB3BA-321B-B6DB-E777-E3756D5319E5}"/>
                  </a:ext>
                </a:extLst>
              </p:cNvPr>
              <p:cNvSpPr/>
              <p:nvPr/>
            </p:nvSpPr>
            <p:spPr>
              <a:xfrm>
                <a:off x="6004458" y="3329974"/>
                <a:ext cx="75057" cy="75057"/>
              </a:xfrm>
              <a:custGeom>
                <a:avLst/>
                <a:gdLst/>
                <a:ahLst/>
                <a:cxnLst/>
                <a:rect l="l" t="t" r="r" b="b"/>
                <a:pathLst>
                  <a:path w="3152" h="3152" extrusionOk="0">
                    <a:moveTo>
                      <a:pt x="1578" y="1"/>
                    </a:moveTo>
                    <a:cubicBezTo>
                      <a:pt x="704" y="1"/>
                      <a:pt x="1" y="704"/>
                      <a:pt x="1" y="1578"/>
                    </a:cubicBezTo>
                    <a:cubicBezTo>
                      <a:pt x="1" y="2448"/>
                      <a:pt x="704" y="3151"/>
                      <a:pt x="1578" y="3151"/>
                    </a:cubicBezTo>
                    <a:cubicBezTo>
                      <a:pt x="2449" y="3151"/>
                      <a:pt x="3151" y="2448"/>
                      <a:pt x="3151" y="1578"/>
                    </a:cubicBezTo>
                    <a:cubicBezTo>
                      <a:pt x="3151" y="704"/>
                      <a:pt x="2449" y="1"/>
                      <a:pt x="157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4189;p48">
                <a:extLst>
                  <a:ext uri="{FF2B5EF4-FFF2-40B4-BE49-F238E27FC236}">
                    <a16:creationId xmlns:a16="http://schemas.microsoft.com/office/drawing/2014/main" id="{BEC6F11A-B60D-B290-FE25-8A4A1EC54FD6}"/>
                  </a:ext>
                </a:extLst>
              </p:cNvPr>
              <p:cNvSpPr/>
              <p:nvPr/>
            </p:nvSpPr>
            <p:spPr>
              <a:xfrm>
                <a:off x="6003219" y="3328879"/>
                <a:ext cx="76510" cy="77224"/>
              </a:xfrm>
              <a:custGeom>
                <a:avLst/>
                <a:gdLst/>
                <a:ahLst/>
                <a:cxnLst/>
                <a:rect l="l" t="t" r="r" b="b"/>
                <a:pathLst>
                  <a:path w="3213" h="3243" extrusionOk="0">
                    <a:moveTo>
                      <a:pt x="1637" y="94"/>
                    </a:moveTo>
                    <a:cubicBezTo>
                      <a:pt x="1731" y="94"/>
                      <a:pt x="1823" y="102"/>
                      <a:pt x="1910" y="116"/>
                    </a:cubicBezTo>
                    <a:cubicBezTo>
                      <a:pt x="2164" y="160"/>
                      <a:pt x="2386" y="269"/>
                      <a:pt x="2561" y="400"/>
                    </a:cubicBezTo>
                    <a:cubicBezTo>
                      <a:pt x="2915" y="662"/>
                      <a:pt x="3072" y="1007"/>
                      <a:pt x="3138" y="1243"/>
                    </a:cubicBezTo>
                    <a:cubicBezTo>
                      <a:pt x="3198" y="1476"/>
                      <a:pt x="3195" y="1620"/>
                      <a:pt x="3203" y="1624"/>
                    </a:cubicBezTo>
                    <a:lnTo>
                      <a:pt x="3203" y="1624"/>
                    </a:lnTo>
                    <a:cubicBezTo>
                      <a:pt x="3195" y="1624"/>
                      <a:pt x="3198" y="1767"/>
                      <a:pt x="3138" y="2000"/>
                    </a:cubicBezTo>
                    <a:cubicBezTo>
                      <a:pt x="3072" y="2236"/>
                      <a:pt x="2915" y="2581"/>
                      <a:pt x="2561" y="2843"/>
                    </a:cubicBezTo>
                    <a:cubicBezTo>
                      <a:pt x="2386" y="2974"/>
                      <a:pt x="2164" y="3084"/>
                      <a:pt x="1910" y="3127"/>
                    </a:cubicBezTo>
                    <a:cubicBezTo>
                      <a:pt x="1820" y="3143"/>
                      <a:pt x="1724" y="3152"/>
                      <a:pt x="1627" y="3152"/>
                    </a:cubicBezTo>
                    <a:cubicBezTo>
                      <a:pt x="1457" y="3152"/>
                      <a:pt x="1280" y="3124"/>
                      <a:pt x="1111" y="3058"/>
                    </a:cubicBezTo>
                    <a:cubicBezTo>
                      <a:pt x="839" y="2961"/>
                      <a:pt x="581" y="2778"/>
                      <a:pt x="403" y="2524"/>
                    </a:cubicBezTo>
                    <a:cubicBezTo>
                      <a:pt x="214" y="2275"/>
                      <a:pt x="109" y="1951"/>
                      <a:pt x="105" y="1620"/>
                    </a:cubicBezTo>
                    <a:cubicBezTo>
                      <a:pt x="109" y="1292"/>
                      <a:pt x="214" y="973"/>
                      <a:pt x="403" y="719"/>
                    </a:cubicBezTo>
                    <a:cubicBezTo>
                      <a:pt x="581" y="466"/>
                      <a:pt x="839" y="283"/>
                      <a:pt x="1111" y="186"/>
                    </a:cubicBezTo>
                    <a:cubicBezTo>
                      <a:pt x="1284" y="121"/>
                      <a:pt x="1464" y="94"/>
                      <a:pt x="1637" y="94"/>
                    </a:cubicBezTo>
                    <a:close/>
                    <a:moveTo>
                      <a:pt x="1619" y="1"/>
                    </a:moveTo>
                    <a:cubicBezTo>
                      <a:pt x="1441" y="1"/>
                      <a:pt x="1256" y="29"/>
                      <a:pt x="1075" y="95"/>
                    </a:cubicBezTo>
                    <a:cubicBezTo>
                      <a:pt x="787" y="194"/>
                      <a:pt x="512" y="392"/>
                      <a:pt x="315" y="658"/>
                    </a:cubicBezTo>
                    <a:cubicBezTo>
                      <a:pt x="115" y="924"/>
                      <a:pt x="0" y="1270"/>
                      <a:pt x="0" y="1620"/>
                    </a:cubicBezTo>
                    <a:cubicBezTo>
                      <a:pt x="0" y="1973"/>
                      <a:pt x="115" y="2318"/>
                      <a:pt x="315" y="2586"/>
                    </a:cubicBezTo>
                    <a:cubicBezTo>
                      <a:pt x="512" y="2856"/>
                      <a:pt x="787" y="3048"/>
                      <a:pt x="1075" y="3149"/>
                    </a:cubicBezTo>
                    <a:cubicBezTo>
                      <a:pt x="1256" y="3215"/>
                      <a:pt x="1441" y="3243"/>
                      <a:pt x="1619" y="3243"/>
                    </a:cubicBezTo>
                    <a:cubicBezTo>
                      <a:pt x="1725" y="3243"/>
                      <a:pt x="1829" y="3233"/>
                      <a:pt x="1928" y="3215"/>
                    </a:cubicBezTo>
                    <a:cubicBezTo>
                      <a:pt x="2194" y="3163"/>
                      <a:pt x="2426" y="3044"/>
                      <a:pt x="2606" y="2905"/>
                    </a:cubicBezTo>
                    <a:cubicBezTo>
                      <a:pt x="2973" y="2620"/>
                      <a:pt x="3125" y="2258"/>
                      <a:pt x="3177" y="2013"/>
                    </a:cubicBezTo>
                    <a:cubicBezTo>
                      <a:pt x="3203" y="1886"/>
                      <a:pt x="3213" y="1790"/>
                      <a:pt x="3213" y="1725"/>
                    </a:cubicBezTo>
                    <a:cubicBezTo>
                      <a:pt x="3213" y="1654"/>
                      <a:pt x="3209" y="1624"/>
                      <a:pt x="3203" y="1624"/>
                    </a:cubicBezTo>
                    <a:cubicBezTo>
                      <a:pt x="3209" y="1624"/>
                      <a:pt x="3213" y="1589"/>
                      <a:pt x="3213" y="1519"/>
                    </a:cubicBezTo>
                    <a:cubicBezTo>
                      <a:pt x="3213" y="1453"/>
                      <a:pt x="3203" y="1358"/>
                      <a:pt x="3177" y="1231"/>
                    </a:cubicBezTo>
                    <a:cubicBezTo>
                      <a:pt x="3125" y="986"/>
                      <a:pt x="2973" y="623"/>
                      <a:pt x="2606" y="339"/>
                    </a:cubicBezTo>
                    <a:cubicBezTo>
                      <a:pt x="2426" y="200"/>
                      <a:pt x="2194" y="81"/>
                      <a:pt x="1928" y="29"/>
                    </a:cubicBezTo>
                    <a:cubicBezTo>
                      <a:pt x="1829" y="11"/>
                      <a:pt x="1725" y="1"/>
                      <a:pt x="16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4190;p48">
                <a:extLst>
                  <a:ext uri="{FF2B5EF4-FFF2-40B4-BE49-F238E27FC236}">
                    <a16:creationId xmlns:a16="http://schemas.microsoft.com/office/drawing/2014/main" id="{F64821B4-B51E-874A-21CA-8B6D53F9F871}"/>
                  </a:ext>
                </a:extLst>
              </p:cNvPr>
              <p:cNvSpPr/>
              <p:nvPr/>
            </p:nvSpPr>
            <p:spPr>
              <a:xfrm>
                <a:off x="6032892" y="3342643"/>
                <a:ext cx="15621" cy="47935"/>
              </a:xfrm>
              <a:custGeom>
                <a:avLst/>
                <a:gdLst/>
                <a:ahLst/>
                <a:cxnLst/>
                <a:rect l="l" t="t" r="r" b="b"/>
                <a:pathLst>
                  <a:path w="656" h="2013" extrusionOk="0">
                    <a:moveTo>
                      <a:pt x="640" y="1"/>
                    </a:moveTo>
                    <a:cubicBezTo>
                      <a:pt x="624" y="1"/>
                      <a:pt x="512" y="63"/>
                      <a:pt x="384" y="207"/>
                    </a:cubicBezTo>
                    <a:cubicBezTo>
                      <a:pt x="245" y="364"/>
                      <a:pt x="92" y="622"/>
                      <a:pt x="43" y="941"/>
                    </a:cubicBezTo>
                    <a:cubicBezTo>
                      <a:pt x="0" y="1260"/>
                      <a:pt x="69" y="1548"/>
                      <a:pt x="153" y="1736"/>
                    </a:cubicBezTo>
                    <a:cubicBezTo>
                      <a:pt x="237" y="1921"/>
                      <a:pt x="324" y="2013"/>
                      <a:pt x="340" y="2013"/>
                    </a:cubicBezTo>
                    <a:cubicBezTo>
                      <a:pt x="340" y="2013"/>
                      <a:pt x="341" y="2012"/>
                      <a:pt x="341" y="2012"/>
                    </a:cubicBezTo>
                    <a:cubicBezTo>
                      <a:pt x="358" y="2003"/>
                      <a:pt x="289" y="1898"/>
                      <a:pt x="223" y="1710"/>
                    </a:cubicBezTo>
                    <a:cubicBezTo>
                      <a:pt x="162" y="1522"/>
                      <a:pt x="105" y="1252"/>
                      <a:pt x="153" y="954"/>
                    </a:cubicBezTo>
                    <a:cubicBezTo>
                      <a:pt x="196" y="661"/>
                      <a:pt x="327" y="413"/>
                      <a:pt x="442" y="255"/>
                    </a:cubicBezTo>
                    <a:cubicBezTo>
                      <a:pt x="559" y="98"/>
                      <a:pt x="656" y="15"/>
                      <a:pt x="642" y="1"/>
                    </a:cubicBezTo>
                    <a:cubicBezTo>
                      <a:pt x="642" y="1"/>
                      <a:pt x="641" y="1"/>
                      <a:pt x="64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4191;p48">
                <a:extLst>
                  <a:ext uri="{FF2B5EF4-FFF2-40B4-BE49-F238E27FC236}">
                    <a16:creationId xmlns:a16="http://schemas.microsoft.com/office/drawing/2014/main" id="{F2053B30-C906-4381-8608-99DEC268FEA4}"/>
                  </a:ext>
                </a:extLst>
              </p:cNvPr>
              <p:cNvSpPr/>
              <p:nvPr/>
            </p:nvSpPr>
            <p:spPr>
              <a:xfrm>
                <a:off x="6013626" y="3362100"/>
                <a:ext cx="53531" cy="11954"/>
              </a:xfrm>
              <a:custGeom>
                <a:avLst/>
                <a:gdLst/>
                <a:ahLst/>
                <a:cxnLst/>
                <a:rect l="l" t="t" r="r" b="b"/>
                <a:pathLst>
                  <a:path w="2248" h="502" extrusionOk="0">
                    <a:moveTo>
                      <a:pt x="880" y="0"/>
                    </a:moveTo>
                    <a:cubicBezTo>
                      <a:pt x="664" y="0"/>
                      <a:pt x="471" y="32"/>
                      <a:pt x="324" y="72"/>
                    </a:cubicBezTo>
                    <a:cubicBezTo>
                      <a:pt x="118" y="128"/>
                      <a:pt x="1" y="199"/>
                      <a:pt x="5" y="207"/>
                    </a:cubicBezTo>
                    <a:cubicBezTo>
                      <a:pt x="5" y="210"/>
                      <a:pt x="9" y="211"/>
                      <a:pt x="16" y="211"/>
                    </a:cubicBezTo>
                    <a:cubicBezTo>
                      <a:pt x="79" y="211"/>
                      <a:pt x="399" y="102"/>
                      <a:pt x="826" y="102"/>
                    </a:cubicBezTo>
                    <a:cubicBezTo>
                      <a:pt x="929" y="102"/>
                      <a:pt x="1037" y="109"/>
                      <a:pt x="1150" y="124"/>
                    </a:cubicBezTo>
                    <a:cubicBezTo>
                      <a:pt x="1760" y="199"/>
                      <a:pt x="2182" y="502"/>
                      <a:pt x="2233" y="502"/>
                    </a:cubicBezTo>
                    <a:cubicBezTo>
                      <a:pt x="2235" y="502"/>
                      <a:pt x="2237" y="501"/>
                      <a:pt x="2238" y="500"/>
                    </a:cubicBezTo>
                    <a:cubicBezTo>
                      <a:pt x="2247" y="491"/>
                      <a:pt x="2151" y="395"/>
                      <a:pt x="1963" y="286"/>
                    </a:cubicBezTo>
                    <a:cubicBezTo>
                      <a:pt x="1779" y="177"/>
                      <a:pt x="1495" y="63"/>
                      <a:pt x="1167" y="19"/>
                    </a:cubicBezTo>
                    <a:cubicBezTo>
                      <a:pt x="1068" y="6"/>
                      <a:pt x="972" y="0"/>
                      <a:pt x="88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4192;p48">
                <a:extLst>
                  <a:ext uri="{FF2B5EF4-FFF2-40B4-BE49-F238E27FC236}">
                    <a16:creationId xmlns:a16="http://schemas.microsoft.com/office/drawing/2014/main" id="{84FB4721-3D61-47EC-4334-49A667870DA9}"/>
                  </a:ext>
                </a:extLst>
              </p:cNvPr>
              <p:cNvSpPr/>
              <p:nvPr/>
            </p:nvSpPr>
            <p:spPr>
              <a:xfrm>
                <a:off x="4915536" y="3311018"/>
                <a:ext cx="75176" cy="75176"/>
              </a:xfrm>
              <a:custGeom>
                <a:avLst/>
                <a:gdLst/>
                <a:ahLst/>
                <a:cxnLst/>
                <a:rect l="l" t="t" r="r" b="b"/>
                <a:pathLst>
                  <a:path w="3157" h="3157" extrusionOk="0">
                    <a:moveTo>
                      <a:pt x="1579" y="1"/>
                    </a:moveTo>
                    <a:cubicBezTo>
                      <a:pt x="709" y="1"/>
                      <a:pt x="1" y="708"/>
                      <a:pt x="1" y="1579"/>
                    </a:cubicBezTo>
                    <a:cubicBezTo>
                      <a:pt x="1" y="2449"/>
                      <a:pt x="709" y="3156"/>
                      <a:pt x="1579" y="3156"/>
                    </a:cubicBezTo>
                    <a:cubicBezTo>
                      <a:pt x="2449" y="3156"/>
                      <a:pt x="3157" y="2449"/>
                      <a:pt x="3157" y="1579"/>
                    </a:cubicBezTo>
                    <a:cubicBezTo>
                      <a:pt x="3157" y="708"/>
                      <a:pt x="2449" y="1"/>
                      <a:pt x="1579"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4193;p48">
                <a:extLst>
                  <a:ext uri="{FF2B5EF4-FFF2-40B4-BE49-F238E27FC236}">
                    <a16:creationId xmlns:a16="http://schemas.microsoft.com/office/drawing/2014/main" id="{0A5A53D2-45C8-4F8A-AE94-9021A9581089}"/>
                  </a:ext>
                </a:extLst>
              </p:cNvPr>
              <p:cNvSpPr/>
              <p:nvPr/>
            </p:nvSpPr>
            <p:spPr>
              <a:xfrm>
                <a:off x="4914298" y="3309946"/>
                <a:ext cx="76510" cy="77248"/>
              </a:xfrm>
              <a:custGeom>
                <a:avLst/>
                <a:gdLst/>
                <a:ahLst/>
                <a:cxnLst/>
                <a:rect l="l" t="t" r="r" b="b"/>
                <a:pathLst>
                  <a:path w="3213" h="3244" extrusionOk="0">
                    <a:moveTo>
                      <a:pt x="1618" y="0"/>
                    </a:moveTo>
                    <a:cubicBezTo>
                      <a:pt x="1441" y="0"/>
                      <a:pt x="1255" y="28"/>
                      <a:pt x="1075" y="94"/>
                    </a:cubicBezTo>
                    <a:cubicBezTo>
                      <a:pt x="792" y="194"/>
                      <a:pt x="516" y="392"/>
                      <a:pt x="320" y="658"/>
                    </a:cubicBezTo>
                    <a:cubicBezTo>
                      <a:pt x="119" y="924"/>
                      <a:pt x="6" y="1270"/>
                      <a:pt x="0" y="1624"/>
                    </a:cubicBezTo>
                    <a:cubicBezTo>
                      <a:pt x="6" y="1977"/>
                      <a:pt x="119" y="2318"/>
                      <a:pt x="320" y="2585"/>
                    </a:cubicBezTo>
                    <a:cubicBezTo>
                      <a:pt x="516" y="2856"/>
                      <a:pt x="792" y="3048"/>
                      <a:pt x="1075" y="3149"/>
                    </a:cubicBezTo>
                    <a:cubicBezTo>
                      <a:pt x="1253" y="3216"/>
                      <a:pt x="1435" y="3243"/>
                      <a:pt x="1610" y="3243"/>
                    </a:cubicBezTo>
                    <a:cubicBezTo>
                      <a:pt x="1720" y="3243"/>
                      <a:pt x="1827" y="3233"/>
                      <a:pt x="1928" y="3214"/>
                    </a:cubicBezTo>
                    <a:cubicBezTo>
                      <a:pt x="2199" y="3166"/>
                      <a:pt x="2426" y="3044"/>
                      <a:pt x="2610" y="2904"/>
                    </a:cubicBezTo>
                    <a:cubicBezTo>
                      <a:pt x="2973" y="2620"/>
                      <a:pt x="3126" y="2258"/>
                      <a:pt x="3178" y="2012"/>
                    </a:cubicBezTo>
                    <a:cubicBezTo>
                      <a:pt x="3205" y="1890"/>
                      <a:pt x="3213" y="1790"/>
                      <a:pt x="3213" y="1724"/>
                    </a:cubicBezTo>
                    <a:cubicBezTo>
                      <a:pt x="3213" y="1659"/>
                      <a:pt x="3213" y="1624"/>
                      <a:pt x="3209" y="1624"/>
                    </a:cubicBezTo>
                    <a:cubicBezTo>
                      <a:pt x="3195" y="1624"/>
                      <a:pt x="3205" y="1764"/>
                      <a:pt x="3138" y="2004"/>
                    </a:cubicBezTo>
                    <a:cubicBezTo>
                      <a:pt x="3073" y="2235"/>
                      <a:pt x="2916" y="2581"/>
                      <a:pt x="2562" y="2847"/>
                    </a:cubicBezTo>
                    <a:cubicBezTo>
                      <a:pt x="2386" y="2974"/>
                      <a:pt x="2168" y="3083"/>
                      <a:pt x="1914" y="3127"/>
                    </a:cubicBezTo>
                    <a:cubicBezTo>
                      <a:pt x="1823" y="3143"/>
                      <a:pt x="1728" y="3152"/>
                      <a:pt x="1631" y="3152"/>
                    </a:cubicBezTo>
                    <a:cubicBezTo>
                      <a:pt x="1459" y="3152"/>
                      <a:pt x="1281" y="3124"/>
                      <a:pt x="1111" y="3057"/>
                    </a:cubicBezTo>
                    <a:cubicBezTo>
                      <a:pt x="839" y="2961"/>
                      <a:pt x="587" y="2778"/>
                      <a:pt x="403" y="2524"/>
                    </a:cubicBezTo>
                    <a:cubicBezTo>
                      <a:pt x="215" y="2274"/>
                      <a:pt x="110" y="1951"/>
                      <a:pt x="105" y="1624"/>
                    </a:cubicBezTo>
                    <a:cubicBezTo>
                      <a:pt x="110" y="1292"/>
                      <a:pt x="215" y="973"/>
                      <a:pt x="403" y="723"/>
                    </a:cubicBezTo>
                    <a:cubicBezTo>
                      <a:pt x="587" y="470"/>
                      <a:pt x="839" y="287"/>
                      <a:pt x="1111" y="186"/>
                    </a:cubicBezTo>
                    <a:cubicBezTo>
                      <a:pt x="1284" y="121"/>
                      <a:pt x="1464" y="94"/>
                      <a:pt x="1638" y="94"/>
                    </a:cubicBezTo>
                    <a:cubicBezTo>
                      <a:pt x="1733" y="94"/>
                      <a:pt x="1826" y="102"/>
                      <a:pt x="1914" y="116"/>
                    </a:cubicBezTo>
                    <a:cubicBezTo>
                      <a:pt x="2168" y="160"/>
                      <a:pt x="2386" y="269"/>
                      <a:pt x="2562" y="400"/>
                    </a:cubicBezTo>
                    <a:cubicBezTo>
                      <a:pt x="2916" y="662"/>
                      <a:pt x="3073" y="1007"/>
                      <a:pt x="3138" y="1243"/>
                    </a:cubicBezTo>
                    <a:cubicBezTo>
                      <a:pt x="3205" y="1483"/>
                      <a:pt x="3195" y="1624"/>
                      <a:pt x="3209" y="1624"/>
                    </a:cubicBezTo>
                    <a:cubicBezTo>
                      <a:pt x="3213" y="1624"/>
                      <a:pt x="3213" y="1588"/>
                      <a:pt x="3213" y="1523"/>
                    </a:cubicBezTo>
                    <a:cubicBezTo>
                      <a:pt x="3213" y="1453"/>
                      <a:pt x="3205" y="1357"/>
                      <a:pt x="3178" y="1235"/>
                    </a:cubicBezTo>
                    <a:cubicBezTo>
                      <a:pt x="3126" y="989"/>
                      <a:pt x="2973" y="628"/>
                      <a:pt x="2606" y="339"/>
                    </a:cubicBezTo>
                    <a:cubicBezTo>
                      <a:pt x="2426" y="199"/>
                      <a:pt x="2199" y="81"/>
                      <a:pt x="1928" y="29"/>
                    </a:cubicBezTo>
                    <a:cubicBezTo>
                      <a:pt x="1829" y="11"/>
                      <a:pt x="1725" y="0"/>
                      <a:pt x="16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4194;p48">
                <a:extLst>
                  <a:ext uri="{FF2B5EF4-FFF2-40B4-BE49-F238E27FC236}">
                    <a16:creationId xmlns:a16="http://schemas.microsoft.com/office/drawing/2014/main" id="{A4C83169-9CE8-90A1-F6CB-C1FB56DA82FA}"/>
                  </a:ext>
                </a:extLst>
              </p:cNvPr>
              <p:cNvSpPr/>
              <p:nvPr/>
            </p:nvSpPr>
            <p:spPr>
              <a:xfrm>
                <a:off x="4943971" y="3323711"/>
                <a:ext cx="15621" cy="47911"/>
              </a:xfrm>
              <a:custGeom>
                <a:avLst/>
                <a:gdLst/>
                <a:ahLst/>
                <a:cxnLst/>
                <a:rect l="l" t="t" r="r" b="b"/>
                <a:pathLst>
                  <a:path w="656" h="2012" extrusionOk="0">
                    <a:moveTo>
                      <a:pt x="644" y="0"/>
                    </a:moveTo>
                    <a:cubicBezTo>
                      <a:pt x="623" y="0"/>
                      <a:pt x="516" y="64"/>
                      <a:pt x="385" y="211"/>
                    </a:cubicBezTo>
                    <a:cubicBezTo>
                      <a:pt x="249" y="364"/>
                      <a:pt x="97" y="621"/>
                      <a:pt x="49" y="941"/>
                    </a:cubicBezTo>
                    <a:cubicBezTo>
                      <a:pt x="0" y="1260"/>
                      <a:pt x="71" y="1553"/>
                      <a:pt x="158" y="1736"/>
                    </a:cubicBezTo>
                    <a:cubicBezTo>
                      <a:pt x="241" y="1919"/>
                      <a:pt x="329" y="2012"/>
                      <a:pt x="344" y="2012"/>
                    </a:cubicBezTo>
                    <a:cubicBezTo>
                      <a:pt x="344" y="2012"/>
                      <a:pt x="345" y="2011"/>
                      <a:pt x="345" y="2011"/>
                    </a:cubicBezTo>
                    <a:cubicBezTo>
                      <a:pt x="359" y="2003"/>
                      <a:pt x="293" y="1898"/>
                      <a:pt x="228" y="1710"/>
                    </a:cubicBezTo>
                    <a:cubicBezTo>
                      <a:pt x="162" y="1526"/>
                      <a:pt x="109" y="1251"/>
                      <a:pt x="154" y="958"/>
                    </a:cubicBezTo>
                    <a:cubicBezTo>
                      <a:pt x="197" y="661"/>
                      <a:pt x="328" y="417"/>
                      <a:pt x="446" y="254"/>
                    </a:cubicBezTo>
                    <a:cubicBezTo>
                      <a:pt x="559" y="97"/>
                      <a:pt x="656" y="14"/>
                      <a:pt x="648" y="1"/>
                    </a:cubicBezTo>
                    <a:cubicBezTo>
                      <a:pt x="647" y="1"/>
                      <a:pt x="646" y="0"/>
                      <a:pt x="64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4195;p48">
                <a:extLst>
                  <a:ext uri="{FF2B5EF4-FFF2-40B4-BE49-F238E27FC236}">
                    <a16:creationId xmlns:a16="http://schemas.microsoft.com/office/drawing/2014/main" id="{0A964EBC-9D51-4276-8C2C-796DD39CE213}"/>
                  </a:ext>
                </a:extLst>
              </p:cNvPr>
              <p:cNvSpPr/>
              <p:nvPr/>
            </p:nvSpPr>
            <p:spPr>
              <a:xfrm>
                <a:off x="4924705" y="3343215"/>
                <a:ext cx="53531" cy="11906"/>
              </a:xfrm>
              <a:custGeom>
                <a:avLst/>
                <a:gdLst/>
                <a:ahLst/>
                <a:cxnLst/>
                <a:rect l="l" t="t" r="r" b="b"/>
                <a:pathLst>
                  <a:path w="2248" h="500" extrusionOk="0">
                    <a:moveTo>
                      <a:pt x="882" y="0"/>
                    </a:moveTo>
                    <a:cubicBezTo>
                      <a:pt x="666" y="0"/>
                      <a:pt x="473" y="29"/>
                      <a:pt x="329" y="70"/>
                    </a:cubicBezTo>
                    <a:cubicBezTo>
                      <a:pt x="119" y="131"/>
                      <a:pt x="1" y="196"/>
                      <a:pt x="9" y="209"/>
                    </a:cubicBezTo>
                    <a:cubicBezTo>
                      <a:pt x="9" y="211"/>
                      <a:pt x="12" y="212"/>
                      <a:pt x="17" y="212"/>
                    </a:cubicBezTo>
                    <a:cubicBezTo>
                      <a:pt x="72" y="212"/>
                      <a:pt x="393" y="100"/>
                      <a:pt x="827" y="100"/>
                    </a:cubicBezTo>
                    <a:cubicBezTo>
                      <a:pt x="931" y="100"/>
                      <a:pt x="1040" y="106"/>
                      <a:pt x="1154" y="122"/>
                    </a:cubicBezTo>
                    <a:cubicBezTo>
                      <a:pt x="1764" y="197"/>
                      <a:pt x="2183" y="500"/>
                      <a:pt x="2233" y="500"/>
                    </a:cubicBezTo>
                    <a:cubicBezTo>
                      <a:pt x="2236" y="500"/>
                      <a:pt x="2237" y="499"/>
                      <a:pt x="2238" y="498"/>
                    </a:cubicBezTo>
                    <a:cubicBezTo>
                      <a:pt x="2247" y="489"/>
                      <a:pt x="2151" y="393"/>
                      <a:pt x="1963" y="284"/>
                    </a:cubicBezTo>
                    <a:cubicBezTo>
                      <a:pt x="1780" y="175"/>
                      <a:pt x="1495" y="60"/>
                      <a:pt x="1168" y="17"/>
                    </a:cubicBezTo>
                    <a:cubicBezTo>
                      <a:pt x="1070" y="5"/>
                      <a:pt x="974" y="0"/>
                      <a:pt x="88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4196;p48">
                <a:extLst>
                  <a:ext uri="{FF2B5EF4-FFF2-40B4-BE49-F238E27FC236}">
                    <a16:creationId xmlns:a16="http://schemas.microsoft.com/office/drawing/2014/main" id="{6E7C8AEF-F7CF-5FF8-2027-E03710A6F3DC}"/>
                  </a:ext>
                </a:extLst>
              </p:cNvPr>
              <p:cNvSpPr/>
              <p:nvPr/>
            </p:nvSpPr>
            <p:spPr>
              <a:xfrm>
                <a:off x="6016841" y="3808695"/>
                <a:ext cx="75057" cy="75176"/>
              </a:xfrm>
              <a:custGeom>
                <a:avLst/>
                <a:gdLst/>
                <a:ahLst/>
                <a:cxnLst/>
                <a:rect l="l" t="t" r="r" b="b"/>
                <a:pathLst>
                  <a:path w="3152" h="3157" extrusionOk="0">
                    <a:moveTo>
                      <a:pt x="1574" y="1"/>
                    </a:moveTo>
                    <a:cubicBezTo>
                      <a:pt x="705" y="1"/>
                      <a:pt x="1" y="704"/>
                      <a:pt x="1" y="1579"/>
                    </a:cubicBezTo>
                    <a:cubicBezTo>
                      <a:pt x="1" y="2449"/>
                      <a:pt x="705" y="3157"/>
                      <a:pt x="1574" y="3157"/>
                    </a:cubicBezTo>
                    <a:cubicBezTo>
                      <a:pt x="2448" y="3157"/>
                      <a:pt x="3152" y="2449"/>
                      <a:pt x="3152" y="1579"/>
                    </a:cubicBezTo>
                    <a:cubicBezTo>
                      <a:pt x="3152" y="704"/>
                      <a:pt x="2448" y="1"/>
                      <a:pt x="157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4197;p48">
                <a:extLst>
                  <a:ext uri="{FF2B5EF4-FFF2-40B4-BE49-F238E27FC236}">
                    <a16:creationId xmlns:a16="http://schemas.microsoft.com/office/drawing/2014/main" id="{EA0D0244-B73A-569D-3D74-D9C71B06BD89}"/>
                  </a:ext>
                </a:extLst>
              </p:cNvPr>
              <p:cNvSpPr/>
              <p:nvPr/>
            </p:nvSpPr>
            <p:spPr>
              <a:xfrm>
                <a:off x="6015508" y="3807623"/>
                <a:ext cx="76629" cy="77248"/>
              </a:xfrm>
              <a:custGeom>
                <a:avLst/>
                <a:gdLst/>
                <a:ahLst/>
                <a:cxnLst/>
                <a:rect l="l" t="t" r="r" b="b"/>
                <a:pathLst>
                  <a:path w="3218" h="3244" extrusionOk="0">
                    <a:moveTo>
                      <a:pt x="1619" y="1"/>
                    </a:moveTo>
                    <a:cubicBezTo>
                      <a:pt x="1441" y="1"/>
                      <a:pt x="1257" y="28"/>
                      <a:pt x="1080" y="94"/>
                    </a:cubicBezTo>
                    <a:cubicBezTo>
                      <a:pt x="791" y="195"/>
                      <a:pt x="516" y="392"/>
                      <a:pt x="319" y="658"/>
                    </a:cubicBezTo>
                    <a:cubicBezTo>
                      <a:pt x="118" y="924"/>
                      <a:pt x="4" y="1270"/>
                      <a:pt x="0" y="1624"/>
                    </a:cubicBezTo>
                    <a:cubicBezTo>
                      <a:pt x="4" y="1978"/>
                      <a:pt x="118" y="2318"/>
                      <a:pt x="319" y="2585"/>
                    </a:cubicBezTo>
                    <a:cubicBezTo>
                      <a:pt x="516" y="2856"/>
                      <a:pt x="791" y="3048"/>
                      <a:pt x="1080" y="3149"/>
                    </a:cubicBezTo>
                    <a:cubicBezTo>
                      <a:pt x="1254" y="3216"/>
                      <a:pt x="1435" y="3244"/>
                      <a:pt x="1611" y="3244"/>
                    </a:cubicBezTo>
                    <a:cubicBezTo>
                      <a:pt x="1721" y="3244"/>
                      <a:pt x="1829" y="3233"/>
                      <a:pt x="1932" y="3214"/>
                    </a:cubicBezTo>
                    <a:cubicBezTo>
                      <a:pt x="2199" y="3166"/>
                      <a:pt x="2430" y="3044"/>
                      <a:pt x="2609" y="2904"/>
                    </a:cubicBezTo>
                    <a:cubicBezTo>
                      <a:pt x="2972" y="2620"/>
                      <a:pt x="3129" y="2258"/>
                      <a:pt x="3181" y="2012"/>
                    </a:cubicBezTo>
                    <a:cubicBezTo>
                      <a:pt x="3208" y="1890"/>
                      <a:pt x="3217" y="1790"/>
                      <a:pt x="3217" y="1724"/>
                    </a:cubicBezTo>
                    <a:cubicBezTo>
                      <a:pt x="3217" y="1659"/>
                      <a:pt x="3212" y="1624"/>
                      <a:pt x="3208" y="1624"/>
                    </a:cubicBezTo>
                    <a:cubicBezTo>
                      <a:pt x="3195" y="1624"/>
                      <a:pt x="3203" y="1764"/>
                      <a:pt x="3138" y="2004"/>
                    </a:cubicBezTo>
                    <a:cubicBezTo>
                      <a:pt x="3076" y="2236"/>
                      <a:pt x="2915" y="2581"/>
                      <a:pt x="2566" y="2847"/>
                    </a:cubicBezTo>
                    <a:cubicBezTo>
                      <a:pt x="2386" y="2974"/>
                      <a:pt x="2168" y="3083"/>
                      <a:pt x="1914" y="3127"/>
                    </a:cubicBezTo>
                    <a:cubicBezTo>
                      <a:pt x="1824" y="3143"/>
                      <a:pt x="1730" y="3152"/>
                      <a:pt x="1633" y="3152"/>
                    </a:cubicBezTo>
                    <a:cubicBezTo>
                      <a:pt x="1462" y="3152"/>
                      <a:pt x="1284" y="3124"/>
                      <a:pt x="1110" y="3057"/>
                    </a:cubicBezTo>
                    <a:cubicBezTo>
                      <a:pt x="844" y="2961"/>
                      <a:pt x="586" y="2778"/>
                      <a:pt x="402" y="2524"/>
                    </a:cubicBezTo>
                    <a:cubicBezTo>
                      <a:pt x="218" y="2274"/>
                      <a:pt x="114" y="1951"/>
                      <a:pt x="109" y="1624"/>
                    </a:cubicBezTo>
                    <a:cubicBezTo>
                      <a:pt x="114" y="1292"/>
                      <a:pt x="218" y="973"/>
                      <a:pt x="402" y="723"/>
                    </a:cubicBezTo>
                    <a:cubicBezTo>
                      <a:pt x="586" y="470"/>
                      <a:pt x="844" y="287"/>
                      <a:pt x="1110" y="186"/>
                    </a:cubicBezTo>
                    <a:cubicBezTo>
                      <a:pt x="1286" y="121"/>
                      <a:pt x="1467" y="94"/>
                      <a:pt x="1640" y="94"/>
                    </a:cubicBezTo>
                    <a:cubicBezTo>
                      <a:pt x="1735" y="94"/>
                      <a:pt x="1827" y="102"/>
                      <a:pt x="1914" y="116"/>
                    </a:cubicBezTo>
                    <a:cubicBezTo>
                      <a:pt x="2168" y="160"/>
                      <a:pt x="2386" y="269"/>
                      <a:pt x="2566" y="400"/>
                    </a:cubicBezTo>
                    <a:cubicBezTo>
                      <a:pt x="2915" y="662"/>
                      <a:pt x="3076" y="1007"/>
                      <a:pt x="3138" y="1243"/>
                    </a:cubicBezTo>
                    <a:cubicBezTo>
                      <a:pt x="3203" y="1484"/>
                      <a:pt x="3195" y="1624"/>
                      <a:pt x="3208" y="1624"/>
                    </a:cubicBezTo>
                    <a:cubicBezTo>
                      <a:pt x="3212" y="1624"/>
                      <a:pt x="3217" y="1588"/>
                      <a:pt x="3217" y="1523"/>
                    </a:cubicBezTo>
                    <a:cubicBezTo>
                      <a:pt x="3217" y="1453"/>
                      <a:pt x="3208" y="1357"/>
                      <a:pt x="3181" y="1235"/>
                    </a:cubicBezTo>
                    <a:cubicBezTo>
                      <a:pt x="3129" y="990"/>
                      <a:pt x="2972" y="622"/>
                      <a:pt x="2609" y="339"/>
                    </a:cubicBezTo>
                    <a:cubicBezTo>
                      <a:pt x="2430" y="199"/>
                      <a:pt x="2199" y="81"/>
                      <a:pt x="1932" y="29"/>
                    </a:cubicBezTo>
                    <a:cubicBezTo>
                      <a:pt x="1832" y="11"/>
                      <a:pt x="1726" y="1"/>
                      <a:pt x="16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4198;p48">
                <a:extLst>
                  <a:ext uri="{FF2B5EF4-FFF2-40B4-BE49-F238E27FC236}">
                    <a16:creationId xmlns:a16="http://schemas.microsoft.com/office/drawing/2014/main" id="{395AD16B-942F-1542-9480-54A2B26155DE}"/>
                  </a:ext>
                </a:extLst>
              </p:cNvPr>
              <p:cNvSpPr/>
              <p:nvPr/>
            </p:nvSpPr>
            <p:spPr>
              <a:xfrm>
                <a:off x="6045157" y="3821388"/>
                <a:ext cx="15740" cy="47911"/>
              </a:xfrm>
              <a:custGeom>
                <a:avLst/>
                <a:gdLst/>
                <a:ahLst/>
                <a:cxnLst/>
                <a:rect l="l" t="t" r="r" b="b"/>
                <a:pathLst>
                  <a:path w="661" h="2012" extrusionOk="0">
                    <a:moveTo>
                      <a:pt x="645" y="0"/>
                    </a:moveTo>
                    <a:cubicBezTo>
                      <a:pt x="628" y="0"/>
                      <a:pt x="516" y="64"/>
                      <a:pt x="389" y="211"/>
                    </a:cubicBezTo>
                    <a:cubicBezTo>
                      <a:pt x="250" y="364"/>
                      <a:pt x="97" y="621"/>
                      <a:pt x="48" y="941"/>
                    </a:cubicBezTo>
                    <a:cubicBezTo>
                      <a:pt x="0" y="1260"/>
                      <a:pt x="71" y="1553"/>
                      <a:pt x="158" y="1736"/>
                    </a:cubicBezTo>
                    <a:cubicBezTo>
                      <a:pt x="242" y="1919"/>
                      <a:pt x="328" y="2012"/>
                      <a:pt x="345" y="2012"/>
                    </a:cubicBezTo>
                    <a:cubicBezTo>
                      <a:pt x="345" y="2012"/>
                      <a:pt x="346" y="2011"/>
                      <a:pt x="346" y="2011"/>
                    </a:cubicBezTo>
                    <a:cubicBezTo>
                      <a:pt x="363" y="2003"/>
                      <a:pt x="294" y="1898"/>
                      <a:pt x="228" y="1710"/>
                    </a:cubicBezTo>
                    <a:cubicBezTo>
                      <a:pt x="163" y="1526"/>
                      <a:pt x="110" y="1251"/>
                      <a:pt x="153" y="954"/>
                    </a:cubicBezTo>
                    <a:cubicBezTo>
                      <a:pt x="202" y="661"/>
                      <a:pt x="329" y="417"/>
                      <a:pt x="446" y="254"/>
                    </a:cubicBezTo>
                    <a:cubicBezTo>
                      <a:pt x="565" y="97"/>
                      <a:pt x="661" y="14"/>
                      <a:pt x="647" y="1"/>
                    </a:cubicBezTo>
                    <a:cubicBezTo>
                      <a:pt x="647" y="1"/>
                      <a:pt x="646" y="0"/>
                      <a:pt x="64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4199;p48">
                <a:extLst>
                  <a:ext uri="{FF2B5EF4-FFF2-40B4-BE49-F238E27FC236}">
                    <a16:creationId xmlns:a16="http://schemas.microsoft.com/office/drawing/2014/main" id="{916444C6-B254-F585-2A72-3A5552BEA1A3}"/>
                  </a:ext>
                </a:extLst>
              </p:cNvPr>
              <p:cNvSpPr/>
              <p:nvPr/>
            </p:nvSpPr>
            <p:spPr>
              <a:xfrm>
                <a:off x="6026010" y="3840892"/>
                <a:ext cx="53411" cy="11906"/>
              </a:xfrm>
              <a:custGeom>
                <a:avLst/>
                <a:gdLst/>
                <a:ahLst/>
                <a:cxnLst/>
                <a:rect l="l" t="t" r="r" b="b"/>
                <a:pathLst>
                  <a:path w="2243" h="500" extrusionOk="0">
                    <a:moveTo>
                      <a:pt x="879" y="0"/>
                    </a:moveTo>
                    <a:cubicBezTo>
                      <a:pt x="664" y="0"/>
                      <a:pt x="471" y="29"/>
                      <a:pt x="324" y="70"/>
                    </a:cubicBezTo>
                    <a:cubicBezTo>
                      <a:pt x="118" y="131"/>
                      <a:pt x="1" y="196"/>
                      <a:pt x="5" y="209"/>
                    </a:cubicBezTo>
                    <a:cubicBezTo>
                      <a:pt x="6" y="211"/>
                      <a:pt x="9" y="212"/>
                      <a:pt x="14" y="212"/>
                    </a:cubicBezTo>
                    <a:cubicBezTo>
                      <a:pt x="71" y="212"/>
                      <a:pt x="392" y="100"/>
                      <a:pt x="825" y="100"/>
                    </a:cubicBezTo>
                    <a:cubicBezTo>
                      <a:pt x="928" y="100"/>
                      <a:pt x="1037" y="106"/>
                      <a:pt x="1150" y="122"/>
                    </a:cubicBezTo>
                    <a:cubicBezTo>
                      <a:pt x="1760" y="197"/>
                      <a:pt x="2182" y="500"/>
                      <a:pt x="2233" y="500"/>
                    </a:cubicBezTo>
                    <a:cubicBezTo>
                      <a:pt x="2236" y="500"/>
                      <a:pt x="2237" y="499"/>
                      <a:pt x="2238" y="498"/>
                    </a:cubicBezTo>
                    <a:cubicBezTo>
                      <a:pt x="2242" y="489"/>
                      <a:pt x="2151" y="393"/>
                      <a:pt x="1963" y="284"/>
                    </a:cubicBezTo>
                    <a:cubicBezTo>
                      <a:pt x="1774" y="175"/>
                      <a:pt x="1495" y="60"/>
                      <a:pt x="1163" y="17"/>
                    </a:cubicBezTo>
                    <a:cubicBezTo>
                      <a:pt x="1065" y="5"/>
                      <a:pt x="970" y="0"/>
                      <a:pt x="8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4200;p48">
                <a:extLst>
                  <a:ext uri="{FF2B5EF4-FFF2-40B4-BE49-F238E27FC236}">
                    <a16:creationId xmlns:a16="http://schemas.microsoft.com/office/drawing/2014/main" id="{7DD019A8-BB1A-60AC-2B12-10CE262EC275}"/>
                  </a:ext>
                </a:extLst>
              </p:cNvPr>
              <p:cNvSpPr/>
              <p:nvPr/>
            </p:nvSpPr>
            <p:spPr>
              <a:xfrm>
                <a:off x="4896413" y="3808695"/>
                <a:ext cx="75152" cy="75176"/>
              </a:xfrm>
              <a:custGeom>
                <a:avLst/>
                <a:gdLst/>
                <a:ahLst/>
                <a:cxnLst/>
                <a:rect l="l" t="t" r="r" b="b"/>
                <a:pathLst>
                  <a:path w="3156" h="3157" extrusionOk="0">
                    <a:moveTo>
                      <a:pt x="1578" y="1"/>
                    </a:moveTo>
                    <a:cubicBezTo>
                      <a:pt x="708" y="1"/>
                      <a:pt x="0" y="704"/>
                      <a:pt x="0" y="1579"/>
                    </a:cubicBezTo>
                    <a:cubicBezTo>
                      <a:pt x="0" y="2449"/>
                      <a:pt x="708" y="3157"/>
                      <a:pt x="1578" y="3157"/>
                    </a:cubicBezTo>
                    <a:cubicBezTo>
                      <a:pt x="2452" y="3157"/>
                      <a:pt x="3155" y="2449"/>
                      <a:pt x="3155" y="1579"/>
                    </a:cubicBezTo>
                    <a:cubicBezTo>
                      <a:pt x="3155" y="704"/>
                      <a:pt x="2452" y="1"/>
                      <a:pt x="157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4201;p48">
                <a:extLst>
                  <a:ext uri="{FF2B5EF4-FFF2-40B4-BE49-F238E27FC236}">
                    <a16:creationId xmlns:a16="http://schemas.microsoft.com/office/drawing/2014/main" id="{6BC62AE7-B68D-4C43-4818-815D968CC9D3}"/>
                  </a:ext>
                </a:extLst>
              </p:cNvPr>
              <p:cNvSpPr/>
              <p:nvPr/>
            </p:nvSpPr>
            <p:spPr>
              <a:xfrm>
                <a:off x="4895151" y="3807623"/>
                <a:ext cx="76605" cy="77248"/>
              </a:xfrm>
              <a:custGeom>
                <a:avLst/>
                <a:gdLst/>
                <a:ahLst/>
                <a:cxnLst/>
                <a:rect l="l" t="t" r="r" b="b"/>
                <a:pathLst>
                  <a:path w="3217" h="3244" extrusionOk="0">
                    <a:moveTo>
                      <a:pt x="1619" y="1"/>
                    </a:moveTo>
                    <a:cubicBezTo>
                      <a:pt x="1441" y="1"/>
                      <a:pt x="1258" y="28"/>
                      <a:pt x="1080" y="94"/>
                    </a:cubicBezTo>
                    <a:cubicBezTo>
                      <a:pt x="792" y="195"/>
                      <a:pt x="516" y="392"/>
                      <a:pt x="320" y="658"/>
                    </a:cubicBezTo>
                    <a:cubicBezTo>
                      <a:pt x="118" y="924"/>
                      <a:pt x="5" y="1270"/>
                      <a:pt x="1" y="1624"/>
                    </a:cubicBezTo>
                    <a:cubicBezTo>
                      <a:pt x="5" y="1978"/>
                      <a:pt x="118" y="2318"/>
                      <a:pt x="320" y="2585"/>
                    </a:cubicBezTo>
                    <a:cubicBezTo>
                      <a:pt x="516" y="2856"/>
                      <a:pt x="792" y="3048"/>
                      <a:pt x="1080" y="3149"/>
                    </a:cubicBezTo>
                    <a:cubicBezTo>
                      <a:pt x="1255" y="3216"/>
                      <a:pt x="1436" y="3244"/>
                      <a:pt x="1611" y="3244"/>
                    </a:cubicBezTo>
                    <a:cubicBezTo>
                      <a:pt x="1721" y="3244"/>
                      <a:pt x="1829" y="3233"/>
                      <a:pt x="1932" y="3214"/>
                    </a:cubicBezTo>
                    <a:cubicBezTo>
                      <a:pt x="2199" y="3166"/>
                      <a:pt x="2426" y="3044"/>
                      <a:pt x="2609" y="2904"/>
                    </a:cubicBezTo>
                    <a:cubicBezTo>
                      <a:pt x="2972" y="2620"/>
                      <a:pt x="3125" y="2258"/>
                      <a:pt x="3178" y="2012"/>
                    </a:cubicBezTo>
                    <a:cubicBezTo>
                      <a:pt x="3208" y="1890"/>
                      <a:pt x="3217" y="1790"/>
                      <a:pt x="3212" y="1724"/>
                    </a:cubicBezTo>
                    <a:cubicBezTo>
                      <a:pt x="3212" y="1659"/>
                      <a:pt x="3212" y="1624"/>
                      <a:pt x="3208" y="1624"/>
                    </a:cubicBezTo>
                    <a:cubicBezTo>
                      <a:pt x="3196" y="1624"/>
                      <a:pt x="3204" y="1764"/>
                      <a:pt x="3138" y="2004"/>
                    </a:cubicBezTo>
                    <a:cubicBezTo>
                      <a:pt x="3077" y="2236"/>
                      <a:pt x="2916" y="2581"/>
                      <a:pt x="2561" y="2847"/>
                    </a:cubicBezTo>
                    <a:cubicBezTo>
                      <a:pt x="2387" y="2974"/>
                      <a:pt x="2168" y="3083"/>
                      <a:pt x="1915" y="3127"/>
                    </a:cubicBezTo>
                    <a:cubicBezTo>
                      <a:pt x="1825" y="3143"/>
                      <a:pt x="1730" y="3152"/>
                      <a:pt x="1634" y="3152"/>
                    </a:cubicBezTo>
                    <a:cubicBezTo>
                      <a:pt x="1462" y="3152"/>
                      <a:pt x="1284" y="3124"/>
                      <a:pt x="1111" y="3057"/>
                    </a:cubicBezTo>
                    <a:cubicBezTo>
                      <a:pt x="844" y="2961"/>
                      <a:pt x="586" y="2778"/>
                      <a:pt x="403" y="2524"/>
                    </a:cubicBezTo>
                    <a:cubicBezTo>
                      <a:pt x="215" y="2274"/>
                      <a:pt x="110" y="1951"/>
                      <a:pt x="110" y="1624"/>
                    </a:cubicBezTo>
                    <a:cubicBezTo>
                      <a:pt x="110" y="1292"/>
                      <a:pt x="215" y="973"/>
                      <a:pt x="403" y="723"/>
                    </a:cubicBezTo>
                    <a:cubicBezTo>
                      <a:pt x="586" y="470"/>
                      <a:pt x="844" y="287"/>
                      <a:pt x="1111" y="186"/>
                    </a:cubicBezTo>
                    <a:cubicBezTo>
                      <a:pt x="1286" y="121"/>
                      <a:pt x="1465" y="94"/>
                      <a:pt x="1639" y="94"/>
                    </a:cubicBezTo>
                    <a:cubicBezTo>
                      <a:pt x="1733" y="94"/>
                      <a:pt x="1826" y="102"/>
                      <a:pt x="1915" y="116"/>
                    </a:cubicBezTo>
                    <a:cubicBezTo>
                      <a:pt x="2168" y="160"/>
                      <a:pt x="2387" y="269"/>
                      <a:pt x="2561" y="400"/>
                    </a:cubicBezTo>
                    <a:cubicBezTo>
                      <a:pt x="2916" y="662"/>
                      <a:pt x="3077" y="1007"/>
                      <a:pt x="3138" y="1243"/>
                    </a:cubicBezTo>
                    <a:cubicBezTo>
                      <a:pt x="3204" y="1484"/>
                      <a:pt x="3196" y="1624"/>
                      <a:pt x="3208" y="1624"/>
                    </a:cubicBezTo>
                    <a:cubicBezTo>
                      <a:pt x="3212" y="1624"/>
                      <a:pt x="3212" y="1588"/>
                      <a:pt x="3212" y="1523"/>
                    </a:cubicBezTo>
                    <a:cubicBezTo>
                      <a:pt x="3217" y="1453"/>
                      <a:pt x="3208" y="1357"/>
                      <a:pt x="3178" y="1235"/>
                    </a:cubicBezTo>
                    <a:cubicBezTo>
                      <a:pt x="3125" y="990"/>
                      <a:pt x="2972" y="622"/>
                      <a:pt x="2609" y="339"/>
                    </a:cubicBezTo>
                    <a:cubicBezTo>
                      <a:pt x="2426" y="199"/>
                      <a:pt x="2199" y="81"/>
                      <a:pt x="1932" y="29"/>
                    </a:cubicBezTo>
                    <a:cubicBezTo>
                      <a:pt x="1832" y="11"/>
                      <a:pt x="1727" y="1"/>
                      <a:pt x="16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4202;p48">
                <a:extLst>
                  <a:ext uri="{FF2B5EF4-FFF2-40B4-BE49-F238E27FC236}">
                    <a16:creationId xmlns:a16="http://schemas.microsoft.com/office/drawing/2014/main" id="{C0DDABE5-8A4F-6F97-0D1B-426681B4515E}"/>
                  </a:ext>
                </a:extLst>
              </p:cNvPr>
              <p:cNvSpPr/>
              <p:nvPr/>
            </p:nvSpPr>
            <p:spPr>
              <a:xfrm>
                <a:off x="4924800" y="3821388"/>
                <a:ext cx="15645" cy="47911"/>
              </a:xfrm>
              <a:custGeom>
                <a:avLst/>
                <a:gdLst/>
                <a:ahLst/>
                <a:cxnLst/>
                <a:rect l="l" t="t" r="r" b="b"/>
                <a:pathLst>
                  <a:path w="657" h="2012" extrusionOk="0">
                    <a:moveTo>
                      <a:pt x="645" y="0"/>
                    </a:moveTo>
                    <a:cubicBezTo>
                      <a:pt x="625" y="0"/>
                      <a:pt x="516" y="64"/>
                      <a:pt x="386" y="211"/>
                    </a:cubicBezTo>
                    <a:cubicBezTo>
                      <a:pt x="251" y="364"/>
                      <a:pt x="97" y="621"/>
                      <a:pt x="49" y="941"/>
                    </a:cubicBezTo>
                    <a:cubicBezTo>
                      <a:pt x="1" y="1260"/>
                      <a:pt x="71" y="1553"/>
                      <a:pt x="158" y="1736"/>
                    </a:cubicBezTo>
                    <a:cubicBezTo>
                      <a:pt x="242" y="1919"/>
                      <a:pt x="329" y="2012"/>
                      <a:pt x="344" y="2012"/>
                    </a:cubicBezTo>
                    <a:cubicBezTo>
                      <a:pt x="345" y="2012"/>
                      <a:pt x="346" y="2011"/>
                      <a:pt x="346" y="2011"/>
                    </a:cubicBezTo>
                    <a:cubicBezTo>
                      <a:pt x="360" y="2003"/>
                      <a:pt x="294" y="1898"/>
                      <a:pt x="229" y="1710"/>
                    </a:cubicBezTo>
                    <a:cubicBezTo>
                      <a:pt x="162" y="1526"/>
                      <a:pt x="110" y="1251"/>
                      <a:pt x="154" y="954"/>
                    </a:cubicBezTo>
                    <a:cubicBezTo>
                      <a:pt x="198" y="661"/>
                      <a:pt x="329" y="417"/>
                      <a:pt x="447" y="254"/>
                    </a:cubicBezTo>
                    <a:cubicBezTo>
                      <a:pt x="565" y="97"/>
                      <a:pt x="656" y="14"/>
                      <a:pt x="648" y="1"/>
                    </a:cubicBezTo>
                    <a:cubicBezTo>
                      <a:pt x="648" y="1"/>
                      <a:pt x="647" y="0"/>
                      <a:pt x="64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4203;p48">
                <a:extLst>
                  <a:ext uri="{FF2B5EF4-FFF2-40B4-BE49-F238E27FC236}">
                    <a16:creationId xmlns:a16="http://schemas.microsoft.com/office/drawing/2014/main" id="{B9A7EB92-8B6F-3F70-F200-07B9AED285A9}"/>
                  </a:ext>
                </a:extLst>
              </p:cNvPr>
              <p:cNvSpPr/>
              <p:nvPr/>
            </p:nvSpPr>
            <p:spPr>
              <a:xfrm>
                <a:off x="4905677" y="3840892"/>
                <a:ext cx="53388" cy="11906"/>
              </a:xfrm>
              <a:custGeom>
                <a:avLst/>
                <a:gdLst/>
                <a:ahLst/>
                <a:cxnLst/>
                <a:rect l="l" t="t" r="r" b="b"/>
                <a:pathLst>
                  <a:path w="2242" h="500" extrusionOk="0">
                    <a:moveTo>
                      <a:pt x="878" y="0"/>
                    </a:moveTo>
                    <a:cubicBezTo>
                      <a:pt x="663" y="0"/>
                      <a:pt x="471" y="29"/>
                      <a:pt x="324" y="70"/>
                    </a:cubicBezTo>
                    <a:cubicBezTo>
                      <a:pt x="114" y="131"/>
                      <a:pt x="1" y="196"/>
                      <a:pt x="5" y="209"/>
                    </a:cubicBezTo>
                    <a:cubicBezTo>
                      <a:pt x="5" y="211"/>
                      <a:pt x="8" y="212"/>
                      <a:pt x="14" y="212"/>
                    </a:cubicBezTo>
                    <a:cubicBezTo>
                      <a:pt x="70" y="212"/>
                      <a:pt x="389" y="100"/>
                      <a:pt x="822" y="100"/>
                    </a:cubicBezTo>
                    <a:cubicBezTo>
                      <a:pt x="925" y="100"/>
                      <a:pt x="1035" y="106"/>
                      <a:pt x="1149" y="122"/>
                    </a:cubicBezTo>
                    <a:cubicBezTo>
                      <a:pt x="1760" y="197"/>
                      <a:pt x="2181" y="500"/>
                      <a:pt x="2233" y="500"/>
                    </a:cubicBezTo>
                    <a:cubicBezTo>
                      <a:pt x="2235" y="500"/>
                      <a:pt x="2237" y="499"/>
                      <a:pt x="2238" y="498"/>
                    </a:cubicBezTo>
                    <a:cubicBezTo>
                      <a:pt x="2242" y="489"/>
                      <a:pt x="2145" y="393"/>
                      <a:pt x="1962" y="284"/>
                    </a:cubicBezTo>
                    <a:cubicBezTo>
                      <a:pt x="1774" y="175"/>
                      <a:pt x="1495" y="60"/>
                      <a:pt x="1163" y="17"/>
                    </a:cubicBezTo>
                    <a:cubicBezTo>
                      <a:pt x="1065" y="5"/>
                      <a:pt x="969" y="0"/>
                      <a:pt x="87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4204;p48">
                <a:extLst>
                  <a:ext uri="{FF2B5EF4-FFF2-40B4-BE49-F238E27FC236}">
                    <a16:creationId xmlns:a16="http://schemas.microsoft.com/office/drawing/2014/main" id="{09B780CD-30D9-4E62-6BCA-4C090C857C01}"/>
                  </a:ext>
                </a:extLst>
              </p:cNvPr>
              <p:cNvSpPr/>
              <p:nvPr/>
            </p:nvSpPr>
            <p:spPr>
              <a:xfrm>
                <a:off x="5728352" y="4141122"/>
                <a:ext cx="75152" cy="75152"/>
              </a:xfrm>
              <a:custGeom>
                <a:avLst/>
                <a:gdLst/>
                <a:ahLst/>
                <a:cxnLst/>
                <a:rect l="l" t="t" r="r" b="b"/>
                <a:pathLst>
                  <a:path w="3156" h="3156" extrusionOk="0">
                    <a:moveTo>
                      <a:pt x="1578" y="1"/>
                    </a:moveTo>
                    <a:cubicBezTo>
                      <a:pt x="709" y="1"/>
                      <a:pt x="1" y="708"/>
                      <a:pt x="1" y="1578"/>
                    </a:cubicBezTo>
                    <a:cubicBezTo>
                      <a:pt x="1" y="2447"/>
                      <a:pt x="709" y="3155"/>
                      <a:pt x="1578" y="3155"/>
                    </a:cubicBezTo>
                    <a:cubicBezTo>
                      <a:pt x="2448" y="3155"/>
                      <a:pt x="3156" y="2447"/>
                      <a:pt x="3156" y="1578"/>
                    </a:cubicBezTo>
                    <a:cubicBezTo>
                      <a:pt x="3156" y="708"/>
                      <a:pt x="2448" y="1"/>
                      <a:pt x="157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4205;p48">
                <a:extLst>
                  <a:ext uri="{FF2B5EF4-FFF2-40B4-BE49-F238E27FC236}">
                    <a16:creationId xmlns:a16="http://schemas.microsoft.com/office/drawing/2014/main" id="{888377F8-92F6-FA9B-4394-BA980F1B8C39}"/>
                  </a:ext>
                </a:extLst>
              </p:cNvPr>
              <p:cNvSpPr/>
              <p:nvPr/>
            </p:nvSpPr>
            <p:spPr>
              <a:xfrm>
                <a:off x="5727113" y="4140098"/>
                <a:ext cx="76629" cy="77176"/>
              </a:xfrm>
              <a:custGeom>
                <a:avLst/>
                <a:gdLst/>
                <a:ahLst/>
                <a:cxnLst/>
                <a:rect l="l" t="t" r="r" b="b"/>
                <a:pathLst>
                  <a:path w="3218" h="3241" extrusionOk="0">
                    <a:moveTo>
                      <a:pt x="1614" y="1"/>
                    </a:moveTo>
                    <a:cubicBezTo>
                      <a:pt x="1437" y="1"/>
                      <a:pt x="1254" y="29"/>
                      <a:pt x="1076" y="96"/>
                    </a:cubicBezTo>
                    <a:cubicBezTo>
                      <a:pt x="791" y="197"/>
                      <a:pt x="516" y="389"/>
                      <a:pt x="319" y="659"/>
                    </a:cubicBezTo>
                    <a:cubicBezTo>
                      <a:pt x="119" y="921"/>
                      <a:pt x="5" y="1266"/>
                      <a:pt x="0" y="1621"/>
                    </a:cubicBezTo>
                    <a:cubicBezTo>
                      <a:pt x="5" y="1974"/>
                      <a:pt x="119" y="2315"/>
                      <a:pt x="319" y="2583"/>
                    </a:cubicBezTo>
                    <a:cubicBezTo>
                      <a:pt x="516" y="2853"/>
                      <a:pt x="791" y="3045"/>
                      <a:pt x="1076" y="3146"/>
                    </a:cubicBezTo>
                    <a:cubicBezTo>
                      <a:pt x="1254" y="3213"/>
                      <a:pt x="1437" y="3241"/>
                      <a:pt x="1613" y="3241"/>
                    </a:cubicBezTo>
                    <a:cubicBezTo>
                      <a:pt x="1723" y="3241"/>
                      <a:pt x="1830" y="3230"/>
                      <a:pt x="1932" y="3212"/>
                    </a:cubicBezTo>
                    <a:cubicBezTo>
                      <a:pt x="2199" y="3164"/>
                      <a:pt x="2426" y="3041"/>
                      <a:pt x="2610" y="2906"/>
                    </a:cubicBezTo>
                    <a:cubicBezTo>
                      <a:pt x="2972" y="2617"/>
                      <a:pt x="3125" y="2254"/>
                      <a:pt x="3177" y="2010"/>
                    </a:cubicBezTo>
                    <a:cubicBezTo>
                      <a:pt x="3208" y="1887"/>
                      <a:pt x="3217" y="1787"/>
                      <a:pt x="3213" y="1722"/>
                    </a:cubicBezTo>
                    <a:cubicBezTo>
                      <a:pt x="3213" y="1656"/>
                      <a:pt x="3213" y="1621"/>
                      <a:pt x="3208" y="1621"/>
                    </a:cubicBezTo>
                    <a:cubicBezTo>
                      <a:pt x="3195" y="1621"/>
                      <a:pt x="3204" y="1760"/>
                      <a:pt x="3139" y="2001"/>
                    </a:cubicBezTo>
                    <a:cubicBezTo>
                      <a:pt x="3077" y="2237"/>
                      <a:pt x="2915" y="2578"/>
                      <a:pt x="2562" y="2845"/>
                    </a:cubicBezTo>
                    <a:cubicBezTo>
                      <a:pt x="2387" y="2971"/>
                      <a:pt x="2168" y="3085"/>
                      <a:pt x="1915" y="3124"/>
                    </a:cubicBezTo>
                    <a:cubicBezTo>
                      <a:pt x="1822" y="3140"/>
                      <a:pt x="1726" y="3149"/>
                      <a:pt x="1629" y="3149"/>
                    </a:cubicBezTo>
                    <a:cubicBezTo>
                      <a:pt x="1458" y="3149"/>
                      <a:pt x="1283" y="3121"/>
                      <a:pt x="1110" y="3055"/>
                    </a:cubicBezTo>
                    <a:cubicBezTo>
                      <a:pt x="844" y="2958"/>
                      <a:pt x="586" y="2775"/>
                      <a:pt x="402" y="2521"/>
                    </a:cubicBezTo>
                    <a:cubicBezTo>
                      <a:pt x="214" y="2272"/>
                      <a:pt x="110" y="1953"/>
                      <a:pt x="110" y="1621"/>
                    </a:cubicBezTo>
                    <a:cubicBezTo>
                      <a:pt x="110" y="1288"/>
                      <a:pt x="214" y="970"/>
                      <a:pt x="402" y="721"/>
                    </a:cubicBezTo>
                    <a:cubicBezTo>
                      <a:pt x="586" y="467"/>
                      <a:pt x="844" y="284"/>
                      <a:pt x="1110" y="187"/>
                    </a:cubicBezTo>
                    <a:cubicBezTo>
                      <a:pt x="1287" y="119"/>
                      <a:pt x="1468" y="91"/>
                      <a:pt x="1642" y="91"/>
                    </a:cubicBezTo>
                    <a:cubicBezTo>
                      <a:pt x="1735" y="91"/>
                      <a:pt x="1826" y="99"/>
                      <a:pt x="1915" y="113"/>
                    </a:cubicBezTo>
                    <a:cubicBezTo>
                      <a:pt x="2168" y="157"/>
                      <a:pt x="2387" y="266"/>
                      <a:pt x="2562" y="397"/>
                    </a:cubicBezTo>
                    <a:cubicBezTo>
                      <a:pt x="2915" y="663"/>
                      <a:pt x="3077" y="1004"/>
                      <a:pt x="3139" y="1240"/>
                    </a:cubicBezTo>
                    <a:cubicBezTo>
                      <a:pt x="3204" y="1481"/>
                      <a:pt x="3195" y="1621"/>
                      <a:pt x="3208" y="1621"/>
                    </a:cubicBezTo>
                    <a:cubicBezTo>
                      <a:pt x="3213" y="1621"/>
                      <a:pt x="3213" y="1586"/>
                      <a:pt x="3213" y="1520"/>
                    </a:cubicBezTo>
                    <a:cubicBezTo>
                      <a:pt x="3217" y="1455"/>
                      <a:pt x="3208" y="1355"/>
                      <a:pt x="3177" y="1232"/>
                    </a:cubicBezTo>
                    <a:cubicBezTo>
                      <a:pt x="3125" y="987"/>
                      <a:pt x="2972" y="625"/>
                      <a:pt x="2610" y="336"/>
                    </a:cubicBezTo>
                    <a:cubicBezTo>
                      <a:pt x="2426" y="197"/>
                      <a:pt x="2199" y="78"/>
                      <a:pt x="1932" y="30"/>
                    </a:cubicBezTo>
                    <a:cubicBezTo>
                      <a:pt x="1831" y="11"/>
                      <a:pt x="1724" y="1"/>
                      <a:pt x="16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4206;p48">
                <a:extLst>
                  <a:ext uri="{FF2B5EF4-FFF2-40B4-BE49-F238E27FC236}">
                    <a16:creationId xmlns:a16="http://schemas.microsoft.com/office/drawing/2014/main" id="{DDE0A4E4-AE2E-4A30-38BF-079A7C8671C1}"/>
                  </a:ext>
                </a:extLst>
              </p:cNvPr>
              <p:cNvSpPr/>
              <p:nvPr/>
            </p:nvSpPr>
            <p:spPr>
              <a:xfrm>
                <a:off x="5756786" y="4153792"/>
                <a:ext cx="15621" cy="47935"/>
              </a:xfrm>
              <a:custGeom>
                <a:avLst/>
                <a:gdLst/>
                <a:ahLst/>
                <a:cxnLst/>
                <a:rect l="l" t="t" r="r" b="b"/>
                <a:pathLst>
                  <a:path w="656" h="2013" extrusionOk="0">
                    <a:moveTo>
                      <a:pt x="644" y="1"/>
                    </a:moveTo>
                    <a:cubicBezTo>
                      <a:pt x="624" y="1"/>
                      <a:pt x="516" y="63"/>
                      <a:pt x="384" y="211"/>
                    </a:cubicBezTo>
                    <a:cubicBezTo>
                      <a:pt x="249" y="364"/>
                      <a:pt x="96" y="622"/>
                      <a:pt x="48" y="941"/>
                    </a:cubicBezTo>
                    <a:cubicBezTo>
                      <a:pt x="0" y="1260"/>
                      <a:pt x="70" y="1553"/>
                      <a:pt x="158" y="1740"/>
                    </a:cubicBezTo>
                    <a:cubicBezTo>
                      <a:pt x="241" y="1921"/>
                      <a:pt x="328" y="2012"/>
                      <a:pt x="344" y="2012"/>
                    </a:cubicBezTo>
                    <a:cubicBezTo>
                      <a:pt x="345" y="2012"/>
                      <a:pt x="345" y="2012"/>
                      <a:pt x="346" y="2012"/>
                    </a:cubicBezTo>
                    <a:cubicBezTo>
                      <a:pt x="358" y="2003"/>
                      <a:pt x="293" y="1898"/>
                      <a:pt x="227" y="1710"/>
                    </a:cubicBezTo>
                    <a:cubicBezTo>
                      <a:pt x="162" y="1526"/>
                      <a:pt x="110" y="1252"/>
                      <a:pt x="153" y="959"/>
                    </a:cubicBezTo>
                    <a:cubicBezTo>
                      <a:pt x="197" y="661"/>
                      <a:pt x="328" y="417"/>
                      <a:pt x="446" y="259"/>
                    </a:cubicBezTo>
                    <a:cubicBezTo>
                      <a:pt x="560" y="98"/>
                      <a:pt x="656" y="15"/>
                      <a:pt x="647" y="1"/>
                    </a:cubicBezTo>
                    <a:cubicBezTo>
                      <a:pt x="646" y="1"/>
                      <a:pt x="645" y="1"/>
                      <a:pt x="64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4207;p48">
                <a:extLst>
                  <a:ext uri="{FF2B5EF4-FFF2-40B4-BE49-F238E27FC236}">
                    <a16:creationId xmlns:a16="http://schemas.microsoft.com/office/drawing/2014/main" id="{824A7AB3-03FE-1384-350E-A549CB4456E3}"/>
                  </a:ext>
                </a:extLst>
              </p:cNvPr>
              <p:cNvSpPr/>
              <p:nvPr/>
            </p:nvSpPr>
            <p:spPr>
              <a:xfrm>
                <a:off x="5737639" y="4173296"/>
                <a:ext cx="53388" cy="11906"/>
              </a:xfrm>
              <a:custGeom>
                <a:avLst/>
                <a:gdLst/>
                <a:ahLst/>
                <a:cxnLst/>
                <a:rect l="l" t="t" r="r" b="b"/>
                <a:pathLst>
                  <a:path w="2242" h="500" extrusionOk="0">
                    <a:moveTo>
                      <a:pt x="883" y="0"/>
                    </a:moveTo>
                    <a:cubicBezTo>
                      <a:pt x="666" y="0"/>
                      <a:pt x="471" y="31"/>
                      <a:pt x="323" y="74"/>
                    </a:cubicBezTo>
                    <a:cubicBezTo>
                      <a:pt x="113" y="130"/>
                      <a:pt x="0" y="197"/>
                      <a:pt x="4" y="209"/>
                    </a:cubicBezTo>
                    <a:cubicBezTo>
                      <a:pt x="5" y="211"/>
                      <a:pt x="8" y="212"/>
                      <a:pt x="13" y="212"/>
                    </a:cubicBezTo>
                    <a:cubicBezTo>
                      <a:pt x="69" y="212"/>
                      <a:pt x="384" y="103"/>
                      <a:pt x="812" y="103"/>
                    </a:cubicBezTo>
                    <a:cubicBezTo>
                      <a:pt x="918" y="103"/>
                      <a:pt x="1031" y="109"/>
                      <a:pt x="1150" y="126"/>
                    </a:cubicBezTo>
                    <a:cubicBezTo>
                      <a:pt x="1759" y="197"/>
                      <a:pt x="2182" y="500"/>
                      <a:pt x="2229" y="500"/>
                    </a:cubicBezTo>
                    <a:cubicBezTo>
                      <a:pt x="2231" y="500"/>
                      <a:pt x="2232" y="499"/>
                      <a:pt x="2233" y="498"/>
                    </a:cubicBezTo>
                    <a:cubicBezTo>
                      <a:pt x="2241" y="489"/>
                      <a:pt x="2146" y="397"/>
                      <a:pt x="1962" y="284"/>
                    </a:cubicBezTo>
                    <a:cubicBezTo>
                      <a:pt x="1775" y="175"/>
                      <a:pt x="1490" y="61"/>
                      <a:pt x="1162" y="17"/>
                    </a:cubicBezTo>
                    <a:cubicBezTo>
                      <a:pt x="1066" y="6"/>
                      <a:pt x="973" y="0"/>
                      <a:pt x="8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4208;p48">
                <a:extLst>
                  <a:ext uri="{FF2B5EF4-FFF2-40B4-BE49-F238E27FC236}">
                    <a16:creationId xmlns:a16="http://schemas.microsoft.com/office/drawing/2014/main" id="{4BB1FB3F-B27A-5DB7-7416-2B5555D52DE8}"/>
                  </a:ext>
                </a:extLst>
              </p:cNvPr>
              <p:cNvSpPr/>
              <p:nvPr/>
            </p:nvSpPr>
            <p:spPr>
              <a:xfrm>
                <a:off x="5191142" y="4145885"/>
                <a:ext cx="75152" cy="75081"/>
              </a:xfrm>
              <a:custGeom>
                <a:avLst/>
                <a:gdLst/>
                <a:ahLst/>
                <a:cxnLst/>
                <a:rect l="l" t="t" r="r" b="b"/>
                <a:pathLst>
                  <a:path w="3156" h="3153" extrusionOk="0">
                    <a:moveTo>
                      <a:pt x="1578" y="1"/>
                    </a:moveTo>
                    <a:cubicBezTo>
                      <a:pt x="704" y="1"/>
                      <a:pt x="1" y="705"/>
                      <a:pt x="1" y="1574"/>
                    </a:cubicBezTo>
                    <a:cubicBezTo>
                      <a:pt x="1" y="2449"/>
                      <a:pt x="704" y="3153"/>
                      <a:pt x="1578" y="3153"/>
                    </a:cubicBezTo>
                    <a:cubicBezTo>
                      <a:pt x="2448" y="3153"/>
                      <a:pt x="3156" y="2449"/>
                      <a:pt x="3156" y="1574"/>
                    </a:cubicBezTo>
                    <a:cubicBezTo>
                      <a:pt x="3156" y="705"/>
                      <a:pt x="2448" y="1"/>
                      <a:pt x="157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4209;p48">
                <a:extLst>
                  <a:ext uri="{FF2B5EF4-FFF2-40B4-BE49-F238E27FC236}">
                    <a16:creationId xmlns:a16="http://schemas.microsoft.com/office/drawing/2014/main" id="{DACA3DB1-A90D-90A0-DCAC-CABDEACCC14A}"/>
                  </a:ext>
                </a:extLst>
              </p:cNvPr>
              <p:cNvSpPr/>
              <p:nvPr/>
            </p:nvSpPr>
            <p:spPr>
              <a:xfrm>
                <a:off x="5189904" y="4144790"/>
                <a:ext cx="76486" cy="77248"/>
              </a:xfrm>
              <a:custGeom>
                <a:avLst/>
                <a:gdLst/>
                <a:ahLst/>
                <a:cxnLst/>
                <a:rect l="l" t="t" r="r" b="b"/>
                <a:pathLst>
                  <a:path w="3212" h="3244" extrusionOk="0">
                    <a:moveTo>
                      <a:pt x="1629" y="92"/>
                    </a:moveTo>
                    <a:cubicBezTo>
                      <a:pt x="1726" y="92"/>
                      <a:pt x="1820" y="101"/>
                      <a:pt x="1910" y="117"/>
                    </a:cubicBezTo>
                    <a:cubicBezTo>
                      <a:pt x="2163" y="161"/>
                      <a:pt x="2386" y="270"/>
                      <a:pt x="2560" y="397"/>
                    </a:cubicBezTo>
                    <a:cubicBezTo>
                      <a:pt x="2915" y="664"/>
                      <a:pt x="3072" y="1009"/>
                      <a:pt x="3137" y="1240"/>
                    </a:cubicBezTo>
                    <a:cubicBezTo>
                      <a:pt x="3198" y="1476"/>
                      <a:pt x="3195" y="1620"/>
                      <a:pt x="3207" y="1620"/>
                    </a:cubicBezTo>
                    <a:lnTo>
                      <a:pt x="3207" y="1620"/>
                    </a:lnTo>
                    <a:cubicBezTo>
                      <a:pt x="3195" y="1625"/>
                      <a:pt x="3198" y="1765"/>
                      <a:pt x="3137" y="2001"/>
                    </a:cubicBezTo>
                    <a:cubicBezTo>
                      <a:pt x="3072" y="2237"/>
                      <a:pt x="2915" y="2582"/>
                      <a:pt x="2560" y="2844"/>
                    </a:cubicBezTo>
                    <a:cubicBezTo>
                      <a:pt x="2386" y="2975"/>
                      <a:pt x="2163" y="3084"/>
                      <a:pt x="1910" y="3128"/>
                    </a:cubicBezTo>
                    <a:cubicBezTo>
                      <a:pt x="1822" y="3142"/>
                      <a:pt x="1730" y="3150"/>
                      <a:pt x="1636" y="3150"/>
                    </a:cubicBezTo>
                    <a:cubicBezTo>
                      <a:pt x="1463" y="3150"/>
                      <a:pt x="1282" y="3123"/>
                      <a:pt x="1110" y="3058"/>
                    </a:cubicBezTo>
                    <a:cubicBezTo>
                      <a:pt x="839" y="2957"/>
                      <a:pt x="581" y="2774"/>
                      <a:pt x="402" y="2525"/>
                    </a:cubicBezTo>
                    <a:cubicBezTo>
                      <a:pt x="214" y="2271"/>
                      <a:pt x="109" y="1953"/>
                      <a:pt x="105" y="1620"/>
                    </a:cubicBezTo>
                    <a:cubicBezTo>
                      <a:pt x="109" y="1293"/>
                      <a:pt x="214" y="970"/>
                      <a:pt x="402" y="720"/>
                    </a:cubicBezTo>
                    <a:cubicBezTo>
                      <a:pt x="581" y="466"/>
                      <a:pt x="839" y="283"/>
                      <a:pt x="1110" y="187"/>
                    </a:cubicBezTo>
                    <a:cubicBezTo>
                      <a:pt x="1280" y="120"/>
                      <a:pt x="1458" y="92"/>
                      <a:pt x="1629" y="92"/>
                    </a:cubicBezTo>
                    <a:close/>
                    <a:moveTo>
                      <a:pt x="1609" y="1"/>
                    </a:moveTo>
                    <a:cubicBezTo>
                      <a:pt x="1434" y="1"/>
                      <a:pt x="1252" y="28"/>
                      <a:pt x="1075" y="95"/>
                    </a:cubicBezTo>
                    <a:cubicBezTo>
                      <a:pt x="787" y="196"/>
                      <a:pt x="511" y="388"/>
                      <a:pt x="319" y="659"/>
                    </a:cubicBezTo>
                    <a:cubicBezTo>
                      <a:pt x="118" y="926"/>
                      <a:pt x="0" y="1267"/>
                      <a:pt x="0" y="1620"/>
                    </a:cubicBezTo>
                    <a:cubicBezTo>
                      <a:pt x="0" y="1975"/>
                      <a:pt x="118" y="2320"/>
                      <a:pt x="319" y="2586"/>
                    </a:cubicBezTo>
                    <a:cubicBezTo>
                      <a:pt x="511" y="2852"/>
                      <a:pt x="787" y="3050"/>
                      <a:pt x="1075" y="3150"/>
                    </a:cubicBezTo>
                    <a:cubicBezTo>
                      <a:pt x="1255" y="3216"/>
                      <a:pt x="1440" y="3244"/>
                      <a:pt x="1617" y="3244"/>
                    </a:cubicBezTo>
                    <a:cubicBezTo>
                      <a:pt x="1724" y="3244"/>
                      <a:pt x="1828" y="3234"/>
                      <a:pt x="1927" y="3215"/>
                    </a:cubicBezTo>
                    <a:cubicBezTo>
                      <a:pt x="2193" y="3163"/>
                      <a:pt x="2425" y="3045"/>
                      <a:pt x="2604" y="2905"/>
                    </a:cubicBezTo>
                    <a:cubicBezTo>
                      <a:pt x="2972" y="2622"/>
                      <a:pt x="3125" y="2255"/>
                      <a:pt x="3177" y="2013"/>
                    </a:cubicBezTo>
                    <a:cubicBezTo>
                      <a:pt x="3203" y="1888"/>
                      <a:pt x="3212" y="1791"/>
                      <a:pt x="3212" y="1721"/>
                    </a:cubicBezTo>
                    <a:cubicBezTo>
                      <a:pt x="3212" y="1656"/>
                      <a:pt x="3208" y="1620"/>
                      <a:pt x="3208" y="1620"/>
                    </a:cubicBezTo>
                    <a:cubicBezTo>
                      <a:pt x="3208" y="1620"/>
                      <a:pt x="3212" y="1585"/>
                      <a:pt x="3212" y="1520"/>
                    </a:cubicBezTo>
                    <a:cubicBezTo>
                      <a:pt x="3212" y="1454"/>
                      <a:pt x="3203" y="1354"/>
                      <a:pt x="3177" y="1232"/>
                    </a:cubicBezTo>
                    <a:cubicBezTo>
                      <a:pt x="3125" y="987"/>
                      <a:pt x="2972" y="624"/>
                      <a:pt x="2604" y="341"/>
                    </a:cubicBezTo>
                    <a:cubicBezTo>
                      <a:pt x="2425" y="200"/>
                      <a:pt x="2193" y="78"/>
                      <a:pt x="1927" y="30"/>
                    </a:cubicBezTo>
                    <a:cubicBezTo>
                      <a:pt x="1826" y="11"/>
                      <a:pt x="1719" y="1"/>
                      <a:pt x="16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4210;p48">
                <a:extLst>
                  <a:ext uri="{FF2B5EF4-FFF2-40B4-BE49-F238E27FC236}">
                    <a16:creationId xmlns:a16="http://schemas.microsoft.com/office/drawing/2014/main" id="{7E19A2D4-47CB-7A7B-0445-F1C275B0D2D1}"/>
                  </a:ext>
                </a:extLst>
              </p:cNvPr>
              <p:cNvSpPr/>
              <p:nvPr/>
            </p:nvSpPr>
            <p:spPr>
              <a:xfrm>
                <a:off x="5219553" y="4158555"/>
                <a:ext cx="15621" cy="47935"/>
              </a:xfrm>
              <a:custGeom>
                <a:avLst/>
                <a:gdLst/>
                <a:ahLst/>
                <a:cxnLst/>
                <a:rect l="l" t="t" r="r" b="b"/>
                <a:pathLst>
                  <a:path w="656" h="2013" extrusionOk="0">
                    <a:moveTo>
                      <a:pt x="640" y="1"/>
                    </a:moveTo>
                    <a:cubicBezTo>
                      <a:pt x="619" y="1"/>
                      <a:pt x="513" y="68"/>
                      <a:pt x="385" y="208"/>
                    </a:cubicBezTo>
                    <a:cubicBezTo>
                      <a:pt x="246" y="360"/>
                      <a:pt x="97" y="623"/>
                      <a:pt x="48" y="937"/>
                    </a:cubicBezTo>
                    <a:cubicBezTo>
                      <a:pt x="0" y="1257"/>
                      <a:pt x="70" y="1550"/>
                      <a:pt x="157" y="1737"/>
                    </a:cubicBezTo>
                    <a:cubicBezTo>
                      <a:pt x="237" y="1917"/>
                      <a:pt x="324" y="2013"/>
                      <a:pt x="343" y="2013"/>
                    </a:cubicBezTo>
                    <a:cubicBezTo>
                      <a:pt x="344" y="2013"/>
                      <a:pt x="345" y="2013"/>
                      <a:pt x="345" y="2012"/>
                    </a:cubicBezTo>
                    <a:cubicBezTo>
                      <a:pt x="359" y="2004"/>
                      <a:pt x="289" y="1895"/>
                      <a:pt x="228" y="1711"/>
                    </a:cubicBezTo>
                    <a:cubicBezTo>
                      <a:pt x="162" y="1524"/>
                      <a:pt x="109" y="1252"/>
                      <a:pt x="153" y="955"/>
                    </a:cubicBezTo>
                    <a:cubicBezTo>
                      <a:pt x="197" y="658"/>
                      <a:pt x="328" y="413"/>
                      <a:pt x="442" y="255"/>
                    </a:cubicBezTo>
                    <a:cubicBezTo>
                      <a:pt x="560" y="94"/>
                      <a:pt x="656" y="15"/>
                      <a:pt x="643" y="3"/>
                    </a:cubicBezTo>
                    <a:cubicBezTo>
                      <a:pt x="643" y="2"/>
                      <a:pt x="642" y="1"/>
                      <a:pt x="64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4211;p48">
                <a:extLst>
                  <a:ext uri="{FF2B5EF4-FFF2-40B4-BE49-F238E27FC236}">
                    <a16:creationId xmlns:a16="http://schemas.microsoft.com/office/drawing/2014/main" id="{18FC6369-A1AF-E5BD-7ADB-5F769FD8694B}"/>
                  </a:ext>
                </a:extLst>
              </p:cNvPr>
              <p:cNvSpPr/>
              <p:nvPr/>
            </p:nvSpPr>
            <p:spPr>
              <a:xfrm>
                <a:off x="5200287" y="4178035"/>
                <a:ext cx="53531" cy="11954"/>
              </a:xfrm>
              <a:custGeom>
                <a:avLst/>
                <a:gdLst/>
                <a:ahLst/>
                <a:cxnLst/>
                <a:rect l="l" t="t" r="r" b="b"/>
                <a:pathLst>
                  <a:path w="2248" h="502" extrusionOk="0">
                    <a:moveTo>
                      <a:pt x="878" y="1"/>
                    </a:moveTo>
                    <a:cubicBezTo>
                      <a:pt x="663" y="1"/>
                      <a:pt x="473" y="32"/>
                      <a:pt x="329" y="72"/>
                    </a:cubicBezTo>
                    <a:cubicBezTo>
                      <a:pt x="119" y="129"/>
                      <a:pt x="0" y="198"/>
                      <a:pt x="6" y="207"/>
                    </a:cubicBezTo>
                    <a:cubicBezTo>
                      <a:pt x="6" y="210"/>
                      <a:pt x="10" y="211"/>
                      <a:pt x="17" y="211"/>
                    </a:cubicBezTo>
                    <a:cubicBezTo>
                      <a:pt x="79" y="211"/>
                      <a:pt x="398" y="102"/>
                      <a:pt x="827" y="102"/>
                    </a:cubicBezTo>
                    <a:cubicBezTo>
                      <a:pt x="930" y="102"/>
                      <a:pt x="1040" y="109"/>
                      <a:pt x="1154" y="124"/>
                    </a:cubicBezTo>
                    <a:cubicBezTo>
                      <a:pt x="1765" y="200"/>
                      <a:pt x="2183" y="502"/>
                      <a:pt x="2234" y="502"/>
                    </a:cubicBezTo>
                    <a:cubicBezTo>
                      <a:pt x="2236" y="502"/>
                      <a:pt x="2238" y="501"/>
                      <a:pt x="2239" y="500"/>
                    </a:cubicBezTo>
                    <a:cubicBezTo>
                      <a:pt x="2247" y="492"/>
                      <a:pt x="2151" y="395"/>
                      <a:pt x="1963" y="286"/>
                    </a:cubicBezTo>
                    <a:cubicBezTo>
                      <a:pt x="1779" y="177"/>
                      <a:pt x="1495" y="63"/>
                      <a:pt x="1168" y="20"/>
                    </a:cubicBezTo>
                    <a:cubicBezTo>
                      <a:pt x="1068" y="6"/>
                      <a:pt x="971" y="1"/>
                      <a:pt x="87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55" name="Google Shape;4212;p48">
                <a:extLst>
                  <a:ext uri="{FF2B5EF4-FFF2-40B4-BE49-F238E27FC236}">
                    <a16:creationId xmlns:a16="http://schemas.microsoft.com/office/drawing/2014/main" id="{D6EF9A75-355B-E532-BFD9-8FE6E458031E}"/>
                  </a:ext>
                </a:extLst>
              </p:cNvPr>
              <p:cNvGrpSpPr/>
              <p:nvPr/>
            </p:nvGrpSpPr>
            <p:grpSpPr>
              <a:xfrm>
                <a:off x="4977978" y="3477958"/>
                <a:ext cx="542330" cy="504206"/>
                <a:chOff x="4977978" y="3477958"/>
                <a:chExt cx="542330" cy="504206"/>
              </a:xfrm>
            </p:grpSpPr>
            <p:sp>
              <p:nvSpPr>
                <p:cNvPr id="2556" name="Google Shape;4213;p48">
                  <a:extLst>
                    <a:ext uri="{FF2B5EF4-FFF2-40B4-BE49-F238E27FC236}">
                      <a16:creationId xmlns:a16="http://schemas.microsoft.com/office/drawing/2014/main" id="{32088F66-452A-5550-D3B8-87EBE55DAB36}"/>
                    </a:ext>
                  </a:extLst>
                </p:cNvPr>
                <p:cNvSpPr/>
                <p:nvPr/>
              </p:nvSpPr>
              <p:spPr>
                <a:xfrm>
                  <a:off x="4977978" y="3477958"/>
                  <a:ext cx="542330" cy="504206"/>
                </a:xfrm>
                <a:custGeom>
                  <a:avLst/>
                  <a:gdLst/>
                  <a:ahLst/>
                  <a:cxnLst/>
                  <a:rect l="l" t="t" r="r" b="b"/>
                  <a:pathLst>
                    <a:path w="22775" h="21174" extrusionOk="0">
                      <a:moveTo>
                        <a:pt x="97" y="9247"/>
                      </a:moveTo>
                      <a:cubicBezTo>
                        <a:pt x="97" y="9260"/>
                        <a:pt x="97" y="9272"/>
                        <a:pt x="101" y="9285"/>
                      </a:cubicBezTo>
                      <a:lnTo>
                        <a:pt x="101" y="9285"/>
                      </a:lnTo>
                      <a:cubicBezTo>
                        <a:pt x="100" y="9273"/>
                        <a:pt x="99" y="9260"/>
                        <a:pt x="97" y="9247"/>
                      </a:cubicBezTo>
                      <a:close/>
                      <a:moveTo>
                        <a:pt x="11110" y="7631"/>
                      </a:moveTo>
                      <a:lnTo>
                        <a:pt x="12076" y="9624"/>
                      </a:lnTo>
                      <a:cubicBezTo>
                        <a:pt x="12068" y="10389"/>
                        <a:pt x="10184" y="10913"/>
                        <a:pt x="9192" y="11044"/>
                      </a:cubicBezTo>
                      <a:cubicBezTo>
                        <a:pt x="7588" y="11254"/>
                        <a:pt x="7147" y="12525"/>
                        <a:pt x="7147" y="12525"/>
                      </a:cubicBezTo>
                      <a:lnTo>
                        <a:pt x="5822" y="10039"/>
                      </a:lnTo>
                      <a:cubicBezTo>
                        <a:pt x="5822" y="10039"/>
                        <a:pt x="7312" y="8584"/>
                        <a:pt x="8641" y="8470"/>
                      </a:cubicBezTo>
                      <a:cubicBezTo>
                        <a:pt x="9991" y="8356"/>
                        <a:pt x="11110" y="7631"/>
                        <a:pt x="11110" y="7631"/>
                      </a:cubicBezTo>
                      <a:close/>
                      <a:moveTo>
                        <a:pt x="1304" y="1"/>
                      </a:moveTo>
                      <a:cubicBezTo>
                        <a:pt x="464" y="2264"/>
                        <a:pt x="1" y="4707"/>
                        <a:pt x="1" y="7264"/>
                      </a:cubicBezTo>
                      <a:lnTo>
                        <a:pt x="1" y="7277"/>
                      </a:lnTo>
                      <a:cubicBezTo>
                        <a:pt x="1" y="7954"/>
                        <a:pt x="37" y="8628"/>
                        <a:pt x="102" y="9287"/>
                      </a:cubicBezTo>
                      <a:cubicBezTo>
                        <a:pt x="101" y="9287"/>
                        <a:pt x="101" y="9286"/>
                        <a:pt x="101" y="9285"/>
                      </a:cubicBezTo>
                      <a:lnTo>
                        <a:pt x="101" y="9285"/>
                      </a:lnTo>
                      <a:cubicBezTo>
                        <a:pt x="358" y="11959"/>
                        <a:pt x="1121" y="14486"/>
                        <a:pt x="2296" y="16764"/>
                      </a:cubicBezTo>
                      <a:lnTo>
                        <a:pt x="6299" y="16764"/>
                      </a:lnTo>
                      <a:lnTo>
                        <a:pt x="6299" y="17940"/>
                      </a:lnTo>
                      <a:lnTo>
                        <a:pt x="9166" y="17940"/>
                      </a:lnTo>
                      <a:lnTo>
                        <a:pt x="9166" y="21174"/>
                      </a:lnTo>
                      <a:lnTo>
                        <a:pt x="12211" y="21174"/>
                      </a:lnTo>
                      <a:lnTo>
                        <a:pt x="12211" y="18981"/>
                      </a:lnTo>
                      <a:lnTo>
                        <a:pt x="19186" y="18981"/>
                      </a:lnTo>
                      <a:lnTo>
                        <a:pt x="19186" y="15135"/>
                      </a:lnTo>
                      <a:lnTo>
                        <a:pt x="22774" y="15135"/>
                      </a:lnTo>
                      <a:lnTo>
                        <a:pt x="22774" y="14471"/>
                      </a:lnTo>
                      <a:lnTo>
                        <a:pt x="20886" y="12578"/>
                      </a:lnTo>
                      <a:lnTo>
                        <a:pt x="18745" y="12775"/>
                      </a:lnTo>
                      <a:lnTo>
                        <a:pt x="18745" y="8068"/>
                      </a:lnTo>
                      <a:lnTo>
                        <a:pt x="18745" y="5084"/>
                      </a:lnTo>
                      <a:lnTo>
                        <a:pt x="16866" y="2776"/>
                      </a:lnTo>
                      <a:lnTo>
                        <a:pt x="11263" y="2776"/>
                      </a:lnTo>
                      <a:lnTo>
                        <a:pt x="9974" y="1"/>
                      </a:ln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4214;p48">
                  <a:extLst>
                    <a:ext uri="{FF2B5EF4-FFF2-40B4-BE49-F238E27FC236}">
                      <a16:creationId xmlns:a16="http://schemas.microsoft.com/office/drawing/2014/main" id="{2D5502B4-6AD5-CC37-1686-E59611914A88}"/>
                    </a:ext>
                  </a:extLst>
                </p:cNvPr>
                <p:cNvSpPr/>
                <p:nvPr/>
              </p:nvSpPr>
              <p:spPr>
                <a:xfrm>
                  <a:off x="5061450" y="3620825"/>
                  <a:ext cx="269400" cy="207000"/>
                </a:xfrm>
                <a:prstGeom prst="ellipse">
                  <a:avLst/>
                </a:pr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 name="Google Shape;4215;p48">
              <a:extLst>
                <a:ext uri="{FF2B5EF4-FFF2-40B4-BE49-F238E27FC236}">
                  <a16:creationId xmlns:a16="http://schemas.microsoft.com/office/drawing/2014/main" id="{FC25E53C-882B-CB39-3D25-B7C0915904DB}"/>
                </a:ext>
              </a:extLst>
            </p:cNvPr>
            <p:cNvGrpSpPr/>
            <p:nvPr/>
          </p:nvGrpSpPr>
          <p:grpSpPr>
            <a:xfrm>
              <a:off x="4529710" y="2866233"/>
              <a:ext cx="1924840" cy="1744777"/>
              <a:chOff x="4089562" y="596016"/>
              <a:chExt cx="4545076" cy="4119899"/>
            </a:xfrm>
          </p:grpSpPr>
          <p:grpSp>
            <p:nvGrpSpPr>
              <p:cNvPr id="12" name="Google Shape;4216;p48">
                <a:extLst>
                  <a:ext uri="{FF2B5EF4-FFF2-40B4-BE49-F238E27FC236}">
                    <a16:creationId xmlns:a16="http://schemas.microsoft.com/office/drawing/2014/main" id="{E9D5CD1E-ECCE-2FE4-AB72-C8703158AB06}"/>
                  </a:ext>
                </a:extLst>
              </p:cNvPr>
              <p:cNvGrpSpPr/>
              <p:nvPr/>
            </p:nvGrpSpPr>
            <p:grpSpPr>
              <a:xfrm>
                <a:off x="6208458" y="4139123"/>
                <a:ext cx="623499" cy="576793"/>
                <a:chOff x="2681574" y="1237063"/>
                <a:chExt cx="340338" cy="314998"/>
              </a:xfrm>
            </p:grpSpPr>
            <p:sp>
              <p:nvSpPr>
                <p:cNvPr id="28" name="Google Shape;4217;p48">
                  <a:extLst>
                    <a:ext uri="{FF2B5EF4-FFF2-40B4-BE49-F238E27FC236}">
                      <a16:creationId xmlns:a16="http://schemas.microsoft.com/office/drawing/2014/main" id="{CE161AEB-B916-E28C-B6D8-117403FD6B12}"/>
                    </a:ext>
                  </a:extLst>
                </p:cNvPr>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18;p48">
                  <a:extLst>
                    <a:ext uri="{FF2B5EF4-FFF2-40B4-BE49-F238E27FC236}">
                      <a16:creationId xmlns:a16="http://schemas.microsoft.com/office/drawing/2014/main" id="{7BB63F3F-D684-2E76-57E4-8E17CECB5FFD}"/>
                    </a:ext>
                  </a:extLst>
                </p:cNvPr>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219;p48">
                  <a:extLst>
                    <a:ext uri="{FF2B5EF4-FFF2-40B4-BE49-F238E27FC236}">
                      <a16:creationId xmlns:a16="http://schemas.microsoft.com/office/drawing/2014/main" id="{949E53B3-BE74-72A7-84B6-918D3C3D5F84}"/>
                    </a:ext>
                  </a:extLst>
                </p:cNvPr>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220;p48">
                  <a:extLst>
                    <a:ext uri="{FF2B5EF4-FFF2-40B4-BE49-F238E27FC236}">
                      <a16:creationId xmlns:a16="http://schemas.microsoft.com/office/drawing/2014/main" id="{F0936996-9345-D8AF-442E-4DBF13439219}"/>
                    </a:ext>
                  </a:extLst>
                </p:cNvPr>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4221;p48">
                <a:extLst>
                  <a:ext uri="{FF2B5EF4-FFF2-40B4-BE49-F238E27FC236}">
                    <a16:creationId xmlns:a16="http://schemas.microsoft.com/office/drawing/2014/main" id="{C510B446-559C-D401-D63F-B17362278CFE}"/>
                  </a:ext>
                </a:extLst>
              </p:cNvPr>
              <p:cNvGrpSpPr/>
              <p:nvPr/>
            </p:nvGrpSpPr>
            <p:grpSpPr>
              <a:xfrm rot="756199">
                <a:off x="8106510" y="1414495"/>
                <a:ext cx="502396" cy="423275"/>
                <a:chOff x="2681574" y="1237063"/>
                <a:chExt cx="340338" cy="314998"/>
              </a:xfrm>
            </p:grpSpPr>
            <p:sp>
              <p:nvSpPr>
                <p:cNvPr id="24" name="Google Shape;4222;p48">
                  <a:extLst>
                    <a:ext uri="{FF2B5EF4-FFF2-40B4-BE49-F238E27FC236}">
                      <a16:creationId xmlns:a16="http://schemas.microsoft.com/office/drawing/2014/main" id="{E33DF313-53C2-BE66-16F5-E1BB7C54E6BA}"/>
                    </a:ext>
                  </a:extLst>
                </p:cNvPr>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223;p48">
                  <a:extLst>
                    <a:ext uri="{FF2B5EF4-FFF2-40B4-BE49-F238E27FC236}">
                      <a16:creationId xmlns:a16="http://schemas.microsoft.com/office/drawing/2014/main" id="{D05AC089-6182-057B-22C6-5F5EBE82458E}"/>
                    </a:ext>
                  </a:extLst>
                </p:cNvPr>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224;p48">
                  <a:extLst>
                    <a:ext uri="{FF2B5EF4-FFF2-40B4-BE49-F238E27FC236}">
                      <a16:creationId xmlns:a16="http://schemas.microsoft.com/office/drawing/2014/main" id="{0E7E1CF7-091D-1DEA-93CE-4C09BCA3363C}"/>
                    </a:ext>
                  </a:extLst>
                </p:cNvPr>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225;p48">
                  <a:extLst>
                    <a:ext uri="{FF2B5EF4-FFF2-40B4-BE49-F238E27FC236}">
                      <a16:creationId xmlns:a16="http://schemas.microsoft.com/office/drawing/2014/main" id="{2D808581-CC6B-28B7-5D57-F2ED7C994DFA}"/>
                    </a:ext>
                  </a:extLst>
                </p:cNvPr>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4226;p48">
                <a:extLst>
                  <a:ext uri="{FF2B5EF4-FFF2-40B4-BE49-F238E27FC236}">
                    <a16:creationId xmlns:a16="http://schemas.microsoft.com/office/drawing/2014/main" id="{B07D7161-488F-3246-DA92-2F76CE0EC129}"/>
                  </a:ext>
                </a:extLst>
              </p:cNvPr>
              <p:cNvGrpSpPr/>
              <p:nvPr/>
            </p:nvGrpSpPr>
            <p:grpSpPr>
              <a:xfrm rot="4421280">
                <a:off x="4109838" y="1944564"/>
                <a:ext cx="569153" cy="479566"/>
                <a:chOff x="2681574" y="1237063"/>
                <a:chExt cx="340338" cy="314998"/>
              </a:xfrm>
            </p:grpSpPr>
            <p:sp>
              <p:nvSpPr>
                <p:cNvPr id="20" name="Google Shape;4227;p48">
                  <a:extLst>
                    <a:ext uri="{FF2B5EF4-FFF2-40B4-BE49-F238E27FC236}">
                      <a16:creationId xmlns:a16="http://schemas.microsoft.com/office/drawing/2014/main" id="{02E16059-F65B-8F9A-336C-BE8F983F7AB2}"/>
                    </a:ext>
                  </a:extLst>
                </p:cNvPr>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228;p48">
                  <a:extLst>
                    <a:ext uri="{FF2B5EF4-FFF2-40B4-BE49-F238E27FC236}">
                      <a16:creationId xmlns:a16="http://schemas.microsoft.com/office/drawing/2014/main" id="{292483FD-4E00-FF71-4F25-0F76ABFF8643}"/>
                    </a:ext>
                  </a:extLst>
                </p:cNvPr>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229;p48">
                  <a:extLst>
                    <a:ext uri="{FF2B5EF4-FFF2-40B4-BE49-F238E27FC236}">
                      <a16:creationId xmlns:a16="http://schemas.microsoft.com/office/drawing/2014/main" id="{D994BE19-FC07-BF50-862F-AF5EFF63F8A5}"/>
                    </a:ext>
                  </a:extLst>
                </p:cNvPr>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230;p48">
                  <a:extLst>
                    <a:ext uri="{FF2B5EF4-FFF2-40B4-BE49-F238E27FC236}">
                      <a16:creationId xmlns:a16="http://schemas.microsoft.com/office/drawing/2014/main" id="{816FFDCB-A8A9-D35B-651A-2E4D12245539}"/>
                    </a:ext>
                  </a:extLst>
                </p:cNvPr>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4231;p48">
                <a:extLst>
                  <a:ext uri="{FF2B5EF4-FFF2-40B4-BE49-F238E27FC236}">
                    <a16:creationId xmlns:a16="http://schemas.microsoft.com/office/drawing/2014/main" id="{382A4FA7-8359-4C31-654A-DAD60ACECAB5}"/>
                  </a:ext>
                </a:extLst>
              </p:cNvPr>
              <p:cNvGrpSpPr/>
              <p:nvPr/>
            </p:nvGrpSpPr>
            <p:grpSpPr>
              <a:xfrm>
                <a:off x="4980432" y="596016"/>
                <a:ext cx="773384" cy="715644"/>
                <a:chOff x="2681574" y="1237063"/>
                <a:chExt cx="340338" cy="314998"/>
              </a:xfrm>
            </p:grpSpPr>
            <p:sp>
              <p:nvSpPr>
                <p:cNvPr id="16" name="Google Shape;4232;p48">
                  <a:extLst>
                    <a:ext uri="{FF2B5EF4-FFF2-40B4-BE49-F238E27FC236}">
                      <a16:creationId xmlns:a16="http://schemas.microsoft.com/office/drawing/2014/main" id="{C9D95B84-4429-7F1D-7686-8C7CD7182350}"/>
                    </a:ext>
                  </a:extLst>
                </p:cNvPr>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233;p48">
                  <a:extLst>
                    <a:ext uri="{FF2B5EF4-FFF2-40B4-BE49-F238E27FC236}">
                      <a16:creationId xmlns:a16="http://schemas.microsoft.com/office/drawing/2014/main" id="{3231688F-9BCB-954C-9203-B74852602B7C}"/>
                    </a:ext>
                  </a:extLst>
                </p:cNvPr>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234;p48">
                  <a:extLst>
                    <a:ext uri="{FF2B5EF4-FFF2-40B4-BE49-F238E27FC236}">
                      <a16:creationId xmlns:a16="http://schemas.microsoft.com/office/drawing/2014/main" id="{FF64EA50-F8F3-8AB5-52CA-31318E4E2F37}"/>
                    </a:ext>
                  </a:extLst>
                </p:cNvPr>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235;p48">
                  <a:extLst>
                    <a:ext uri="{FF2B5EF4-FFF2-40B4-BE49-F238E27FC236}">
                      <a16:creationId xmlns:a16="http://schemas.microsoft.com/office/drawing/2014/main" id="{37ACDB7E-5EF1-7EA2-EC39-497AC6B2F16C}"/>
                    </a:ext>
                  </a:extLst>
                </p:cNvPr>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413687CC-967C-1BA0-E40D-486488D039AE}"/>
              </a:ext>
            </a:extLst>
          </p:cNvPr>
          <p:cNvSpPr/>
          <p:nvPr/>
        </p:nvSpPr>
        <p:spPr>
          <a:xfrm>
            <a:off x="6796552" y="2316308"/>
            <a:ext cx="1921988" cy="8982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Google Shape;835;p34"/>
          <p:cNvSpPr txBox="1">
            <a:spLocks noGrp="1"/>
          </p:cNvSpPr>
          <p:nvPr>
            <p:ph type="ctrTitle"/>
          </p:nvPr>
        </p:nvSpPr>
        <p:spPr>
          <a:xfrm>
            <a:off x="6826497" y="2324613"/>
            <a:ext cx="1921989" cy="97253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2000" dirty="0">
                <a:latin typeface="Lato" panose="020F0502020204030203" pitchFamily="34" charset="0"/>
                <a:ea typeface="Lato" panose="020F0502020204030203" pitchFamily="34" charset="0"/>
                <a:cs typeface="Lato" panose="020F0502020204030203" pitchFamily="34" charset="0"/>
              </a:rPr>
              <a:t>TÁCH TẬP DỮ LIỆU:</a:t>
            </a:r>
            <a:endParaRPr sz="2000" dirty="0">
              <a:latin typeface="Lato" panose="020F0502020204030203" pitchFamily="34" charset="0"/>
              <a:ea typeface="Lato" panose="020F0502020204030203" pitchFamily="34" charset="0"/>
              <a:cs typeface="Lato" panose="020F0502020204030203" pitchFamily="34" charset="0"/>
            </a:endParaRPr>
          </a:p>
        </p:txBody>
      </p:sp>
      <p:sp>
        <p:nvSpPr>
          <p:cNvPr id="836" name="Google Shape;836;p34"/>
          <p:cNvSpPr/>
          <p:nvPr/>
        </p:nvSpPr>
        <p:spPr>
          <a:xfrm>
            <a:off x="10529695" y="2633661"/>
            <a:ext cx="189725" cy="176648"/>
          </a:xfrm>
          <a:custGeom>
            <a:avLst/>
            <a:gdLst/>
            <a:ahLst/>
            <a:cxnLst/>
            <a:rect l="l" t="t" r="r" b="b"/>
            <a:pathLst>
              <a:path w="5223" h="4863" extrusionOk="0">
                <a:moveTo>
                  <a:pt x="2509" y="229"/>
                </a:moveTo>
                <a:cubicBezTo>
                  <a:pt x="2718" y="229"/>
                  <a:pt x="2926" y="258"/>
                  <a:pt x="3131" y="319"/>
                </a:cubicBezTo>
                <a:cubicBezTo>
                  <a:pt x="4297" y="657"/>
                  <a:pt x="4968" y="1881"/>
                  <a:pt x="4628" y="3047"/>
                </a:cubicBezTo>
                <a:cubicBezTo>
                  <a:pt x="4462" y="3614"/>
                  <a:pt x="4089" y="4081"/>
                  <a:pt x="3572" y="4361"/>
                </a:cubicBezTo>
                <a:cubicBezTo>
                  <a:pt x="3245" y="4541"/>
                  <a:pt x="2885" y="4633"/>
                  <a:pt x="2520" y="4633"/>
                </a:cubicBezTo>
                <a:cubicBezTo>
                  <a:pt x="2313" y="4633"/>
                  <a:pt x="2104" y="4603"/>
                  <a:pt x="1900" y="4543"/>
                </a:cubicBezTo>
                <a:cubicBezTo>
                  <a:pt x="1333" y="4382"/>
                  <a:pt x="866" y="4005"/>
                  <a:pt x="586" y="3492"/>
                </a:cubicBezTo>
                <a:cubicBezTo>
                  <a:pt x="302" y="2975"/>
                  <a:pt x="238" y="2379"/>
                  <a:pt x="402" y="1816"/>
                </a:cubicBezTo>
                <a:cubicBezTo>
                  <a:pt x="564" y="1253"/>
                  <a:pt x="941" y="786"/>
                  <a:pt x="1454" y="502"/>
                </a:cubicBezTo>
                <a:cubicBezTo>
                  <a:pt x="1785" y="319"/>
                  <a:pt x="2147" y="229"/>
                  <a:pt x="2509" y="229"/>
                </a:cubicBezTo>
                <a:close/>
                <a:moveTo>
                  <a:pt x="2508" y="1"/>
                </a:moveTo>
                <a:cubicBezTo>
                  <a:pt x="2106" y="1"/>
                  <a:pt x="1708" y="102"/>
                  <a:pt x="1347" y="301"/>
                </a:cubicBezTo>
                <a:cubicBezTo>
                  <a:pt x="776" y="613"/>
                  <a:pt x="364" y="1130"/>
                  <a:pt x="184" y="1751"/>
                </a:cubicBezTo>
                <a:cubicBezTo>
                  <a:pt x="1" y="2376"/>
                  <a:pt x="72" y="3032"/>
                  <a:pt x="385" y="3600"/>
                </a:cubicBezTo>
                <a:cubicBezTo>
                  <a:pt x="697" y="4170"/>
                  <a:pt x="1210" y="4583"/>
                  <a:pt x="1835" y="4763"/>
                </a:cubicBezTo>
                <a:cubicBezTo>
                  <a:pt x="2061" y="4831"/>
                  <a:pt x="2291" y="4863"/>
                  <a:pt x="2517" y="4863"/>
                </a:cubicBezTo>
                <a:cubicBezTo>
                  <a:pt x="2922" y="4863"/>
                  <a:pt x="3321" y="4759"/>
                  <a:pt x="3684" y="4561"/>
                </a:cubicBezTo>
                <a:cubicBezTo>
                  <a:pt x="4250" y="4250"/>
                  <a:pt x="4666" y="3736"/>
                  <a:pt x="4847" y="3112"/>
                </a:cubicBezTo>
                <a:cubicBezTo>
                  <a:pt x="5223" y="1826"/>
                  <a:pt x="4480" y="473"/>
                  <a:pt x="3195" y="100"/>
                </a:cubicBezTo>
                <a:cubicBezTo>
                  <a:pt x="2969" y="34"/>
                  <a:pt x="2738" y="1"/>
                  <a:pt x="25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4"/>
          <p:cNvSpPr/>
          <p:nvPr/>
        </p:nvSpPr>
        <p:spPr>
          <a:xfrm>
            <a:off x="11428406" y="2940695"/>
            <a:ext cx="25718" cy="71342"/>
          </a:xfrm>
          <a:custGeom>
            <a:avLst/>
            <a:gdLst/>
            <a:ahLst/>
            <a:cxnLst/>
            <a:rect l="l" t="t" r="r" b="b"/>
            <a:pathLst>
              <a:path w="708" h="1964" extrusionOk="0">
                <a:moveTo>
                  <a:pt x="101" y="1"/>
                </a:moveTo>
                <a:lnTo>
                  <a:pt x="54" y="163"/>
                </a:lnTo>
                <a:lnTo>
                  <a:pt x="475" y="287"/>
                </a:lnTo>
                <a:lnTo>
                  <a:pt x="1" y="1910"/>
                </a:lnTo>
                <a:lnTo>
                  <a:pt x="183" y="1964"/>
                </a:lnTo>
                <a:lnTo>
                  <a:pt x="707" y="176"/>
                </a:lnTo>
                <a:lnTo>
                  <a:pt x="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4"/>
          <p:cNvSpPr/>
          <p:nvPr/>
        </p:nvSpPr>
        <p:spPr>
          <a:xfrm>
            <a:off x="11456304" y="2957223"/>
            <a:ext cx="59755" cy="74248"/>
          </a:xfrm>
          <a:custGeom>
            <a:avLst/>
            <a:gdLst/>
            <a:ahLst/>
            <a:cxnLst/>
            <a:rect l="l" t="t" r="r" b="b"/>
            <a:pathLst>
              <a:path w="1645" h="2044" extrusionOk="0">
                <a:moveTo>
                  <a:pt x="811" y="1"/>
                </a:moveTo>
                <a:cubicBezTo>
                  <a:pt x="656" y="1"/>
                  <a:pt x="515" y="40"/>
                  <a:pt x="399" y="117"/>
                </a:cubicBezTo>
                <a:lnTo>
                  <a:pt x="496" y="267"/>
                </a:lnTo>
                <a:cubicBezTo>
                  <a:pt x="594" y="205"/>
                  <a:pt x="699" y="175"/>
                  <a:pt x="815" y="175"/>
                </a:cubicBezTo>
                <a:cubicBezTo>
                  <a:pt x="887" y="175"/>
                  <a:pt x="962" y="186"/>
                  <a:pt x="1042" y="210"/>
                </a:cubicBezTo>
                <a:cubicBezTo>
                  <a:pt x="1314" y="289"/>
                  <a:pt x="1425" y="461"/>
                  <a:pt x="1365" y="665"/>
                </a:cubicBezTo>
                <a:cubicBezTo>
                  <a:pt x="1329" y="788"/>
                  <a:pt x="1253" y="899"/>
                  <a:pt x="994" y="1038"/>
                </a:cubicBezTo>
                <a:lnTo>
                  <a:pt x="40" y="1548"/>
                </a:lnTo>
                <a:lnTo>
                  <a:pt x="0" y="1681"/>
                </a:lnTo>
                <a:lnTo>
                  <a:pt x="1257" y="2044"/>
                </a:lnTo>
                <a:lnTo>
                  <a:pt x="1304" y="1883"/>
                </a:lnTo>
                <a:lnTo>
                  <a:pt x="320" y="1595"/>
                </a:lnTo>
                <a:lnTo>
                  <a:pt x="1102" y="1175"/>
                </a:lnTo>
                <a:cubicBezTo>
                  <a:pt x="1411" y="1010"/>
                  <a:pt x="1508" y="874"/>
                  <a:pt x="1559" y="702"/>
                </a:cubicBezTo>
                <a:cubicBezTo>
                  <a:pt x="1645" y="404"/>
                  <a:pt x="1468" y="152"/>
                  <a:pt x="1106" y="44"/>
                </a:cubicBezTo>
                <a:cubicBezTo>
                  <a:pt x="1004" y="15"/>
                  <a:pt x="905" y="1"/>
                  <a:pt x="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4"/>
          <p:cNvSpPr/>
          <p:nvPr/>
        </p:nvSpPr>
        <p:spPr>
          <a:xfrm>
            <a:off x="11515513" y="2970663"/>
            <a:ext cx="61062" cy="73050"/>
          </a:xfrm>
          <a:custGeom>
            <a:avLst/>
            <a:gdLst/>
            <a:ahLst/>
            <a:cxnLst/>
            <a:rect l="l" t="t" r="r" b="b"/>
            <a:pathLst>
              <a:path w="1681" h="2011" extrusionOk="0">
                <a:moveTo>
                  <a:pt x="532" y="1"/>
                </a:moveTo>
                <a:lnTo>
                  <a:pt x="484" y="163"/>
                </a:lnTo>
                <a:lnTo>
                  <a:pt x="1400" y="428"/>
                </a:lnTo>
                <a:lnTo>
                  <a:pt x="721" y="905"/>
                </a:lnTo>
                <a:lnTo>
                  <a:pt x="682" y="1042"/>
                </a:lnTo>
                <a:lnTo>
                  <a:pt x="812" y="1078"/>
                </a:lnTo>
                <a:cubicBezTo>
                  <a:pt x="1142" y="1175"/>
                  <a:pt x="1253" y="1358"/>
                  <a:pt x="1192" y="1573"/>
                </a:cubicBezTo>
                <a:cubicBezTo>
                  <a:pt x="1141" y="1740"/>
                  <a:pt x="1016" y="1832"/>
                  <a:pt x="832" y="1832"/>
                </a:cubicBezTo>
                <a:cubicBezTo>
                  <a:pt x="769" y="1832"/>
                  <a:pt x="700" y="1821"/>
                  <a:pt x="625" y="1799"/>
                </a:cubicBezTo>
                <a:cubicBezTo>
                  <a:pt x="391" y="1731"/>
                  <a:pt x="212" y="1584"/>
                  <a:pt x="133" y="1433"/>
                </a:cubicBezTo>
                <a:lnTo>
                  <a:pt x="0" y="1551"/>
                </a:lnTo>
                <a:cubicBezTo>
                  <a:pt x="97" y="1731"/>
                  <a:pt x="320" y="1893"/>
                  <a:pt x="578" y="1968"/>
                </a:cubicBezTo>
                <a:cubicBezTo>
                  <a:pt x="677" y="1997"/>
                  <a:pt x="769" y="2011"/>
                  <a:pt x="852" y="2011"/>
                </a:cubicBezTo>
                <a:cubicBezTo>
                  <a:pt x="1129" y="2011"/>
                  <a:pt x="1312" y="1860"/>
                  <a:pt x="1379" y="1631"/>
                </a:cubicBezTo>
                <a:cubicBezTo>
                  <a:pt x="1461" y="1344"/>
                  <a:pt x="1329" y="1085"/>
                  <a:pt x="951" y="953"/>
                </a:cubicBezTo>
                <a:lnTo>
                  <a:pt x="1644" y="464"/>
                </a:lnTo>
                <a:lnTo>
                  <a:pt x="1680" y="335"/>
                </a:lnTo>
                <a:lnTo>
                  <a:pt x="5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0" name="Google Shape;840;p34"/>
          <p:cNvGrpSpPr/>
          <p:nvPr/>
        </p:nvGrpSpPr>
        <p:grpSpPr>
          <a:xfrm>
            <a:off x="6512312" y="380941"/>
            <a:ext cx="2236175" cy="1611925"/>
            <a:chOff x="4089562" y="596016"/>
            <a:chExt cx="5045501" cy="4267484"/>
          </a:xfrm>
        </p:grpSpPr>
        <p:grpSp>
          <p:nvGrpSpPr>
            <p:cNvPr id="841" name="Google Shape;841;p34"/>
            <p:cNvGrpSpPr/>
            <p:nvPr/>
          </p:nvGrpSpPr>
          <p:grpSpPr>
            <a:xfrm>
              <a:off x="6472501" y="1326053"/>
              <a:ext cx="1000385" cy="883233"/>
              <a:chOff x="6472501" y="1326053"/>
              <a:chExt cx="1000385" cy="883233"/>
            </a:xfrm>
          </p:grpSpPr>
          <p:sp>
            <p:nvSpPr>
              <p:cNvPr id="842" name="Google Shape;842;p34"/>
              <p:cNvSpPr/>
              <p:nvPr/>
            </p:nvSpPr>
            <p:spPr>
              <a:xfrm>
                <a:off x="6472501" y="1326053"/>
                <a:ext cx="1000385" cy="883233"/>
              </a:xfrm>
              <a:custGeom>
                <a:avLst/>
                <a:gdLst/>
                <a:ahLst/>
                <a:cxnLst/>
                <a:rect l="l" t="t" r="r" b="b"/>
                <a:pathLst>
                  <a:path w="22535" h="19896" extrusionOk="0">
                    <a:moveTo>
                      <a:pt x="11255" y="0"/>
                    </a:moveTo>
                    <a:cubicBezTo>
                      <a:pt x="8227" y="0"/>
                      <a:pt x="5239" y="1376"/>
                      <a:pt x="3289" y="3985"/>
                    </a:cubicBezTo>
                    <a:cubicBezTo>
                      <a:pt x="1" y="8378"/>
                      <a:pt x="913" y="14612"/>
                      <a:pt x="5316" y="17907"/>
                    </a:cubicBezTo>
                    <a:cubicBezTo>
                      <a:pt x="7110" y="19248"/>
                      <a:pt x="9206" y="19895"/>
                      <a:pt x="11284" y="19895"/>
                    </a:cubicBezTo>
                    <a:cubicBezTo>
                      <a:pt x="14312" y="19895"/>
                      <a:pt x="17299" y="18520"/>
                      <a:pt x="19247" y="15912"/>
                    </a:cubicBezTo>
                    <a:cubicBezTo>
                      <a:pt x="22535" y="11515"/>
                      <a:pt x="21627" y="5281"/>
                      <a:pt x="17219" y="1986"/>
                    </a:cubicBezTo>
                    <a:cubicBezTo>
                      <a:pt x="15426" y="647"/>
                      <a:pt x="13331" y="0"/>
                      <a:pt x="11255"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4"/>
              <p:cNvSpPr/>
              <p:nvPr/>
            </p:nvSpPr>
            <p:spPr>
              <a:xfrm>
                <a:off x="6591559" y="1431083"/>
                <a:ext cx="762308" cy="673123"/>
              </a:xfrm>
              <a:custGeom>
                <a:avLst/>
                <a:gdLst/>
                <a:ahLst/>
                <a:cxnLst/>
                <a:rect l="l" t="t" r="r" b="b"/>
                <a:pathLst>
                  <a:path w="17172" h="15163" extrusionOk="0">
                    <a:moveTo>
                      <a:pt x="8574" y="0"/>
                    </a:moveTo>
                    <a:cubicBezTo>
                      <a:pt x="6268" y="0"/>
                      <a:pt x="3991" y="1048"/>
                      <a:pt x="2505" y="3036"/>
                    </a:cubicBezTo>
                    <a:cubicBezTo>
                      <a:pt x="0" y="6385"/>
                      <a:pt x="693" y="11138"/>
                      <a:pt x="4052" y="13646"/>
                    </a:cubicBezTo>
                    <a:cubicBezTo>
                      <a:pt x="5418" y="14669"/>
                      <a:pt x="7014" y="15162"/>
                      <a:pt x="8596" y="15162"/>
                    </a:cubicBezTo>
                    <a:cubicBezTo>
                      <a:pt x="10903" y="15162"/>
                      <a:pt x="13180" y="14113"/>
                      <a:pt x="14666" y="12124"/>
                    </a:cubicBezTo>
                    <a:cubicBezTo>
                      <a:pt x="17171" y="8776"/>
                      <a:pt x="16479" y="4023"/>
                      <a:pt x="13119" y="1515"/>
                    </a:cubicBezTo>
                    <a:cubicBezTo>
                      <a:pt x="11753" y="494"/>
                      <a:pt x="10157" y="0"/>
                      <a:pt x="8574"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4"/>
              <p:cNvSpPr/>
              <p:nvPr/>
            </p:nvSpPr>
            <p:spPr>
              <a:xfrm>
                <a:off x="6695435" y="1419230"/>
                <a:ext cx="625446" cy="541722"/>
              </a:xfrm>
              <a:custGeom>
                <a:avLst/>
                <a:gdLst/>
                <a:ahLst/>
                <a:cxnLst/>
                <a:rect l="l" t="t" r="r" b="b"/>
                <a:pathLst>
                  <a:path w="14089" h="12203" extrusionOk="0">
                    <a:moveTo>
                      <a:pt x="6307" y="1"/>
                    </a:moveTo>
                    <a:cubicBezTo>
                      <a:pt x="6282" y="1"/>
                      <a:pt x="6257" y="1"/>
                      <a:pt x="6231" y="1"/>
                    </a:cubicBezTo>
                    <a:cubicBezTo>
                      <a:pt x="5492" y="8"/>
                      <a:pt x="4795" y="127"/>
                      <a:pt x="4167" y="306"/>
                    </a:cubicBezTo>
                    <a:cubicBezTo>
                      <a:pt x="3539" y="490"/>
                      <a:pt x="2983" y="737"/>
                      <a:pt x="2502" y="1013"/>
                    </a:cubicBezTo>
                    <a:cubicBezTo>
                      <a:pt x="1540" y="1566"/>
                      <a:pt x="909" y="2216"/>
                      <a:pt x="528" y="2690"/>
                    </a:cubicBezTo>
                    <a:cubicBezTo>
                      <a:pt x="147" y="3170"/>
                      <a:pt x="1" y="3480"/>
                      <a:pt x="29" y="3497"/>
                    </a:cubicBezTo>
                    <a:cubicBezTo>
                      <a:pt x="31" y="3498"/>
                      <a:pt x="33" y="3499"/>
                      <a:pt x="35" y="3499"/>
                    </a:cubicBezTo>
                    <a:cubicBezTo>
                      <a:pt x="85" y="3499"/>
                      <a:pt x="292" y="3245"/>
                      <a:pt x="693" y="2844"/>
                    </a:cubicBezTo>
                    <a:cubicBezTo>
                      <a:pt x="1116" y="2428"/>
                      <a:pt x="1767" y="1853"/>
                      <a:pt x="2700" y="1376"/>
                    </a:cubicBezTo>
                    <a:cubicBezTo>
                      <a:pt x="3166" y="1136"/>
                      <a:pt x="3701" y="924"/>
                      <a:pt x="4297" y="770"/>
                    </a:cubicBezTo>
                    <a:cubicBezTo>
                      <a:pt x="4863" y="630"/>
                      <a:pt x="5480" y="539"/>
                      <a:pt x="6128" y="539"/>
                    </a:cubicBezTo>
                    <a:cubicBezTo>
                      <a:pt x="6162" y="539"/>
                      <a:pt x="6197" y="539"/>
                      <a:pt x="6231" y="540"/>
                    </a:cubicBezTo>
                    <a:cubicBezTo>
                      <a:pt x="6576" y="543"/>
                      <a:pt x="6928" y="565"/>
                      <a:pt x="7283" y="622"/>
                    </a:cubicBezTo>
                    <a:cubicBezTo>
                      <a:pt x="7638" y="680"/>
                      <a:pt x="7997" y="755"/>
                      <a:pt x="8357" y="869"/>
                    </a:cubicBezTo>
                    <a:cubicBezTo>
                      <a:pt x="8712" y="981"/>
                      <a:pt x="9067" y="1114"/>
                      <a:pt x="9412" y="1286"/>
                    </a:cubicBezTo>
                    <a:cubicBezTo>
                      <a:pt x="9760" y="1459"/>
                      <a:pt x="10097" y="1656"/>
                      <a:pt x="10424" y="1882"/>
                    </a:cubicBezTo>
                    <a:cubicBezTo>
                      <a:pt x="10747" y="2112"/>
                      <a:pt x="11049" y="2360"/>
                      <a:pt x="11324" y="2625"/>
                    </a:cubicBezTo>
                    <a:cubicBezTo>
                      <a:pt x="11604" y="2890"/>
                      <a:pt x="11856" y="3182"/>
                      <a:pt x="12082" y="3475"/>
                    </a:cubicBezTo>
                    <a:cubicBezTo>
                      <a:pt x="12311" y="3773"/>
                      <a:pt x="12505" y="4083"/>
                      <a:pt x="12678" y="4398"/>
                    </a:cubicBezTo>
                    <a:cubicBezTo>
                      <a:pt x="12853" y="4714"/>
                      <a:pt x="12997" y="5034"/>
                      <a:pt x="13120" y="5357"/>
                    </a:cubicBezTo>
                    <a:cubicBezTo>
                      <a:pt x="13363" y="5999"/>
                      <a:pt x="13499" y="6645"/>
                      <a:pt x="13564" y="7255"/>
                    </a:cubicBezTo>
                    <a:cubicBezTo>
                      <a:pt x="13625" y="7865"/>
                      <a:pt x="13607" y="8443"/>
                      <a:pt x="13547" y="8960"/>
                    </a:cubicBezTo>
                    <a:cubicBezTo>
                      <a:pt x="13418" y="10005"/>
                      <a:pt x="13098" y="10812"/>
                      <a:pt x="12853" y="11351"/>
                    </a:cubicBezTo>
                    <a:cubicBezTo>
                      <a:pt x="12603" y="11889"/>
                      <a:pt x="12430" y="12176"/>
                      <a:pt x="12466" y="12202"/>
                    </a:cubicBezTo>
                    <a:cubicBezTo>
                      <a:pt x="12467" y="12202"/>
                      <a:pt x="12468" y="12202"/>
                      <a:pt x="12469" y="12202"/>
                    </a:cubicBezTo>
                    <a:cubicBezTo>
                      <a:pt x="12511" y="12202"/>
                      <a:pt x="12743" y="11961"/>
                      <a:pt x="13055" y="11455"/>
                    </a:cubicBezTo>
                    <a:cubicBezTo>
                      <a:pt x="13367" y="10934"/>
                      <a:pt x="13762" y="10116"/>
                      <a:pt x="13952" y="9025"/>
                    </a:cubicBezTo>
                    <a:cubicBezTo>
                      <a:pt x="14046" y="8479"/>
                      <a:pt x="14089" y="7869"/>
                      <a:pt x="14046" y="7216"/>
                    </a:cubicBezTo>
                    <a:cubicBezTo>
                      <a:pt x="13999" y="6566"/>
                      <a:pt x="13873" y="5870"/>
                      <a:pt x="13622" y="5173"/>
                    </a:cubicBezTo>
                    <a:cubicBezTo>
                      <a:pt x="13499" y="4829"/>
                      <a:pt x="13353" y="4477"/>
                      <a:pt x="13169" y="4136"/>
                    </a:cubicBezTo>
                    <a:cubicBezTo>
                      <a:pt x="12987" y="3795"/>
                      <a:pt x="12782" y="3458"/>
                      <a:pt x="12538" y="3135"/>
                    </a:cubicBezTo>
                    <a:cubicBezTo>
                      <a:pt x="12293" y="2815"/>
                      <a:pt x="12028" y="2499"/>
                      <a:pt x="11730" y="2212"/>
                    </a:cubicBezTo>
                    <a:cubicBezTo>
                      <a:pt x="11429" y="1921"/>
                      <a:pt x="11102" y="1652"/>
                      <a:pt x="10754" y="1404"/>
                    </a:cubicBezTo>
                    <a:cubicBezTo>
                      <a:pt x="10403" y="1164"/>
                      <a:pt x="10040" y="949"/>
                      <a:pt x="9663" y="766"/>
                    </a:cubicBezTo>
                    <a:cubicBezTo>
                      <a:pt x="9290" y="583"/>
                      <a:pt x="8905" y="443"/>
                      <a:pt x="8518" y="324"/>
                    </a:cubicBezTo>
                    <a:cubicBezTo>
                      <a:pt x="8134" y="206"/>
                      <a:pt x="7746" y="127"/>
                      <a:pt x="7362" y="73"/>
                    </a:cubicBezTo>
                    <a:cubicBezTo>
                      <a:pt x="7005" y="23"/>
                      <a:pt x="6653" y="1"/>
                      <a:pt x="630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4"/>
              <p:cNvSpPr/>
              <p:nvPr/>
            </p:nvSpPr>
            <p:spPr>
              <a:xfrm>
                <a:off x="6758560" y="1569362"/>
                <a:ext cx="413028" cy="429586"/>
              </a:xfrm>
              <a:custGeom>
                <a:avLst/>
                <a:gdLst/>
                <a:ahLst/>
                <a:cxnLst/>
                <a:rect l="l" t="t" r="r" b="b"/>
                <a:pathLst>
                  <a:path w="9304" h="9677" extrusionOk="0">
                    <a:moveTo>
                      <a:pt x="5325" y="2199"/>
                    </a:moveTo>
                    <a:cubicBezTo>
                      <a:pt x="5490" y="2199"/>
                      <a:pt x="5679" y="2241"/>
                      <a:pt x="5893" y="2333"/>
                    </a:cubicBezTo>
                    <a:lnTo>
                      <a:pt x="4910" y="3690"/>
                    </a:lnTo>
                    <a:cubicBezTo>
                      <a:pt x="4587" y="3252"/>
                      <a:pt x="4429" y="2861"/>
                      <a:pt x="4673" y="2527"/>
                    </a:cubicBezTo>
                    <a:cubicBezTo>
                      <a:pt x="4819" y="2326"/>
                      <a:pt x="5035" y="2199"/>
                      <a:pt x="5325" y="2199"/>
                    </a:cubicBezTo>
                    <a:close/>
                    <a:moveTo>
                      <a:pt x="4673" y="6027"/>
                    </a:moveTo>
                    <a:cubicBezTo>
                      <a:pt x="4978" y="6468"/>
                      <a:pt x="5126" y="6849"/>
                      <a:pt x="4881" y="7186"/>
                    </a:cubicBezTo>
                    <a:cubicBezTo>
                      <a:pt x="4747" y="7373"/>
                      <a:pt x="4548" y="7482"/>
                      <a:pt x="4286" y="7482"/>
                    </a:cubicBezTo>
                    <a:cubicBezTo>
                      <a:pt x="4121" y="7482"/>
                      <a:pt x="3930" y="7438"/>
                      <a:pt x="3715" y="7344"/>
                    </a:cubicBezTo>
                    <a:lnTo>
                      <a:pt x="4673" y="6027"/>
                    </a:lnTo>
                    <a:close/>
                    <a:moveTo>
                      <a:pt x="7584" y="0"/>
                    </a:moveTo>
                    <a:lnTo>
                      <a:pt x="6816" y="1059"/>
                    </a:lnTo>
                    <a:cubicBezTo>
                      <a:pt x="6155" y="686"/>
                      <a:pt x="5538" y="519"/>
                      <a:pt x="4989" y="519"/>
                    </a:cubicBezTo>
                    <a:cubicBezTo>
                      <a:pt x="4180" y="519"/>
                      <a:pt x="3518" y="883"/>
                      <a:pt x="3080" y="1486"/>
                    </a:cubicBezTo>
                    <a:cubicBezTo>
                      <a:pt x="2089" y="2854"/>
                      <a:pt x="3015" y="4067"/>
                      <a:pt x="3890" y="5094"/>
                    </a:cubicBezTo>
                    <a:lnTo>
                      <a:pt x="2731" y="6691"/>
                    </a:lnTo>
                    <a:cubicBezTo>
                      <a:pt x="2093" y="6123"/>
                      <a:pt x="1594" y="5366"/>
                      <a:pt x="1371" y="4667"/>
                    </a:cubicBezTo>
                    <a:lnTo>
                      <a:pt x="0" y="5452"/>
                    </a:lnTo>
                    <a:cubicBezTo>
                      <a:pt x="226" y="6246"/>
                      <a:pt x="918" y="7200"/>
                      <a:pt x="1823" y="7944"/>
                    </a:cubicBezTo>
                    <a:lnTo>
                      <a:pt x="1069" y="8984"/>
                    </a:lnTo>
                    <a:lnTo>
                      <a:pt x="2024" y="9677"/>
                    </a:lnTo>
                    <a:lnTo>
                      <a:pt x="2800" y="8608"/>
                    </a:lnTo>
                    <a:cubicBezTo>
                      <a:pt x="3458" y="8973"/>
                      <a:pt x="4071" y="9136"/>
                      <a:pt x="4614" y="9136"/>
                    </a:cubicBezTo>
                    <a:cubicBezTo>
                      <a:pt x="5419" y="9136"/>
                      <a:pt x="6073" y="8778"/>
                      <a:pt x="6504" y="8187"/>
                    </a:cubicBezTo>
                    <a:cubicBezTo>
                      <a:pt x="7480" y="6838"/>
                      <a:pt x="6572" y="5639"/>
                      <a:pt x="5692" y="4620"/>
                    </a:cubicBezTo>
                    <a:lnTo>
                      <a:pt x="6870" y="2997"/>
                    </a:lnTo>
                    <a:cubicBezTo>
                      <a:pt x="7308" y="3399"/>
                      <a:pt x="7684" y="3923"/>
                      <a:pt x="7972" y="4556"/>
                    </a:cubicBezTo>
                    <a:lnTo>
                      <a:pt x="9304" y="3726"/>
                    </a:lnTo>
                    <a:cubicBezTo>
                      <a:pt x="9019" y="3008"/>
                      <a:pt x="8459" y="2311"/>
                      <a:pt x="7785" y="1734"/>
                    </a:cubicBezTo>
                    <a:lnTo>
                      <a:pt x="8539" y="693"/>
                    </a:lnTo>
                    <a:lnTo>
                      <a:pt x="7584"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 name="Google Shape;846;p34"/>
            <p:cNvGrpSpPr/>
            <p:nvPr/>
          </p:nvGrpSpPr>
          <p:grpSpPr>
            <a:xfrm>
              <a:off x="4694531" y="2250235"/>
              <a:ext cx="1090502" cy="1018186"/>
              <a:chOff x="4694531" y="2250235"/>
              <a:chExt cx="1090502" cy="1018186"/>
            </a:xfrm>
          </p:grpSpPr>
          <p:sp>
            <p:nvSpPr>
              <p:cNvPr id="847" name="Google Shape;847;p34"/>
              <p:cNvSpPr/>
              <p:nvPr/>
            </p:nvSpPr>
            <p:spPr>
              <a:xfrm>
                <a:off x="4694531" y="2250235"/>
                <a:ext cx="1090502" cy="1018186"/>
              </a:xfrm>
              <a:custGeom>
                <a:avLst/>
                <a:gdLst/>
                <a:ahLst/>
                <a:cxnLst/>
                <a:rect l="l" t="t" r="r" b="b"/>
                <a:pathLst>
                  <a:path w="24565" h="22936" extrusionOk="0">
                    <a:moveTo>
                      <a:pt x="12304" y="1"/>
                    </a:moveTo>
                    <a:cubicBezTo>
                      <a:pt x="11753" y="1"/>
                      <a:pt x="11196" y="40"/>
                      <a:pt x="10635" y="122"/>
                    </a:cubicBezTo>
                    <a:cubicBezTo>
                      <a:pt x="4354" y="1033"/>
                      <a:pt x="0" y="6855"/>
                      <a:pt x="912" y="13122"/>
                    </a:cubicBezTo>
                    <a:cubicBezTo>
                      <a:pt x="1738" y="18828"/>
                      <a:pt x="6647" y="22935"/>
                      <a:pt x="12259" y="22935"/>
                    </a:cubicBezTo>
                    <a:cubicBezTo>
                      <a:pt x="12812" y="22935"/>
                      <a:pt x="13371" y="22895"/>
                      <a:pt x="13934" y="22813"/>
                    </a:cubicBezTo>
                    <a:cubicBezTo>
                      <a:pt x="20211" y="21901"/>
                      <a:pt x="24565" y="16083"/>
                      <a:pt x="23657" y="9816"/>
                    </a:cubicBezTo>
                    <a:cubicBezTo>
                      <a:pt x="22827" y="4109"/>
                      <a:pt x="17918" y="1"/>
                      <a:pt x="1230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4"/>
              <p:cNvSpPr/>
              <p:nvPr/>
            </p:nvSpPr>
            <p:spPr>
              <a:xfrm>
                <a:off x="4824199" y="2371334"/>
                <a:ext cx="831161" cy="775937"/>
              </a:xfrm>
              <a:custGeom>
                <a:avLst/>
                <a:gdLst/>
                <a:ahLst/>
                <a:cxnLst/>
                <a:rect l="l" t="t" r="r" b="b"/>
                <a:pathLst>
                  <a:path w="18723" h="17479" extrusionOk="0">
                    <a:moveTo>
                      <a:pt x="9375" y="1"/>
                    </a:moveTo>
                    <a:cubicBezTo>
                      <a:pt x="8956" y="1"/>
                      <a:pt x="8532" y="31"/>
                      <a:pt x="8106" y="92"/>
                    </a:cubicBezTo>
                    <a:cubicBezTo>
                      <a:pt x="3320" y="789"/>
                      <a:pt x="0" y="5226"/>
                      <a:pt x="697" y="9999"/>
                    </a:cubicBezTo>
                    <a:cubicBezTo>
                      <a:pt x="1328" y="14348"/>
                      <a:pt x="5067" y="17478"/>
                      <a:pt x="9342" y="17478"/>
                    </a:cubicBezTo>
                    <a:cubicBezTo>
                      <a:pt x="9763" y="17478"/>
                      <a:pt x="10189" y="17448"/>
                      <a:pt x="10617" y="17386"/>
                    </a:cubicBezTo>
                    <a:cubicBezTo>
                      <a:pt x="15406" y="16690"/>
                      <a:pt x="18723" y="12257"/>
                      <a:pt x="18029" y="7479"/>
                    </a:cubicBezTo>
                    <a:cubicBezTo>
                      <a:pt x="17395" y="3131"/>
                      <a:pt x="13655" y="1"/>
                      <a:pt x="937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4"/>
              <p:cNvSpPr/>
              <p:nvPr/>
            </p:nvSpPr>
            <p:spPr>
              <a:xfrm>
                <a:off x="4841911" y="2356596"/>
                <a:ext cx="782507" cy="470782"/>
              </a:xfrm>
              <a:custGeom>
                <a:avLst/>
                <a:gdLst/>
                <a:ahLst/>
                <a:cxnLst/>
                <a:rect l="l" t="t" r="r" b="b"/>
                <a:pathLst>
                  <a:path w="17627" h="10605" extrusionOk="0">
                    <a:moveTo>
                      <a:pt x="8959" y="0"/>
                    </a:moveTo>
                    <a:cubicBezTo>
                      <a:pt x="8916" y="0"/>
                      <a:pt x="8873" y="1"/>
                      <a:pt x="8830" y="1"/>
                    </a:cubicBezTo>
                    <a:cubicBezTo>
                      <a:pt x="8348" y="12"/>
                      <a:pt x="7864" y="55"/>
                      <a:pt x="7379" y="141"/>
                    </a:cubicBezTo>
                    <a:cubicBezTo>
                      <a:pt x="6895" y="227"/>
                      <a:pt x="6421" y="353"/>
                      <a:pt x="5969" y="511"/>
                    </a:cubicBezTo>
                    <a:cubicBezTo>
                      <a:pt x="5513" y="665"/>
                      <a:pt x="5083" y="866"/>
                      <a:pt x="4673" y="1085"/>
                    </a:cubicBezTo>
                    <a:cubicBezTo>
                      <a:pt x="4264" y="1301"/>
                      <a:pt x="3880" y="1556"/>
                      <a:pt x="3524" y="1824"/>
                    </a:cubicBezTo>
                    <a:cubicBezTo>
                      <a:pt x="3169" y="2094"/>
                      <a:pt x="2843" y="2384"/>
                      <a:pt x="2545" y="2689"/>
                    </a:cubicBezTo>
                    <a:cubicBezTo>
                      <a:pt x="1949" y="3296"/>
                      <a:pt x="1478" y="3964"/>
                      <a:pt x="1112" y="4620"/>
                    </a:cubicBezTo>
                    <a:cubicBezTo>
                      <a:pt x="750" y="5281"/>
                      <a:pt x="499" y="5941"/>
                      <a:pt x="334" y="6559"/>
                    </a:cubicBezTo>
                    <a:cubicBezTo>
                      <a:pt x="0" y="7793"/>
                      <a:pt x="14" y="8842"/>
                      <a:pt x="90" y="9538"/>
                    </a:cubicBezTo>
                    <a:cubicBezTo>
                      <a:pt x="172" y="10235"/>
                      <a:pt x="303" y="10604"/>
                      <a:pt x="340" y="10604"/>
                    </a:cubicBezTo>
                    <a:cubicBezTo>
                      <a:pt x="341" y="10604"/>
                      <a:pt x="341" y="10604"/>
                      <a:pt x="341" y="10604"/>
                    </a:cubicBezTo>
                    <a:cubicBezTo>
                      <a:pt x="395" y="10593"/>
                      <a:pt x="352" y="10209"/>
                      <a:pt x="352" y="9524"/>
                    </a:cubicBezTo>
                    <a:cubicBezTo>
                      <a:pt x="355" y="8842"/>
                      <a:pt x="416" y="7844"/>
                      <a:pt x="786" y="6691"/>
                    </a:cubicBezTo>
                    <a:cubicBezTo>
                      <a:pt x="973" y="6118"/>
                      <a:pt x="1235" y="5503"/>
                      <a:pt x="1594" y="4894"/>
                    </a:cubicBezTo>
                    <a:cubicBezTo>
                      <a:pt x="1960" y="4291"/>
                      <a:pt x="2416" y="3680"/>
                      <a:pt x="2982" y="3124"/>
                    </a:cubicBezTo>
                    <a:cubicBezTo>
                      <a:pt x="3266" y="2848"/>
                      <a:pt x="3575" y="2578"/>
                      <a:pt x="3908" y="2338"/>
                    </a:cubicBezTo>
                    <a:cubicBezTo>
                      <a:pt x="4246" y="2090"/>
                      <a:pt x="4601" y="1860"/>
                      <a:pt x="4985" y="1663"/>
                    </a:cubicBezTo>
                    <a:cubicBezTo>
                      <a:pt x="5366" y="1462"/>
                      <a:pt x="5764" y="1282"/>
                      <a:pt x="6188" y="1139"/>
                    </a:cubicBezTo>
                    <a:cubicBezTo>
                      <a:pt x="6608" y="996"/>
                      <a:pt x="7046" y="880"/>
                      <a:pt x="7495" y="798"/>
                    </a:cubicBezTo>
                    <a:cubicBezTo>
                      <a:pt x="7947" y="722"/>
                      <a:pt x="8396" y="679"/>
                      <a:pt x="8840" y="669"/>
                    </a:cubicBezTo>
                    <a:cubicBezTo>
                      <a:pt x="8899" y="668"/>
                      <a:pt x="8958" y="667"/>
                      <a:pt x="9016" y="667"/>
                    </a:cubicBezTo>
                    <a:cubicBezTo>
                      <a:pt x="9401" y="667"/>
                      <a:pt x="9780" y="698"/>
                      <a:pt x="10150" y="744"/>
                    </a:cubicBezTo>
                    <a:cubicBezTo>
                      <a:pt x="10578" y="798"/>
                      <a:pt x="10994" y="895"/>
                      <a:pt x="11393" y="1009"/>
                    </a:cubicBezTo>
                    <a:cubicBezTo>
                      <a:pt x="11791" y="1121"/>
                      <a:pt x="12171" y="1268"/>
                      <a:pt x="12531" y="1430"/>
                    </a:cubicBezTo>
                    <a:cubicBezTo>
                      <a:pt x="13255" y="1753"/>
                      <a:pt x="13894" y="2169"/>
                      <a:pt x="14447" y="2614"/>
                    </a:cubicBezTo>
                    <a:cubicBezTo>
                      <a:pt x="14993" y="3063"/>
                      <a:pt x="15448" y="3547"/>
                      <a:pt x="15821" y="4021"/>
                    </a:cubicBezTo>
                    <a:cubicBezTo>
                      <a:pt x="16568" y="4976"/>
                      <a:pt x="16970" y="5895"/>
                      <a:pt x="17207" y="6534"/>
                    </a:cubicBezTo>
                    <a:cubicBezTo>
                      <a:pt x="17442" y="7171"/>
                      <a:pt x="17536" y="7543"/>
                      <a:pt x="17586" y="7543"/>
                    </a:cubicBezTo>
                    <a:cubicBezTo>
                      <a:pt x="17586" y="7543"/>
                      <a:pt x="17587" y="7543"/>
                      <a:pt x="17587" y="7542"/>
                    </a:cubicBezTo>
                    <a:cubicBezTo>
                      <a:pt x="17627" y="7535"/>
                      <a:pt x="17623" y="7144"/>
                      <a:pt x="17458" y="6454"/>
                    </a:cubicBezTo>
                    <a:cubicBezTo>
                      <a:pt x="17290" y="5773"/>
                      <a:pt x="16941" y="4786"/>
                      <a:pt x="16205" y="3741"/>
                    </a:cubicBezTo>
                    <a:cubicBezTo>
                      <a:pt x="15836" y="3221"/>
                      <a:pt x="15373" y="2686"/>
                      <a:pt x="14806" y="2190"/>
                    </a:cubicBezTo>
                    <a:cubicBezTo>
                      <a:pt x="14235" y="1699"/>
                      <a:pt x="13564" y="1236"/>
                      <a:pt x="12792" y="870"/>
                    </a:cubicBezTo>
                    <a:cubicBezTo>
                      <a:pt x="12408" y="686"/>
                      <a:pt x="12002" y="525"/>
                      <a:pt x="11575" y="396"/>
                    </a:cubicBezTo>
                    <a:cubicBezTo>
                      <a:pt x="11148" y="267"/>
                      <a:pt x="10703" y="159"/>
                      <a:pt x="10243" y="95"/>
                    </a:cubicBezTo>
                    <a:cubicBezTo>
                      <a:pt x="9825" y="36"/>
                      <a:pt x="9395" y="0"/>
                      <a:pt x="8959"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4"/>
              <p:cNvSpPr/>
              <p:nvPr/>
            </p:nvSpPr>
            <p:spPr>
              <a:xfrm>
                <a:off x="5058586" y="2488083"/>
                <a:ext cx="386747" cy="570799"/>
              </a:xfrm>
              <a:custGeom>
                <a:avLst/>
                <a:gdLst/>
                <a:ahLst/>
                <a:cxnLst/>
                <a:rect l="l" t="t" r="r" b="b"/>
                <a:pathLst>
                  <a:path w="8712" h="12858" extrusionOk="0">
                    <a:moveTo>
                      <a:pt x="3209" y="3500"/>
                    </a:moveTo>
                    <a:lnTo>
                      <a:pt x="3518" y="5409"/>
                    </a:lnTo>
                    <a:cubicBezTo>
                      <a:pt x="2894" y="5316"/>
                      <a:pt x="2452" y="5122"/>
                      <a:pt x="2377" y="4652"/>
                    </a:cubicBezTo>
                    <a:cubicBezTo>
                      <a:pt x="2304" y="4211"/>
                      <a:pt x="2524" y="3772"/>
                      <a:pt x="3209" y="3500"/>
                    </a:cubicBezTo>
                    <a:close/>
                    <a:moveTo>
                      <a:pt x="5233" y="7506"/>
                    </a:moveTo>
                    <a:cubicBezTo>
                      <a:pt x="5844" y="7617"/>
                      <a:pt x="6275" y="7807"/>
                      <a:pt x="6350" y="8277"/>
                    </a:cubicBezTo>
                    <a:cubicBezTo>
                      <a:pt x="6418" y="8708"/>
                      <a:pt x="6177" y="9106"/>
                      <a:pt x="5528" y="9361"/>
                    </a:cubicBezTo>
                    <a:lnTo>
                      <a:pt x="5233" y="7506"/>
                    </a:lnTo>
                    <a:close/>
                    <a:moveTo>
                      <a:pt x="4032" y="0"/>
                    </a:moveTo>
                    <a:lnTo>
                      <a:pt x="2685" y="216"/>
                    </a:lnTo>
                    <a:lnTo>
                      <a:pt x="2925" y="1708"/>
                    </a:lnTo>
                    <a:cubicBezTo>
                      <a:pt x="840" y="2290"/>
                      <a:pt x="0" y="3683"/>
                      <a:pt x="227" y="5108"/>
                    </a:cubicBezTo>
                    <a:cubicBezTo>
                      <a:pt x="535" y="7032"/>
                      <a:pt x="2283" y="7261"/>
                      <a:pt x="3833" y="7384"/>
                    </a:cubicBezTo>
                    <a:lnTo>
                      <a:pt x="4193" y="9630"/>
                    </a:lnTo>
                    <a:cubicBezTo>
                      <a:pt x="4079" y="9637"/>
                      <a:pt x="3965" y="9641"/>
                      <a:pt x="3850" y="9641"/>
                    </a:cubicBezTo>
                    <a:cubicBezTo>
                      <a:pt x="2975" y="9641"/>
                      <a:pt x="2096" y="9438"/>
                      <a:pt x="1433" y="9092"/>
                    </a:cubicBezTo>
                    <a:lnTo>
                      <a:pt x="955" y="10854"/>
                    </a:lnTo>
                    <a:cubicBezTo>
                      <a:pt x="1623" y="11223"/>
                      <a:pt x="2619" y="11432"/>
                      <a:pt x="3681" y="11432"/>
                    </a:cubicBezTo>
                    <a:cubicBezTo>
                      <a:pt x="3943" y="11432"/>
                      <a:pt x="4210" y="11419"/>
                      <a:pt x="4476" y="11393"/>
                    </a:cubicBezTo>
                    <a:lnTo>
                      <a:pt x="4709" y="12857"/>
                    </a:lnTo>
                    <a:lnTo>
                      <a:pt x="6056" y="12642"/>
                    </a:lnTo>
                    <a:lnTo>
                      <a:pt x="5815" y="11138"/>
                    </a:lnTo>
                    <a:cubicBezTo>
                      <a:pt x="7882" y="10542"/>
                      <a:pt x="8712" y="9171"/>
                      <a:pt x="8489" y="7771"/>
                    </a:cubicBezTo>
                    <a:cubicBezTo>
                      <a:pt x="8184" y="5876"/>
                      <a:pt x="6465" y="5639"/>
                      <a:pt x="4915" y="5528"/>
                    </a:cubicBezTo>
                    <a:lnTo>
                      <a:pt x="4548" y="3242"/>
                    </a:lnTo>
                    <a:cubicBezTo>
                      <a:pt x="4611" y="3239"/>
                      <a:pt x="4673" y="3238"/>
                      <a:pt x="4736" y="3238"/>
                    </a:cubicBezTo>
                    <a:cubicBezTo>
                      <a:pt x="5367" y="3238"/>
                      <a:pt x="6038" y="3357"/>
                      <a:pt x="6719" y="3611"/>
                    </a:cubicBezTo>
                    <a:lnTo>
                      <a:pt x="7125" y="1849"/>
                    </a:lnTo>
                    <a:cubicBezTo>
                      <a:pt x="6479" y="1570"/>
                      <a:pt x="5703" y="1442"/>
                      <a:pt x="4899" y="1442"/>
                    </a:cubicBezTo>
                    <a:cubicBezTo>
                      <a:pt x="4689" y="1442"/>
                      <a:pt x="4476" y="1451"/>
                      <a:pt x="4264" y="1468"/>
                    </a:cubicBezTo>
                    <a:lnTo>
                      <a:pt x="403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34"/>
            <p:cNvGrpSpPr/>
            <p:nvPr/>
          </p:nvGrpSpPr>
          <p:grpSpPr>
            <a:xfrm>
              <a:off x="6256625" y="616414"/>
              <a:ext cx="546250" cy="503056"/>
              <a:chOff x="6256625" y="616414"/>
              <a:chExt cx="546250" cy="503056"/>
            </a:xfrm>
          </p:grpSpPr>
          <p:sp>
            <p:nvSpPr>
              <p:cNvPr id="852" name="Google Shape;852;p34"/>
              <p:cNvSpPr/>
              <p:nvPr/>
            </p:nvSpPr>
            <p:spPr>
              <a:xfrm>
                <a:off x="6256625" y="616414"/>
                <a:ext cx="546250" cy="503056"/>
              </a:xfrm>
              <a:custGeom>
                <a:avLst/>
                <a:gdLst/>
                <a:ahLst/>
                <a:cxnLst/>
                <a:rect l="l" t="t" r="r" b="b"/>
                <a:pathLst>
                  <a:path w="12305" h="11332" extrusionOk="0">
                    <a:moveTo>
                      <a:pt x="6142" y="0"/>
                    </a:moveTo>
                    <a:cubicBezTo>
                      <a:pt x="3460" y="0"/>
                      <a:pt x="1077" y="1903"/>
                      <a:pt x="571" y="4630"/>
                    </a:cubicBezTo>
                    <a:cubicBezTo>
                      <a:pt x="1" y="7706"/>
                      <a:pt x="2035" y="10663"/>
                      <a:pt x="5119" y="11234"/>
                    </a:cubicBezTo>
                    <a:cubicBezTo>
                      <a:pt x="5471" y="11300"/>
                      <a:pt x="5822" y="11332"/>
                      <a:pt x="6167" y="11332"/>
                    </a:cubicBezTo>
                    <a:cubicBezTo>
                      <a:pt x="8847" y="11332"/>
                      <a:pt x="11228" y="9429"/>
                      <a:pt x="11733" y="6705"/>
                    </a:cubicBezTo>
                    <a:cubicBezTo>
                      <a:pt x="12305" y="3629"/>
                      <a:pt x="10269" y="671"/>
                      <a:pt x="7186" y="97"/>
                    </a:cubicBezTo>
                    <a:cubicBezTo>
                      <a:pt x="6835" y="32"/>
                      <a:pt x="6486" y="0"/>
                      <a:pt x="6142"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4"/>
              <p:cNvSpPr/>
              <p:nvPr/>
            </p:nvSpPr>
            <p:spPr>
              <a:xfrm>
                <a:off x="6321659" y="676342"/>
                <a:ext cx="416224" cy="383285"/>
              </a:xfrm>
              <a:custGeom>
                <a:avLst/>
                <a:gdLst/>
                <a:ahLst/>
                <a:cxnLst/>
                <a:rect l="l" t="t" r="r" b="b"/>
                <a:pathLst>
                  <a:path w="9376" h="8634" extrusionOk="0">
                    <a:moveTo>
                      <a:pt x="4678" y="0"/>
                    </a:moveTo>
                    <a:cubicBezTo>
                      <a:pt x="2635" y="0"/>
                      <a:pt x="819" y="1451"/>
                      <a:pt x="434" y="3528"/>
                    </a:cubicBezTo>
                    <a:cubicBezTo>
                      <a:pt x="0" y="5872"/>
                      <a:pt x="1551" y="8125"/>
                      <a:pt x="3898" y="8559"/>
                    </a:cubicBezTo>
                    <a:cubicBezTo>
                      <a:pt x="4167" y="8610"/>
                      <a:pt x="4434" y="8634"/>
                      <a:pt x="4698" y="8634"/>
                    </a:cubicBezTo>
                    <a:cubicBezTo>
                      <a:pt x="6741" y="8634"/>
                      <a:pt x="8556" y="7183"/>
                      <a:pt x="8941" y="5107"/>
                    </a:cubicBezTo>
                    <a:cubicBezTo>
                      <a:pt x="9375" y="2763"/>
                      <a:pt x="7825" y="509"/>
                      <a:pt x="5477" y="74"/>
                    </a:cubicBezTo>
                    <a:cubicBezTo>
                      <a:pt x="5209" y="24"/>
                      <a:pt x="4942" y="0"/>
                      <a:pt x="4678"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4"/>
              <p:cNvSpPr/>
              <p:nvPr/>
            </p:nvSpPr>
            <p:spPr>
              <a:xfrm>
                <a:off x="6339016" y="668929"/>
                <a:ext cx="386881" cy="228266"/>
              </a:xfrm>
              <a:custGeom>
                <a:avLst/>
                <a:gdLst/>
                <a:ahLst/>
                <a:cxnLst/>
                <a:rect l="l" t="t" r="r" b="b"/>
                <a:pathLst>
                  <a:path w="8715" h="5142" extrusionOk="0">
                    <a:moveTo>
                      <a:pt x="4257" y="1"/>
                    </a:moveTo>
                    <a:cubicBezTo>
                      <a:pt x="4020" y="4"/>
                      <a:pt x="3787" y="26"/>
                      <a:pt x="3561" y="66"/>
                    </a:cubicBezTo>
                    <a:cubicBezTo>
                      <a:pt x="3335" y="102"/>
                      <a:pt x="3115" y="159"/>
                      <a:pt x="2908" y="227"/>
                    </a:cubicBezTo>
                    <a:cubicBezTo>
                      <a:pt x="2696" y="296"/>
                      <a:pt x="2498" y="382"/>
                      <a:pt x="2312" y="478"/>
                    </a:cubicBezTo>
                    <a:cubicBezTo>
                      <a:pt x="1935" y="665"/>
                      <a:pt x="1608" y="902"/>
                      <a:pt x="1332" y="1154"/>
                    </a:cubicBezTo>
                    <a:cubicBezTo>
                      <a:pt x="1059" y="1404"/>
                      <a:pt x="837" y="1674"/>
                      <a:pt x="660" y="1936"/>
                    </a:cubicBezTo>
                    <a:cubicBezTo>
                      <a:pt x="309" y="2459"/>
                      <a:pt x="148" y="2951"/>
                      <a:pt x="72" y="3289"/>
                    </a:cubicBezTo>
                    <a:cubicBezTo>
                      <a:pt x="0" y="3630"/>
                      <a:pt x="0" y="3824"/>
                      <a:pt x="22" y="3827"/>
                    </a:cubicBezTo>
                    <a:cubicBezTo>
                      <a:pt x="22" y="3827"/>
                      <a:pt x="22" y="3827"/>
                      <a:pt x="23" y="3827"/>
                    </a:cubicBezTo>
                    <a:cubicBezTo>
                      <a:pt x="48" y="3827"/>
                      <a:pt x="91" y="3641"/>
                      <a:pt x="198" y="3325"/>
                    </a:cubicBezTo>
                    <a:cubicBezTo>
                      <a:pt x="309" y="3006"/>
                      <a:pt x="496" y="2550"/>
                      <a:pt x="851" y="2068"/>
                    </a:cubicBezTo>
                    <a:cubicBezTo>
                      <a:pt x="1031" y="1828"/>
                      <a:pt x="1249" y="1584"/>
                      <a:pt x="1515" y="1358"/>
                    </a:cubicBezTo>
                    <a:cubicBezTo>
                      <a:pt x="1780" y="1132"/>
                      <a:pt x="2093" y="920"/>
                      <a:pt x="2448" y="751"/>
                    </a:cubicBezTo>
                    <a:cubicBezTo>
                      <a:pt x="2624" y="665"/>
                      <a:pt x="2810" y="590"/>
                      <a:pt x="3004" y="529"/>
                    </a:cubicBezTo>
                    <a:cubicBezTo>
                      <a:pt x="3201" y="468"/>
                      <a:pt x="3403" y="418"/>
                      <a:pt x="3615" y="385"/>
                    </a:cubicBezTo>
                    <a:cubicBezTo>
                      <a:pt x="3826" y="353"/>
                      <a:pt x="4041" y="332"/>
                      <a:pt x="4261" y="332"/>
                    </a:cubicBezTo>
                    <a:cubicBezTo>
                      <a:pt x="4480" y="332"/>
                      <a:pt x="4702" y="349"/>
                      <a:pt x="4929" y="382"/>
                    </a:cubicBezTo>
                    <a:cubicBezTo>
                      <a:pt x="5151" y="418"/>
                      <a:pt x="5366" y="468"/>
                      <a:pt x="5578" y="532"/>
                    </a:cubicBezTo>
                    <a:cubicBezTo>
                      <a:pt x="5786" y="600"/>
                      <a:pt x="5987" y="683"/>
                      <a:pt x="6178" y="780"/>
                    </a:cubicBezTo>
                    <a:cubicBezTo>
                      <a:pt x="6367" y="870"/>
                      <a:pt x="6547" y="981"/>
                      <a:pt x="6716" y="1099"/>
                    </a:cubicBezTo>
                    <a:cubicBezTo>
                      <a:pt x="6884" y="1215"/>
                      <a:pt x="7039" y="1344"/>
                      <a:pt x="7182" y="1477"/>
                    </a:cubicBezTo>
                    <a:cubicBezTo>
                      <a:pt x="7470" y="1745"/>
                      <a:pt x="7699" y="2040"/>
                      <a:pt x="7889" y="2335"/>
                    </a:cubicBezTo>
                    <a:cubicBezTo>
                      <a:pt x="8073" y="2632"/>
                      <a:pt x="8209" y="2930"/>
                      <a:pt x="8310" y="3213"/>
                    </a:cubicBezTo>
                    <a:cubicBezTo>
                      <a:pt x="8504" y="3777"/>
                      <a:pt x="8547" y="4273"/>
                      <a:pt x="8557" y="4606"/>
                    </a:cubicBezTo>
                    <a:cubicBezTo>
                      <a:pt x="8564" y="4947"/>
                      <a:pt x="8547" y="5138"/>
                      <a:pt x="8575" y="5141"/>
                    </a:cubicBezTo>
                    <a:cubicBezTo>
                      <a:pt x="8575" y="5141"/>
                      <a:pt x="8575" y="5141"/>
                      <a:pt x="8576" y="5141"/>
                    </a:cubicBezTo>
                    <a:cubicBezTo>
                      <a:pt x="8594" y="5141"/>
                      <a:pt x="8655" y="4954"/>
                      <a:pt x="8686" y="4613"/>
                    </a:cubicBezTo>
                    <a:cubicBezTo>
                      <a:pt x="8715" y="4265"/>
                      <a:pt x="8708" y="3748"/>
                      <a:pt x="8532" y="3142"/>
                    </a:cubicBezTo>
                    <a:cubicBezTo>
                      <a:pt x="8442" y="2840"/>
                      <a:pt x="8310" y="2517"/>
                      <a:pt x="8123" y="2194"/>
                    </a:cubicBezTo>
                    <a:cubicBezTo>
                      <a:pt x="7936" y="1875"/>
                      <a:pt x="7695" y="1552"/>
                      <a:pt x="7394" y="1258"/>
                    </a:cubicBezTo>
                    <a:cubicBezTo>
                      <a:pt x="7243" y="1110"/>
                      <a:pt x="7078" y="970"/>
                      <a:pt x="6899" y="841"/>
                    </a:cubicBezTo>
                    <a:cubicBezTo>
                      <a:pt x="6719" y="712"/>
                      <a:pt x="6529" y="594"/>
                      <a:pt x="6324" y="489"/>
                    </a:cubicBezTo>
                    <a:cubicBezTo>
                      <a:pt x="6120" y="385"/>
                      <a:pt x="5905" y="292"/>
                      <a:pt x="5678" y="220"/>
                    </a:cubicBezTo>
                    <a:cubicBezTo>
                      <a:pt x="5452" y="148"/>
                      <a:pt x="5219" y="91"/>
                      <a:pt x="4979" y="55"/>
                    </a:cubicBezTo>
                    <a:cubicBezTo>
                      <a:pt x="4735" y="19"/>
                      <a:pt x="4494" y="1"/>
                      <a:pt x="425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4"/>
              <p:cNvSpPr/>
              <p:nvPr/>
            </p:nvSpPr>
            <p:spPr>
              <a:xfrm>
                <a:off x="6431261" y="735693"/>
                <a:ext cx="191864" cy="281937"/>
              </a:xfrm>
              <a:custGeom>
                <a:avLst/>
                <a:gdLst/>
                <a:ahLst/>
                <a:cxnLst/>
                <a:rect l="l" t="t" r="r" b="b"/>
                <a:pathLst>
                  <a:path w="4322" h="6351" extrusionOk="0">
                    <a:moveTo>
                      <a:pt x="2226" y="1620"/>
                    </a:moveTo>
                    <a:lnTo>
                      <a:pt x="2064" y="2560"/>
                    </a:lnTo>
                    <a:cubicBezTo>
                      <a:pt x="1791" y="2420"/>
                      <a:pt x="1612" y="2259"/>
                      <a:pt x="1651" y="2025"/>
                    </a:cubicBezTo>
                    <a:cubicBezTo>
                      <a:pt x="1691" y="1807"/>
                      <a:pt x="1863" y="1638"/>
                      <a:pt x="2226" y="1620"/>
                    </a:cubicBezTo>
                    <a:close/>
                    <a:moveTo>
                      <a:pt x="2534" y="3816"/>
                    </a:moveTo>
                    <a:cubicBezTo>
                      <a:pt x="2803" y="3964"/>
                      <a:pt x="2972" y="4121"/>
                      <a:pt x="2932" y="4355"/>
                    </a:cubicBezTo>
                    <a:cubicBezTo>
                      <a:pt x="2897" y="4567"/>
                      <a:pt x="2721" y="4714"/>
                      <a:pt x="2377" y="4732"/>
                    </a:cubicBezTo>
                    <a:lnTo>
                      <a:pt x="2534" y="3816"/>
                    </a:lnTo>
                    <a:close/>
                    <a:moveTo>
                      <a:pt x="2502" y="1"/>
                    </a:moveTo>
                    <a:lnTo>
                      <a:pt x="2377" y="737"/>
                    </a:lnTo>
                    <a:cubicBezTo>
                      <a:pt x="2323" y="734"/>
                      <a:pt x="2270" y="732"/>
                      <a:pt x="2218" y="732"/>
                    </a:cubicBezTo>
                    <a:cubicBezTo>
                      <a:pt x="1249" y="732"/>
                      <a:pt x="691" y="1228"/>
                      <a:pt x="575" y="1896"/>
                    </a:cubicBezTo>
                    <a:cubicBezTo>
                      <a:pt x="413" y="2847"/>
                      <a:pt x="1192" y="3231"/>
                      <a:pt x="1899" y="3536"/>
                    </a:cubicBezTo>
                    <a:lnTo>
                      <a:pt x="1709" y="4646"/>
                    </a:lnTo>
                    <a:cubicBezTo>
                      <a:pt x="1239" y="4517"/>
                      <a:pt x="793" y="4255"/>
                      <a:pt x="503" y="3953"/>
                    </a:cubicBezTo>
                    <a:lnTo>
                      <a:pt x="0" y="4699"/>
                    </a:lnTo>
                    <a:cubicBezTo>
                      <a:pt x="316" y="5047"/>
                      <a:pt x="912" y="5360"/>
                      <a:pt x="1562" y="5514"/>
                    </a:cubicBezTo>
                    <a:lnTo>
                      <a:pt x="1440" y="6236"/>
                    </a:lnTo>
                    <a:lnTo>
                      <a:pt x="2100" y="6351"/>
                    </a:lnTo>
                    <a:lnTo>
                      <a:pt x="2229" y="5607"/>
                    </a:lnTo>
                    <a:cubicBezTo>
                      <a:pt x="2278" y="5610"/>
                      <a:pt x="2326" y="5611"/>
                      <a:pt x="2373" y="5611"/>
                    </a:cubicBezTo>
                    <a:cubicBezTo>
                      <a:pt x="3346" y="5611"/>
                      <a:pt x="3904" y="5116"/>
                      <a:pt x="4017" y="4459"/>
                    </a:cubicBezTo>
                    <a:cubicBezTo>
                      <a:pt x="4175" y="3523"/>
                      <a:pt x="3406" y="3138"/>
                      <a:pt x="2700" y="2840"/>
                    </a:cubicBezTo>
                    <a:lnTo>
                      <a:pt x="2894" y="1714"/>
                    </a:lnTo>
                    <a:cubicBezTo>
                      <a:pt x="3220" y="1810"/>
                      <a:pt x="3543" y="1982"/>
                      <a:pt x="3848" y="2230"/>
                    </a:cubicBezTo>
                    <a:lnTo>
                      <a:pt x="4322" y="1472"/>
                    </a:lnTo>
                    <a:cubicBezTo>
                      <a:pt x="3995" y="1179"/>
                      <a:pt x="3532" y="963"/>
                      <a:pt x="3044" y="837"/>
                    </a:cubicBezTo>
                    <a:lnTo>
                      <a:pt x="3166" y="116"/>
                    </a:lnTo>
                    <a:lnTo>
                      <a:pt x="2502"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 name="Google Shape;856;p34"/>
            <p:cNvGrpSpPr/>
            <p:nvPr/>
          </p:nvGrpSpPr>
          <p:grpSpPr>
            <a:xfrm>
              <a:off x="4321997" y="3141168"/>
              <a:ext cx="921144" cy="1561106"/>
              <a:chOff x="4321997" y="3141168"/>
              <a:chExt cx="921144" cy="1561106"/>
            </a:xfrm>
          </p:grpSpPr>
          <p:sp>
            <p:nvSpPr>
              <p:cNvPr id="857" name="Google Shape;857;p34"/>
              <p:cNvSpPr/>
              <p:nvPr/>
            </p:nvSpPr>
            <p:spPr>
              <a:xfrm>
                <a:off x="4321997" y="3141168"/>
                <a:ext cx="921144" cy="1187366"/>
              </a:xfrm>
              <a:custGeom>
                <a:avLst/>
                <a:gdLst/>
                <a:ahLst/>
                <a:cxnLst/>
                <a:rect l="l" t="t" r="r" b="b"/>
                <a:pathLst>
                  <a:path w="20750" h="26747" extrusionOk="0">
                    <a:moveTo>
                      <a:pt x="2574" y="0"/>
                    </a:moveTo>
                    <a:cubicBezTo>
                      <a:pt x="1560" y="0"/>
                      <a:pt x="524" y="638"/>
                      <a:pt x="269" y="1627"/>
                    </a:cubicBezTo>
                    <a:cubicBezTo>
                      <a:pt x="0" y="2664"/>
                      <a:pt x="607" y="3716"/>
                      <a:pt x="1264" y="4552"/>
                    </a:cubicBezTo>
                    <a:cubicBezTo>
                      <a:pt x="2240" y="5797"/>
                      <a:pt x="3396" y="6900"/>
                      <a:pt x="4680" y="7811"/>
                    </a:cubicBezTo>
                    <a:cubicBezTo>
                      <a:pt x="4910" y="7977"/>
                      <a:pt x="5162" y="8152"/>
                      <a:pt x="5251" y="8425"/>
                    </a:cubicBezTo>
                    <a:cubicBezTo>
                      <a:pt x="5412" y="8913"/>
                      <a:pt x="4946" y="9402"/>
                      <a:pt x="4461" y="9563"/>
                    </a:cubicBezTo>
                    <a:cubicBezTo>
                      <a:pt x="3916" y="9746"/>
                      <a:pt x="3320" y="9688"/>
                      <a:pt x="2745" y="9756"/>
                    </a:cubicBezTo>
                    <a:cubicBezTo>
                      <a:pt x="2175" y="9824"/>
                      <a:pt x="1554" y="10076"/>
                      <a:pt x="1335" y="10618"/>
                    </a:cubicBezTo>
                    <a:cubicBezTo>
                      <a:pt x="1034" y="11368"/>
                      <a:pt x="1662" y="12158"/>
                      <a:pt x="2283" y="12672"/>
                    </a:cubicBezTo>
                    <a:cubicBezTo>
                      <a:pt x="3521" y="13705"/>
                      <a:pt x="4935" y="14519"/>
                      <a:pt x="6443" y="15072"/>
                    </a:cubicBezTo>
                    <a:cubicBezTo>
                      <a:pt x="6981" y="15270"/>
                      <a:pt x="7552" y="15445"/>
                      <a:pt x="7986" y="15826"/>
                    </a:cubicBezTo>
                    <a:cubicBezTo>
                      <a:pt x="8424" y="16207"/>
                      <a:pt x="8686" y="16867"/>
                      <a:pt x="8424" y="17384"/>
                    </a:cubicBezTo>
                    <a:cubicBezTo>
                      <a:pt x="8209" y="17803"/>
                      <a:pt x="7723" y="17991"/>
                      <a:pt x="7244" y="17991"/>
                    </a:cubicBezTo>
                    <a:cubicBezTo>
                      <a:pt x="7133" y="17991"/>
                      <a:pt x="7023" y="17981"/>
                      <a:pt x="6917" y="17962"/>
                    </a:cubicBezTo>
                    <a:cubicBezTo>
                      <a:pt x="6350" y="17857"/>
                      <a:pt x="5843" y="17549"/>
                      <a:pt x="5305" y="17348"/>
                    </a:cubicBezTo>
                    <a:cubicBezTo>
                      <a:pt x="4931" y="17206"/>
                      <a:pt x="4517" y="17126"/>
                      <a:pt x="4111" y="17126"/>
                    </a:cubicBezTo>
                    <a:cubicBezTo>
                      <a:pt x="3419" y="17126"/>
                      <a:pt x="2751" y="17358"/>
                      <a:pt x="2344" y="17908"/>
                    </a:cubicBezTo>
                    <a:cubicBezTo>
                      <a:pt x="1917" y="18482"/>
                      <a:pt x="1881" y="19279"/>
                      <a:pt x="2096" y="19964"/>
                    </a:cubicBezTo>
                    <a:cubicBezTo>
                      <a:pt x="2308" y="20650"/>
                      <a:pt x="2745" y="21238"/>
                      <a:pt x="3209" y="21781"/>
                    </a:cubicBezTo>
                    <a:cubicBezTo>
                      <a:pt x="4828" y="23680"/>
                      <a:pt x="6902" y="25209"/>
                      <a:pt x="9246" y="26024"/>
                    </a:cubicBezTo>
                    <a:cubicBezTo>
                      <a:pt x="10555" y="26477"/>
                      <a:pt x="11811" y="26747"/>
                      <a:pt x="13072" y="26747"/>
                    </a:cubicBezTo>
                    <a:cubicBezTo>
                      <a:pt x="14065" y="26747"/>
                      <a:pt x="15061" y="26579"/>
                      <a:pt x="16087" y="26203"/>
                    </a:cubicBezTo>
                    <a:cubicBezTo>
                      <a:pt x="19885" y="23551"/>
                      <a:pt x="20749" y="18626"/>
                      <a:pt x="20599" y="14196"/>
                    </a:cubicBezTo>
                    <a:cubicBezTo>
                      <a:pt x="20574" y="13457"/>
                      <a:pt x="20653" y="12678"/>
                      <a:pt x="20301" y="12029"/>
                    </a:cubicBezTo>
                    <a:cubicBezTo>
                      <a:pt x="20028" y="11528"/>
                      <a:pt x="19475" y="11148"/>
                      <a:pt x="18933" y="11148"/>
                    </a:cubicBezTo>
                    <a:cubicBezTo>
                      <a:pt x="18776" y="11148"/>
                      <a:pt x="18619" y="11180"/>
                      <a:pt x="18471" y="11250"/>
                    </a:cubicBezTo>
                    <a:cubicBezTo>
                      <a:pt x="17921" y="11509"/>
                      <a:pt x="17681" y="12147"/>
                      <a:pt x="17373" y="12675"/>
                    </a:cubicBezTo>
                    <a:cubicBezTo>
                      <a:pt x="16967" y="13378"/>
                      <a:pt x="16356" y="13959"/>
                      <a:pt x="15639" y="14330"/>
                    </a:cubicBezTo>
                    <a:cubicBezTo>
                      <a:pt x="15341" y="14484"/>
                      <a:pt x="15000" y="14601"/>
                      <a:pt x="14672" y="14601"/>
                    </a:cubicBezTo>
                    <a:cubicBezTo>
                      <a:pt x="14481" y="14601"/>
                      <a:pt x="14294" y="14561"/>
                      <a:pt x="14124" y="14466"/>
                    </a:cubicBezTo>
                    <a:cubicBezTo>
                      <a:pt x="13485" y="14114"/>
                      <a:pt x="13410" y="13235"/>
                      <a:pt x="13413" y="12499"/>
                    </a:cubicBezTo>
                    <a:cubicBezTo>
                      <a:pt x="13424" y="11128"/>
                      <a:pt x="13432" y="9760"/>
                      <a:pt x="13442" y="8389"/>
                    </a:cubicBezTo>
                    <a:cubicBezTo>
                      <a:pt x="13445" y="7654"/>
                      <a:pt x="13445" y="6903"/>
                      <a:pt x="13220" y="6206"/>
                    </a:cubicBezTo>
                    <a:cubicBezTo>
                      <a:pt x="12990" y="5507"/>
                      <a:pt x="12484" y="4861"/>
                      <a:pt x="11784" y="4664"/>
                    </a:cubicBezTo>
                    <a:cubicBezTo>
                      <a:pt x="11666" y="4631"/>
                      <a:pt x="11543" y="4615"/>
                      <a:pt x="11419" y="4615"/>
                    </a:cubicBezTo>
                    <a:cubicBezTo>
                      <a:pt x="10815" y="4615"/>
                      <a:pt x="10198" y="4993"/>
                      <a:pt x="10075" y="5590"/>
                    </a:cubicBezTo>
                    <a:cubicBezTo>
                      <a:pt x="10011" y="5891"/>
                      <a:pt x="10072" y="6203"/>
                      <a:pt x="10054" y="6505"/>
                    </a:cubicBezTo>
                    <a:cubicBezTo>
                      <a:pt x="10032" y="6814"/>
                      <a:pt x="9888" y="7151"/>
                      <a:pt x="9602" y="7233"/>
                    </a:cubicBezTo>
                    <a:cubicBezTo>
                      <a:pt x="9555" y="7247"/>
                      <a:pt x="9508" y="7253"/>
                      <a:pt x="9462" y="7253"/>
                    </a:cubicBezTo>
                    <a:cubicBezTo>
                      <a:pt x="9216" y="7253"/>
                      <a:pt x="8978" y="7077"/>
                      <a:pt x="8794" y="6896"/>
                    </a:cubicBezTo>
                    <a:cubicBezTo>
                      <a:pt x="8033" y="6156"/>
                      <a:pt x="7520" y="5199"/>
                      <a:pt x="7039" y="4247"/>
                    </a:cubicBezTo>
                    <a:cubicBezTo>
                      <a:pt x="6557" y="3296"/>
                      <a:pt x="6091" y="2323"/>
                      <a:pt x="5402" y="1516"/>
                    </a:cubicBezTo>
                    <a:cubicBezTo>
                      <a:pt x="4713" y="704"/>
                      <a:pt x="3762" y="62"/>
                      <a:pt x="2710" y="4"/>
                    </a:cubicBezTo>
                    <a:cubicBezTo>
                      <a:pt x="2665" y="2"/>
                      <a:pt x="2619" y="0"/>
                      <a:pt x="2574"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4"/>
              <p:cNvSpPr/>
              <p:nvPr/>
            </p:nvSpPr>
            <p:spPr>
              <a:xfrm>
                <a:off x="4380949" y="3168602"/>
                <a:ext cx="665088" cy="1533672"/>
              </a:xfrm>
              <a:custGeom>
                <a:avLst/>
                <a:gdLst/>
                <a:ahLst/>
                <a:cxnLst/>
                <a:rect l="l" t="t" r="r" b="b"/>
                <a:pathLst>
                  <a:path w="14982" h="34548" extrusionOk="0">
                    <a:moveTo>
                      <a:pt x="0" y="0"/>
                    </a:moveTo>
                    <a:cubicBezTo>
                      <a:pt x="0" y="4"/>
                      <a:pt x="25" y="25"/>
                      <a:pt x="72" y="72"/>
                    </a:cubicBezTo>
                    <a:cubicBezTo>
                      <a:pt x="125" y="118"/>
                      <a:pt x="201" y="183"/>
                      <a:pt x="291" y="266"/>
                    </a:cubicBezTo>
                    <a:cubicBezTo>
                      <a:pt x="485" y="434"/>
                      <a:pt x="768" y="686"/>
                      <a:pt x="1124" y="1019"/>
                    </a:cubicBezTo>
                    <a:cubicBezTo>
                      <a:pt x="1838" y="1684"/>
                      <a:pt x="2843" y="2681"/>
                      <a:pt x="3934" y="4049"/>
                    </a:cubicBezTo>
                    <a:cubicBezTo>
                      <a:pt x="4480" y="4731"/>
                      <a:pt x="5047" y="5502"/>
                      <a:pt x="5643" y="6342"/>
                    </a:cubicBezTo>
                    <a:cubicBezTo>
                      <a:pt x="6238" y="7182"/>
                      <a:pt x="6866" y="8083"/>
                      <a:pt x="7491" y="9056"/>
                    </a:cubicBezTo>
                    <a:cubicBezTo>
                      <a:pt x="8115" y="10029"/>
                      <a:pt x="8744" y="11073"/>
                      <a:pt x="9304" y="12200"/>
                    </a:cubicBezTo>
                    <a:cubicBezTo>
                      <a:pt x="9587" y="12760"/>
                      <a:pt x="9842" y="13349"/>
                      <a:pt x="10096" y="13949"/>
                    </a:cubicBezTo>
                    <a:cubicBezTo>
                      <a:pt x="10355" y="14547"/>
                      <a:pt x="10613" y="15158"/>
                      <a:pt x="10879" y="15771"/>
                    </a:cubicBezTo>
                    <a:cubicBezTo>
                      <a:pt x="11924" y="18238"/>
                      <a:pt x="12843" y="20620"/>
                      <a:pt x="13499" y="22846"/>
                    </a:cubicBezTo>
                    <a:cubicBezTo>
                      <a:pt x="14160" y="25072"/>
                      <a:pt x="14551" y="27132"/>
                      <a:pt x="14723" y="28876"/>
                    </a:cubicBezTo>
                    <a:cubicBezTo>
                      <a:pt x="14899" y="30624"/>
                      <a:pt x="14864" y="32053"/>
                      <a:pt x="14791" y="33029"/>
                    </a:cubicBezTo>
                    <a:cubicBezTo>
                      <a:pt x="14752" y="33517"/>
                      <a:pt x="14716" y="33898"/>
                      <a:pt x="14680" y="34156"/>
                    </a:cubicBezTo>
                    <a:cubicBezTo>
                      <a:pt x="14666" y="34279"/>
                      <a:pt x="14655" y="34375"/>
                      <a:pt x="14648" y="34447"/>
                    </a:cubicBezTo>
                    <a:cubicBezTo>
                      <a:pt x="14640" y="34515"/>
                      <a:pt x="14637" y="34547"/>
                      <a:pt x="14640" y="34547"/>
                    </a:cubicBezTo>
                    <a:cubicBezTo>
                      <a:pt x="14645" y="34547"/>
                      <a:pt x="14652" y="34515"/>
                      <a:pt x="14662" y="34451"/>
                    </a:cubicBezTo>
                    <a:cubicBezTo>
                      <a:pt x="14673" y="34378"/>
                      <a:pt x="14688" y="34282"/>
                      <a:pt x="14709" y="34160"/>
                    </a:cubicBezTo>
                    <a:cubicBezTo>
                      <a:pt x="14752" y="33905"/>
                      <a:pt x="14799" y="33525"/>
                      <a:pt x="14845" y="33033"/>
                    </a:cubicBezTo>
                    <a:cubicBezTo>
                      <a:pt x="14932" y="32053"/>
                      <a:pt x="14982" y="30624"/>
                      <a:pt x="14817" y="28869"/>
                    </a:cubicBezTo>
                    <a:cubicBezTo>
                      <a:pt x="14659" y="27114"/>
                      <a:pt x="14274" y="25043"/>
                      <a:pt x="13618" y="22810"/>
                    </a:cubicBezTo>
                    <a:cubicBezTo>
                      <a:pt x="12965" y="20574"/>
                      <a:pt x="12049" y="18183"/>
                      <a:pt x="11001" y="15718"/>
                    </a:cubicBezTo>
                    <a:cubicBezTo>
                      <a:pt x="10739" y="15104"/>
                      <a:pt x="10477" y="14494"/>
                      <a:pt x="10222" y="13894"/>
                    </a:cubicBezTo>
                    <a:cubicBezTo>
                      <a:pt x="9964" y="13295"/>
                      <a:pt x="9709" y="12703"/>
                      <a:pt x="9422" y="12140"/>
                    </a:cubicBezTo>
                    <a:cubicBezTo>
                      <a:pt x="8855" y="11009"/>
                      <a:pt x="8227" y="9960"/>
                      <a:pt x="7595" y="8988"/>
                    </a:cubicBezTo>
                    <a:cubicBezTo>
                      <a:pt x="6967" y="8015"/>
                      <a:pt x="6332" y="7114"/>
                      <a:pt x="5732" y="6274"/>
                    </a:cubicBezTo>
                    <a:cubicBezTo>
                      <a:pt x="5133" y="5438"/>
                      <a:pt x="4558" y="4670"/>
                      <a:pt x="4006" y="3988"/>
                    </a:cubicBezTo>
                    <a:cubicBezTo>
                      <a:pt x="2903" y="2624"/>
                      <a:pt x="1884" y="1634"/>
                      <a:pt x="1159" y="980"/>
                    </a:cubicBezTo>
                    <a:cubicBezTo>
                      <a:pt x="797" y="653"/>
                      <a:pt x="506" y="406"/>
                      <a:pt x="309" y="244"/>
                    </a:cubicBezTo>
                    <a:cubicBezTo>
                      <a:pt x="211" y="166"/>
                      <a:pt x="140" y="105"/>
                      <a:pt x="82" y="61"/>
                    </a:cubicBezTo>
                    <a:cubicBezTo>
                      <a:pt x="29" y="18"/>
                      <a:pt x="4" y="0"/>
                      <a:pt x="0"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4"/>
              <p:cNvSpPr/>
              <p:nvPr/>
            </p:nvSpPr>
            <p:spPr>
              <a:xfrm>
                <a:off x="4797120" y="3348164"/>
                <a:ext cx="48477" cy="359002"/>
              </a:xfrm>
              <a:custGeom>
                <a:avLst/>
                <a:gdLst/>
                <a:ahLst/>
                <a:cxnLst/>
                <a:rect l="l" t="t" r="r" b="b"/>
                <a:pathLst>
                  <a:path w="1092" h="8087" extrusionOk="0">
                    <a:moveTo>
                      <a:pt x="1081" y="1"/>
                    </a:moveTo>
                    <a:lnTo>
                      <a:pt x="1081" y="1"/>
                    </a:lnTo>
                    <a:cubicBezTo>
                      <a:pt x="1074" y="1"/>
                      <a:pt x="1041" y="108"/>
                      <a:pt x="991" y="309"/>
                    </a:cubicBezTo>
                    <a:cubicBezTo>
                      <a:pt x="937" y="510"/>
                      <a:pt x="876" y="801"/>
                      <a:pt x="808" y="1167"/>
                    </a:cubicBezTo>
                    <a:cubicBezTo>
                      <a:pt x="668" y="1892"/>
                      <a:pt x="528" y="2908"/>
                      <a:pt x="413" y="4028"/>
                    </a:cubicBezTo>
                    <a:cubicBezTo>
                      <a:pt x="302" y="5133"/>
                      <a:pt x="198" y="6135"/>
                      <a:pt x="123" y="6899"/>
                    </a:cubicBezTo>
                    <a:cubicBezTo>
                      <a:pt x="87" y="7244"/>
                      <a:pt x="54" y="7535"/>
                      <a:pt x="29" y="7767"/>
                    </a:cubicBezTo>
                    <a:cubicBezTo>
                      <a:pt x="7" y="7972"/>
                      <a:pt x="0" y="8087"/>
                      <a:pt x="7" y="8087"/>
                    </a:cubicBezTo>
                    <a:cubicBezTo>
                      <a:pt x="7" y="8087"/>
                      <a:pt x="8" y="8087"/>
                      <a:pt x="8" y="8087"/>
                    </a:cubicBezTo>
                    <a:cubicBezTo>
                      <a:pt x="19" y="8087"/>
                      <a:pt x="44" y="7976"/>
                      <a:pt x="80" y="7775"/>
                    </a:cubicBezTo>
                    <a:cubicBezTo>
                      <a:pt x="118" y="7570"/>
                      <a:pt x="166" y="7276"/>
                      <a:pt x="216" y="6910"/>
                    </a:cubicBezTo>
                    <a:cubicBezTo>
                      <a:pt x="320" y="6178"/>
                      <a:pt x="431" y="5161"/>
                      <a:pt x="546" y="4042"/>
                    </a:cubicBezTo>
                    <a:cubicBezTo>
                      <a:pt x="661" y="2922"/>
                      <a:pt x="786" y="1910"/>
                      <a:pt x="901" y="1182"/>
                    </a:cubicBezTo>
                    <a:cubicBezTo>
                      <a:pt x="955" y="819"/>
                      <a:pt x="1006" y="524"/>
                      <a:pt x="1041" y="320"/>
                    </a:cubicBezTo>
                    <a:cubicBezTo>
                      <a:pt x="1077" y="119"/>
                      <a:pt x="1092" y="4"/>
                      <a:pt x="1081"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4"/>
              <p:cNvSpPr/>
              <p:nvPr/>
            </p:nvSpPr>
            <p:spPr>
              <a:xfrm>
                <a:off x="4377886" y="3628362"/>
                <a:ext cx="419731" cy="78930"/>
              </a:xfrm>
              <a:custGeom>
                <a:avLst/>
                <a:gdLst/>
                <a:ahLst/>
                <a:cxnLst/>
                <a:rect l="l" t="t" r="r" b="b"/>
                <a:pathLst>
                  <a:path w="9455" h="1778" extrusionOk="0">
                    <a:moveTo>
                      <a:pt x="209" y="1"/>
                    </a:moveTo>
                    <a:cubicBezTo>
                      <a:pt x="74" y="1"/>
                      <a:pt x="0" y="4"/>
                      <a:pt x="0" y="9"/>
                    </a:cubicBezTo>
                    <a:cubicBezTo>
                      <a:pt x="0" y="20"/>
                      <a:pt x="137" y="34"/>
                      <a:pt x="378" y="55"/>
                    </a:cubicBezTo>
                    <a:cubicBezTo>
                      <a:pt x="622" y="77"/>
                      <a:pt x="974" y="106"/>
                      <a:pt x="1405" y="156"/>
                    </a:cubicBezTo>
                    <a:cubicBezTo>
                      <a:pt x="2270" y="249"/>
                      <a:pt x="3461" y="422"/>
                      <a:pt x="4768" y="666"/>
                    </a:cubicBezTo>
                    <a:cubicBezTo>
                      <a:pt x="6074" y="917"/>
                      <a:pt x="7248" y="1190"/>
                      <a:pt x="8088" y="1417"/>
                    </a:cubicBezTo>
                    <a:cubicBezTo>
                      <a:pt x="8511" y="1524"/>
                      <a:pt x="8848" y="1621"/>
                      <a:pt x="9085" y="1685"/>
                    </a:cubicBezTo>
                    <a:cubicBezTo>
                      <a:pt x="9288" y="1745"/>
                      <a:pt x="9415" y="1777"/>
                      <a:pt x="9445" y="1777"/>
                    </a:cubicBezTo>
                    <a:cubicBezTo>
                      <a:pt x="9449" y="1777"/>
                      <a:pt x="9451" y="1776"/>
                      <a:pt x="9451" y="1775"/>
                    </a:cubicBezTo>
                    <a:cubicBezTo>
                      <a:pt x="9455" y="1768"/>
                      <a:pt x="9330" y="1718"/>
                      <a:pt x="9100" y="1635"/>
                    </a:cubicBezTo>
                    <a:cubicBezTo>
                      <a:pt x="8870" y="1553"/>
                      <a:pt x="8533" y="1442"/>
                      <a:pt x="8113" y="1319"/>
                    </a:cubicBezTo>
                    <a:cubicBezTo>
                      <a:pt x="7276" y="1072"/>
                      <a:pt x="6103" y="781"/>
                      <a:pt x="4793" y="534"/>
                    </a:cubicBezTo>
                    <a:cubicBezTo>
                      <a:pt x="3482" y="285"/>
                      <a:pt x="2283" y="128"/>
                      <a:pt x="1415" y="60"/>
                    </a:cubicBezTo>
                    <a:cubicBezTo>
                      <a:pt x="981" y="24"/>
                      <a:pt x="625" y="9"/>
                      <a:pt x="381" y="2"/>
                    </a:cubicBezTo>
                    <a:cubicBezTo>
                      <a:pt x="316" y="1"/>
                      <a:pt x="258" y="1"/>
                      <a:pt x="209"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4"/>
              <p:cNvSpPr/>
              <p:nvPr/>
            </p:nvSpPr>
            <p:spPr>
              <a:xfrm>
                <a:off x="4980013" y="3637507"/>
                <a:ext cx="211663" cy="535906"/>
              </a:xfrm>
              <a:custGeom>
                <a:avLst/>
                <a:gdLst/>
                <a:ahLst/>
                <a:cxnLst/>
                <a:rect l="l" t="t" r="r" b="b"/>
                <a:pathLst>
                  <a:path w="4768" h="12072" extrusionOk="0">
                    <a:moveTo>
                      <a:pt x="4764" y="0"/>
                    </a:moveTo>
                    <a:lnTo>
                      <a:pt x="4764" y="0"/>
                    </a:lnTo>
                    <a:cubicBezTo>
                      <a:pt x="4760" y="0"/>
                      <a:pt x="4739" y="40"/>
                      <a:pt x="4699" y="119"/>
                    </a:cubicBezTo>
                    <a:cubicBezTo>
                      <a:pt x="4656" y="209"/>
                      <a:pt x="4602" y="323"/>
                      <a:pt x="4538" y="460"/>
                    </a:cubicBezTo>
                    <a:cubicBezTo>
                      <a:pt x="4397" y="758"/>
                      <a:pt x="4208" y="1192"/>
                      <a:pt x="3981" y="1734"/>
                    </a:cubicBezTo>
                    <a:cubicBezTo>
                      <a:pt x="3526" y="2818"/>
                      <a:pt x="2944" y="4333"/>
                      <a:pt x="2323" y="6013"/>
                    </a:cubicBezTo>
                    <a:cubicBezTo>
                      <a:pt x="1702" y="7696"/>
                      <a:pt x="1132" y="9214"/>
                      <a:pt x="701" y="10306"/>
                    </a:cubicBezTo>
                    <a:cubicBezTo>
                      <a:pt x="489" y="10833"/>
                      <a:pt x="313" y="11271"/>
                      <a:pt x="184" y="11594"/>
                    </a:cubicBezTo>
                    <a:cubicBezTo>
                      <a:pt x="130" y="11734"/>
                      <a:pt x="83" y="11853"/>
                      <a:pt x="47" y="11946"/>
                    </a:cubicBezTo>
                    <a:cubicBezTo>
                      <a:pt x="15" y="12028"/>
                      <a:pt x="1" y="12072"/>
                      <a:pt x="4" y="12072"/>
                    </a:cubicBezTo>
                    <a:cubicBezTo>
                      <a:pt x="4" y="12072"/>
                      <a:pt x="5" y="12072"/>
                      <a:pt x="5" y="12072"/>
                    </a:cubicBezTo>
                    <a:cubicBezTo>
                      <a:pt x="14" y="12072"/>
                      <a:pt x="35" y="12032"/>
                      <a:pt x="69" y="11957"/>
                    </a:cubicBezTo>
                    <a:cubicBezTo>
                      <a:pt x="116" y="11866"/>
                      <a:pt x="169" y="11752"/>
                      <a:pt x="231" y="11616"/>
                    </a:cubicBezTo>
                    <a:cubicBezTo>
                      <a:pt x="370" y="11318"/>
                      <a:pt x="561" y="10884"/>
                      <a:pt x="791" y="10342"/>
                    </a:cubicBezTo>
                    <a:cubicBezTo>
                      <a:pt x="1246" y="9257"/>
                      <a:pt x="1828" y="7743"/>
                      <a:pt x="2449" y="6063"/>
                    </a:cubicBezTo>
                    <a:cubicBezTo>
                      <a:pt x="3070" y="4380"/>
                      <a:pt x="3637" y="2861"/>
                      <a:pt x="4071" y="1770"/>
                    </a:cubicBezTo>
                    <a:cubicBezTo>
                      <a:pt x="4283" y="1242"/>
                      <a:pt x="4455" y="805"/>
                      <a:pt x="4584" y="482"/>
                    </a:cubicBezTo>
                    <a:cubicBezTo>
                      <a:pt x="4642" y="341"/>
                      <a:pt x="4689" y="223"/>
                      <a:pt x="4725" y="129"/>
                    </a:cubicBezTo>
                    <a:cubicBezTo>
                      <a:pt x="4753" y="48"/>
                      <a:pt x="4768" y="5"/>
                      <a:pt x="4764"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4"/>
              <p:cNvSpPr/>
              <p:nvPr/>
            </p:nvSpPr>
            <p:spPr>
              <a:xfrm>
                <a:off x="4422677" y="3993702"/>
                <a:ext cx="557747" cy="179790"/>
              </a:xfrm>
              <a:custGeom>
                <a:avLst/>
                <a:gdLst/>
                <a:ahLst/>
                <a:cxnLst/>
                <a:rect l="l" t="t" r="r" b="b"/>
                <a:pathLst>
                  <a:path w="12564" h="4050" extrusionOk="0">
                    <a:moveTo>
                      <a:pt x="8" y="0"/>
                    </a:moveTo>
                    <a:cubicBezTo>
                      <a:pt x="3" y="0"/>
                      <a:pt x="1" y="1"/>
                      <a:pt x="0" y="2"/>
                    </a:cubicBezTo>
                    <a:cubicBezTo>
                      <a:pt x="0" y="6"/>
                      <a:pt x="43" y="24"/>
                      <a:pt x="126" y="52"/>
                    </a:cubicBezTo>
                    <a:cubicBezTo>
                      <a:pt x="227" y="85"/>
                      <a:pt x="345" y="125"/>
                      <a:pt x="492" y="175"/>
                    </a:cubicBezTo>
                    <a:cubicBezTo>
                      <a:pt x="830" y="286"/>
                      <a:pt x="1282" y="433"/>
                      <a:pt x="1834" y="612"/>
                    </a:cubicBezTo>
                    <a:cubicBezTo>
                      <a:pt x="2972" y="978"/>
                      <a:pt x="4534" y="1506"/>
                      <a:pt x="6260" y="2091"/>
                    </a:cubicBezTo>
                    <a:cubicBezTo>
                      <a:pt x="7987" y="2676"/>
                      <a:pt x="9555" y="3186"/>
                      <a:pt x="10700" y="3531"/>
                    </a:cubicBezTo>
                    <a:cubicBezTo>
                      <a:pt x="11271" y="3706"/>
                      <a:pt x="11734" y="3839"/>
                      <a:pt x="12057" y="3925"/>
                    </a:cubicBezTo>
                    <a:cubicBezTo>
                      <a:pt x="12204" y="3965"/>
                      <a:pt x="12330" y="3998"/>
                      <a:pt x="12430" y="4026"/>
                    </a:cubicBezTo>
                    <a:cubicBezTo>
                      <a:pt x="12495" y="4040"/>
                      <a:pt x="12538" y="4050"/>
                      <a:pt x="12553" y="4050"/>
                    </a:cubicBezTo>
                    <a:cubicBezTo>
                      <a:pt x="12557" y="4050"/>
                      <a:pt x="12559" y="4049"/>
                      <a:pt x="12559" y="4048"/>
                    </a:cubicBezTo>
                    <a:cubicBezTo>
                      <a:pt x="12563" y="4044"/>
                      <a:pt x="12520" y="4026"/>
                      <a:pt x="12438" y="3998"/>
                    </a:cubicBezTo>
                    <a:cubicBezTo>
                      <a:pt x="12337" y="3965"/>
                      <a:pt x="12219" y="3925"/>
                      <a:pt x="12072" y="3875"/>
                    </a:cubicBezTo>
                    <a:cubicBezTo>
                      <a:pt x="11734" y="3768"/>
                      <a:pt x="11282" y="3620"/>
                      <a:pt x="10725" y="3441"/>
                    </a:cubicBezTo>
                    <a:cubicBezTo>
                      <a:pt x="9591" y="3072"/>
                      <a:pt x="8030" y="2543"/>
                      <a:pt x="6303" y="1962"/>
                    </a:cubicBezTo>
                    <a:cubicBezTo>
                      <a:pt x="4577" y="1377"/>
                      <a:pt x="3008" y="864"/>
                      <a:pt x="1864" y="519"/>
                    </a:cubicBezTo>
                    <a:cubicBezTo>
                      <a:pt x="1292" y="347"/>
                      <a:pt x="830" y="211"/>
                      <a:pt x="507" y="125"/>
                    </a:cubicBezTo>
                    <a:cubicBezTo>
                      <a:pt x="356" y="85"/>
                      <a:pt x="234" y="52"/>
                      <a:pt x="133" y="27"/>
                    </a:cubicBezTo>
                    <a:cubicBezTo>
                      <a:pt x="65" y="10"/>
                      <a:pt x="23" y="0"/>
                      <a:pt x="8"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3" name="Google Shape;863;p34"/>
            <p:cNvSpPr/>
            <p:nvPr/>
          </p:nvSpPr>
          <p:spPr>
            <a:xfrm>
              <a:off x="5853639" y="2701250"/>
              <a:ext cx="365927" cy="41463"/>
            </a:xfrm>
            <a:custGeom>
              <a:avLst/>
              <a:gdLst/>
              <a:ahLst/>
              <a:cxnLst/>
              <a:rect l="l" t="t" r="r" b="b"/>
              <a:pathLst>
                <a:path w="8243" h="934" extrusionOk="0">
                  <a:moveTo>
                    <a:pt x="1" y="1"/>
                  </a:moveTo>
                  <a:lnTo>
                    <a:pt x="1" y="934"/>
                  </a:lnTo>
                  <a:lnTo>
                    <a:pt x="8242" y="934"/>
                  </a:lnTo>
                  <a:lnTo>
                    <a:pt x="8242"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4"/>
            <p:cNvSpPr/>
            <p:nvPr/>
          </p:nvSpPr>
          <p:spPr>
            <a:xfrm>
              <a:off x="5919915" y="2773786"/>
              <a:ext cx="233505" cy="39065"/>
            </a:xfrm>
            <a:custGeom>
              <a:avLst/>
              <a:gdLst/>
              <a:ahLst/>
              <a:cxnLst/>
              <a:rect l="l" t="t" r="r" b="b"/>
              <a:pathLst>
                <a:path w="5260" h="880" extrusionOk="0">
                  <a:moveTo>
                    <a:pt x="1" y="0"/>
                  </a:moveTo>
                  <a:lnTo>
                    <a:pt x="1" y="880"/>
                  </a:lnTo>
                  <a:lnTo>
                    <a:pt x="5260" y="880"/>
                  </a:lnTo>
                  <a:lnTo>
                    <a:pt x="5260"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5" name="Google Shape;865;p34"/>
            <p:cNvGrpSpPr/>
            <p:nvPr/>
          </p:nvGrpSpPr>
          <p:grpSpPr>
            <a:xfrm>
              <a:off x="4089562" y="596016"/>
              <a:ext cx="4545076" cy="4119899"/>
              <a:chOff x="4089562" y="596016"/>
              <a:chExt cx="4545076" cy="4119899"/>
            </a:xfrm>
          </p:grpSpPr>
          <p:grpSp>
            <p:nvGrpSpPr>
              <p:cNvPr id="866" name="Google Shape;866;p34"/>
              <p:cNvGrpSpPr/>
              <p:nvPr/>
            </p:nvGrpSpPr>
            <p:grpSpPr>
              <a:xfrm>
                <a:off x="6208458" y="4139123"/>
                <a:ext cx="623499" cy="576793"/>
                <a:chOff x="2681574" y="1237063"/>
                <a:chExt cx="340338" cy="314998"/>
              </a:xfrm>
            </p:grpSpPr>
            <p:sp>
              <p:nvSpPr>
                <p:cNvPr id="867" name="Google Shape;867;p34"/>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4"/>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4"/>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 name="Google Shape;871;p34"/>
              <p:cNvGrpSpPr/>
              <p:nvPr/>
            </p:nvGrpSpPr>
            <p:grpSpPr>
              <a:xfrm rot="756199">
                <a:off x="8106510" y="1414495"/>
                <a:ext cx="502396" cy="423275"/>
                <a:chOff x="2681574" y="1237063"/>
                <a:chExt cx="340338" cy="314998"/>
              </a:xfrm>
            </p:grpSpPr>
            <p:sp>
              <p:nvSpPr>
                <p:cNvPr id="872" name="Google Shape;872;p34"/>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4"/>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4"/>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4"/>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 name="Google Shape;876;p34"/>
              <p:cNvGrpSpPr/>
              <p:nvPr/>
            </p:nvGrpSpPr>
            <p:grpSpPr>
              <a:xfrm rot="4421280">
                <a:off x="4109838" y="1944564"/>
                <a:ext cx="569153" cy="479566"/>
                <a:chOff x="2681574" y="1237063"/>
                <a:chExt cx="340338" cy="314998"/>
              </a:xfrm>
            </p:grpSpPr>
            <p:sp>
              <p:nvSpPr>
                <p:cNvPr id="877" name="Google Shape;877;p34"/>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4"/>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4"/>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4"/>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 name="Google Shape;881;p34"/>
              <p:cNvGrpSpPr/>
              <p:nvPr/>
            </p:nvGrpSpPr>
            <p:grpSpPr>
              <a:xfrm>
                <a:off x="4980432" y="596016"/>
                <a:ext cx="773384" cy="715644"/>
                <a:chOff x="2681574" y="1237063"/>
                <a:chExt cx="340338" cy="314998"/>
              </a:xfrm>
            </p:grpSpPr>
            <p:sp>
              <p:nvSpPr>
                <p:cNvPr id="882" name="Google Shape;882;p34"/>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4"/>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4"/>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4"/>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86" name="Google Shape;886;p34"/>
            <p:cNvSpPr/>
            <p:nvPr/>
          </p:nvSpPr>
          <p:spPr>
            <a:xfrm>
              <a:off x="5593637" y="1744796"/>
              <a:ext cx="208467" cy="16114"/>
            </a:xfrm>
            <a:custGeom>
              <a:avLst/>
              <a:gdLst/>
              <a:ahLst/>
              <a:cxnLst/>
              <a:rect l="l" t="t" r="r" b="b"/>
              <a:pathLst>
                <a:path w="4696" h="363" extrusionOk="0">
                  <a:moveTo>
                    <a:pt x="0" y="1"/>
                  </a:moveTo>
                  <a:lnTo>
                    <a:pt x="0" y="362"/>
                  </a:lnTo>
                  <a:lnTo>
                    <a:pt x="4695" y="362"/>
                  </a:lnTo>
                  <a:lnTo>
                    <a:pt x="4695"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4"/>
            <p:cNvSpPr/>
            <p:nvPr/>
          </p:nvSpPr>
          <p:spPr>
            <a:xfrm>
              <a:off x="5634877" y="1773917"/>
              <a:ext cx="129449" cy="16026"/>
            </a:xfrm>
            <a:custGeom>
              <a:avLst/>
              <a:gdLst/>
              <a:ahLst/>
              <a:cxnLst/>
              <a:rect l="l" t="t" r="r" b="b"/>
              <a:pathLst>
                <a:path w="2916" h="361" extrusionOk="0">
                  <a:moveTo>
                    <a:pt x="1" y="1"/>
                  </a:moveTo>
                  <a:lnTo>
                    <a:pt x="1" y="360"/>
                  </a:lnTo>
                  <a:lnTo>
                    <a:pt x="2916" y="360"/>
                  </a:lnTo>
                  <a:lnTo>
                    <a:pt x="2916"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4"/>
            <p:cNvSpPr/>
            <p:nvPr/>
          </p:nvSpPr>
          <p:spPr>
            <a:xfrm>
              <a:off x="5899229" y="1639278"/>
              <a:ext cx="44" cy="44"/>
            </a:xfrm>
            <a:custGeom>
              <a:avLst/>
              <a:gdLst/>
              <a:ahLst/>
              <a:cxnLst/>
              <a:rect l="l" t="t" r="r" b="b"/>
              <a:pathLst>
                <a:path w="1" h="1" extrusionOk="0">
                  <a:moveTo>
                    <a:pt x="1" y="1"/>
                  </a:moveTo>
                  <a:lnTo>
                    <a:pt x="1" y="1"/>
                  </a:lnTo>
                  <a:lnTo>
                    <a:pt x="1" y="1"/>
                  </a:lnTo>
                  <a:lnTo>
                    <a:pt x="1" y="1"/>
                  </a:lnTo>
                  <a:close/>
                </a:path>
              </a:pathLst>
            </a:custGeom>
            <a:solidFill>
              <a:srgbClr val="9533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4"/>
            <p:cNvSpPr/>
            <p:nvPr/>
          </p:nvSpPr>
          <p:spPr>
            <a:xfrm>
              <a:off x="5851597" y="1694145"/>
              <a:ext cx="5283" cy="156173"/>
            </a:xfrm>
            <a:custGeom>
              <a:avLst/>
              <a:gdLst/>
              <a:ahLst/>
              <a:cxnLst/>
              <a:rect l="l" t="t" r="r" b="b"/>
              <a:pathLst>
                <a:path w="119" h="3518" extrusionOk="0">
                  <a:moveTo>
                    <a:pt x="58" y="0"/>
                  </a:moveTo>
                  <a:cubicBezTo>
                    <a:pt x="25" y="0"/>
                    <a:pt x="0" y="786"/>
                    <a:pt x="0" y="1758"/>
                  </a:cubicBezTo>
                  <a:cubicBezTo>
                    <a:pt x="0" y="2727"/>
                    <a:pt x="25" y="3517"/>
                    <a:pt x="58" y="3517"/>
                  </a:cubicBezTo>
                  <a:cubicBezTo>
                    <a:pt x="93" y="3517"/>
                    <a:pt x="118" y="2727"/>
                    <a:pt x="118" y="1758"/>
                  </a:cubicBezTo>
                  <a:cubicBezTo>
                    <a:pt x="118" y="786"/>
                    <a:pt x="93" y="0"/>
                    <a:pt x="58" y="0"/>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4"/>
            <p:cNvSpPr/>
            <p:nvPr/>
          </p:nvSpPr>
          <p:spPr>
            <a:xfrm>
              <a:off x="6073687" y="1706042"/>
              <a:ext cx="110937" cy="16159"/>
            </a:xfrm>
            <a:custGeom>
              <a:avLst/>
              <a:gdLst/>
              <a:ahLst/>
              <a:cxnLst/>
              <a:rect l="l" t="t" r="r" b="b"/>
              <a:pathLst>
                <a:path w="2499" h="364" extrusionOk="0">
                  <a:moveTo>
                    <a:pt x="1" y="1"/>
                  </a:moveTo>
                  <a:lnTo>
                    <a:pt x="1" y="364"/>
                  </a:lnTo>
                  <a:lnTo>
                    <a:pt x="2499" y="364"/>
                  </a:lnTo>
                  <a:lnTo>
                    <a:pt x="2499"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4"/>
            <p:cNvSpPr/>
            <p:nvPr/>
          </p:nvSpPr>
          <p:spPr>
            <a:xfrm>
              <a:off x="6095528" y="1735252"/>
              <a:ext cx="69030" cy="16070"/>
            </a:xfrm>
            <a:custGeom>
              <a:avLst/>
              <a:gdLst/>
              <a:ahLst/>
              <a:cxnLst/>
              <a:rect l="l" t="t" r="r" b="b"/>
              <a:pathLst>
                <a:path w="1555" h="362" extrusionOk="0">
                  <a:moveTo>
                    <a:pt x="1" y="0"/>
                  </a:moveTo>
                  <a:lnTo>
                    <a:pt x="1" y="362"/>
                  </a:lnTo>
                  <a:lnTo>
                    <a:pt x="1555" y="362"/>
                  </a:lnTo>
                  <a:lnTo>
                    <a:pt x="1555"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4"/>
            <p:cNvSpPr/>
            <p:nvPr/>
          </p:nvSpPr>
          <p:spPr>
            <a:xfrm>
              <a:off x="6242775" y="1608381"/>
              <a:ext cx="5283" cy="241939"/>
            </a:xfrm>
            <a:custGeom>
              <a:avLst/>
              <a:gdLst/>
              <a:ahLst/>
              <a:cxnLst/>
              <a:rect l="l" t="t" r="r" b="b"/>
              <a:pathLst>
                <a:path w="119" h="5450" extrusionOk="0">
                  <a:moveTo>
                    <a:pt x="61" y="1"/>
                  </a:moveTo>
                  <a:cubicBezTo>
                    <a:pt x="28" y="1"/>
                    <a:pt x="0" y="1221"/>
                    <a:pt x="0" y="2725"/>
                  </a:cubicBezTo>
                  <a:cubicBezTo>
                    <a:pt x="0" y="4229"/>
                    <a:pt x="28" y="5449"/>
                    <a:pt x="61" y="5449"/>
                  </a:cubicBezTo>
                  <a:cubicBezTo>
                    <a:pt x="93" y="5449"/>
                    <a:pt x="119" y="4229"/>
                    <a:pt x="119" y="2725"/>
                  </a:cubicBezTo>
                  <a:cubicBezTo>
                    <a:pt x="119" y="1221"/>
                    <a:pt x="93" y="1"/>
                    <a:pt x="61" y="1"/>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4"/>
            <p:cNvSpPr/>
            <p:nvPr/>
          </p:nvSpPr>
          <p:spPr>
            <a:xfrm>
              <a:off x="6841350" y="964486"/>
              <a:ext cx="113023" cy="113068"/>
            </a:xfrm>
            <a:custGeom>
              <a:avLst/>
              <a:gdLst/>
              <a:ahLst/>
              <a:cxnLst/>
              <a:rect l="l" t="t" r="r" b="b"/>
              <a:pathLst>
                <a:path w="2546" h="2547" extrusionOk="0">
                  <a:moveTo>
                    <a:pt x="1275" y="1"/>
                  </a:moveTo>
                  <a:lnTo>
                    <a:pt x="823" y="824"/>
                  </a:lnTo>
                  <a:lnTo>
                    <a:pt x="1" y="1276"/>
                  </a:lnTo>
                  <a:lnTo>
                    <a:pt x="823" y="1724"/>
                  </a:lnTo>
                  <a:lnTo>
                    <a:pt x="1275" y="2546"/>
                  </a:lnTo>
                  <a:lnTo>
                    <a:pt x="1724" y="1724"/>
                  </a:lnTo>
                  <a:lnTo>
                    <a:pt x="2546" y="1276"/>
                  </a:lnTo>
                  <a:lnTo>
                    <a:pt x="1724" y="824"/>
                  </a:lnTo>
                  <a:lnTo>
                    <a:pt x="127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4"/>
            <p:cNvSpPr/>
            <p:nvPr/>
          </p:nvSpPr>
          <p:spPr>
            <a:xfrm>
              <a:off x="5132542" y="1904471"/>
              <a:ext cx="113156" cy="112979"/>
            </a:xfrm>
            <a:custGeom>
              <a:avLst/>
              <a:gdLst/>
              <a:ahLst/>
              <a:cxnLst/>
              <a:rect l="l" t="t" r="r" b="b"/>
              <a:pathLst>
                <a:path w="2549" h="2545" extrusionOk="0">
                  <a:moveTo>
                    <a:pt x="1274" y="0"/>
                  </a:moveTo>
                  <a:lnTo>
                    <a:pt x="825" y="822"/>
                  </a:lnTo>
                  <a:lnTo>
                    <a:pt x="0" y="1271"/>
                  </a:lnTo>
                  <a:lnTo>
                    <a:pt x="825" y="1723"/>
                  </a:lnTo>
                  <a:lnTo>
                    <a:pt x="1274" y="2545"/>
                  </a:lnTo>
                  <a:lnTo>
                    <a:pt x="1723" y="1723"/>
                  </a:lnTo>
                  <a:lnTo>
                    <a:pt x="2548" y="1271"/>
                  </a:lnTo>
                  <a:lnTo>
                    <a:pt x="1723" y="822"/>
                  </a:lnTo>
                  <a:lnTo>
                    <a:pt x="1274"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4"/>
            <p:cNvSpPr/>
            <p:nvPr/>
          </p:nvSpPr>
          <p:spPr>
            <a:xfrm>
              <a:off x="7008840" y="1119367"/>
              <a:ext cx="69519" cy="69519"/>
            </a:xfrm>
            <a:custGeom>
              <a:avLst/>
              <a:gdLst/>
              <a:ahLst/>
              <a:cxnLst/>
              <a:rect l="l" t="t" r="r" b="b"/>
              <a:pathLst>
                <a:path w="1566" h="1566" extrusionOk="0">
                  <a:moveTo>
                    <a:pt x="783" y="1"/>
                  </a:moveTo>
                  <a:lnTo>
                    <a:pt x="507" y="507"/>
                  </a:lnTo>
                  <a:lnTo>
                    <a:pt x="0" y="784"/>
                  </a:lnTo>
                  <a:lnTo>
                    <a:pt x="507" y="1060"/>
                  </a:lnTo>
                  <a:lnTo>
                    <a:pt x="783" y="1566"/>
                  </a:lnTo>
                  <a:lnTo>
                    <a:pt x="1060" y="1060"/>
                  </a:lnTo>
                  <a:lnTo>
                    <a:pt x="1565" y="784"/>
                  </a:lnTo>
                  <a:lnTo>
                    <a:pt x="1060" y="507"/>
                  </a:lnTo>
                  <a:lnTo>
                    <a:pt x="783"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4"/>
            <p:cNvSpPr/>
            <p:nvPr/>
          </p:nvSpPr>
          <p:spPr>
            <a:xfrm>
              <a:off x="5044736" y="1694456"/>
              <a:ext cx="69519" cy="69297"/>
            </a:xfrm>
            <a:custGeom>
              <a:avLst/>
              <a:gdLst/>
              <a:ahLst/>
              <a:cxnLst/>
              <a:rect l="l" t="t" r="r" b="b"/>
              <a:pathLst>
                <a:path w="1566" h="1561" extrusionOk="0">
                  <a:moveTo>
                    <a:pt x="782" y="0"/>
                  </a:moveTo>
                  <a:lnTo>
                    <a:pt x="506" y="506"/>
                  </a:lnTo>
                  <a:lnTo>
                    <a:pt x="0" y="782"/>
                  </a:lnTo>
                  <a:lnTo>
                    <a:pt x="506" y="1059"/>
                  </a:lnTo>
                  <a:lnTo>
                    <a:pt x="782" y="1561"/>
                  </a:lnTo>
                  <a:lnTo>
                    <a:pt x="1059" y="1059"/>
                  </a:lnTo>
                  <a:lnTo>
                    <a:pt x="1565" y="782"/>
                  </a:lnTo>
                  <a:lnTo>
                    <a:pt x="1059" y="506"/>
                  </a:lnTo>
                  <a:lnTo>
                    <a:pt x="782"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7" name="Google Shape;897;p34"/>
            <p:cNvGrpSpPr/>
            <p:nvPr/>
          </p:nvGrpSpPr>
          <p:grpSpPr>
            <a:xfrm>
              <a:off x="5310641" y="1002130"/>
              <a:ext cx="1577976" cy="3213440"/>
              <a:chOff x="5310641" y="1002130"/>
              <a:chExt cx="1577976" cy="3213440"/>
            </a:xfrm>
          </p:grpSpPr>
          <p:sp>
            <p:nvSpPr>
              <p:cNvPr id="898" name="Google Shape;898;p34"/>
              <p:cNvSpPr/>
              <p:nvPr/>
            </p:nvSpPr>
            <p:spPr>
              <a:xfrm>
                <a:off x="5310641" y="1002130"/>
                <a:ext cx="1577976" cy="3213440"/>
              </a:xfrm>
              <a:custGeom>
                <a:avLst/>
                <a:gdLst/>
                <a:ahLst/>
                <a:cxnLst/>
                <a:rect l="l" t="t" r="r" b="b"/>
                <a:pathLst>
                  <a:path w="35546" h="72387" extrusionOk="0">
                    <a:moveTo>
                      <a:pt x="5629" y="1"/>
                    </a:moveTo>
                    <a:cubicBezTo>
                      <a:pt x="2681" y="1"/>
                      <a:pt x="287" y="2380"/>
                      <a:pt x="274" y="5330"/>
                    </a:cubicBezTo>
                    <a:lnTo>
                      <a:pt x="15" y="66898"/>
                    </a:lnTo>
                    <a:cubicBezTo>
                      <a:pt x="1" y="69852"/>
                      <a:pt x="2388" y="72257"/>
                      <a:pt x="5338" y="72272"/>
                    </a:cubicBezTo>
                    <a:lnTo>
                      <a:pt x="29899" y="72386"/>
                    </a:lnTo>
                    <a:cubicBezTo>
                      <a:pt x="29906" y="72386"/>
                      <a:pt x="29912" y="72386"/>
                      <a:pt x="29918" y="72386"/>
                    </a:cubicBezTo>
                    <a:cubicBezTo>
                      <a:pt x="32864" y="72386"/>
                      <a:pt x="35262" y="70007"/>
                      <a:pt x="35273" y="67060"/>
                    </a:cubicBezTo>
                    <a:lnTo>
                      <a:pt x="35535" y="5489"/>
                    </a:lnTo>
                    <a:cubicBezTo>
                      <a:pt x="35546" y="2534"/>
                      <a:pt x="33162" y="130"/>
                      <a:pt x="30209" y="115"/>
                    </a:cubicBezTo>
                    <a:lnTo>
                      <a:pt x="5650" y="1"/>
                    </a:lnTo>
                    <a:cubicBezTo>
                      <a:pt x="5643" y="1"/>
                      <a:pt x="5636" y="1"/>
                      <a:pt x="562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9" name="Google Shape;899;p34"/>
              <p:cNvGrpSpPr/>
              <p:nvPr/>
            </p:nvGrpSpPr>
            <p:grpSpPr>
              <a:xfrm>
                <a:off x="5383310" y="1096639"/>
                <a:ext cx="1432812" cy="3005461"/>
                <a:chOff x="5383310" y="1096639"/>
                <a:chExt cx="1432812" cy="3005461"/>
              </a:xfrm>
            </p:grpSpPr>
            <p:sp>
              <p:nvSpPr>
                <p:cNvPr id="900" name="Google Shape;900;p34"/>
                <p:cNvSpPr/>
                <p:nvPr/>
              </p:nvSpPr>
              <p:spPr>
                <a:xfrm>
                  <a:off x="5383310" y="1096639"/>
                  <a:ext cx="1432812" cy="3005461"/>
                </a:xfrm>
                <a:custGeom>
                  <a:avLst/>
                  <a:gdLst/>
                  <a:ahLst/>
                  <a:cxnLst/>
                  <a:rect l="l" t="t" r="r" b="b"/>
                  <a:pathLst>
                    <a:path w="32276" h="67702" extrusionOk="0">
                      <a:moveTo>
                        <a:pt x="4007" y="0"/>
                      </a:moveTo>
                      <a:cubicBezTo>
                        <a:pt x="1945" y="0"/>
                        <a:pt x="270" y="1665"/>
                        <a:pt x="262" y="3729"/>
                      </a:cubicBezTo>
                      <a:lnTo>
                        <a:pt x="7" y="63825"/>
                      </a:lnTo>
                      <a:cubicBezTo>
                        <a:pt x="0" y="65896"/>
                        <a:pt x="1670" y="67580"/>
                        <a:pt x="3737" y="67587"/>
                      </a:cubicBezTo>
                      <a:lnTo>
                        <a:pt x="28248" y="67701"/>
                      </a:lnTo>
                      <a:cubicBezTo>
                        <a:pt x="28255" y="67701"/>
                        <a:pt x="28262" y="67701"/>
                        <a:pt x="28269" y="67701"/>
                      </a:cubicBezTo>
                      <a:cubicBezTo>
                        <a:pt x="30327" y="67701"/>
                        <a:pt x="32003" y="66033"/>
                        <a:pt x="32009" y="63972"/>
                      </a:cubicBezTo>
                      <a:lnTo>
                        <a:pt x="32264" y="3872"/>
                      </a:lnTo>
                      <a:cubicBezTo>
                        <a:pt x="32276" y="1805"/>
                        <a:pt x="30606" y="122"/>
                        <a:pt x="28535" y="111"/>
                      </a:cubicBezTo>
                      <a:lnTo>
                        <a:pt x="23776" y="90"/>
                      </a:lnTo>
                      <a:cubicBezTo>
                        <a:pt x="23774" y="90"/>
                        <a:pt x="23772" y="90"/>
                        <a:pt x="23770" y="90"/>
                      </a:cubicBezTo>
                      <a:cubicBezTo>
                        <a:pt x="23133" y="90"/>
                        <a:pt x="22616" y="627"/>
                        <a:pt x="22613" y="1292"/>
                      </a:cubicBezTo>
                      <a:lnTo>
                        <a:pt x="22610" y="2157"/>
                      </a:lnTo>
                      <a:cubicBezTo>
                        <a:pt x="22606" y="2823"/>
                        <a:pt x="22089" y="3360"/>
                        <a:pt x="21456" y="3360"/>
                      </a:cubicBezTo>
                      <a:cubicBezTo>
                        <a:pt x="21454" y="3360"/>
                        <a:pt x="21452" y="3360"/>
                        <a:pt x="21450" y="3360"/>
                      </a:cubicBezTo>
                      <a:lnTo>
                        <a:pt x="12168" y="3317"/>
                      </a:lnTo>
                      <a:cubicBezTo>
                        <a:pt x="11529" y="3312"/>
                        <a:pt x="11012" y="2771"/>
                        <a:pt x="11016" y="2103"/>
                      </a:cubicBezTo>
                      <a:lnTo>
                        <a:pt x="11020" y="1238"/>
                      </a:lnTo>
                      <a:cubicBezTo>
                        <a:pt x="11023" y="570"/>
                        <a:pt x="10506" y="29"/>
                        <a:pt x="9867" y="25"/>
                      </a:cubicBezTo>
                      <a:lnTo>
                        <a:pt x="8195" y="17"/>
                      </a:lnTo>
                      <a:lnTo>
                        <a:pt x="4028" y="0"/>
                      </a:lnTo>
                      <a:cubicBezTo>
                        <a:pt x="4021" y="0"/>
                        <a:pt x="4014" y="0"/>
                        <a:pt x="40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1" name="Google Shape;901;p34"/>
                <p:cNvGrpSpPr/>
                <p:nvPr/>
              </p:nvGrpSpPr>
              <p:grpSpPr>
                <a:xfrm>
                  <a:off x="5702130" y="2232834"/>
                  <a:ext cx="834668" cy="863168"/>
                  <a:chOff x="5702130" y="2232834"/>
                  <a:chExt cx="834668" cy="863168"/>
                </a:xfrm>
              </p:grpSpPr>
              <p:sp>
                <p:nvSpPr>
                  <p:cNvPr id="902" name="Google Shape;902;p34"/>
                  <p:cNvSpPr/>
                  <p:nvPr/>
                </p:nvSpPr>
                <p:spPr>
                  <a:xfrm>
                    <a:off x="5702130" y="2421008"/>
                    <a:ext cx="700647" cy="674988"/>
                  </a:xfrm>
                  <a:custGeom>
                    <a:avLst/>
                    <a:gdLst/>
                    <a:ahLst/>
                    <a:cxnLst/>
                    <a:rect l="l" t="t" r="r" b="b"/>
                    <a:pathLst>
                      <a:path w="15783" h="15205" extrusionOk="0">
                        <a:moveTo>
                          <a:pt x="1" y="0"/>
                        </a:moveTo>
                        <a:lnTo>
                          <a:pt x="1" y="15205"/>
                        </a:lnTo>
                        <a:lnTo>
                          <a:pt x="15782" y="15205"/>
                        </a:lnTo>
                        <a:lnTo>
                          <a:pt x="15782"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4"/>
                  <p:cNvSpPr/>
                  <p:nvPr/>
                </p:nvSpPr>
                <p:spPr>
                  <a:xfrm>
                    <a:off x="5702130" y="2232834"/>
                    <a:ext cx="834668" cy="188224"/>
                  </a:xfrm>
                  <a:custGeom>
                    <a:avLst/>
                    <a:gdLst/>
                    <a:ahLst/>
                    <a:cxnLst/>
                    <a:rect l="l" t="t" r="r" b="b"/>
                    <a:pathLst>
                      <a:path w="18802" h="4240" extrusionOk="0">
                        <a:moveTo>
                          <a:pt x="4351" y="0"/>
                        </a:moveTo>
                        <a:lnTo>
                          <a:pt x="1" y="4239"/>
                        </a:lnTo>
                        <a:lnTo>
                          <a:pt x="15782" y="4239"/>
                        </a:lnTo>
                        <a:lnTo>
                          <a:pt x="18802"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4"/>
                  <p:cNvSpPr/>
                  <p:nvPr/>
                </p:nvSpPr>
                <p:spPr>
                  <a:xfrm>
                    <a:off x="6402718" y="2232834"/>
                    <a:ext cx="134065" cy="863168"/>
                  </a:xfrm>
                  <a:custGeom>
                    <a:avLst/>
                    <a:gdLst/>
                    <a:ahLst/>
                    <a:cxnLst/>
                    <a:rect l="l" t="t" r="r" b="b"/>
                    <a:pathLst>
                      <a:path w="3020" h="19444" extrusionOk="0">
                        <a:moveTo>
                          <a:pt x="3020" y="0"/>
                        </a:moveTo>
                        <a:lnTo>
                          <a:pt x="0" y="4239"/>
                        </a:lnTo>
                        <a:lnTo>
                          <a:pt x="0" y="19444"/>
                        </a:lnTo>
                        <a:lnTo>
                          <a:pt x="3020" y="15147"/>
                        </a:lnTo>
                        <a:lnTo>
                          <a:pt x="3020" y="0"/>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4"/>
                  <p:cNvSpPr/>
                  <p:nvPr/>
                </p:nvSpPr>
                <p:spPr>
                  <a:xfrm>
                    <a:off x="5853639" y="2701250"/>
                    <a:ext cx="365927" cy="41463"/>
                  </a:xfrm>
                  <a:custGeom>
                    <a:avLst/>
                    <a:gdLst/>
                    <a:ahLst/>
                    <a:cxnLst/>
                    <a:rect l="l" t="t" r="r" b="b"/>
                    <a:pathLst>
                      <a:path w="8243" h="934" extrusionOk="0">
                        <a:moveTo>
                          <a:pt x="1" y="1"/>
                        </a:moveTo>
                        <a:lnTo>
                          <a:pt x="1" y="934"/>
                        </a:lnTo>
                        <a:lnTo>
                          <a:pt x="8242" y="934"/>
                        </a:lnTo>
                        <a:lnTo>
                          <a:pt x="8242"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4"/>
                  <p:cNvSpPr/>
                  <p:nvPr/>
                </p:nvSpPr>
                <p:spPr>
                  <a:xfrm>
                    <a:off x="5919915" y="2773786"/>
                    <a:ext cx="233505" cy="39065"/>
                  </a:xfrm>
                  <a:custGeom>
                    <a:avLst/>
                    <a:gdLst/>
                    <a:ahLst/>
                    <a:cxnLst/>
                    <a:rect l="l" t="t" r="r" b="b"/>
                    <a:pathLst>
                      <a:path w="5260" h="880" extrusionOk="0">
                        <a:moveTo>
                          <a:pt x="1" y="0"/>
                        </a:moveTo>
                        <a:lnTo>
                          <a:pt x="1" y="880"/>
                        </a:lnTo>
                        <a:lnTo>
                          <a:pt x="5260" y="880"/>
                        </a:lnTo>
                        <a:lnTo>
                          <a:pt x="5260"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34"/>
                <p:cNvGrpSpPr/>
                <p:nvPr/>
              </p:nvGrpSpPr>
              <p:grpSpPr>
                <a:xfrm>
                  <a:off x="5632169" y="2098772"/>
                  <a:ext cx="214194" cy="214460"/>
                  <a:chOff x="5632169" y="2098772"/>
                  <a:chExt cx="214194" cy="214460"/>
                </a:xfrm>
              </p:grpSpPr>
              <p:sp>
                <p:nvSpPr>
                  <p:cNvPr id="908" name="Google Shape;908;p34"/>
                  <p:cNvSpPr/>
                  <p:nvPr/>
                </p:nvSpPr>
                <p:spPr>
                  <a:xfrm>
                    <a:off x="5632169" y="2098772"/>
                    <a:ext cx="214194" cy="214460"/>
                  </a:xfrm>
                  <a:custGeom>
                    <a:avLst/>
                    <a:gdLst/>
                    <a:ahLst/>
                    <a:cxnLst/>
                    <a:rect l="l" t="t" r="r" b="b"/>
                    <a:pathLst>
                      <a:path w="4825" h="4831" extrusionOk="0">
                        <a:moveTo>
                          <a:pt x="2434" y="102"/>
                        </a:moveTo>
                        <a:cubicBezTo>
                          <a:pt x="2579" y="102"/>
                          <a:pt x="2720" y="115"/>
                          <a:pt x="2854" y="138"/>
                        </a:cubicBezTo>
                        <a:cubicBezTo>
                          <a:pt x="3239" y="206"/>
                          <a:pt x="3572" y="371"/>
                          <a:pt x="3834" y="569"/>
                        </a:cubicBezTo>
                        <a:cubicBezTo>
                          <a:pt x="4369" y="967"/>
                          <a:pt x="4606" y="1488"/>
                          <a:pt x="4700" y="1843"/>
                        </a:cubicBezTo>
                        <a:cubicBezTo>
                          <a:pt x="4792" y="2202"/>
                          <a:pt x="4778" y="2414"/>
                          <a:pt x="4796" y="2414"/>
                        </a:cubicBezTo>
                        <a:lnTo>
                          <a:pt x="4796" y="2414"/>
                        </a:lnTo>
                        <a:cubicBezTo>
                          <a:pt x="4778" y="2417"/>
                          <a:pt x="4792" y="2629"/>
                          <a:pt x="4700" y="2988"/>
                        </a:cubicBezTo>
                        <a:cubicBezTo>
                          <a:pt x="4606" y="3343"/>
                          <a:pt x="4369" y="3860"/>
                          <a:pt x="3834" y="4262"/>
                        </a:cubicBezTo>
                        <a:cubicBezTo>
                          <a:pt x="3572" y="4460"/>
                          <a:pt x="3239" y="4625"/>
                          <a:pt x="2854" y="4693"/>
                        </a:cubicBezTo>
                        <a:cubicBezTo>
                          <a:pt x="2720" y="4716"/>
                          <a:pt x="2579" y="4729"/>
                          <a:pt x="2434" y="4729"/>
                        </a:cubicBezTo>
                        <a:cubicBezTo>
                          <a:pt x="2173" y="4729"/>
                          <a:pt x="1902" y="4687"/>
                          <a:pt x="1642" y="4585"/>
                        </a:cubicBezTo>
                        <a:cubicBezTo>
                          <a:pt x="1437" y="4517"/>
                          <a:pt x="1239" y="4405"/>
                          <a:pt x="1056" y="4269"/>
                        </a:cubicBezTo>
                        <a:cubicBezTo>
                          <a:pt x="873" y="4137"/>
                          <a:pt x="704" y="3971"/>
                          <a:pt x="568" y="3781"/>
                        </a:cubicBezTo>
                        <a:cubicBezTo>
                          <a:pt x="285" y="3401"/>
                          <a:pt x="126" y="2916"/>
                          <a:pt x="119" y="2414"/>
                        </a:cubicBezTo>
                        <a:cubicBezTo>
                          <a:pt x="126" y="1915"/>
                          <a:pt x="285" y="1430"/>
                          <a:pt x="568" y="1050"/>
                        </a:cubicBezTo>
                        <a:cubicBezTo>
                          <a:pt x="708" y="860"/>
                          <a:pt x="873" y="694"/>
                          <a:pt x="1056" y="558"/>
                        </a:cubicBezTo>
                        <a:cubicBezTo>
                          <a:pt x="1239" y="426"/>
                          <a:pt x="1437" y="314"/>
                          <a:pt x="1642" y="245"/>
                        </a:cubicBezTo>
                        <a:cubicBezTo>
                          <a:pt x="1902" y="144"/>
                          <a:pt x="2173" y="102"/>
                          <a:pt x="2434" y="102"/>
                        </a:cubicBezTo>
                        <a:close/>
                        <a:moveTo>
                          <a:pt x="2406" y="1"/>
                        </a:moveTo>
                        <a:cubicBezTo>
                          <a:pt x="2143" y="1"/>
                          <a:pt x="1870" y="41"/>
                          <a:pt x="1602" y="141"/>
                        </a:cubicBezTo>
                        <a:cubicBezTo>
                          <a:pt x="1387" y="214"/>
                          <a:pt x="1182" y="328"/>
                          <a:pt x="988" y="469"/>
                        </a:cubicBezTo>
                        <a:cubicBezTo>
                          <a:pt x="797" y="608"/>
                          <a:pt x="622" y="780"/>
                          <a:pt x="474" y="981"/>
                        </a:cubicBezTo>
                        <a:cubicBezTo>
                          <a:pt x="177" y="1377"/>
                          <a:pt x="8" y="1890"/>
                          <a:pt x="1" y="2414"/>
                        </a:cubicBezTo>
                        <a:cubicBezTo>
                          <a:pt x="8" y="2941"/>
                          <a:pt x="177" y="3451"/>
                          <a:pt x="474" y="3850"/>
                        </a:cubicBezTo>
                        <a:cubicBezTo>
                          <a:pt x="622" y="4050"/>
                          <a:pt x="794" y="4223"/>
                          <a:pt x="988" y="4362"/>
                        </a:cubicBezTo>
                        <a:cubicBezTo>
                          <a:pt x="1182" y="4503"/>
                          <a:pt x="1387" y="4617"/>
                          <a:pt x="1602" y="4690"/>
                        </a:cubicBezTo>
                        <a:cubicBezTo>
                          <a:pt x="1870" y="4790"/>
                          <a:pt x="2143" y="4830"/>
                          <a:pt x="2406" y="4830"/>
                        </a:cubicBezTo>
                        <a:cubicBezTo>
                          <a:pt x="2566" y="4830"/>
                          <a:pt x="2723" y="4815"/>
                          <a:pt x="2873" y="4790"/>
                        </a:cubicBezTo>
                        <a:cubicBezTo>
                          <a:pt x="3271" y="4715"/>
                          <a:pt x="3615" y="4539"/>
                          <a:pt x="3885" y="4330"/>
                        </a:cubicBezTo>
                        <a:cubicBezTo>
                          <a:pt x="4430" y="3907"/>
                          <a:pt x="4663" y="3365"/>
                          <a:pt x="4743" y="2999"/>
                        </a:cubicBezTo>
                        <a:cubicBezTo>
                          <a:pt x="4825" y="2626"/>
                          <a:pt x="4796" y="2414"/>
                          <a:pt x="4796" y="2414"/>
                        </a:cubicBezTo>
                        <a:cubicBezTo>
                          <a:pt x="4796" y="2414"/>
                          <a:pt x="4825" y="2205"/>
                          <a:pt x="4743" y="1832"/>
                        </a:cubicBezTo>
                        <a:cubicBezTo>
                          <a:pt x="4663" y="1466"/>
                          <a:pt x="4430" y="924"/>
                          <a:pt x="3885" y="500"/>
                        </a:cubicBezTo>
                        <a:cubicBezTo>
                          <a:pt x="3615" y="292"/>
                          <a:pt x="3271" y="116"/>
                          <a:pt x="2873" y="41"/>
                        </a:cubicBezTo>
                        <a:cubicBezTo>
                          <a:pt x="2723" y="16"/>
                          <a:pt x="2566" y="1"/>
                          <a:pt x="2406"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4"/>
                  <p:cNvSpPr/>
                  <p:nvPr/>
                </p:nvSpPr>
                <p:spPr>
                  <a:xfrm>
                    <a:off x="5692897" y="2167179"/>
                    <a:ext cx="96287" cy="91671"/>
                  </a:xfrm>
                  <a:custGeom>
                    <a:avLst/>
                    <a:gdLst/>
                    <a:ahLst/>
                    <a:cxnLst/>
                    <a:rect l="l" t="t" r="r" b="b"/>
                    <a:pathLst>
                      <a:path w="2169" h="2065" extrusionOk="0">
                        <a:moveTo>
                          <a:pt x="460" y="129"/>
                        </a:moveTo>
                        <a:cubicBezTo>
                          <a:pt x="650" y="129"/>
                          <a:pt x="776" y="288"/>
                          <a:pt x="776" y="553"/>
                        </a:cubicBezTo>
                        <a:cubicBezTo>
                          <a:pt x="776" y="815"/>
                          <a:pt x="650" y="973"/>
                          <a:pt x="460" y="973"/>
                        </a:cubicBezTo>
                        <a:cubicBezTo>
                          <a:pt x="269" y="973"/>
                          <a:pt x="148" y="815"/>
                          <a:pt x="148" y="553"/>
                        </a:cubicBezTo>
                        <a:cubicBezTo>
                          <a:pt x="148" y="291"/>
                          <a:pt x="269" y="129"/>
                          <a:pt x="460" y="129"/>
                        </a:cubicBezTo>
                        <a:close/>
                        <a:moveTo>
                          <a:pt x="460" y="0"/>
                        </a:moveTo>
                        <a:cubicBezTo>
                          <a:pt x="187" y="0"/>
                          <a:pt x="0" y="220"/>
                          <a:pt x="0" y="553"/>
                        </a:cubicBezTo>
                        <a:cubicBezTo>
                          <a:pt x="0" y="883"/>
                          <a:pt x="187" y="1106"/>
                          <a:pt x="460" y="1106"/>
                        </a:cubicBezTo>
                        <a:cubicBezTo>
                          <a:pt x="733" y="1106"/>
                          <a:pt x="920" y="887"/>
                          <a:pt x="920" y="553"/>
                        </a:cubicBezTo>
                        <a:cubicBezTo>
                          <a:pt x="920" y="215"/>
                          <a:pt x="733" y="0"/>
                          <a:pt x="460" y="0"/>
                        </a:cubicBezTo>
                        <a:close/>
                        <a:moveTo>
                          <a:pt x="1709" y="1092"/>
                        </a:moveTo>
                        <a:cubicBezTo>
                          <a:pt x="1903" y="1092"/>
                          <a:pt x="2025" y="1249"/>
                          <a:pt x="2025" y="1512"/>
                        </a:cubicBezTo>
                        <a:cubicBezTo>
                          <a:pt x="2025" y="1774"/>
                          <a:pt x="1903" y="1935"/>
                          <a:pt x="1709" y="1935"/>
                        </a:cubicBezTo>
                        <a:cubicBezTo>
                          <a:pt x="1518" y="1935"/>
                          <a:pt x="1393" y="1777"/>
                          <a:pt x="1393" y="1512"/>
                        </a:cubicBezTo>
                        <a:cubicBezTo>
                          <a:pt x="1393" y="1249"/>
                          <a:pt x="1518" y="1092"/>
                          <a:pt x="1709" y="1092"/>
                        </a:cubicBezTo>
                        <a:close/>
                        <a:moveTo>
                          <a:pt x="1695" y="15"/>
                        </a:moveTo>
                        <a:lnTo>
                          <a:pt x="302" y="2050"/>
                        </a:lnTo>
                        <a:lnTo>
                          <a:pt x="474" y="2050"/>
                        </a:lnTo>
                        <a:lnTo>
                          <a:pt x="1867" y="15"/>
                        </a:lnTo>
                        <a:close/>
                        <a:moveTo>
                          <a:pt x="1709" y="959"/>
                        </a:moveTo>
                        <a:cubicBezTo>
                          <a:pt x="1440" y="959"/>
                          <a:pt x="1250" y="1181"/>
                          <a:pt x="1250" y="1512"/>
                        </a:cubicBezTo>
                        <a:cubicBezTo>
                          <a:pt x="1250" y="1845"/>
                          <a:pt x="1440" y="2064"/>
                          <a:pt x="1709" y="2064"/>
                        </a:cubicBezTo>
                        <a:cubicBezTo>
                          <a:pt x="1982" y="2064"/>
                          <a:pt x="2169" y="1845"/>
                          <a:pt x="2169" y="1512"/>
                        </a:cubicBezTo>
                        <a:cubicBezTo>
                          <a:pt x="2169" y="1181"/>
                          <a:pt x="1982" y="959"/>
                          <a:pt x="1709" y="959"/>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0" name="Google Shape;910;p34"/>
                <p:cNvGrpSpPr/>
                <p:nvPr/>
              </p:nvGrpSpPr>
              <p:grpSpPr>
                <a:xfrm>
                  <a:off x="5652722" y="3247130"/>
                  <a:ext cx="850898" cy="113512"/>
                  <a:chOff x="5652722" y="3247130"/>
                  <a:chExt cx="850898" cy="113512"/>
                </a:xfrm>
              </p:grpSpPr>
              <p:sp>
                <p:nvSpPr>
                  <p:cNvPr id="911" name="Google Shape;911;p34"/>
                  <p:cNvSpPr/>
                  <p:nvPr/>
                </p:nvSpPr>
                <p:spPr>
                  <a:xfrm>
                    <a:off x="6426023" y="3250814"/>
                    <a:ext cx="36979" cy="46257"/>
                  </a:xfrm>
                  <a:custGeom>
                    <a:avLst/>
                    <a:gdLst/>
                    <a:ahLst/>
                    <a:cxnLst/>
                    <a:rect l="l" t="t" r="r" b="b"/>
                    <a:pathLst>
                      <a:path w="833" h="1042" extrusionOk="0">
                        <a:moveTo>
                          <a:pt x="395" y="176"/>
                        </a:moveTo>
                        <a:cubicBezTo>
                          <a:pt x="506" y="176"/>
                          <a:pt x="570" y="237"/>
                          <a:pt x="570" y="323"/>
                        </a:cubicBezTo>
                        <a:cubicBezTo>
                          <a:pt x="570" y="413"/>
                          <a:pt x="502" y="474"/>
                          <a:pt x="398" y="474"/>
                        </a:cubicBezTo>
                        <a:cubicBezTo>
                          <a:pt x="294" y="474"/>
                          <a:pt x="229" y="416"/>
                          <a:pt x="229" y="323"/>
                        </a:cubicBezTo>
                        <a:cubicBezTo>
                          <a:pt x="229" y="234"/>
                          <a:pt x="298" y="176"/>
                          <a:pt x="395" y="176"/>
                        </a:cubicBezTo>
                        <a:close/>
                        <a:moveTo>
                          <a:pt x="380" y="0"/>
                        </a:moveTo>
                        <a:cubicBezTo>
                          <a:pt x="169" y="0"/>
                          <a:pt x="0" y="130"/>
                          <a:pt x="0" y="338"/>
                        </a:cubicBezTo>
                        <a:cubicBezTo>
                          <a:pt x="0" y="524"/>
                          <a:pt x="154" y="650"/>
                          <a:pt x="348" y="650"/>
                        </a:cubicBezTo>
                        <a:cubicBezTo>
                          <a:pt x="452" y="650"/>
                          <a:pt x="538" y="618"/>
                          <a:pt x="600" y="560"/>
                        </a:cubicBezTo>
                        <a:lnTo>
                          <a:pt x="600" y="560"/>
                        </a:lnTo>
                        <a:cubicBezTo>
                          <a:pt x="592" y="754"/>
                          <a:pt x="481" y="851"/>
                          <a:pt x="315" y="851"/>
                        </a:cubicBezTo>
                        <a:cubicBezTo>
                          <a:pt x="244" y="851"/>
                          <a:pt x="179" y="840"/>
                          <a:pt x="126" y="801"/>
                        </a:cubicBezTo>
                        <a:lnTo>
                          <a:pt x="40" y="973"/>
                        </a:lnTo>
                        <a:cubicBezTo>
                          <a:pt x="111" y="1016"/>
                          <a:pt x="212" y="1041"/>
                          <a:pt x="320" y="1041"/>
                        </a:cubicBezTo>
                        <a:cubicBezTo>
                          <a:pt x="625" y="1041"/>
                          <a:pt x="832" y="847"/>
                          <a:pt x="832" y="499"/>
                        </a:cubicBezTo>
                        <a:cubicBezTo>
                          <a:pt x="832" y="176"/>
                          <a:pt x="660" y="0"/>
                          <a:pt x="380"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2" name="Google Shape;912;p34"/>
                  <p:cNvSpPr/>
                  <p:nvPr/>
                </p:nvSpPr>
                <p:spPr>
                  <a:xfrm>
                    <a:off x="6205308" y="3248905"/>
                    <a:ext cx="87498" cy="111736"/>
                  </a:xfrm>
                  <a:custGeom>
                    <a:avLst/>
                    <a:gdLst/>
                    <a:ahLst/>
                    <a:cxnLst/>
                    <a:rect l="l" t="t" r="r" b="b"/>
                    <a:pathLst>
                      <a:path w="1971" h="2517" extrusionOk="0">
                        <a:moveTo>
                          <a:pt x="309" y="0"/>
                        </a:moveTo>
                        <a:lnTo>
                          <a:pt x="183" y="1393"/>
                        </a:lnTo>
                        <a:lnTo>
                          <a:pt x="816" y="1393"/>
                        </a:lnTo>
                        <a:cubicBezTo>
                          <a:pt x="1264" y="1393"/>
                          <a:pt x="1389" y="1522"/>
                          <a:pt x="1389" y="1716"/>
                        </a:cubicBezTo>
                        <a:cubicBezTo>
                          <a:pt x="1389" y="1917"/>
                          <a:pt x="1214" y="2035"/>
                          <a:pt x="927" y="2035"/>
                        </a:cubicBezTo>
                        <a:cubicBezTo>
                          <a:pt x="672" y="2035"/>
                          <a:pt x="413" y="1957"/>
                          <a:pt x="226" y="1813"/>
                        </a:cubicBezTo>
                        <a:lnTo>
                          <a:pt x="1" y="2250"/>
                        </a:lnTo>
                        <a:cubicBezTo>
                          <a:pt x="241" y="2423"/>
                          <a:pt x="600" y="2517"/>
                          <a:pt x="941" y="2517"/>
                        </a:cubicBezTo>
                        <a:cubicBezTo>
                          <a:pt x="1648" y="2517"/>
                          <a:pt x="1971" y="2136"/>
                          <a:pt x="1971" y="1698"/>
                        </a:cubicBezTo>
                        <a:cubicBezTo>
                          <a:pt x="1971" y="1260"/>
                          <a:pt x="1681" y="930"/>
                          <a:pt x="948" y="930"/>
                        </a:cubicBezTo>
                        <a:lnTo>
                          <a:pt x="748" y="930"/>
                        </a:lnTo>
                        <a:lnTo>
                          <a:pt x="786" y="459"/>
                        </a:lnTo>
                        <a:lnTo>
                          <a:pt x="1820" y="459"/>
                        </a:lnTo>
                        <a:lnTo>
                          <a:pt x="1820"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3" name="Google Shape;913;p34"/>
                  <p:cNvSpPr/>
                  <p:nvPr/>
                </p:nvSpPr>
                <p:spPr>
                  <a:xfrm>
                    <a:off x="6303147" y="3247130"/>
                    <a:ext cx="94068" cy="113512"/>
                  </a:xfrm>
                  <a:custGeom>
                    <a:avLst/>
                    <a:gdLst/>
                    <a:ahLst/>
                    <a:cxnLst/>
                    <a:rect l="l" t="t" r="r" b="b"/>
                    <a:pathLst>
                      <a:path w="2119" h="2557" extrusionOk="0">
                        <a:moveTo>
                          <a:pt x="1059" y="481"/>
                        </a:moveTo>
                        <a:cubicBezTo>
                          <a:pt x="1347" y="481"/>
                          <a:pt x="1544" y="715"/>
                          <a:pt x="1544" y="1278"/>
                        </a:cubicBezTo>
                        <a:cubicBezTo>
                          <a:pt x="1544" y="1838"/>
                          <a:pt x="1347" y="2072"/>
                          <a:pt x="1059" y="2072"/>
                        </a:cubicBezTo>
                        <a:cubicBezTo>
                          <a:pt x="776" y="2072"/>
                          <a:pt x="578" y="1838"/>
                          <a:pt x="578" y="1278"/>
                        </a:cubicBezTo>
                        <a:cubicBezTo>
                          <a:pt x="578" y="715"/>
                          <a:pt x="776" y="481"/>
                          <a:pt x="1059" y="481"/>
                        </a:cubicBezTo>
                        <a:close/>
                        <a:moveTo>
                          <a:pt x="1059" y="1"/>
                        </a:moveTo>
                        <a:cubicBezTo>
                          <a:pt x="453" y="1"/>
                          <a:pt x="0" y="460"/>
                          <a:pt x="0" y="1278"/>
                        </a:cubicBezTo>
                        <a:cubicBezTo>
                          <a:pt x="0" y="2093"/>
                          <a:pt x="453" y="2557"/>
                          <a:pt x="1059" y="2557"/>
                        </a:cubicBezTo>
                        <a:cubicBezTo>
                          <a:pt x="1670" y="2557"/>
                          <a:pt x="2119" y="2093"/>
                          <a:pt x="2119" y="1278"/>
                        </a:cubicBezTo>
                        <a:cubicBezTo>
                          <a:pt x="2119" y="460"/>
                          <a:pt x="1670" y="1"/>
                          <a:pt x="105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4" name="Google Shape;914;p34"/>
                  <p:cNvSpPr/>
                  <p:nvPr/>
                </p:nvSpPr>
                <p:spPr>
                  <a:xfrm>
                    <a:off x="6466597" y="3250814"/>
                    <a:ext cx="37023" cy="46257"/>
                  </a:xfrm>
                  <a:custGeom>
                    <a:avLst/>
                    <a:gdLst/>
                    <a:ahLst/>
                    <a:cxnLst/>
                    <a:rect l="l" t="t" r="r" b="b"/>
                    <a:pathLst>
                      <a:path w="834" h="1042" extrusionOk="0">
                        <a:moveTo>
                          <a:pt x="396" y="176"/>
                        </a:moveTo>
                        <a:cubicBezTo>
                          <a:pt x="507" y="176"/>
                          <a:pt x="572" y="237"/>
                          <a:pt x="572" y="323"/>
                        </a:cubicBezTo>
                        <a:cubicBezTo>
                          <a:pt x="572" y="413"/>
                          <a:pt x="504" y="474"/>
                          <a:pt x="400" y="474"/>
                        </a:cubicBezTo>
                        <a:cubicBezTo>
                          <a:pt x="296" y="474"/>
                          <a:pt x="231" y="416"/>
                          <a:pt x="231" y="323"/>
                        </a:cubicBezTo>
                        <a:cubicBezTo>
                          <a:pt x="231" y="234"/>
                          <a:pt x="299" y="176"/>
                          <a:pt x="396" y="176"/>
                        </a:cubicBezTo>
                        <a:close/>
                        <a:moveTo>
                          <a:pt x="382" y="0"/>
                        </a:moveTo>
                        <a:cubicBezTo>
                          <a:pt x="170" y="0"/>
                          <a:pt x="1" y="130"/>
                          <a:pt x="1" y="338"/>
                        </a:cubicBezTo>
                        <a:cubicBezTo>
                          <a:pt x="1" y="524"/>
                          <a:pt x="155" y="650"/>
                          <a:pt x="349" y="650"/>
                        </a:cubicBezTo>
                        <a:cubicBezTo>
                          <a:pt x="453" y="650"/>
                          <a:pt x="539" y="618"/>
                          <a:pt x="600" y="560"/>
                        </a:cubicBezTo>
                        <a:lnTo>
                          <a:pt x="600" y="560"/>
                        </a:lnTo>
                        <a:cubicBezTo>
                          <a:pt x="594" y="754"/>
                          <a:pt x="482" y="851"/>
                          <a:pt x="317" y="851"/>
                        </a:cubicBezTo>
                        <a:cubicBezTo>
                          <a:pt x="246" y="851"/>
                          <a:pt x="181" y="840"/>
                          <a:pt x="127" y="801"/>
                        </a:cubicBezTo>
                        <a:lnTo>
                          <a:pt x="41" y="973"/>
                        </a:lnTo>
                        <a:cubicBezTo>
                          <a:pt x="112" y="1016"/>
                          <a:pt x="213" y="1041"/>
                          <a:pt x="320" y="1041"/>
                        </a:cubicBezTo>
                        <a:cubicBezTo>
                          <a:pt x="625" y="1041"/>
                          <a:pt x="834" y="847"/>
                          <a:pt x="834" y="499"/>
                        </a:cubicBezTo>
                        <a:cubicBezTo>
                          <a:pt x="834" y="176"/>
                          <a:pt x="662" y="0"/>
                          <a:pt x="38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5" name="Google Shape;915;p34"/>
                  <p:cNvSpPr/>
                  <p:nvPr/>
                </p:nvSpPr>
                <p:spPr>
                  <a:xfrm>
                    <a:off x="6424691" y="3312296"/>
                    <a:ext cx="78442" cy="9944"/>
                  </a:xfrm>
                  <a:custGeom>
                    <a:avLst/>
                    <a:gdLst/>
                    <a:ahLst/>
                    <a:cxnLst/>
                    <a:rect l="l" t="t" r="r" b="b"/>
                    <a:pathLst>
                      <a:path w="1767" h="224" extrusionOk="0">
                        <a:moveTo>
                          <a:pt x="1" y="1"/>
                        </a:moveTo>
                        <a:lnTo>
                          <a:pt x="1" y="224"/>
                        </a:lnTo>
                        <a:lnTo>
                          <a:pt x="1767" y="224"/>
                        </a:lnTo>
                        <a:lnTo>
                          <a:pt x="1767"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6" name="Google Shape;916;p34"/>
                  <p:cNvSpPr/>
                  <p:nvPr/>
                </p:nvSpPr>
                <p:spPr>
                  <a:xfrm>
                    <a:off x="5652722" y="3281089"/>
                    <a:ext cx="404771" cy="12652"/>
                  </a:xfrm>
                  <a:custGeom>
                    <a:avLst/>
                    <a:gdLst/>
                    <a:ahLst/>
                    <a:cxnLst/>
                    <a:rect l="l" t="t" r="r" b="b"/>
                    <a:pathLst>
                      <a:path w="9118" h="285" extrusionOk="0">
                        <a:moveTo>
                          <a:pt x="1" y="1"/>
                        </a:moveTo>
                        <a:lnTo>
                          <a:pt x="1" y="284"/>
                        </a:lnTo>
                        <a:lnTo>
                          <a:pt x="9118" y="284"/>
                        </a:lnTo>
                        <a:lnTo>
                          <a:pt x="9118"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917" name="Google Shape;917;p34"/>
                  <p:cNvSpPr/>
                  <p:nvPr/>
                </p:nvSpPr>
                <p:spPr>
                  <a:xfrm>
                    <a:off x="5652722" y="3321263"/>
                    <a:ext cx="245757" cy="12607"/>
                  </a:xfrm>
                  <a:custGeom>
                    <a:avLst/>
                    <a:gdLst/>
                    <a:ahLst/>
                    <a:cxnLst/>
                    <a:rect l="l" t="t" r="r" b="b"/>
                    <a:pathLst>
                      <a:path w="5536" h="284" extrusionOk="0">
                        <a:moveTo>
                          <a:pt x="1" y="0"/>
                        </a:moveTo>
                        <a:lnTo>
                          <a:pt x="1" y="284"/>
                        </a:lnTo>
                        <a:lnTo>
                          <a:pt x="5536" y="284"/>
                        </a:lnTo>
                        <a:lnTo>
                          <a:pt x="5536"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918" name="Google Shape;918;p34"/>
                <p:cNvGrpSpPr/>
                <p:nvPr/>
              </p:nvGrpSpPr>
              <p:grpSpPr>
                <a:xfrm>
                  <a:off x="5699289" y="3583483"/>
                  <a:ext cx="840394" cy="256145"/>
                  <a:chOff x="5699289" y="3583483"/>
                  <a:chExt cx="840394" cy="256145"/>
                </a:xfrm>
              </p:grpSpPr>
              <p:sp>
                <p:nvSpPr>
                  <p:cNvPr id="919" name="Google Shape;919;p34"/>
                  <p:cNvSpPr/>
                  <p:nvPr/>
                </p:nvSpPr>
                <p:spPr>
                  <a:xfrm>
                    <a:off x="5699289" y="3583483"/>
                    <a:ext cx="840394" cy="256145"/>
                  </a:xfrm>
                  <a:custGeom>
                    <a:avLst/>
                    <a:gdLst/>
                    <a:ahLst/>
                    <a:cxnLst/>
                    <a:rect l="l" t="t" r="r" b="b"/>
                    <a:pathLst>
                      <a:path w="18931" h="5770" extrusionOk="0">
                        <a:moveTo>
                          <a:pt x="362" y="1"/>
                        </a:moveTo>
                        <a:cubicBezTo>
                          <a:pt x="176" y="1"/>
                          <a:pt x="22" y="205"/>
                          <a:pt x="22" y="457"/>
                        </a:cubicBezTo>
                        <a:lnTo>
                          <a:pt x="0" y="5223"/>
                        </a:lnTo>
                        <a:cubicBezTo>
                          <a:pt x="0" y="5478"/>
                          <a:pt x="151" y="5683"/>
                          <a:pt x="341" y="5683"/>
                        </a:cubicBezTo>
                        <a:lnTo>
                          <a:pt x="18564" y="5769"/>
                        </a:lnTo>
                        <a:cubicBezTo>
                          <a:pt x="18754" y="5769"/>
                          <a:pt x="18909" y="5564"/>
                          <a:pt x="18909" y="5313"/>
                        </a:cubicBezTo>
                        <a:lnTo>
                          <a:pt x="18930" y="543"/>
                        </a:lnTo>
                        <a:cubicBezTo>
                          <a:pt x="18930" y="291"/>
                          <a:pt x="18780" y="87"/>
                          <a:pt x="18589" y="87"/>
                        </a:cubicBezTo>
                        <a:lnTo>
                          <a:pt x="362"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0" name="Google Shape;920;p34"/>
                  <p:cNvGrpSpPr/>
                  <p:nvPr/>
                </p:nvGrpSpPr>
                <p:grpSpPr>
                  <a:xfrm>
                    <a:off x="6035156" y="3674307"/>
                    <a:ext cx="178500" cy="64414"/>
                    <a:chOff x="6035156" y="3674307"/>
                    <a:chExt cx="178500" cy="64414"/>
                  </a:xfrm>
                </p:grpSpPr>
                <p:sp>
                  <p:nvSpPr>
                    <p:cNvPr id="921" name="Google Shape;921;p34"/>
                    <p:cNvSpPr/>
                    <p:nvPr/>
                  </p:nvSpPr>
                  <p:spPr>
                    <a:xfrm>
                      <a:off x="6035156" y="3674307"/>
                      <a:ext cx="50874" cy="63481"/>
                    </a:xfrm>
                    <a:custGeom>
                      <a:avLst/>
                      <a:gdLst/>
                      <a:ahLst/>
                      <a:cxnLst/>
                      <a:rect l="l" t="t" r="r" b="b"/>
                      <a:pathLst>
                        <a:path w="1146" h="1430" extrusionOk="0">
                          <a:moveTo>
                            <a:pt x="585" y="127"/>
                          </a:moveTo>
                          <a:cubicBezTo>
                            <a:pt x="804" y="130"/>
                            <a:pt x="930" y="216"/>
                            <a:pt x="930" y="388"/>
                          </a:cubicBezTo>
                          <a:cubicBezTo>
                            <a:pt x="930" y="561"/>
                            <a:pt x="804" y="647"/>
                            <a:pt x="585" y="647"/>
                          </a:cubicBezTo>
                          <a:lnTo>
                            <a:pt x="148" y="643"/>
                          </a:lnTo>
                          <a:lnTo>
                            <a:pt x="151" y="127"/>
                          </a:lnTo>
                          <a:close/>
                          <a:moveTo>
                            <a:pt x="632" y="769"/>
                          </a:moveTo>
                          <a:cubicBezTo>
                            <a:pt x="869" y="773"/>
                            <a:pt x="1001" y="855"/>
                            <a:pt x="1001" y="1038"/>
                          </a:cubicBezTo>
                          <a:cubicBezTo>
                            <a:pt x="998" y="1228"/>
                            <a:pt x="869" y="1308"/>
                            <a:pt x="628" y="1308"/>
                          </a:cubicBezTo>
                          <a:lnTo>
                            <a:pt x="148" y="1303"/>
                          </a:lnTo>
                          <a:lnTo>
                            <a:pt x="148" y="769"/>
                          </a:lnTo>
                          <a:close/>
                          <a:moveTo>
                            <a:pt x="7" y="1"/>
                          </a:moveTo>
                          <a:lnTo>
                            <a:pt x="0" y="1429"/>
                          </a:lnTo>
                          <a:lnTo>
                            <a:pt x="628" y="1429"/>
                          </a:lnTo>
                          <a:cubicBezTo>
                            <a:pt x="632" y="1429"/>
                            <a:pt x="637" y="1429"/>
                            <a:pt x="641" y="1429"/>
                          </a:cubicBezTo>
                          <a:cubicBezTo>
                            <a:pt x="974" y="1429"/>
                            <a:pt x="1142" y="1290"/>
                            <a:pt x="1145" y="1053"/>
                          </a:cubicBezTo>
                          <a:cubicBezTo>
                            <a:pt x="1145" y="859"/>
                            <a:pt x="1041" y="736"/>
                            <a:pt x="865" y="697"/>
                          </a:cubicBezTo>
                          <a:cubicBezTo>
                            <a:pt x="991" y="643"/>
                            <a:pt x="1074" y="536"/>
                            <a:pt x="1074" y="374"/>
                          </a:cubicBezTo>
                          <a:cubicBezTo>
                            <a:pt x="1077" y="140"/>
                            <a:pt x="901" y="4"/>
                            <a:pt x="596" y="4"/>
                          </a:cubicBezTo>
                          <a:lnTo>
                            <a:pt x="7"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4"/>
                    <p:cNvSpPr/>
                    <p:nvPr/>
                  </p:nvSpPr>
                  <p:spPr>
                    <a:xfrm>
                      <a:off x="6100012" y="3674618"/>
                      <a:ext cx="50075" cy="64103"/>
                    </a:xfrm>
                    <a:custGeom>
                      <a:avLst/>
                      <a:gdLst/>
                      <a:ahLst/>
                      <a:cxnLst/>
                      <a:rect l="l" t="t" r="r" b="b"/>
                      <a:pathLst>
                        <a:path w="1128" h="1444" extrusionOk="0">
                          <a:moveTo>
                            <a:pt x="7" y="1"/>
                          </a:moveTo>
                          <a:lnTo>
                            <a:pt x="4" y="819"/>
                          </a:lnTo>
                          <a:cubicBezTo>
                            <a:pt x="0" y="1228"/>
                            <a:pt x="212" y="1440"/>
                            <a:pt x="564" y="1444"/>
                          </a:cubicBezTo>
                          <a:cubicBezTo>
                            <a:pt x="912" y="1444"/>
                            <a:pt x="1124" y="1232"/>
                            <a:pt x="1124" y="822"/>
                          </a:cubicBezTo>
                          <a:lnTo>
                            <a:pt x="1127" y="4"/>
                          </a:lnTo>
                          <a:lnTo>
                            <a:pt x="988" y="4"/>
                          </a:lnTo>
                          <a:lnTo>
                            <a:pt x="983" y="816"/>
                          </a:lnTo>
                          <a:cubicBezTo>
                            <a:pt x="983" y="1153"/>
                            <a:pt x="829" y="1307"/>
                            <a:pt x="564" y="1307"/>
                          </a:cubicBezTo>
                          <a:cubicBezTo>
                            <a:pt x="298" y="1307"/>
                            <a:pt x="148" y="1150"/>
                            <a:pt x="148" y="812"/>
                          </a:cubicBezTo>
                          <a:lnTo>
                            <a:pt x="151"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4"/>
                    <p:cNvSpPr/>
                    <p:nvPr/>
                  </p:nvSpPr>
                  <p:spPr>
                    <a:xfrm>
                      <a:off x="6158786" y="3674973"/>
                      <a:ext cx="54869" cy="63437"/>
                    </a:xfrm>
                    <a:custGeom>
                      <a:avLst/>
                      <a:gdLst/>
                      <a:ahLst/>
                      <a:cxnLst/>
                      <a:rect l="l" t="t" r="r" b="b"/>
                      <a:pathLst>
                        <a:path w="1236" h="1429" extrusionOk="0">
                          <a:moveTo>
                            <a:pt x="0" y="0"/>
                          </a:moveTo>
                          <a:lnTo>
                            <a:pt x="542" y="933"/>
                          </a:lnTo>
                          <a:lnTo>
                            <a:pt x="539" y="1429"/>
                          </a:lnTo>
                          <a:lnTo>
                            <a:pt x="683" y="1429"/>
                          </a:lnTo>
                          <a:lnTo>
                            <a:pt x="686" y="937"/>
                          </a:lnTo>
                          <a:lnTo>
                            <a:pt x="1236" y="4"/>
                          </a:lnTo>
                          <a:lnTo>
                            <a:pt x="1092" y="4"/>
                          </a:lnTo>
                          <a:lnTo>
                            <a:pt x="618" y="804"/>
                          </a:lnTo>
                          <a:lnTo>
                            <a:pt x="155"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4" name="Google Shape;924;p34"/>
                <p:cNvGrpSpPr/>
                <p:nvPr/>
              </p:nvGrpSpPr>
              <p:grpSpPr>
                <a:xfrm>
                  <a:off x="5634877" y="1934391"/>
                  <a:ext cx="964054" cy="21220"/>
                  <a:chOff x="5634877" y="1934391"/>
                  <a:chExt cx="964054" cy="21220"/>
                </a:xfrm>
              </p:grpSpPr>
              <p:sp>
                <p:nvSpPr>
                  <p:cNvPr id="925" name="Google Shape;925;p34"/>
                  <p:cNvSpPr/>
                  <p:nvPr/>
                </p:nvSpPr>
                <p:spPr>
                  <a:xfrm>
                    <a:off x="5634877" y="1934391"/>
                    <a:ext cx="139348" cy="21220"/>
                  </a:xfrm>
                  <a:custGeom>
                    <a:avLst/>
                    <a:gdLst/>
                    <a:ahLst/>
                    <a:cxnLst/>
                    <a:rect l="l" t="t" r="r" b="b"/>
                    <a:pathLst>
                      <a:path w="3139" h="478" extrusionOk="0">
                        <a:moveTo>
                          <a:pt x="1" y="1"/>
                        </a:moveTo>
                        <a:lnTo>
                          <a:pt x="1" y="478"/>
                        </a:lnTo>
                        <a:lnTo>
                          <a:pt x="3138" y="478"/>
                        </a:lnTo>
                        <a:lnTo>
                          <a:pt x="313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4"/>
                  <p:cNvSpPr/>
                  <p:nvPr/>
                </p:nvSpPr>
                <p:spPr>
                  <a:xfrm>
                    <a:off x="6071157" y="1934391"/>
                    <a:ext cx="139437" cy="21220"/>
                  </a:xfrm>
                  <a:custGeom>
                    <a:avLst/>
                    <a:gdLst/>
                    <a:ahLst/>
                    <a:cxnLst/>
                    <a:rect l="l" t="t" r="r" b="b"/>
                    <a:pathLst>
                      <a:path w="3141" h="478" extrusionOk="0">
                        <a:moveTo>
                          <a:pt x="1" y="1"/>
                        </a:moveTo>
                        <a:lnTo>
                          <a:pt x="1" y="478"/>
                        </a:lnTo>
                        <a:lnTo>
                          <a:pt x="3141" y="478"/>
                        </a:lnTo>
                        <a:lnTo>
                          <a:pt x="314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4"/>
                  <p:cNvSpPr/>
                  <p:nvPr/>
                </p:nvSpPr>
                <p:spPr>
                  <a:xfrm>
                    <a:off x="6459628" y="1934391"/>
                    <a:ext cx="139304" cy="21220"/>
                  </a:xfrm>
                  <a:custGeom>
                    <a:avLst/>
                    <a:gdLst/>
                    <a:ahLst/>
                    <a:cxnLst/>
                    <a:rect l="l" t="t" r="r" b="b"/>
                    <a:pathLst>
                      <a:path w="3138" h="478" extrusionOk="0">
                        <a:moveTo>
                          <a:pt x="0" y="1"/>
                        </a:moveTo>
                        <a:lnTo>
                          <a:pt x="0" y="478"/>
                        </a:lnTo>
                        <a:lnTo>
                          <a:pt x="3138" y="478"/>
                        </a:lnTo>
                        <a:lnTo>
                          <a:pt x="313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 name="Google Shape;928;p34"/>
                <p:cNvGrpSpPr/>
                <p:nvPr/>
              </p:nvGrpSpPr>
              <p:grpSpPr>
                <a:xfrm>
                  <a:off x="6429663" y="1666667"/>
                  <a:ext cx="222390" cy="183652"/>
                  <a:chOff x="6429663" y="1666667"/>
                  <a:chExt cx="222390" cy="183652"/>
                </a:xfrm>
              </p:grpSpPr>
              <p:sp>
                <p:nvSpPr>
                  <p:cNvPr id="929" name="Google Shape;929;p34"/>
                  <p:cNvSpPr/>
                  <p:nvPr/>
                </p:nvSpPr>
                <p:spPr>
                  <a:xfrm>
                    <a:off x="6429663" y="1697963"/>
                    <a:ext cx="192974" cy="152355"/>
                  </a:xfrm>
                  <a:custGeom>
                    <a:avLst/>
                    <a:gdLst/>
                    <a:ahLst/>
                    <a:cxnLst/>
                    <a:rect l="l" t="t" r="r" b="b"/>
                    <a:pathLst>
                      <a:path w="4347" h="3432" extrusionOk="0">
                        <a:moveTo>
                          <a:pt x="1" y="0"/>
                        </a:moveTo>
                        <a:lnTo>
                          <a:pt x="1" y="3431"/>
                        </a:lnTo>
                        <a:lnTo>
                          <a:pt x="4347" y="3431"/>
                        </a:lnTo>
                        <a:lnTo>
                          <a:pt x="4347"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4"/>
                  <p:cNvSpPr/>
                  <p:nvPr/>
                </p:nvSpPr>
                <p:spPr>
                  <a:xfrm>
                    <a:off x="6429663" y="1666712"/>
                    <a:ext cx="221341" cy="31297"/>
                  </a:xfrm>
                  <a:custGeom>
                    <a:avLst/>
                    <a:gdLst/>
                    <a:ahLst/>
                    <a:cxnLst/>
                    <a:rect l="l" t="t" r="r" b="b"/>
                    <a:pathLst>
                      <a:path w="4986" h="705" extrusionOk="0">
                        <a:moveTo>
                          <a:pt x="919" y="0"/>
                        </a:moveTo>
                        <a:lnTo>
                          <a:pt x="1" y="704"/>
                        </a:lnTo>
                        <a:lnTo>
                          <a:pt x="4347" y="704"/>
                        </a:lnTo>
                        <a:lnTo>
                          <a:pt x="4986"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4"/>
                  <p:cNvSpPr/>
                  <p:nvPr/>
                </p:nvSpPr>
                <p:spPr>
                  <a:xfrm>
                    <a:off x="6429663" y="1666667"/>
                    <a:ext cx="221652" cy="34005"/>
                  </a:xfrm>
                  <a:custGeom>
                    <a:avLst/>
                    <a:gdLst/>
                    <a:ahLst/>
                    <a:cxnLst/>
                    <a:rect l="l" t="t" r="r" b="b"/>
                    <a:pathLst>
                      <a:path w="4993" h="766" extrusionOk="0">
                        <a:moveTo>
                          <a:pt x="4984" y="1"/>
                        </a:moveTo>
                        <a:cubicBezTo>
                          <a:pt x="4972" y="1"/>
                          <a:pt x="4905" y="61"/>
                          <a:pt x="4792" y="174"/>
                        </a:cubicBezTo>
                        <a:cubicBezTo>
                          <a:pt x="4680" y="289"/>
                          <a:pt x="4519" y="453"/>
                          <a:pt x="4325" y="662"/>
                        </a:cubicBezTo>
                        <a:lnTo>
                          <a:pt x="4325" y="662"/>
                        </a:lnTo>
                        <a:cubicBezTo>
                          <a:pt x="3872" y="651"/>
                          <a:pt x="3289" y="648"/>
                          <a:pt x="2650" y="648"/>
                        </a:cubicBezTo>
                        <a:cubicBezTo>
                          <a:pt x="1917" y="648"/>
                          <a:pt x="1257" y="654"/>
                          <a:pt x="776" y="666"/>
                        </a:cubicBezTo>
                        <a:cubicBezTo>
                          <a:pt x="298" y="676"/>
                          <a:pt x="1" y="691"/>
                          <a:pt x="1" y="705"/>
                        </a:cubicBezTo>
                        <a:cubicBezTo>
                          <a:pt x="1" y="722"/>
                          <a:pt x="298" y="737"/>
                          <a:pt x="776" y="748"/>
                        </a:cubicBezTo>
                        <a:cubicBezTo>
                          <a:pt x="1257" y="759"/>
                          <a:pt x="1917" y="766"/>
                          <a:pt x="2650" y="766"/>
                        </a:cubicBezTo>
                        <a:cubicBezTo>
                          <a:pt x="3299" y="766"/>
                          <a:pt x="3891" y="759"/>
                          <a:pt x="4347" y="752"/>
                        </a:cubicBezTo>
                        <a:lnTo>
                          <a:pt x="4365" y="752"/>
                        </a:lnTo>
                        <a:lnTo>
                          <a:pt x="4379" y="737"/>
                        </a:lnTo>
                        <a:cubicBezTo>
                          <a:pt x="4573" y="515"/>
                          <a:pt x="4727" y="335"/>
                          <a:pt x="4832" y="210"/>
                        </a:cubicBezTo>
                        <a:cubicBezTo>
                          <a:pt x="4936" y="81"/>
                          <a:pt x="4993" y="8"/>
                          <a:pt x="4986" y="1"/>
                        </a:cubicBezTo>
                        <a:cubicBezTo>
                          <a:pt x="4986" y="1"/>
                          <a:pt x="4985" y="1"/>
                          <a:pt x="4984"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4"/>
                  <p:cNvSpPr/>
                  <p:nvPr/>
                </p:nvSpPr>
                <p:spPr>
                  <a:xfrm>
                    <a:off x="6623642" y="1666712"/>
                    <a:ext cx="28411" cy="183607"/>
                  </a:xfrm>
                  <a:custGeom>
                    <a:avLst/>
                    <a:gdLst/>
                    <a:ahLst/>
                    <a:cxnLst/>
                    <a:rect l="l" t="t" r="r" b="b"/>
                    <a:pathLst>
                      <a:path w="640" h="4136" extrusionOk="0">
                        <a:moveTo>
                          <a:pt x="640" y="0"/>
                        </a:moveTo>
                        <a:lnTo>
                          <a:pt x="1" y="704"/>
                        </a:lnTo>
                        <a:lnTo>
                          <a:pt x="1" y="4135"/>
                        </a:lnTo>
                        <a:lnTo>
                          <a:pt x="640" y="3289"/>
                        </a:lnTo>
                        <a:lnTo>
                          <a:pt x="640"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4"/>
                  <p:cNvSpPr/>
                  <p:nvPr/>
                </p:nvSpPr>
                <p:spPr>
                  <a:xfrm>
                    <a:off x="6484309" y="1756071"/>
                    <a:ext cx="88297" cy="11853"/>
                  </a:xfrm>
                  <a:custGeom>
                    <a:avLst/>
                    <a:gdLst/>
                    <a:ahLst/>
                    <a:cxnLst/>
                    <a:rect l="l" t="t" r="r" b="b"/>
                    <a:pathLst>
                      <a:path w="1989" h="267" extrusionOk="0">
                        <a:moveTo>
                          <a:pt x="1" y="1"/>
                        </a:moveTo>
                        <a:lnTo>
                          <a:pt x="1" y="267"/>
                        </a:lnTo>
                        <a:lnTo>
                          <a:pt x="1989" y="267"/>
                        </a:lnTo>
                        <a:lnTo>
                          <a:pt x="1989"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4"/>
                  <p:cNvSpPr/>
                  <p:nvPr/>
                </p:nvSpPr>
                <p:spPr>
                  <a:xfrm>
                    <a:off x="6501844" y="1777468"/>
                    <a:ext cx="54825" cy="11942"/>
                  </a:xfrm>
                  <a:custGeom>
                    <a:avLst/>
                    <a:gdLst/>
                    <a:ahLst/>
                    <a:cxnLst/>
                    <a:rect l="l" t="t" r="r" b="b"/>
                    <a:pathLst>
                      <a:path w="1235" h="269" extrusionOk="0">
                        <a:moveTo>
                          <a:pt x="0" y="0"/>
                        </a:moveTo>
                        <a:lnTo>
                          <a:pt x="0" y="269"/>
                        </a:lnTo>
                        <a:lnTo>
                          <a:pt x="1235" y="269"/>
                        </a:lnTo>
                        <a:lnTo>
                          <a:pt x="1235"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4"/>
                  <p:cNvSpPr/>
                  <p:nvPr/>
                </p:nvSpPr>
                <p:spPr>
                  <a:xfrm>
                    <a:off x="6620277" y="1694145"/>
                    <a:ext cx="5283" cy="156173"/>
                  </a:xfrm>
                  <a:custGeom>
                    <a:avLst/>
                    <a:gdLst/>
                    <a:ahLst/>
                    <a:cxnLst/>
                    <a:rect l="l" t="t" r="r" b="b"/>
                    <a:pathLst>
                      <a:path w="119" h="3518" extrusionOk="0">
                        <a:moveTo>
                          <a:pt x="58" y="0"/>
                        </a:moveTo>
                        <a:cubicBezTo>
                          <a:pt x="25" y="0"/>
                          <a:pt x="0" y="786"/>
                          <a:pt x="0" y="1758"/>
                        </a:cubicBezTo>
                        <a:cubicBezTo>
                          <a:pt x="0" y="2727"/>
                          <a:pt x="25" y="3517"/>
                          <a:pt x="58" y="3517"/>
                        </a:cubicBezTo>
                        <a:cubicBezTo>
                          <a:pt x="93" y="3517"/>
                          <a:pt x="118" y="2727"/>
                          <a:pt x="118" y="1758"/>
                        </a:cubicBezTo>
                        <a:cubicBezTo>
                          <a:pt x="118" y="786"/>
                          <a:pt x="93" y="0"/>
                          <a:pt x="58" y="0"/>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34"/>
                <p:cNvGrpSpPr/>
                <p:nvPr/>
              </p:nvGrpSpPr>
              <p:grpSpPr>
                <a:xfrm>
                  <a:off x="6024003" y="1558663"/>
                  <a:ext cx="266587" cy="292456"/>
                  <a:chOff x="6024003" y="1558663"/>
                  <a:chExt cx="266587" cy="292456"/>
                </a:xfrm>
              </p:grpSpPr>
              <p:sp>
                <p:nvSpPr>
                  <p:cNvPr id="937" name="Google Shape;937;p34"/>
                  <p:cNvSpPr/>
                  <p:nvPr/>
                </p:nvSpPr>
                <p:spPr>
                  <a:xfrm>
                    <a:off x="6025079" y="1607449"/>
                    <a:ext cx="221385" cy="243670"/>
                  </a:xfrm>
                  <a:custGeom>
                    <a:avLst/>
                    <a:gdLst/>
                    <a:ahLst/>
                    <a:cxnLst/>
                    <a:rect l="l" t="t" r="r" b="b"/>
                    <a:pathLst>
                      <a:path w="4987" h="5489" extrusionOk="0">
                        <a:moveTo>
                          <a:pt x="48" y="0"/>
                        </a:moveTo>
                        <a:lnTo>
                          <a:pt x="1" y="5449"/>
                        </a:lnTo>
                        <a:lnTo>
                          <a:pt x="4940" y="5488"/>
                        </a:lnTo>
                        <a:lnTo>
                          <a:pt x="4987" y="43"/>
                        </a:lnTo>
                        <a:lnTo>
                          <a:pt x="48"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4"/>
                  <p:cNvSpPr/>
                  <p:nvPr/>
                </p:nvSpPr>
                <p:spPr>
                  <a:xfrm>
                    <a:off x="6026055" y="1558663"/>
                    <a:ext cx="264535" cy="49764"/>
                  </a:xfrm>
                  <a:custGeom>
                    <a:avLst/>
                    <a:gdLst/>
                    <a:ahLst/>
                    <a:cxnLst/>
                    <a:rect l="l" t="t" r="r" b="b"/>
                    <a:pathLst>
                      <a:path w="5959" h="1121" extrusionOk="0">
                        <a:moveTo>
                          <a:pt x="1458" y="1"/>
                        </a:moveTo>
                        <a:lnTo>
                          <a:pt x="0" y="1121"/>
                        </a:lnTo>
                        <a:lnTo>
                          <a:pt x="4943" y="1121"/>
                        </a:lnTo>
                        <a:lnTo>
                          <a:pt x="5959"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4"/>
                  <p:cNvSpPr/>
                  <p:nvPr/>
                </p:nvSpPr>
                <p:spPr>
                  <a:xfrm>
                    <a:off x="6245483" y="1558663"/>
                    <a:ext cx="45103" cy="291659"/>
                  </a:xfrm>
                  <a:custGeom>
                    <a:avLst/>
                    <a:gdLst/>
                    <a:ahLst/>
                    <a:cxnLst/>
                    <a:rect l="l" t="t" r="r" b="b"/>
                    <a:pathLst>
                      <a:path w="1016" h="6570" extrusionOk="0">
                        <a:moveTo>
                          <a:pt x="1016" y="1"/>
                        </a:moveTo>
                        <a:lnTo>
                          <a:pt x="0" y="1121"/>
                        </a:lnTo>
                        <a:lnTo>
                          <a:pt x="0" y="6569"/>
                        </a:lnTo>
                        <a:lnTo>
                          <a:pt x="1016" y="5227"/>
                        </a:lnTo>
                        <a:lnTo>
                          <a:pt x="1016"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4"/>
                  <p:cNvSpPr/>
                  <p:nvPr/>
                </p:nvSpPr>
                <p:spPr>
                  <a:xfrm>
                    <a:off x="6073687" y="1706042"/>
                    <a:ext cx="110937" cy="16159"/>
                  </a:xfrm>
                  <a:custGeom>
                    <a:avLst/>
                    <a:gdLst/>
                    <a:ahLst/>
                    <a:cxnLst/>
                    <a:rect l="l" t="t" r="r" b="b"/>
                    <a:pathLst>
                      <a:path w="2499" h="364" extrusionOk="0">
                        <a:moveTo>
                          <a:pt x="1" y="1"/>
                        </a:moveTo>
                        <a:lnTo>
                          <a:pt x="1" y="364"/>
                        </a:lnTo>
                        <a:lnTo>
                          <a:pt x="2499" y="364"/>
                        </a:lnTo>
                        <a:lnTo>
                          <a:pt x="2499"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4"/>
                  <p:cNvSpPr/>
                  <p:nvPr/>
                </p:nvSpPr>
                <p:spPr>
                  <a:xfrm>
                    <a:off x="6095528" y="1735252"/>
                    <a:ext cx="69030" cy="16070"/>
                  </a:xfrm>
                  <a:custGeom>
                    <a:avLst/>
                    <a:gdLst/>
                    <a:ahLst/>
                    <a:cxnLst/>
                    <a:rect l="l" t="t" r="r" b="b"/>
                    <a:pathLst>
                      <a:path w="1555" h="362" extrusionOk="0">
                        <a:moveTo>
                          <a:pt x="1" y="0"/>
                        </a:moveTo>
                        <a:lnTo>
                          <a:pt x="1" y="362"/>
                        </a:lnTo>
                        <a:lnTo>
                          <a:pt x="1555" y="362"/>
                        </a:lnTo>
                        <a:lnTo>
                          <a:pt x="1555"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4"/>
                  <p:cNvSpPr/>
                  <p:nvPr/>
                </p:nvSpPr>
                <p:spPr>
                  <a:xfrm>
                    <a:off x="6242775" y="1608381"/>
                    <a:ext cx="5283" cy="241939"/>
                  </a:xfrm>
                  <a:custGeom>
                    <a:avLst/>
                    <a:gdLst/>
                    <a:ahLst/>
                    <a:cxnLst/>
                    <a:rect l="l" t="t" r="r" b="b"/>
                    <a:pathLst>
                      <a:path w="119" h="5450" extrusionOk="0">
                        <a:moveTo>
                          <a:pt x="61" y="1"/>
                        </a:moveTo>
                        <a:cubicBezTo>
                          <a:pt x="28" y="1"/>
                          <a:pt x="0" y="1221"/>
                          <a:pt x="0" y="2725"/>
                        </a:cubicBezTo>
                        <a:cubicBezTo>
                          <a:pt x="0" y="4229"/>
                          <a:pt x="28" y="5449"/>
                          <a:pt x="61" y="5449"/>
                        </a:cubicBezTo>
                        <a:cubicBezTo>
                          <a:pt x="93" y="5449"/>
                          <a:pt x="119" y="4229"/>
                          <a:pt x="119" y="2725"/>
                        </a:cubicBezTo>
                        <a:cubicBezTo>
                          <a:pt x="119" y="1221"/>
                          <a:pt x="93" y="1"/>
                          <a:pt x="61"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4"/>
                  <p:cNvSpPr/>
                  <p:nvPr/>
                </p:nvSpPr>
                <p:spPr>
                  <a:xfrm>
                    <a:off x="6024003" y="1570557"/>
                    <a:ext cx="254730" cy="39076"/>
                  </a:xfrm>
                  <a:custGeom>
                    <a:avLst/>
                    <a:gdLst/>
                    <a:ahLst/>
                    <a:cxnLst/>
                    <a:rect l="l" t="t" r="r" b="b"/>
                    <a:pathLst>
                      <a:path w="4993" h="766" extrusionOk="0">
                        <a:moveTo>
                          <a:pt x="4984" y="1"/>
                        </a:moveTo>
                        <a:cubicBezTo>
                          <a:pt x="4972" y="1"/>
                          <a:pt x="4905" y="61"/>
                          <a:pt x="4792" y="174"/>
                        </a:cubicBezTo>
                        <a:cubicBezTo>
                          <a:pt x="4680" y="289"/>
                          <a:pt x="4519" y="453"/>
                          <a:pt x="4325" y="662"/>
                        </a:cubicBezTo>
                        <a:lnTo>
                          <a:pt x="4325" y="662"/>
                        </a:lnTo>
                        <a:cubicBezTo>
                          <a:pt x="3872" y="651"/>
                          <a:pt x="3289" y="648"/>
                          <a:pt x="2650" y="648"/>
                        </a:cubicBezTo>
                        <a:cubicBezTo>
                          <a:pt x="1917" y="648"/>
                          <a:pt x="1257" y="654"/>
                          <a:pt x="776" y="666"/>
                        </a:cubicBezTo>
                        <a:cubicBezTo>
                          <a:pt x="298" y="676"/>
                          <a:pt x="1" y="691"/>
                          <a:pt x="1" y="705"/>
                        </a:cubicBezTo>
                        <a:cubicBezTo>
                          <a:pt x="1" y="722"/>
                          <a:pt x="298" y="737"/>
                          <a:pt x="776" y="748"/>
                        </a:cubicBezTo>
                        <a:cubicBezTo>
                          <a:pt x="1257" y="759"/>
                          <a:pt x="1917" y="766"/>
                          <a:pt x="2650" y="766"/>
                        </a:cubicBezTo>
                        <a:cubicBezTo>
                          <a:pt x="3299" y="766"/>
                          <a:pt x="3891" y="759"/>
                          <a:pt x="4347" y="752"/>
                        </a:cubicBezTo>
                        <a:lnTo>
                          <a:pt x="4365" y="752"/>
                        </a:lnTo>
                        <a:lnTo>
                          <a:pt x="4379" y="737"/>
                        </a:lnTo>
                        <a:cubicBezTo>
                          <a:pt x="4573" y="515"/>
                          <a:pt x="4727" y="335"/>
                          <a:pt x="4832" y="210"/>
                        </a:cubicBezTo>
                        <a:cubicBezTo>
                          <a:pt x="4936" y="81"/>
                          <a:pt x="4993" y="8"/>
                          <a:pt x="4986" y="1"/>
                        </a:cubicBezTo>
                        <a:cubicBezTo>
                          <a:pt x="4986" y="1"/>
                          <a:pt x="4985" y="1"/>
                          <a:pt x="4984"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4" name="Google Shape;944;p34"/>
                <p:cNvGrpSpPr/>
                <p:nvPr/>
              </p:nvGrpSpPr>
              <p:grpSpPr>
                <a:xfrm>
                  <a:off x="5548402" y="1639278"/>
                  <a:ext cx="350878" cy="211040"/>
                  <a:chOff x="5548402" y="1639278"/>
                  <a:chExt cx="350878" cy="211040"/>
                </a:xfrm>
              </p:grpSpPr>
              <p:sp>
                <p:nvSpPr>
                  <p:cNvPr id="945" name="Google Shape;945;p34"/>
                  <p:cNvSpPr/>
                  <p:nvPr/>
                </p:nvSpPr>
                <p:spPr>
                  <a:xfrm>
                    <a:off x="5548402" y="1694145"/>
                    <a:ext cx="305820" cy="156173"/>
                  </a:xfrm>
                  <a:custGeom>
                    <a:avLst/>
                    <a:gdLst/>
                    <a:ahLst/>
                    <a:cxnLst/>
                    <a:rect l="l" t="t" r="r" b="b"/>
                    <a:pathLst>
                      <a:path w="6889" h="3518" extrusionOk="0">
                        <a:moveTo>
                          <a:pt x="0" y="0"/>
                        </a:moveTo>
                        <a:lnTo>
                          <a:pt x="0" y="3517"/>
                        </a:lnTo>
                        <a:lnTo>
                          <a:pt x="6888" y="3517"/>
                        </a:lnTo>
                        <a:lnTo>
                          <a:pt x="6888"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4"/>
                  <p:cNvSpPr/>
                  <p:nvPr/>
                </p:nvSpPr>
                <p:spPr>
                  <a:xfrm>
                    <a:off x="5548402" y="1639278"/>
                    <a:ext cx="350878" cy="54914"/>
                  </a:xfrm>
                  <a:custGeom>
                    <a:avLst/>
                    <a:gdLst/>
                    <a:ahLst/>
                    <a:cxnLst/>
                    <a:rect l="l" t="t" r="r" b="b"/>
                    <a:pathLst>
                      <a:path w="7904" h="1237" extrusionOk="0">
                        <a:moveTo>
                          <a:pt x="1486" y="1"/>
                        </a:moveTo>
                        <a:lnTo>
                          <a:pt x="0" y="1236"/>
                        </a:lnTo>
                        <a:lnTo>
                          <a:pt x="6888" y="1236"/>
                        </a:lnTo>
                        <a:lnTo>
                          <a:pt x="7904"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4"/>
                  <p:cNvSpPr/>
                  <p:nvPr/>
                </p:nvSpPr>
                <p:spPr>
                  <a:xfrm>
                    <a:off x="5854482" y="1639455"/>
                    <a:ext cx="44792" cy="210554"/>
                  </a:xfrm>
                  <a:custGeom>
                    <a:avLst/>
                    <a:gdLst/>
                    <a:ahLst/>
                    <a:cxnLst/>
                    <a:rect l="l" t="t" r="r" b="b"/>
                    <a:pathLst>
                      <a:path w="1009" h="4743" extrusionOk="0">
                        <a:moveTo>
                          <a:pt x="1009" y="0"/>
                        </a:moveTo>
                        <a:cubicBezTo>
                          <a:pt x="1001" y="22"/>
                          <a:pt x="911" y="144"/>
                          <a:pt x="757" y="345"/>
                        </a:cubicBezTo>
                        <a:cubicBezTo>
                          <a:pt x="570" y="582"/>
                          <a:pt x="323" y="891"/>
                          <a:pt x="28" y="1261"/>
                        </a:cubicBezTo>
                        <a:lnTo>
                          <a:pt x="18" y="1275"/>
                        </a:lnTo>
                        <a:lnTo>
                          <a:pt x="7" y="1275"/>
                        </a:lnTo>
                        <a:cubicBezTo>
                          <a:pt x="36" y="1458"/>
                          <a:pt x="53" y="2154"/>
                          <a:pt x="53" y="2990"/>
                        </a:cubicBezTo>
                        <a:cubicBezTo>
                          <a:pt x="53" y="3906"/>
                          <a:pt x="28" y="4660"/>
                          <a:pt x="0" y="4742"/>
                        </a:cubicBezTo>
                        <a:lnTo>
                          <a:pt x="1009" y="3407"/>
                        </a:lnTo>
                        <a:lnTo>
                          <a:pt x="1009"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4"/>
                  <p:cNvSpPr/>
                  <p:nvPr/>
                </p:nvSpPr>
                <p:spPr>
                  <a:xfrm>
                    <a:off x="5593637" y="1744796"/>
                    <a:ext cx="208467" cy="16114"/>
                  </a:xfrm>
                  <a:custGeom>
                    <a:avLst/>
                    <a:gdLst/>
                    <a:ahLst/>
                    <a:cxnLst/>
                    <a:rect l="l" t="t" r="r" b="b"/>
                    <a:pathLst>
                      <a:path w="4696" h="363" extrusionOk="0">
                        <a:moveTo>
                          <a:pt x="0" y="1"/>
                        </a:moveTo>
                        <a:lnTo>
                          <a:pt x="0" y="362"/>
                        </a:lnTo>
                        <a:lnTo>
                          <a:pt x="4695" y="362"/>
                        </a:lnTo>
                        <a:lnTo>
                          <a:pt x="4695"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4"/>
                  <p:cNvSpPr/>
                  <p:nvPr/>
                </p:nvSpPr>
                <p:spPr>
                  <a:xfrm>
                    <a:off x="5634877" y="1773917"/>
                    <a:ext cx="129449" cy="16026"/>
                  </a:xfrm>
                  <a:custGeom>
                    <a:avLst/>
                    <a:gdLst/>
                    <a:ahLst/>
                    <a:cxnLst/>
                    <a:rect l="l" t="t" r="r" b="b"/>
                    <a:pathLst>
                      <a:path w="2916" h="361" extrusionOk="0">
                        <a:moveTo>
                          <a:pt x="1" y="1"/>
                        </a:moveTo>
                        <a:lnTo>
                          <a:pt x="1" y="360"/>
                        </a:lnTo>
                        <a:lnTo>
                          <a:pt x="2916" y="360"/>
                        </a:lnTo>
                        <a:lnTo>
                          <a:pt x="2916"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4"/>
                  <p:cNvSpPr/>
                  <p:nvPr/>
                </p:nvSpPr>
                <p:spPr>
                  <a:xfrm>
                    <a:off x="5851597" y="1694145"/>
                    <a:ext cx="5283" cy="156173"/>
                  </a:xfrm>
                  <a:custGeom>
                    <a:avLst/>
                    <a:gdLst/>
                    <a:ahLst/>
                    <a:cxnLst/>
                    <a:rect l="l" t="t" r="r" b="b"/>
                    <a:pathLst>
                      <a:path w="119" h="3518" extrusionOk="0">
                        <a:moveTo>
                          <a:pt x="58" y="0"/>
                        </a:moveTo>
                        <a:cubicBezTo>
                          <a:pt x="25" y="0"/>
                          <a:pt x="0" y="786"/>
                          <a:pt x="0" y="1758"/>
                        </a:cubicBezTo>
                        <a:cubicBezTo>
                          <a:pt x="0" y="2727"/>
                          <a:pt x="25" y="3517"/>
                          <a:pt x="58" y="3517"/>
                        </a:cubicBezTo>
                        <a:cubicBezTo>
                          <a:pt x="93" y="3517"/>
                          <a:pt x="118" y="2727"/>
                          <a:pt x="118" y="1758"/>
                        </a:cubicBezTo>
                        <a:cubicBezTo>
                          <a:pt x="118" y="786"/>
                          <a:pt x="93" y="0"/>
                          <a:pt x="58" y="0"/>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4"/>
                  <p:cNvSpPr/>
                  <p:nvPr/>
                </p:nvSpPr>
                <p:spPr>
                  <a:xfrm>
                    <a:off x="5632178" y="1658282"/>
                    <a:ext cx="254730" cy="39076"/>
                  </a:xfrm>
                  <a:custGeom>
                    <a:avLst/>
                    <a:gdLst/>
                    <a:ahLst/>
                    <a:cxnLst/>
                    <a:rect l="l" t="t" r="r" b="b"/>
                    <a:pathLst>
                      <a:path w="4993" h="766" extrusionOk="0">
                        <a:moveTo>
                          <a:pt x="4984" y="1"/>
                        </a:moveTo>
                        <a:cubicBezTo>
                          <a:pt x="4972" y="1"/>
                          <a:pt x="4905" y="61"/>
                          <a:pt x="4792" y="174"/>
                        </a:cubicBezTo>
                        <a:cubicBezTo>
                          <a:pt x="4680" y="289"/>
                          <a:pt x="4519" y="453"/>
                          <a:pt x="4325" y="662"/>
                        </a:cubicBezTo>
                        <a:lnTo>
                          <a:pt x="4325" y="662"/>
                        </a:lnTo>
                        <a:cubicBezTo>
                          <a:pt x="3872" y="651"/>
                          <a:pt x="3289" y="648"/>
                          <a:pt x="2650" y="648"/>
                        </a:cubicBezTo>
                        <a:cubicBezTo>
                          <a:pt x="1917" y="648"/>
                          <a:pt x="1257" y="654"/>
                          <a:pt x="776" y="666"/>
                        </a:cubicBezTo>
                        <a:cubicBezTo>
                          <a:pt x="298" y="676"/>
                          <a:pt x="1" y="691"/>
                          <a:pt x="1" y="705"/>
                        </a:cubicBezTo>
                        <a:cubicBezTo>
                          <a:pt x="1" y="722"/>
                          <a:pt x="298" y="737"/>
                          <a:pt x="776" y="748"/>
                        </a:cubicBezTo>
                        <a:cubicBezTo>
                          <a:pt x="1257" y="759"/>
                          <a:pt x="1917" y="766"/>
                          <a:pt x="2650" y="766"/>
                        </a:cubicBezTo>
                        <a:cubicBezTo>
                          <a:pt x="3299" y="766"/>
                          <a:pt x="3891" y="759"/>
                          <a:pt x="4347" y="752"/>
                        </a:cubicBezTo>
                        <a:lnTo>
                          <a:pt x="4365" y="752"/>
                        </a:lnTo>
                        <a:lnTo>
                          <a:pt x="4379" y="737"/>
                        </a:lnTo>
                        <a:cubicBezTo>
                          <a:pt x="4573" y="515"/>
                          <a:pt x="4727" y="335"/>
                          <a:pt x="4832" y="210"/>
                        </a:cubicBezTo>
                        <a:cubicBezTo>
                          <a:pt x="4936" y="81"/>
                          <a:pt x="4993" y="8"/>
                          <a:pt x="4986" y="1"/>
                        </a:cubicBezTo>
                        <a:cubicBezTo>
                          <a:pt x="4986" y="1"/>
                          <a:pt x="4985" y="1"/>
                          <a:pt x="4984" y="1"/>
                        </a:cubicBez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952" name="Google Shape;952;p34"/>
            <p:cNvGrpSpPr/>
            <p:nvPr/>
          </p:nvGrpSpPr>
          <p:grpSpPr>
            <a:xfrm>
              <a:off x="4534350" y="4713051"/>
              <a:ext cx="4600713" cy="150450"/>
              <a:chOff x="0" y="4397412"/>
              <a:chExt cx="4600713" cy="150450"/>
            </a:xfrm>
          </p:grpSpPr>
          <p:sp>
            <p:nvSpPr>
              <p:cNvPr id="953" name="Google Shape;953;p34"/>
              <p:cNvSpPr/>
              <p:nvPr/>
            </p:nvSpPr>
            <p:spPr>
              <a:xfrm>
                <a:off x="0" y="4397412"/>
                <a:ext cx="4600713" cy="2416"/>
              </a:xfrm>
              <a:custGeom>
                <a:avLst/>
                <a:gdLst/>
                <a:ahLst/>
                <a:cxnLst/>
                <a:rect l="l" t="t" r="r" b="b"/>
                <a:pathLst>
                  <a:path w="131402" h="69" extrusionOk="0">
                    <a:moveTo>
                      <a:pt x="0" y="1"/>
                    </a:moveTo>
                    <a:lnTo>
                      <a:pt x="0" y="69"/>
                    </a:lnTo>
                    <a:lnTo>
                      <a:pt x="131401" y="69"/>
                    </a:lnTo>
                    <a:lnTo>
                      <a:pt x="131401"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4"/>
              <p:cNvSpPr/>
              <p:nvPr/>
            </p:nvSpPr>
            <p:spPr>
              <a:xfrm>
                <a:off x="755786" y="4545586"/>
                <a:ext cx="305519" cy="2276"/>
              </a:xfrm>
              <a:custGeom>
                <a:avLst/>
                <a:gdLst/>
                <a:ahLst/>
                <a:cxnLst/>
                <a:rect l="l" t="t" r="r" b="b"/>
                <a:pathLst>
                  <a:path w="8726" h="65" extrusionOk="0">
                    <a:moveTo>
                      <a:pt x="0" y="0"/>
                    </a:moveTo>
                    <a:lnTo>
                      <a:pt x="0" y="65"/>
                    </a:lnTo>
                    <a:lnTo>
                      <a:pt x="8726" y="65"/>
                    </a:lnTo>
                    <a:lnTo>
                      <a:pt x="8726" y="0"/>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4"/>
              <p:cNvSpPr/>
              <p:nvPr/>
            </p:nvSpPr>
            <p:spPr>
              <a:xfrm>
                <a:off x="1619552" y="4536412"/>
                <a:ext cx="497808" cy="2276"/>
              </a:xfrm>
              <a:custGeom>
                <a:avLst/>
                <a:gdLst/>
                <a:ahLst/>
                <a:cxnLst/>
                <a:rect l="l" t="t" r="r" b="b"/>
                <a:pathLst>
                  <a:path w="14218" h="65" extrusionOk="0">
                    <a:moveTo>
                      <a:pt x="0" y="0"/>
                    </a:moveTo>
                    <a:lnTo>
                      <a:pt x="0" y="65"/>
                    </a:lnTo>
                    <a:lnTo>
                      <a:pt x="14217" y="65"/>
                    </a:lnTo>
                    <a:lnTo>
                      <a:pt x="14217" y="0"/>
                    </a:lnTo>
                    <a:close/>
                  </a:path>
                </a:pathLst>
              </a:custGeom>
              <a:solidFill>
                <a:srgbClr val="EBEBEB"/>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4"/>
              <p:cNvSpPr/>
              <p:nvPr/>
            </p:nvSpPr>
            <p:spPr>
              <a:xfrm>
                <a:off x="1070481" y="4460119"/>
                <a:ext cx="175833" cy="2311"/>
              </a:xfrm>
              <a:custGeom>
                <a:avLst/>
                <a:gdLst/>
                <a:ahLst/>
                <a:cxnLst/>
                <a:rect l="l" t="t" r="r" b="b"/>
                <a:pathLst>
                  <a:path w="5022" h="66" extrusionOk="0">
                    <a:moveTo>
                      <a:pt x="1" y="1"/>
                    </a:moveTo>
                    <a:lnTo>
                      <a:pt x="1" y="65"/>
                    </a:lnTo>
                    <a:lnTo>
                      <a:pt x="5022" y="65"/>
                    </a:lnTo>
                    <a:lnTo>
                      <a:pt x="5022"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4"/>
              <p:cNvSpPr/>
              <p:nvPr/>
            </p:nvSpPr>
            <p:spPr>
              <a:xfrm>
                <a:off x="2732853" y="4514424"/>
                <a:ext cx="418259" cy="2276"/>
              </a:xfrm>
              <a:custGeom>
                <a:avLst/>
                <a:gdLst/>
                <a:ahLst/>
                <a:cxnLst/>
                <a:rect l="l" t="t" r="r" b="b"/>
                <a:pathLst>
                  <a:path w="11946" h="65" extrusionOk="0">
                    <a:moveTo>
                      <a:pt x="0" y="0"/>
                    </a:moveTo>
                    <a:lnTo>
                      <a:pt x="0" y="65"/>
                    </a:lnTo>
                    <a:lnTo>
                      <a:pt x="11946" y="65"/>
                    </a:lnTo>
                    <a:lnTo>
                      <a:pt x="11946" y="0"/>
                    </a:lnTo>
                    <a:close/>
                  </a:path>
                </a:pathLst>
              </a:custGeom>
              <a:solidFill>
                <a:srgbClr val="EBEBE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 name="Google Shape;958;p34"/>
            <p:cNvGrpSpPr/>
            <p:nvPr/>
          </p:nvGrpSpPr>
          <p:grpSpPr>
            <a:xfrm>
              <a:off x="7797287" y="4091587"/>
              <a:ext cx="208476" cy="304372"/>
              <a:chOff x="7797287" y="4091587"/>
              <a:chExt cx="208476" cy="304372"/>
            </a:xfrm>
          </p:grpSpPr>
          <p:sp>
            <p:nvSpPr>
              <p:cNvPr id="959" name="Google Shape;959;p34"/>
              <p:cNvSpPr/>
              <p:nvPr/>
            </p:nvSpPr>
            <p:spPr>
              <a:xfrm>
                <a:off x="7797287" y="4091587"/>
                <a:ext cx="208476" cy="304372"/>
              </a:xfrm>
              <a:custGeom>
                <a:avLst/>
                <a:gdLst/>
                <a:ahLst/>
                <a:cxnLst/>
                <a:rect l="l" t="t" r="r" b="b"/>
                <a:pathLst>
                  <a:path w="4778" h="6975" extrusionOk="0">
                    <a:moveTo>
                      <a:pt x="2377" y="0"/>
                    </a:moveTo>
                    <a:lnTo>
                      <a:pt x="0" y="3065"/>
                    </a:lnTo>
                    <a:lnTo>
                      <a:pt x="1627" y="4347"/>
                    </a:lnTo>
                    <a:cubicBezTo>
                      <a:pt x="1627" y="4347"/>
                      <a:pt x="396" y="6975"/>
                      <a:pt x="757" y="6975"/>
                    </a:cubicBezTo>
                    <a:cubicBezTo>
                      <a:pt x="785" y="6975"/>
                      <a:pt x="823" y="6959"/>
                      <a:pt x="873" y="6923"/>
                    </a:cubicBezTo>
                    <a:cubicBezTo>
                      <a:pt x="1483" y="6493"/>
                      <a:pt x="4035" y="2932"/>
                      <a:pt x="4645" y="2049"/>
                    </a:cubicBezTo>
                    <a:lnTo>
                      <a:pt x="4778" y="1849"/>
                    </a:lnTo>
                    <a:lnTo>
                      <a:pt x="2377"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4"/>
              <p:cNvSpPr/>
              <p:nvPr/>
            </p:nvSpPr>
            <p:spPr>
              <a:xfrm>
                <a:off x="7825168" y="4169389"/>
                <a:ext cx="177322" cy="222464"/>
              </a:xfrm>
              <a:custGeom>
                <a:avLst/>
                <a:gdLst/>
                <a:ahLst/>
                <a:cxnLst/>
                <a:rect l="l" t="t" r="r" b="b"/>
                <a:pathLst>
                  <a:path w="4064" h="5098" extrusionOk="0">
                    <a:moveTo>
                      <a:pt x="4033" y="1"/>
                    </a:moveTo>
                    <a:cubicBezTo>
                      <a:pt x="3989" y="1"/>
                      <a:pt x="3076" y="1113"/>
                      <a:pt x="1978" y="2506"/>
                    </a:cubicBezTo>
                    <a:cubicBezTo>
                      <a:pt x="872" y="3913"/>
                      <a:pt x="0" y="5072"/>
                      <a:pt x="29" y="5097"/>
                    </a:cubicBezTo>
                    <a:cubicBezTo>
                      <a:pt x="29" y="5098"/>
                      <a:pt x="29" y="5098"/>
                      <a:pt x="30" y="5098"/>
                    </a:cubicBezTo>
                    <a:cubicBezTo>
                      <a:pt x="75" y="5098"/>
                      <a:pt x="987" y="3982"/>
                      <a:pt x="2086" y="2589"/>
                    </a:cubicBezTo>
                    <a:cubicBezTo>
                      <a:pt x="3191" y="1182"/>
                      <a:pt x="4064" y="23"/>
                      <a:pt x="4035" y="1"/>
                    </a:cubicBezTo>
                    <a:cubicBezTo>
                      <a:pt x="4034" y="1"/>
                      <a:pt x="4034" y="1"/>
                      <a:pt x="4033"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4"/>
              <p:cNvSpPr/>
              <p:nvPr/>
            </p:nvSpPr>
            <p:spPr>
              <a:xfrm>
                <a:off x="7860073" y="4291263"/>
                <a:ext cx="21205" cy="5891"/>
              </a:xfrm>
              <a:custGeom>
                <a:avLst/>
                <a:gdLst/>
                <a:ahLst/>
                <a:cxnLst/>
                <a:rect l="l" t="t" r="r" b="b"/>
                <a:pathLst>
                  <a:path w="486" h="135" extrusionOk="0">
                    <a:moveTo>
                      <a:pt x="241" y="0"/>
                    </a:moveTo>
                    <a:cubicBezTo>
                      <a:pt x="105" y="0"/>
                      <a:pt x="1" y="47"/>
                      <a:pt x="4" y="83"/>
                    </a:cubicBezTo>
                    <a:cubicBezTo>
                      <a:pt x="12" y="119"/>
                      <a:pt x="115" y="134"/>
                      <a:pt x="241" y="134"/>
                    </a:cubicBezTo>
                    <a:cubicBezTo>
                      <a:pt x="253" y="134"/>
                      <a:pt x="265" y="134"/>
                      <a:pt x="276" y="134"/>
                    </a:cubicBezTo>
                    <a:cubicBezTo>
                      <a:pt x="386" y="134"/>
                      <a:pt x="472" y="119"/>
                      <a:pt x="478" y="86"/>
                    </a:cubicBezTo>
                    <a:cubicBezTo>
                      <a:pt x="486" y="51"/>
                      <a:pt x="378" y="4"/>
                      <a:pt x="241"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4"/>
              <p:cNvSpPr/>
              <p:nvPr/>
            </p:nvSpPr>
            <p:spPr>
              <a:xfrm>
                <a:off x="7856321" y="4301779"/>
                <a:ext cx="23082" cy="6546"/>
              </a:xfrm>
              <a:custGeom>
                <a:avLst/>
                <a:gdLst/>
                <a:ahLst/>
                <a:cxnLst/>
                <a:rect l="l" t="t" r="r" b="b"/>
                <a:pathLst>
                  <a:path w="529" h="150" extrusionOk="0">
                    <a:moveTo>
                      <a:pt x="176" y="0"/>
                    </a:moveTo>
                    <a:cubicBezTo>
                      <a:pt x="74" y="0"/>
                      <a:pt x="1" y="26"/>
                      <a:pt x="1" y="54"/>
                    </a:cubicBezTo>
                    <a:cubicBezTo>
                      <a:pt x="1" y="90"/>
                      <a:pt x="115" y="118"/>
                      <a:pt x="252" y="136"/>
                    </a:cubicBezTo>
                    <a:cubicBezTo>
                      <a:pt x="316" y="145"/>
                      <a:pt x="376" y="150"/>
                      <a:pt x="422" y="150"/>
                    </a:cubicBezTo>
                    <a:cubicBezTo>
                      <a:pt x="476" y="150"/>
                      <a:pt x="512" y="143"/>
                      <a:pt x="517" y="125"/>
                    </a:cubicBezTo>
                    <a:cubicBezTo>
                      <a:pt x="529" y="90"/>
                      <a:pt x="421" y="25"/>
                      <a:pt x="270" y="7"/>
                    </a:cubicBezTo>
                    <a:cubicBezTo>
                      <a:pt x="237" y="2"/>
                      <a:pt x="205" y="0"/>
                      <a:pt x="176"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4"/>
              <p:cNvSpPr/>
              <p:nvPr/>
            </p:nvSpPr>
            <p:spPr>
              <a:xfrm>
                <a:off x="7960774" y="4152939"/>
                <a:ext cx="16799" cy="56161"/>
              </a:xfrm>
              <a:custGeom>
                <a:avLst/>
                <a:gdLst/>
                <a:ahLst/>
                <a:cxnLst/>
                <a:rect l="l" t="t" r="r" b="b"/>
                <a:pathLst>
                  <a:path w="385" h="1287" extrusionOk="0">
                    <a:moveTo>
                      <a:pt x="361" y="1"/>
                    </a:moveTo>
                    <a:cubicBezTo>
                      <a:pt x="336" y="1"/>
                      <a:pt x="265" y="32"/>
                      <a:pt x="187" y="116"/>
                    </a:cubicBezTo>
                    <a:cubicBezTo>
                      <a:pt x="98" y="216"/>
                      <a:pt x="15" y="396"/>
                      <a:pt x="8" y="604"/>
                    </a:cubicBezTo>
                    <a:cubicBezTo>
                      <a:pt x="0" y="809"/>
                      <a:pt x="51" y="985"/>
                      <a:pt x="94" y="1103"/>
                    </a:cubicBezTo>
                    <a:cubicBezTo>
                      <a:pt x="136" y="1216"/>
                      <a:pt x="173" y="1287"/>
                      <a:pt x="192" y="1287"/>
                    </a:cubicBezTo>
                    <a:cubicBezTo>
                      <a:pt x="193" y="1287"/>
                      <a:pt x="193" y="1286"/>
                      <a:pt x="194" y="1286"/>
                    </a:cubicBezTo>
                    <a:cubicBezTo>
                      <a:pt x="212" y="1283"/>
                      <a:pt x="205" y="1203"/>
                      <a:pt x="184" y="1078"/>
                    </a:cubicBezTo>
                    <a:cubicBezTo>
                      <a:pt x="166" y="956"/>
                      <a:pt x="133" y="787"/>
                      <a:pt x="141" y="607"/>
                    </a:cubicBezTo>
                    <a:cubicBezTo>
                      <a:pt x="148" y="428"/>
                      <a:pt x="202" y="274"/>
                      <a:pt x="262" y="173"/>
                    </a:cubicBezTo>
                    <a:cubicBezTo>
                      <a:pt x="324" y="73"/>
                      <a:pt x="385" y="22"/>
                      <a:pt x="370" y="4"/>
                    </a:cubicBezTo>
                    <a:cubicBezTo>
                      <a:pt x="369" y="2"/>
                      <a:pt x="366" y="1"/>
                      <a:pt x="361"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4"/>
              <p:cNvSpPr/>
              <p:nvPr/>
            </p:nvSpPr>
            <p:spPr>
              <a:xfrm>
                <a:off x="7866661" y="4275249"/>
                <a:ext cx="16319" cy="10560"/>
              </a:xfrm>
              <a:custGeom>
                <a:avLst/>
                <a:gdLst/>
                <a:ahLst/>
                <a:cxnLst/>
                <a:rect l="l" t="t" r="r" b="b"/>
                <a:pathLst>
                  <a:path w="374" h="242" extrusionOk="0">
                    <a:moveTo>
                      <a:pt x="324" y="1"/>
                    </a:moveTo>
                    <a:cubicBezTo>
                      <a:pt x="286" y="1"/>
                      <a:pt x="221" y="31"/>
                      <a:pt x="155" y="73"/>
                    </a:cubicBezTo>
                    <a:cubicBezTo>
                      <a:pt x="68" y="127"/>
                      <a:pt x="0" y="188"/>
                      <a:pt x="15" y="221"/>
                    </a:cubicBezTo>
                    <a:cubicBezTo>
                      <a:pt x="19" y="234"/>
                      <a:pt x="37" y="242"/>
                      <a:pt x="63" y="242"/>
                    </a:cubicBezTo>
                    <a:cubicBezTo>
                      <a:pt x="104" y="242"/>
                      <a:pt x="166" y="224"/>
                      <a:pt x="227" y="184"/>
                    </a:cubicBezTo>
                    <a:cubicBezTo>
                      <a:pt x="323" y="123"/>
                      <a:pt x="373" y="34"/>
                      <a:pt x="348" y="9"/>
                    </a:cubicBezTo>
                    <a:cubicBezTo>
                      <a:pt x="343" y="3"/>
                      <a:pt x="334" y="1"/>
                      <a:pt x="324"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4"/>
              <p:cNvSpPr/>
              <p:nvPr/>
            </p:nvSpPr>
            <p:spPr>
              <a:xfrm>
                <a:off x="7860858" y="4261460"/>
                <a:ext cx="15228" cy="16233"/>
              </a:xfrm>
              <a:custGeom>
                <a:avLst/>
                <a:gdLst/>
                <a:ahLst/>
                <a:cxnLst/>
                <a:rect l="l" t="t" r="r" b="b"/>
                <a:pathLst>
                  <a:path w="349" h="372" extrusionOk="0">
                    <a:moveTo>
                      <a:pt x="305" y="1"/>
                    </a:moveTo>
                    <a:cubicBezTo>
                      <a:pt x="265" y="1"/>
                      <a:pt x="188" y="61"/>
                      <a:pt x="123" y="145"/>
                    </a:cubicBezTo>
                    <a:cubicBezTo>
                      <a:pt x="44" y="242"/>
                      <a:pt x="1" y="339"/>
                      <a:pt x="26" y="364"/>
                    </a:cubicBezTo>
                    <a:cubicBezTo>
                      <a:pt x="30" y="369"/>
                      <a:pt x="36" y="371"/>
                      <a:pt x="44" y="371"/>
                    </a:cubicBezTo>
                    <a:cubicBezTo>
                      <a:pt x="82" y="371"/>
                      <a:pt x="154" y="312"/>
                      <a:pt x="223" y="227"/>
                    </a:cubicBezTo>
                    <a:cubicBezTo>
                      <a:pt x="306" y="127"/>
                      <a:pt x="349" y="27"/>
                      <a:pt x="320" y="5"/>
                    </a:cubicBezTo>
                    <a:cubicBezTo>
                      <a:pt x="316" y="2"/>
                      <a:pt x="311" y="1"/>
                      <a:pt x="305"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6" name="Google Shape;966;p34"/>
            <p:cNvSpPr/>
            <p:nvPr/>
          </p:nvSpPr>
          <p:spPr>
            <a:xfrm>
              <a:off x="7159727" y="3080485"/>
              <a:ext cx="797733" cy="1212448"/>
            </a:xfrm>
            <a:custGeom>
              <a:avLst/>
              <a:gdLst/>
              <a:ahLst/>
              <a:cxnLst/>
              <a:rect l="l" t="t" r="r" b="b"/>
              <a:pathLst>
                <a:path w="17970" h="27312" extrusionOk="0">
                  <a:moveTo>
                    <a:pt x="4857" y="1"/>
                  </a:moveTo>
                  <a:cubicBezTo>
                    <a:pt x="4857" y="1"/>
                    <a:pt x="0" y="12911"/>
                    <a:pt x="654" y="15323"/>
                  </a:cubicBezTo>
                  <a:cubicBezTo>
                    <a:pt x="1311" y="17735"/>
                    <a:pt x="14411" y="27311"/>
                    <a:pt x="14411" y="27311"/>
                  </a:cubicBezTo>
                  <a:lnTo>
                    <a:pt x="17969" y="22189"/>
                  </a:lnTo>
                  <a:cubicBezTo>
                    <a:pt x="17969" y="22189"/>
                    <a:pt x="7750" y="14103"/>
                    <a:pt x="7718" y="13654"/>
                  </a:cubicBezTo>
                  <a:cubicBezTo>
                    <a:pt x="7685" y="13209"/>
                    <a:pt x="11774" y="2484"/>
                    <a:pt x="11774" y="2484"/>
                  </a:cubicBezTo>
                  <a:lnTo>
                    <a:pt x="4857"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4"/>
            <p:cNvSpPr/>
            <p:nvPr/>
          </p:nvSpPr>
          <p:spPr>
            <a:xfrm>
              <a:off x="7298184" y="3457766"/>
              <a:ext cx="491469" cy="660338"/>
            </a:xfrm>
            <a:custGeom>
              <a:avLst/>
              <a:gdLst/>
              <a:ahLst/>
              <a:cxnLst/>
              <a:rect l="l" t="t" r="r" b="b"/>
              <a:pathLst>
                <a:path w="11071" h="14875" extrusionOk="0">
                  <a:moveTo>
                    <a:pt x="1494" y="0"/>
                  </a:moveTo>
                  <a:lnTo>
                    <a:pt x="1494" y="0"/>
                  </a:lnTo>
                  <a:cubicBezTo>
                    <a:pt x="1490" y="0"/>
                    <a:pt x="1487" y="19"/>
                    <a:pt x="1476" y="51"/>
                  </a:cubicBezTo>
                  <a:cubicBezTo>
                    <a:pt x="1465" y="91"/>
                    <a:pt x="1450" y="141"/>
                    <a:pt x="1433" y="199"/>
                  </a:cubicBezTo>
                  <a:cubicBezTo>
                    <a:pt x="1394" y="338"/>
                    <a:pt x="1343" y="529"/>
                    <a:pt x="1275" y="769"/>
                  </a:cubicBezTo>
                  <a:cubicBezTo>
                    <a:pt x="1127" y="1268"/>
                    <a:pt x="923" y="1978"/>
                    <a:pt x="668" y="2851"/>
                  </a:cubicBezTo>
                  <a:cubicBezTo>
                    <a:pt x="542" y="3289"/>
                    <a:pt x="403" y="3774"/>
                    <a:pt x="263" y="4294"/>
                  </a:cubicBezTo>
                  <a:cubicBezTo>
                    <a:pt x="194" y="4556"/>
                    <a:pt x="123" y="4825"/>
                    <a:pt x="65" y="5109"/>
                  </a:cubicBezTo>
                  <a:cubicBezTo>
                    <a:pt x="8" y="5389"/>
                    <a:pt x="1" y="5722"/>
                    <a:pt x="158" y="6006"/>
                  </a:cubicBezTo>
                  <a:cubicBezTo>
                    <a:pt x="306" y="6286"/>
                    <a:pt x="550" y="6501"/>
                    <a:pt x="783" y="6713"/>
                  </a:cubicBezTo>
                  <a:cubicBezTo>
                    <a:pt x="1020" y="6925"/>
                    <a:pt x="1261" y="7140"/>
                    <a:pt x="1505" y="7359"/>
                  </a:cubicBezTo>
                  <a:cubicBezTo>
                    <a:pt x="2000" y="7796"/>
                    <a:pt x="2513" y="8249"/>
                    <a:pt x="3044" y="8701"/>
                  </a:cubicBezTo>
                  <a:cubicBezTo>
                    <a:pt x="5169" y="10521"/>
                    <a:pt x="7172" y="12075"/>
                    <a:pt x="8648" y="13163"/>
                  </a:cubicBezTo>
                  <a:cubicBezTo>
                    <a:pt x="9383" y="13708"/>
                    <a:pt x="9990" y="14136"/>
                    <a:pt x="10409" y="14430"/>
                  </a:cubicBezTo>
                  <a:cubicBezTo>
                    <a:pt x="10614" y="14570"/>
                    <a:pt x="10775" y="14681"/>
                    <a:pt x="10894" y="14764"/>
                  </a:cubicBezTo>
                  <a:cubicBezTo>
                    <a:pt x="10944" y="14800"/>
                    <a:pt x="10987" y="14825"/>
                    <a:pt x="11024" y="14850"/>
                  </a:cubicBezTo>
                  <a:cubicBezTo>
                    <a:pt x="11052" y="14868"/>
                    <a:pt x="11067" y="14875"/>
                    <a:pt x="11070" y="14875"/>
                  </a:cubicBezTo>
                  <a:cubicBezTo>
                    <a:pt x="11070" y="14871"/>
                    <a:pt x="11055" y="14860"/>
                    <a:pt x="11030" y="14839"/>
                  </a:cubicBezTo>
                  <a:cubicBezTo>
                    <a:pt x="10999" y="14814"/>
                    <a:pt x="10959" y="14782"/>
                    <a:pt x="10909" y="14746"/>
                  </a:cubicBezTo>
                  <a:cubicBezTo>
                    <a:pt x="10794" y="14660"/>
                    <a:pt x="10636" y="14542"/>
                    <a:pt x="10435" y="14394"/>
                  </a:cubicBezTo>
                  <a:cubicBezTo>
                    <a:pt x="10015" y="14081"/>
                    <a:pt x="9423" y="13640"/>
                    <a:pt x="8698" y="13094"/>
                  </a:cubicBezTo>
                  <a:cubicBezTo>
                    <a:pt x="7237" y="11989"/>
                    <a:pt x="5245" y="10428"/>
                    <a:pt x="3123" y="8611"/>
                  </a:cubicBezTo>
                  <a:cubicBezTo>
                    <a:pt x="2592" y="8159"/>
                    <a:pt x="2079" y="7710"/>
                    <a:pt x="1584" y="7273"/>
                  </a:cubicBezTo>
                  <a:cubicBezTo>
                    <a:pt x="1336" y="7054"/>
                    <a:pt x="1096" y="6839"/>
                    <a:pt x="859" y="6630"/>
                  </a:cubicBezTo>
                  <a:cubicBezTo>
                    <a:pt x="622" y="6418"/>
                    <a:pt x="392" y="6211"/>
                    <a:pt x="256" y="5956"/>
                  </a:cubicBezTo>
                  <a:cubicBezTo>
                    <a:pt x="112" y="5697"/>
                    <a:pt x="115" y="5403"/>
                    <a:pt x="169" y="5126"/>
                  </a:cubicBezTo>
                  <a:cubicBezTo>
                    <a:pt x="223" y="4850"/>
                    <a:pt x="292" y="4577"/>
                    <a:pt x="360" y="4319"/>
                  </a:cubicBezTo>
                  <a:cubicBezTo>
                    <a:pt x="493" y="3799"/>
                    <a:pt x="629" y="3314"/>
                    <a:pt x="751" y="2873"/>
                  </a:cubicBezTo>
                  <a:cubicBezTo>
                    <a:pt x="995" y="1990"/>
                    <a:pt x="1192" y="1275"/>
                    <a:pt x="1321" y="780"/>
                  </a:cubicBezTo>
                  <a:cubicBezTo>
                    <a:pt x="1382" y="532"/>
                    <a:pt x="1429" y="338"/>
                    <a:pt x="1458" y="206"/>
                  </a:cubicBezTo>
                  <a:cubicBezTo>
                    <a:pt x="1469" y="144"/>
                    <a:pt x="1480" y="94"/>
                    <a:pt x="1487" y="55"/>
                  </a:cubicBezTo>
                  <a:cubicBezTo>
                    <a:pt x="1494" y="19"/>
                    <a:pt x="1494" y="5"/>
                    <a:pt x="149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4"/>
            <p:cNvSpPr/>
            <p:nvPr/>
          </p:nvSpPr>
          <p:spPr>
            <a:xfrm>
              <a:off x="7735751" y="4005732"/>
              <a:ext cx="140413" cy="181521"/>
            </a:xfrm>
            <a:custGeom>
              <a:avLst/>
              <a:gdLst/>
              <a:ahLst/>
              <a:cxnLst/>
              <a:rect l="l" t="t" r="r" b="b"/>
              <a:pathLst>
                <a:path w="3163" h="4089" extrusionOk="0">
                  <a:moveTo>
                    <a:pt x="3136" y="1"/>
                  </a:moveTo>
                  <a:cubicBezTo>
                    <a:pt x="3094" y="1"/>
                    <a:pt x="2386" y="891"/>
                    <a:pt x="1533" y="2011"/>
                  </a:cubicBezTo>
                  <a:cubicBezTo>
                    <a:pt x="675" y="3137"/>
                    <a:pt x="0" y="4071"/>
                    <a:pt x="25" y="4088"/>
                  </a:cubicBezTo>
                  <a:cubicBezTo>
                    <a:pt x="25" y="4089"/>
                    <a:pt x="26" y="4089"/>
                    <a:pt x="26" y="4089"/>
                  </a:cubicBezTo>
                  <a:cubicBezTo>
                    <a:pt x="67" y="4089"/>
                    <a:pt x="778" y="3196"/>
                    <a:pt x="1629" y="2082"/>
                  </a:cubicBezTo>
                  <a:cubicBezTo>
                    <a:pt x="2487" y="952"/>
                    <a:pt x="3163" y="22"/>
                    <a:pt x="3137" y="1"/>
                  </a:cubicBezTo>
                  <a:cubicBezTo>
                    <a:pt x="3136" y="1"/>
                    <a:pt x="3136" y="1"/>
                    <a:pt x="3136"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4"/>
            <p:cNvSpPr/>
            <p:nvPr/>
          </p:nvSpPr>
          <p:spPr>
            <a:xfrm>
              <a:off x="7651629" y="1990812"/>
              <a:ext cx="448853" cy="494399"/>
            </a:xfrm>
            <a:custGeom>
              <a:avLst/>
              <a:gdLst/>
              <a:ahLst/>
              <a:cxnLst/>
              <a:rect l="l" t="t" r="r" b="b"/>
              <a:pathLst>
                <a:path w="10111" h="11137" extrusionOk="0">
                  <a:moveTo>
                    <a:pt x="2358" y="0"/>
                  </a:moveTo>
                  <a:lnTo>
                    <a:pt x="97" y="5757"/>
                  </a:lnTo>
                  <a:cubicBezTo>
                    <a:pt x="126" y="6131"/>
                    <a:pt x="0" y="6486"/>
                    <a:pt x="327" y="6665"/>
                  </a:cubicBezTo>
                  <a:cubicBezTo>
                    <a:pt x="387" y="6698"/>
                    <a:pt x="446" y="6711"/>
                    <a:pt x="505" y="6711"/>
                  </a:cubicBezTo>
                  <a:cubicBezTo>
                    <a:pt x="587" y="6711"/>
                    <a:pt x="667" y="6687"/>
                    <a:pt x="746" y="6662"/>
                  </a:cubicBezTo>
                  <a:cubicBezTo>
                    <a:pt x="825" y="6639"/>
                    <a:pt x="902" y="6616"/>
                    <a:pt x="975" y="6616"/>
                  </a:cubicBezTo>
                  <a:cubicBezTo>
                    <a:pt x="1066" y="6616"/>
                    <a:pt x="1150" y="6651"/>
                    <a:pt x="1228" y="6766"/>
                  </a:cubicBezTo>
                  <a:cubicBezTo>
                    <a:pt x="1410" y="7042"/>
                    <a:pt x="1597" y="7243"/>
                    <a:pt x="1690" y="7563"/>
                  </a:cubicBezTo>
                  <a:cubicBezTo>
                    <a:pt x="1787" y="7893"/>
                    <a:pt x="2117" y="8091"/>
                    <a:pt x="2437" y="8209"/>
                  </a:cubicBezTo>
                  <a:cubicBezTo>
                    <a:pt x="2757" y="8331"/>
                    <a:pt x="3105" y="8409"/>
                    <a:pt x="3363" y="8636"/>
                  </a:cubicBezTo>
                  <a:cubicBezTo>
                    <a:pt x="3858" y="9063"/>
                    <a:pt x="3833" y="9839"/>
                    <a:pt x="4170" y="10399"/>
                  </a:cubicBezTo>
                  <a:cubicBezTo>
                    <a:pt x="4422" y="10818"/>
                    <a:pt x="4889" y="11101"/>
                    <a:pt x="5381" y="11134"/>
                  </a:cubicBezTo>
                  <a:cubicBezTo>
                    <a:pt x="5408" y="11136"/>
                    <a:pt x="5436" y="11137"/>
                    <a:pt x="5464" y="11137"/>
                  </a:cubicBezTo>
                  <a:cubicBezTo>
                    <a:pt x="5925" y="11137"/>
                    <a:pt x="6384" y="10918"/>
                    <a:pt x="6668" y="10556"/>
                  </a:cubicBezTo>
                  <a:cubicBezTo>
                    <a:pt x="6802" y="10387"/>
                    <a:pt x="6902" y="10187"/>
                    <a:pt x="7074" y="10057"/>
                  </a:cubicBezTo>
                  <a:cubicBezTo>
                    <a:pt x="7225" y="9948"/>
                    <a:pt x="7395" y="9911"/>
                    <a:pt x="7575" y="9911"/>
                  </a:cubicBezTo>
                  <a:cubicBezTo>
                    <a:pt x="7755" y="9911"/>
                    <a:pt x="7945" y="9948"/>
                    <a:pt x="8137" y="9986"/>
                  </a:cubicBezTo>
                  <a:cubicBezTo>
                    <a:pt x="8334" y="10024"/>
                    <a:pt x="8530" y="10060"/>
                    <a:pt x="8721" y="10060"/>
                  </a:cubicBezTo>
                  <a:cubicBezTo>
                    <a:pt x="8764" y="10060"/>
                    <a:pt x="8806" y="10058"/>
                    <a:pt x="8848" y="10054"/>
                  </a:cubicBezTo>
                  <a:cubicBezTo>
                    <a:pt x="9300" y="10003"/>
                    <a:pt x="9691" y="9670"/>
                    <a:pt x="9888" y="9257"/>
                  </a:cubicBezTo>
                  <a:cubicBezTo>
                    <a:pt x="10086" y="8848"/>
                    <a:pt x="10111" y="8371"/>
                    <a:pt x="10054" y="7918"/>
                  </a:cubicBezTo>
                  <a:cubicBezTo>
                    <a:pt x="9985" y="7354"/>
                    <a:pt x="9734" y="6741"/>
                    <a:pt x="9203" y="6536"/>
                  </a:cubicBezTo>
                  <a:cubicBezTo>
                    <a:pt x="8880" y="6411"/>
                    <a:pt x="8492" y="6454"/>
                    <a:pt x="8205" y="6256"/>
                  </a:cubicBezTo>
                  <a:cubicBezTo>
                    <a:pt x="7702" y="5901"/>
                    <a:pt x="7853" y="5040"/>
                    <a:pt x="7383" y="4634"/>
                  </a:cubicBezTo>
                  <a:cubicBezTo>
                    <a:pt x="6859" y="4185"/>
                    <a:pt x="5901" y="4598"/>
                    <a:pt x="5434" y="4088"/>
                  </a:cubicBezTo>
                  <a:cubicBezTo>
                    <a:pt x="5111" y="3736"/>
                    <a:pt x="5230" y="3155"/>
                    <a:pt x="4978" y="2753"/>
                  </a:cubicBezTo>
                  <a:cubicBezTo>
                    <a:pt x="4741" y="2384"/>
                    <a:pt x="4271" y="2268"/>
                    <a:pt x="3880" y="2068"/>
                  </a:cubicBezTo>
                  <a:cubicBezTo>
                    <a:pt x="3022" y="1619"/>
                    <a:pt x="2792" y="868"/>
                    <a:pt x="235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4"/>
            <p:cNvSpPr/>
            <p:nvPr/>
          </p:nvSpPr>
          <p:spPr>
            <a:xfrm>
              <a:off x="6618017" y="2485065"/>
              <a:ext cx="889892" cy="414004"/>
            </a:xfrm>
            <a:custGeom>
              <a:avLst/>
              <a:gdLst/>
              <a:ahLst/>
              <a:cxnLst/>
              <a:rect l="l" t="t" r="r" b="b"/>
              <a:pathLst>
                <a:path w="20046" h="9326" extrusionOk="0">
                  <a:moveTo>
                    <a:pt x="15721" y="0"/>
                  </a:moveTo>
                  <a:cubicBezTo>
                    <a:pt x="15721" y="0"/>
                    <a:pt x="13865" y="5348"/>
                    <a:pt x="13295" y="5399"/>
                  </a:cubicBezTo>
                  <a:cubicBezTo>
                    <a:pt x="12923" y="5433"/>
                    <a:pt x="12548" y="5448"/>
                    <a:pt x="12175" y="5448"/>
                  </a:cubicBezTo>
                  <a:cubicBezTo>
                    <a:pt x="9379" y="5448"/>
                    <a:pt x="6634" y="4592"/>
                    <a:pt x="5592" y="4228"/>
                  </a:cubicBezTo>
                  <a:cubicBezTo>
                    <a:pt x="5470" y="4095"/>
                    <a:pt x="5333" y="3934"/>
                    <a:pt x="5179" y="3733"/>
                  </a:cubicBezTo>
                  <a:cubicBezTo>
                    <a:pt x="5050" y="3564"/>
                    <a:pt x="4949" y="3374"/>
                    <a:pt x="4885" y="3169"/>
                  </a:cubicBezTo>
                  <a:cubicBezTo>
                    <a:pt x="4803" y="2922"/>
                    <a:pt x="4709" y="2588"/>
                    <a:pt x="4717" y="2391"/>
                  </a:cubicBezTo>
                  <a:cubicBezTo>
                    <a:pt x="4721" y="2224"/>
                    <a:pt x="4588" y="2112"/>
                    <a:pt x="4458" y="2112"/>
                  </a:cubicBezTo>
                  <a:cubicBezTo>
                    <a:pt x="4395" y="2112"/>
                    <a:pt x="4334" y="2138"/>
                    <a:pt x="4289" y="2197"/>
                  </a:cubicBezTo>
                  <a:cubicBezTo>
                    <a:pt x="4152" y="2373"/>
                    <a:pt x="4121" y="3047"/>
                    <a:pt x="4429" y="3772"/>
                  </a:cubicBezTo>
                  <a:cubicBezTo>
                    <a:pt x="4543" y="4038"/>
                    <a:pt x="4469" y="4130"/>
                    <a:pt x="4310" y="4130"/>
                  </a:cubicBezTo>
                  <a:cubicBezTo>
                    <a:pt x="4032" y="4130"/>
                    <a:pt x="3492" y="3849"/>
                    <a:pt x="3234" y="3719"/>
                  </a:cubicBezTo>
                  <a:cubicBezTo>
                    <a:pt x="2856" y="3526"/>
                    <a:pt x="1700" y="3012"/>
                    <a:pt x="1427" y="3012"/>
                  </a:cubicBezTo>
                  <a:cubicBezTo>
                    <a:pt x="1409" y="3012"/>
                    <a:pt x="1395" y="3014"/>
                    <a:pt x="1385" y="3019"/>
                  </a:cubicBezTo>
                  <a:cubicBezTo>
                    <a:pt x="1152" y="3130"/>
                    <a:pt x="1224" y="3403"/>
                    <a:pt x="1633" y="3597"/>
                  </a:cubicBezTo>
                  <a:cubicBezTo>
                    <a:pt x="2050" y="3794"/>
                    <a:pt x="3231" y="4458"/>
                    <a:pt x="3112" y="4667"/>
                  </a:cubicBezTo>
                  <a:cubicBezTo>
                    <a:pt x="3102" y="4684"/>
                    <a:pt x="3077" y="4693"/>
                    <a:pt x="3040" y="4693"/>
                  </a:cubicBezTo>
                  <a:cubicBezTo>
                    <a:pt x="2654" y="4693"/>
                    <a:pt x="948" y="3809"/>
                    <a:pt x="948" y="3809"/>
                  </a:cubicBezTo>
                  <a:cubicBezTo>
                    <a:pt x="948" y="3809"/>
                    <a:pt x="742" y="3656"/>
                    <a:pt x="572" y="3656"/>
                  </a:cubicBezTo>
                  <a:cubicBezTo>
                    <a:pt x="504" y="3656"/>
                    <a:pt x="443" y="3680"/>
                    <a:pt x="402" y="3747"/>
                  </a:cubicBezTo>
                  <a:cubicBezTo>
                    <a:pt x="143" y="4175"/>
                    <a:pt x="2405" y="5144"/>
                    <a:pt x="2620" y="5230"/>
                  </a:cubicBezTo>
                  <a:cubicBezTo>
                    <a:pt x="2750" y="5283"/>
                    <a:pt x="2680" y="5463"/>
                    <a:pt x="2556" y="5463"/>
                  </a:cubicBezTo>
                  <a:cubicBezTo>
                    <a:pt x="2537" y="5463"/>
                    <a:pt x="2516" y="5459"/>
                    <a:pt x="2494" y="5449"/>
                  </a:cubicBezTo>
                  <a:cubicBezTo>
                    <a:pt x="2358" y="5386"/>
                    <a:pt x="1065" y="4668"/>
                    <a:pt x="471" y="4668"/>
                  </a:cubicBezTo>
                  <a:cubicBezTo>
                    <a:pt x="347" y="4668"/>
                    <a:pt x="254" y="4699"/>
                    <a:pt x="208" y="4774"/>
                  </a:cubicBezTo>
                  <a:cubicBezTo>
                    <a:pt x="0" y="5104"/>
                    <a:pt x="2057" y="5588"/>
                    <a:pt x="2322" y="6016"/>
                  </a:cubicBezTo>
                  <a:cubicBezTo>
                    <a:pt x="2373" y="6097"/>
                    <a:pt x="2350" y="6129"/>
                    <a:pt x="2278" y="6129"/>
                  </a:cubicBezTo>
                  <a:cubicBezTo>
                    <a:pt x="2153" y="6129"/>
                    <a:pt x="1878" y="6033"/>
                    <a:pt x="1586" y="5937"/>
                  </a:cubicBezTo>
                  <a:cubicBezTo>
                    <a:pt x="1296" y="5841"/>
                    <a:pt x="990" y="5747"/>
                    <a:pt x="798" y="5747"/>
                  </a:cubicBezTo>
                  <a:cubicBezTo>
                    <a:pt x="710" y="5747"/>
                    <a:pt x="645" y="5766"/>
                    <a:pt x="617" y="5815"/>
                  </a:cubicBezTo>
                  <a:cubicBezTo>
                    <a:pt x="549" y="5937"/>
                    <a:pt x="513" y="6037"/>
                    <a:pt x="1619" y="6436"/>
                  </a:cubicBezTo>
                  <a:cubicBezTo>
                    <a:pt x="2157" y="6630"/>
                    <a:pt x="3170" y="6867"/>
                    <a:pt x="4084" y="7064"/>
                  </a:cubicBezTo>
                  <a:lnTo>
                    <a:pt x="4081" y="7074"/>
                  </a:lnTo>
                  <a:cubicBezTo>
                    <a:pt x="4081" y="7074"/>
                    <a:pt x="9114" y="9325"/>
                    <a:pt x="13120" y="9325"/>
                  </a:cubicBezTo>
                  <a:cubicBezTo>
                    <a:pt x="15050" y="9325"/>
                    <a:pt x="16741" y="8803"/>
                    <a:pt x="17516" y="7254"/>
                  </a:cubicBezTo>
                  <a:cubicBezTo>
                    <a:pt x="20046" y="2200"/>
                    <a:pt x="19921" y="1407"/>
                    <a:pt x="19921" y="1407"/>
                  </a:cubicBezTo>
                  <a:lnTo>
                    <a:pt x="15721" y="0"/>
                  </a:ln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4"/>
            <p:cNvSpPr/>
            <p:nvPr/>
          </p:nvSpPr>
          <p:spPr>
            <a:xfrm>
              <a:off x="7208025" y="2350914"/>
              <a:ext cx="626556" cy="727859"/>
            </a:xfrm>
            <a:custGeom>
              <a:avLst/>
              <a:gdLst/>
              <a:ahLst/>
              <a:cxnLst/>
              <a:rect l="l" t="t" r="r" b="b"/>
              <a:pathLst>
                <a:path w="14114" h="16396" extrusionOk="0">
                  <a:moveTo>
                    <a:pt x="10782" y="0"/>
                  </a:moveTo>
                  <a:lnTo>
                    <a:pt x="6142" y="147"/>
                  </a:lnTo>
                  <a:cubicBezTo>
                    <a:pt x="6142" y="147"/>
                    <a:pt x="2983" y="405"/>
                    <a:pt x="1174" y="4637"/>
                  </a:cubicBezTo>
                  <a:lnTo>
                    <a:pt x="0" y="7516"/>
                  </a:lnTo>
                  <a:lnTo>
                    <a:pt x="3561" y="9293"/>
                  </a:lnTo>
                  <a:lnTo>
                    <a:pt x="3568" y="9526"/>
                  </a:lnTo>
                  <a:lnTo>
                    <a:pt x="3783" y="16396"/>
                  </a:lnTo>
                  <a:lnTo>
                    <a:pt x="14074" y="14731"/>
                  </a:lnTo>
                  <a:cubicBezTo>
                    <a:pt x="14113" y="13187"/>
                    <a:pt x="12538" y="10391"/>
                    <a:pt x="12886" y="8994"/>
                  </a:cubicBezTo>
                  <a:lnTo>
                    <a:pt x="14074" y="4210"/>
                  </a:lnTo>
                  <a:lnTo>
                    <a:pt x="12617" y="36"/>
                  </a:lnTo>
                  <a:lnTo>
                    <a:pt x="10782"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4"/>
            <p:cNvSpPr/>
            <p:nvPr/>
          </p:nvSpPr>
          <p:spPr>
            <a:xfrm>
              <a:off x="7325751" y="2515473"/>
              <a:ext cx="65701" cy="245801"/>
            </a:xfrm>
            <a:custGeom>
              <a:avLst/>
              <a:gdLst/>
              <a:ahLst/>
              <a:cxnLst/>
              <a:rect l="l" t="t" r="r" b="b"/>
              <a:pathLst>
                <a:path w="1480" h="5537" extrusionOk="0">
                  <a:moveTo>
                    <a:pt x="1465" y="1"/>
                  </a:moveTo>
                  <a:cubicBezTo>
                    <a:pt x="1450" y="1"/>
                    <a:pt x="1410" y="226"/>
                    <a:pt x="1351" y="607"/>
                  </a:cubicBezTo>
                  <a:cubicBezTo>
                    <a:pt x="1294" y="986"/>
                    <a:pt x="1216" y="1517"/>
                    <a:pt x="1135" y="2136"/>
                  </a:cubicBezTo>
                  <a:lnTo>
                    <a:pt x="1135" y="2136"/>
                  </a:lnTo>
                  <a:cubicBezTo>
                    <a:pt x="871" y="2283"/>
                    <a:pt x="626" y="2497"/>
                    <a:pt x="431" y="2771"/>
                  </a:cubicBezTo>
                  <a:cubicBezTo>
                    <a:pt x="170" y="3137"/>
                    <a:pt x="47" y="3565"/>
                    <a:pt x="33" y="3945"/>
                  </a:cubicBezTo>
                  <a:cubicBezTo>
                    <a:pt x="1" y="4333"/>
                    <a:pt x="112" y="4688"/>
                    <a:pt x="274" y="4929"/>
                  </a:cubicBezTo>
                  <a:cubicBezTo>
                    <a:pt x="431" y="5176"/>
                    <a:pt x="618" y="5327"/>
                    <a:pt x="751" y="5420"/>
                  </a:cubicBezTo>
                  <a:cubicBezTo>
                    <a:pt x="872" y="5503"/>
                    <a:pt x="952" y="5536"/>
                    <a:pt x="967" y="5536"/>
                  </a:cubicBezTo>
                  <a:cubicBezTo>
                    <a:pt x="969" y="5536"/>
                    <a:pt x="970" y="5536"/>
                    <a:pt x="970" y="5536"/>
                  </a:cubicBezTo>
                  <a:cubicBezTo>
                    <a:pt x="973" y="5528"/>
                    <a:pt x="898" y="5481"/>
                    <a:pt x="776" y="5381"/>
                  </a:cubicBezTo>
                  <a:cubicBezTo>
                    <a:pt x="657" y="5281"/>
                    <a:pt x="489" y="5126"/>
                    <a:pt x="345" y="4886"/>
                  </a:cubicBezTo>
                  <a:cubicBezTo>
                    <a:pt x="201" y="4649"/>
                    <a:pt x="105" y="4322"/>
                    <a:pt x="140" y="3952"/>
                  </a:cubicBezTo>
                  <a:cubicBezTo>
                    <a:pt x="162" y="3586"/>
                    <a:pt x="281" y="3185"/>
                    <a:pt x="528" y="2844"/>
                  </a:cubicBezTo>
                  <a:cubicBezTo>
                    <a:pt x="715" y="2574"/>
                    <a:pt x="963" y="2359"/>
                    <a:pt x="1210" y="2223"/>
                  </a:cubicBezTo>
                  <a:lnTo>
                    <a:pt x="1239" y="2208"/>
                  </a:lnTo>
                  <a:lnTo>
                    <a:pt x="1243" y="2179"/>
                  </a:lnTo>
                  <a:cubicBezTo>
                    <a:pt x="1318" y="1548"/>
                    <a:pt x="1382" y="1002"/>
                    <a:pt x="1422" y="618"/>
                  </a:cubicBezTo>
                  <a:cubicBezTo>
                    <a:pt x="1462" y="230"/>
                    <a:pt x="1480" y="1"/>
                    <a:pt x="1465" y="1"/>
                  </a:cubicBezTo>
                  <a:cubicBezTo>
                    <a:pt x="1465" y="1"/>
                    <a:pt x="1465" y="1"/>
                    <a:pt x="146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4"/>
            <p:cNvSpPr/>
            <p:nvPr/>
          </p:nvSpPr>
          <p:spPr>
            <a:xfrm>
              <a:off x="7369432" y="2524040"/>
              <a:ext cx="18023" cy="31519"/>
            </a:xfrm>
            <a:custGeom>
              <a:avLst/>
              <a:gdLst/>
              <a:ahLst/>
              <a:cxnLst/>
              <a:rect l="l" t="t" r="r" b="b"/>
              <a:pathLst>
                <a:path w="406" h="710" extrusionOk="0">
                  <a:moveTo>
                    <a:pt x="33" y="1"/>
                  </a:moveTo>
                  <a:cubicBezTo>
                    <a:pt x="32" y="1"/>
                    <a:pt x="30" y="1"/>
                    <a:pt x="29" y="2"/>
                  </a:cubicBezTo>
                  <a:cubicBezTo>
                    <a:pt x="0" y="15"/>
                    <a:pt x="54" y="184"/>
                    <a:pt x="147" y="382"/>
                  </a:cubicBezTo>
                  <a:cubicBezTo>
                    <a:pt x="240" y="567"/>
                    <a:pt x="336" y="710"/>
                    <a:pt x="369" y="710"/>
                  </a:cubicBezTo>
                  <a:cubicBezTo>
                    <a:pt x="371" y="710"/>
                    <a:pt x="372" y="710"/>
                    <a:pt x="373" y="709"/>
                  </a:cubicBezTo>
                  <a:cubicBezTo>
                    <a:pt x="405" y="694"/>
                    <a:pt x="352" y="522"/>
                    <a:pt x="255" y="328"/>
                  </a:cubicBezTo>
                  <a:cubicBezTo>
                    <a:pt x="163" y="143"/>
                    <a:pt x="67" y="1"/>
                    <a:pt x="3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4"/>
            <p:cNvSpPr/>
            <p:nvPr/>
          </p:nvSpPr>
          <p:spPr>
            <a:xfrm>
              <a:off x="7447961" y="1936167"/>
              <a:ext cx="247177" cy="496353"/>
            </a:xfrm>
            <a:custGeom>
              <a:avLst/>
              <a:gdLst/>
              <a:ahLst/>
              <a:cxnLst/>
              <a:rect l="l" t="t" r="r" b="b"/>
              <a:pathLst>
                <a:path w="5568" h="11181" extrusionOk="0">
                  <a:moveTo>
                    <a:pt x="2696" y="0"/>
                  </a:moveTo>
                  <a:lnTo>
                    <a:pt x="87" y="1274"/>
                  </a:lnTo>
                  <a:cubicBezTo>
                    <a:pt x="87" y="1274"/>
                    <a:pt x="1" y="4551"/>
                    <a:pt x="87" y="5972"/>
                  </a:cubicBezTo>
                  <a:cubicBezTo>
                    <a:pt x="173" y="7394"/>
                    <a:pt x="1608" y="7545"/>
                    <a:pt x="1608" y="7545"/>
                  </a:cubicBezTo>
                  <a:cubicBezTo>
                    <a:pt x="1608" y="7545"/>
                    <a:pt x="1573" y="8378"/>
                    <a:pt x="1540" y="9253"/>
                  </a:cubicBezTo>
                  <a:cubicBezTo>
                    <a:pt x="1501" y="10306"/>
                    <a:pt x="2345" y="11181"/>
                    <a:pt x="3395" y="11181"/>
                  </a:cubicBezTo>
                  <a:cubicBezTo>
                    <a:pt x="3402" y="11181"/>
                    <a:pt x="3408" y="11181"/>
                    <a:pt x="3414" y="11181"/>
                  </a:cubicBezTo>
                  <a:cubicBezTo>
                    <a:pt x="4401" y="11170"/>
                    <a:pt x="5209" y="10391"/>
                    <a:pt x="5252" y="9404"/>
                  </a:cubicBezTo>
                  <a:lnTo>
                    <a:pt x="5567" y="2175"/>
                  </a:lnTo>
                  <a:lnTo>
                    <a:pt x="2696" y="0"/>
                  </a:ln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4"/>
            <p:cNvSpPr/>
            <p:nvPr/>
          </p:nvSpPr>
          <p:spPr>
            <a:xfrm>
              <a:off x="7464386" y="2090693"/>
              <a:ext cx="16292" cy="16114"/>
            </a:xfrm>
            <a:custGeom>
              <a:avLst/>
              <a:gdLst/>
              <a:ahLst/>
              <a:cxnLst/>
              <a:rect l="l" t="t" r="r" b="b"/>
              <a:pathLst>
                <a:path w="367" h="363" extrusionOk="0">
                  <a:moveTo>
                    <a:pt x="183" y="0"/>
                  </a:moveTo>
                  <a:cubicBezTo>
                    <a:pt x="83" y="0"/>
                    <a:pt x="0" y="83"/>
                    <a:pt x="0" y="184"/>
                  </a:cubicBezTo>
                  <a:cubicBezTo>
                    <a:pt x="0" y="284"/>
                    <a:pt x="83" y="363"/>
                    <a:pt x="183" y="363"/>
                  </a:cubicBezTo>
                  <a:cubicBezTo>
                    <a:pt x="284" y="363"/>
                    <a:pt x="367" y="284"/>
                    <a:pt x="367" y="184"/>
                  </a:cubicBezTo>
                  <a:cubicBezTo>
                    <a:pt x="367" y="83"/>
                    <a:pt x="284"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4"/>
            <p:cNvSpPr/>
            <p:nvPr/>
          </p:nvSpPr>
          <p:spPr>
            <a:xfrm>
              <a:off x="7456085" y="2080128"/>
              <a:ext cx="32895" cy="9988"/>
            </a:xfrm>
            <a:custGeom>
              <a:avLst/>
              <a:gdLst/>
              <a:ahLst/>
              <a:cxnLst/>
              <a:rect l="l" t="t" r="r" b="b"/>
              <a:pathLst>
                <a:path w="741" h="225" extrusionOk="0">
                  <a:moveTo>
                    <a:pt x="387" y="1"/>
                  </a:moveTo>
                  <a:cubicBezTo>
                    <a:pt x="378" y="1"/>
                    <a:pt x="369" y="1"/>
                    <a:pt x="360" y="1"/>
                  </a:cubicBezTo>
                  <a:cubicBezTo>
                    <a:pt x="237" y="9"/>
                    <a:pt x="137" y="62"/>
                    <a:pt x="80" y="113"/>
                  </a:cubicBezTo>
                  <a:cubicBezTo>
                    <a:pt x="19" y="167"/>
                    <a:pt x="1" y="213"/>
                    <a:pt x="12" y="221"/>
                  </a:cubicBezTo>
                  <a:cubicBezTo>
                    <a:pt x="14" y="223"/>
                    <a:pt x="18" y="224"/>
                    <a:pt x="22" y="224"/>
                  </a:cubicBezTo>
                  <a:cubicBezTo>
                    <a:pt x="63" y="224"/>
                    <a:pt x="189" y="130"/>
                    <a:pt x="367" y="120"/>
                  </a:cubicBezTo>
                  <a:cubicBezTo>
                    <a:pt x="377" y="120"/>
                    <a:pt x="388" y="119"/>
                    <a:pt x="398" y="119"/>
                  </a:cubicBezTo>
                  <a:cubicBezTo>
                    <a:pt x="552" y="119"/>
                    <a:pt x="672" y="183"/>
                    <a:pt x="715" y="183"/>
                  </a:cubicBezTo>
                  <a:cubicBezTo>
                    <a:pt x="722" y="183"/>
                    <a:pt x="727" y="182"/>
                    <a:pt x="729" y="178"/>
                  </a:cubicBezTo>
                  <a:cubicBezTo>
                    <a:pt x="740" y="167"/>
                    <a:pt x="715" y="124"/>
                    <a:pt x="650" y="81"/>
                  </a:cubicBezTo>
                  <a:cubicBezTo>
                    <a:pt x="590" y="38"/>
                    <a:pt x="498" y="1"/>
                    <a:pt x="38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4"/>
            <p:cNvSpPr/>
            <p:nvPr/>
          </p:nvSpPr>
          <p:spPr>
            <a:xfrm>
              <a:off x="7557919" y="2090693"/>
              <a:ext cx="16292" cy="16114"/>
            </a:xfrm>
            <a:custGeom>
              <a:avLst/>
              <a:gdLst/>
              <a:ahLst/>
              <a:cxnLst/>
              <a:rect l="l" t="t" r="r" b="b"/>
              <a:pathLst>
                <a:path w="367" h="363" extrusionOk="0">
                  <a:moveTo>
                    <a:pt x="183" y="0"/>
                  </a:moveTo>
                  <a:cubicBezTo>
                    <a:pt x="83" y="0"/>
                    <a:pt x="1" y="83"/>
                    <a:pt x="1" y="184"/>
                  </a:cubicBezTo>
                  <a:cubicBezTo>
                    <a:pt x="1" y="284"/>
                    <a:pt x="83" y="363"/>
                    <a:pt x="183" y="363"/>
                  </a:cubicBezTo>
                  <a:cubicBezTo>
                    <a:pt x="284" y="363"/>
                    <a:pt x="367" y="284"/>
                    <a:pt x="367" y="184"/>
                  </a:cubicBezTo>
                  <a:cubicBezTo>
                    <a:pt x="367" y="83"/>
                    <a:pt x="284"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4"/>
            <p:cNvSpPr/>
            <p:nvPr/>
          </p:nvSpPr>
          <p:spPr>
            <a:xfrm>
              <a:off x="7552503" y="2080128"/>
              <a:ext cx="32673" cy="9988"/>
            </a:xfrm>
            <a:custGeom>
              <a:avLst/>
              <a:gdLst/>
              <a:ahLst/>
              <a:cxnLst/>
              <a:rect l="l" t="t" r="r" b="b"/>
              <a:pathLst>
                <a:path w="736" h="225" extrusionOk="0">
                  <a:moveTo>
                    <a:pt x="384" y="1"/>
                  </a:moveTo>
                  <a:cubicBezTo>
                    <a:pt x="374" y="1"/>
                    <a:pt x="365" y="1"/>
                    <a:pt x="356" y="1"/>
                  </a:cubicBezTo>
                  <a:cubicBezTo>
                    <a:pt x="237" y="9"/>
                    <a:pt x="133" y="62"/>
                    <a:pt x="76" y="113"/>
                  </a:cubicBezTo>
                  <a:cubicBezTo>
                    <a:pt x="18" y="167"/>
                    <a:pt x="0" y="213"/>
                    <a:pt x="11" y="221"/>
                  </a:cubicBezTo>
                  <a:cubicBezTo>
                    <a:pt x="14" y="223"/>
                    <a:pt x="17" y="224"/>
                    <a:pt x="22" y="224"/>
                  </a:cubicBezTo>
                  <a:cubicBezTo>
                    <a:pt x="63" y="224"/>
                    <a:pt x="188" y="130"/>
                    <a:pt x="366" y="120"/>
                  </a:cubicBezTo>
                  <a:cubicBezTo>
                    <a:pt x="377" y="120"/>
                    <a:pt x="387" y="119"/>
                    <a:pt x="398" y="119"/>
                  </a:cubicBezTo>
                  <a:cubicBezTo>
                    <a:pt x="552" y="119"/>
                    <a:pt x="672" y="183"/>
                    <a:pt x="715" y="183"/>
                  </a:cubicBezTo>
                  <a:cubicBezTo>
                    <a:pt x="721" y="183"/>
                    <a:pt x="726" y="182"/>
                    <a:pt x="729" y="178"/>
                  </a:cubicBezTo>
                  <a:cubicBezTo>
                    <a:pt x="736" y="167"/>
                    <a:pt x="714" y="124"/>
                    <a:pt x="650" y="81"/>
                  </a:cubicBezTo>
                  <a:cubicBezTo>
                    <a:pt x="590" y="38"/>
                    <a:pt x="494" y="1"/>
                    <a:pt x="3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4"/>
            <p:cNvSpPr/>
            <p:nvPr/>
          </p:nvSpPr>
          <p:spPr>
            <a:xfrm>
              <a:off x="7508378" y="2171618"/>
              <a:ext cx="47500" cy="24593"/>
            </a:xfrm>
            <a:custGeom>
              <a:avLst/>
              <a:gdLst/>
              <a:ahLst/>
              <a:cxnLst/>
              <a:rect l="l" t="t" r="r" b="b"/>
              <a:pathLst>
                <a:path w="1070" h="554" extrusionOk="0">
                  <a:moveTo>
                    <a:pt x="944" y="1"/>
                  </a:moveTo>
                  <a:lnTo>
                    <a:pt x="944" y="1"/>
                  </a:lnTo>
                  <a:cubicBezTo>
                    <a:pt x="700" y="123"/>
                    <a:pt x="269" y="295"/>
                    <a:pt x="0" y="327"/>
                  </a:cubicBezTo>
                  <a:cubicBezTo>
                    <a:pt x="0" y="327"/>
                    <a:pt x="158" y="554"/>
                    <a:pt x="434" y="554"/>
                  </a:cubicBezTo>
                  <a:cubicBezTo>
                    <a:pt x="498" y="554"/>
                    <a:pt x="569" y="541"/>
                    <a:pt x="646" y="511"/>
                  </a:cubicBezTo>
                  <a:cubicBezTo>
                    <a:pt x="1070" y="345"/>
                    <a:pt x="944" y="1"/>
                    <a:pt x="9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4"/>
            <p:cNvSpPr/>
            <p:nvPr/>
          </p:nvSpPr>
          <p:spPr>
            <a:xfrm>
              <a:off x="7519165" y="2242866"/>
              <a:ext cx="83724" cy="43815"/>
            </a:xfrm>
            <a:custGeom>
              <a:avLst/>
              <a:gdLst/>
              <a:ahLst/>
              <a:cxnLst/>
              <a:rect l="l" t="t" r="r" b="b"/>
              <a:pathLst>
                <a:path w="1886" h="987" extrusionOk="0">
                  <a:moveTo>
                    <a:pt x="1886" y="1"/>
                  </a:moveTo>
                  <a:lnTo>
                    <a:pt x="1886" y="1"/>
                  </a:lnTo>
                  <a:cubicBezTo>
                    <a:pt x="991" y="625"/>
                    <a:pt x="65" y="636"/>
                    <a:pt x="4" y="636"/>
                  </a:cubicBezTo>
                  <a:cubicBezTo>
                    <a:pt x="2" y="636"/>
                    <a:pt x="1" y="636"/>
                    <a:pt x="1" y="636"/>
                  </a:cubicBezTo>
                  <a:lnTo>
                    <a:pt x="1" y="636"/>
                  </a:lnTo>
                  <a:lnTo>
                    <a:pt x="34" y="984"/>
                  </a:lnTo>
                  <a:cubicBezTo>
                    <a:pt x="74" y="985"/>
                    <a:pt x="114" y="986"/>
                    <a:pt x="153" y="986"/>
                  </a:cubicBezTo>
                  <a:cubicBezTo>
                    <a:pt x="1482" y="986"/>
                    <a:pt x="1886" y="1"/>
                    <a:pt x="1886" y="1"/>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4"/>
            <p:cNvSpPr/>
            <p:nvPr/>
          </p:nvSpPr>
          <p:spPr>
            <a:xfrm>
              <a:off x="7423013" y="1893729"/>
              <a:ext cx="464789" cy="393184"/>
            </a:xfrm>
            <a:custGeom>
              <a:avLst/>
              <a:gdLst/>
              <a:ahLst/>
              <a:cxnLst/>
              <a:rect l="l" t="t" r="r" b="b"/>
              <a:pathLst>
                <a:path w="10470" h="8857" extrusionOk="0">
                  <a:moveTo>
                    <a:pt x="3577" y="0"/>
                  </a:moveTo>
                  <a:cubicBezTo>
                    <a:pt x="3013" y="0"/>
                    <a:pt x="2240" y="152"/>
                    <a:pt x="1244" y="1185"/>
                  </a:cubicBezTo>
                  <a:cubicBezTo>
                    <a:pt x="1012" y="1433"/>
                    <a:pt x="839" y="1681"/>
                    <a:pt x="714" y="1925"/>
                  </a:cubicBezTo>
                  <a:cubicBezTo>
                    <a:pt x="348" y="2381"/>
                    <a:pt x="157" y="2883"/>
                    <a:pt x="86" y="3264"/>
                  </a:cubicBezTo>
                  <a:cubicBezTo>
                    <a:pt x="0" y="3692"/>
                    <a:pt x="34" y="3968"/>
                    <a:pt x="49" y="3968"/>
                  </a:cubicBezTo>
                  <a:cubicBezTo>
                    <a:pt x="49" y="3968"/>
                    <a:pt x="49" y="3968"/>
                    <a:pt x="49" y="3968"/>
                  </a:cubicBezTo>
                  <a:cubicBezTo>
                    <a:pt x="50" y="3968"/>
                    <a:pt x="50" y="3968"/>
                    <a:pt x="50" y="3968"/>
                  </a:cubicBezTo>
                  <a:cubicBezTo>
                    <a:pt x="78" y="3968"/>
                    <a:pt x="82" y="3696"/>
                    <a:pt x="193" y="3289"/>
                  </a:cubicBezTo>
                  <a:cubicBezTo>
                    <a:pt x="247" y="3080"/>
                    <a:pt x="333" y="2840"/>
                    <a:pt x="466" y="2589"/>
                  </a:cubicBezTo>
                  <a:lnTo>
                    <a:pt x="466" y="2589"/>
                  </a:lnTo>
                  <a:cubicBezTo>
                    <a:pt x="258" y="3508"/>
                    <a:pt x="609" y="4226"/>
                    <a:pt x="609" y="4226"/>
                  </a:cubicBezTo>
                  <a:lnTo>
                    <a:pt x="1115" y="4086"/>
                  </a:lnTo>
                  <a:lnTo>
                    <a:pt x="2924" y="3472"/>
                  </a:lnTo>
                  <a:cubicBezTo>
                    <a:pt x="2760" y="2912"/>
                    <a:pt x="3003" y="2216"/>
                    <a:pt x="3139" y="1889"/>
                  </a:cubicBezTo>
                  <a:lnTo>
                    <a:pt x="3154" y="1879"/>
                  </a:lnTo>
                  <a:cubicBezTo>
                    <a:pt x="3567" y="4003"/>
                    <a:pt x="5545" y="4200"/>
                    <a:pt x="5545" y="4200"/>
                  </a:cubicBezTo>
                  <a:lnTo>
                    <a:pt x="5879" y="8856"/>
                  </a:lnTo>
                  <a:cubicBezTo>
                    <a:pt x="8287" y="8343"/>
                    <a:pt x="8230" y="5123"/>
                    <a:pt x="8215" y="4466"/>
                  </a:cubicBezTo>
                  <a:lnTo>
                    <a:pt x="8215" y="4466"/>
                  </a:lnTo>
                  <a:cubicBezTo>
                    <a:pt x="8326" y="4836"/>
                    <a:pt x="8467" y="5260"/>
                    <a:pt x="8646" y="5704"/>
                  </a:cubicBezTo>
                  <a:cubicBezTo>
                    <a:pt x="8778" y="6035"/>
                    <a:pt x="8908" y="6354"/>
                    <a:pt x="9083" y="6620"/>
                  </a:cubicBezTo>
                  <a:cubicBezTo>
                    <a:pt x="9256" y="6889"/>
                    <a:pt x="9486" y="7086"/>
                    <a:pt x="9708" y="7183"/>
                  </a:cubicBezTo>
                  <a:cubicBezTo>
                    <a:pt x="9866" y="7254"/>
                    <a:pt x="10013" y="7278"/>
                    <a:pt x="10133" y="7278"/>
                  </a:cubicBezTo>
                  <a:cubicBezTo>
                    <a:pt x="10185" y="7278"/>
                    <a:pt x="10232" y="7274"/>
                    <a:pt x="10272" y="7266"/>
                  </a:cubicBezTo>
                  <a:cubicBezTo>
                    <a:pt x="10405" y="7241"/>
                    <a:pt x="10469" y="7198"/>
                    <a:pt x="10466" y="7190"/>
                  </a:cubicBezTo>
                  <a:cubicBezTo>
                    <a:pt x="10465" y="7189"/>
                    <a:pt x="10463" y="7188"/>
                    <a:pt x="10458" y="7188"/>
                  </a:cubicBezTo>
                  <a:cubicBezTo>
                    <a:pt x="10436" y="7188"/>
                    <a:pt x="10369" y="7207"/>
                    <a:pt x="10264" y="7215"/>
                  </a:cubicBezTo>
                  <a:cubicBezTo>
                    <a:pt x="10249" y="7216"/>
                    <a:pt x="10233" y="7217"/>
                    <a:pt x="10217" y="7217"/>
                  </a:cubicBezTo>
                  <a:cubicBezTo>
                    <a:pt x="10094" y="7217"/>
                    <a:pt x="9928" y="7189"/>
                    <a:pt x="9751" y="7097"/>
                  </a:cubicBezTo>
                  <a:cubicBezTo>
                    <a:pt x="9547" y="7000"/>
                    <a:pt x="9346" y="6810"/>
                    <a:pt x="9188" y="6555"/>
                  </a:cubicBezTo>
                  <a:cubicBezTo>
                    <a:pt x="9026" y="6300"/>
                    <a:pt x="8901" y="5984"/>
                    <a:pt x="8768" y="5654"/>
                  </a:cubicBezTo>
                  <a:cubicBezTo>
                    <a:pt x="8502" y="4994"/>
                    <a:pt x="8301" y="4380"/>
                    <a:pt x="8168" y="3935"/>
                  </a:cubicBezTo>
                  <a:cubicBezTo>
                    <a:pt x="8147" y="3863"/>
                    <a:pt x="8125" y="3799"/>
                    <a:pt x="8107" y="3738"/>
                  </a:cubicBezTo>
                  <a:cubicBezTo>
                    <a:pt x="8097" y="3658"/>
                    <a:pt x="8082" y="3594"/>
                    <a:pt x="8071" y="3544"/>
                  </a:cubicBezTo>
                  <a:cubicBezTo>
                    <a:pt x="7296" y="579"/>
                    <a:pt x="4690" y="27"/>
                    <a:pt x="4173" y="27"/>
                  </a:cubicBezTo>
                  <a:cubicBezTo>
                    <a:pt x="4010" y="27"/>
                    <a:pt x="3812" y="0"/>
                    <a:pt x="357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4"/>
            <p:cNvSpPr/>
            <p:nvPr/>
          </p:nvSpPr>
          <p:spPr>
            <a:xfrm>
              <a:off x="7701481" y="2109870"/>
              <a:ext cx="54026" cy="55757"/>
            </a:xfrm>
            <a:custGeom>
              <a:avLst/>
              <a:gdLst/>
              <a:ahLst/>
              <a:cxnLst/>
              <a:rect l="l" t="t" r="r" b="b"/>
              <a:pathLst>
                <a:path w="1217" h="1256" extrusionOk="0">
                  <a:moveTo>
                    <a:pt x="644" y="1"/>
                  </a:moveTo>
                  <a:cubicBezTo>
                    <a:pt x="628" y="1"/>
                    <a:pt x="612" y="2"/>
                    <a:pt x="596" y="3"/>
                  </a:cubicBezTo>
                  <a:cubicBezTo>
                    <a:pt x="360" y="28"/>
                    <a:pt x="169" y="225"/>
                    <a:pt x="83" y="444"/>
                  </a:cubicBezTo>
                  <a:cubicBezTo>
                    <a:pt x="0" y="667"/>
                    <a:pt x="0" y="911"/>
                    <a:pt x="7" y="1148"/>
                  </a:cubicBezTo>
                  <a:lnTo>
                    <a:pt x="32" y="1176"/>
                  </a:lnTo>
                  <a:cubicBezTo>
                    <a:pt x="153" y="1228"/>
                    <a:pt x="286" y="1256"/>
                    <a:pt x="417" y="1256"/>
                  </a:cubicBezTo>
                  <a:cubicBezTo>
                    <a:pt x="559" y="1256"/>
                    <a:pt x="699" y="1224"/>
                    <a:pt x="822" y="1155"/>
                  </a:cubicBezTo>
                  <a:cubicBezTo>
                    <a:pt x="1059" y="1019"/>
                    <a:pt x="1217" y="739"/>
                    <a:pt x="1174" y="469"/>
                  </a:cubicBezTo>
                  <a:cubicBezTo>
                    <a:pt x="1133" y="216"/>
                    <a:pt x="896" y="1"/>
                    <a:pt x="644" y="1"/>
                  </a:cubicBez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4"/>
            <p:cNvSpPr/>
            <p:nvPr/>
          </p:nvSpPr>
          <p:spPr>
            <a:xfrm>
              <a:off x="7719682" y="2123143"/>
              <a:ext cx="23395" cy="31696"/>
            </a:xfrm>
            <a:custGeom>
              <a:avLst/>
              <a:gdLst/>
              <a:ahLst/>
              <a:cxnLst/>
              <a:rect l="l" t="t" r="r" b="b"/>
              <a:pathLst>
                <a:path w="527" h="714" extrusionOk="0">
                  <a:moveTo>
                    <a:pt x="260" y="0"/>
                  </a:moveTo>
                  <a:cubicBezTo>
                    <a:pt x="232" y="0"/>
                    <a:pt x="207" y="4"/>
                    <a:pt x="186" y="9"/>
                  </a:cubicBezTo>
                  <a:cubicBezTo>
                    <a:pt x="57" y="44"/>
                    <a:pt x="6" y="99"/>
                    <a:pt x="10" y="113"/>
                  </a:cubicBezTo>
                  <a:cubicBezTo>
                    <a:pt x="12" y="117"/>
                    <a:pt x="17" y="119"/>
                    <a:pt x="24" y="119"/>
                  </a:cubicBezTo>
                  <a:cubicBezTo>
                    <a:pt x="51" y="119"/>
                    <a:pt x="113" y="100"/>
                    <a:pt x="197" y="92"/>
                  </a:cubicBezTo>
                  <a:cubicBezTo>
                    <a:pt x="203" y="91"/>
                    <a:pt x="210" y="91"/>
                    <a:pt x="217" y="91"/>
                  </a:cubicBezTo>
                  <a:cubicBezTo>
                    <a:pt x="263" y="91"/>
                    <a:pt x="317" y="104"/>
                    <a:pt x="351" y="138"/>
                  </a:cubicBezTo>
                  <a:cubicBezTo>
                    <a:pt x="391" y="174"/>
                    <a:pt x="409" y="250"/>
                    <a:pt x="402" y="329"/>
                  </a:cubicBezTo>
                  <a:cubicBezTo>
                    <a:pt x="394" y="490"/>
                    <a:pt x="290" y="604"/>
                    <a:pt x="190" y="630"/>
                  </a:cubicBezTo>
                  <a:cubicBezTo>
                    <a:pt x="157" y="640"/>
                    <a:pt x="127" y="642"/>
                    <a:pt x="102" y="642"/>
                  </a:cubicBezTo>
                  <a:cubicBezTo>
                    <a:pt x="66" y="642"/>
                    <a:pt x="40" y="637"/>
                    <a:pt x="25" y="637"/>
                  </a:cubicBezTo>
                  <a:cubicBezTo>
                    <a:pt x="19" y="637"/>
                    <a:pt x="16" y="638"/>
                    <a:pt x="14" y="641"/>
                  </a:cubicBezTo>
                  <a:cubicBezTo>
                    <a:pt x="1" y="651"/>
                    <a:pt x="53" y="714"/>
                    <a:pt x="172" y="714"/>
                  </a:cubicBezTo>
                  <a:cubicBezTo>
                    <a:pt x="183" y="714"/>
                    <a:pt x="195" y="713"/>
                    <a:pt x="208" y="712"/>
                  </a:cubicBezTo>
                  <a:cubicBezTo>
                    <a:pt x="273" y="705"/>
                    <a:pt x="354" y="669"/>
                    <a:pt x="416" y="601"/>
                  </a:cubicBezTo>
                  <a:cubicBezTo>
                    <a:pt x="477" y="533"/>
                    <a:pt x="516" y="436"/>
                    <a:pt x="520" y="336"/>
                  </a:cubicBezTo>
                  <a:cubicBezTo>
                    <a:pt x="527" y="238"/>
                    <a:pt x="505" y="124"/>
                    <a:pt x="423" y="56"/>
                  </a:cubicBezTo>
                  <a:cubicBezTo>
                    <a:pt x="369" y="14"/>
                    <a:pt x="311" y="0"/>
                    <a:pt x="260" y="0"/>
                  </a:cubicBezTo>
                  <a:close/>
                </a:path>
              </a:pathLst>
            </a:custGeom>
            <a:solidFill>
              <a:srgbClr val="D787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4" name="Google Shape;984;p34"/>
            <p:cNvGrpSpPr/>
            <p:nvPr/>
          </p:nvGrpSpPr>
          <p:grpSpPr>
            <a:xfrm>
              <a:off x="7477481" y="4567060"/>
              <a:ext cx="319804" cy="141790"/>
              <a:chOff x="7477481" y="4567060"/>
              <a:chExt cx="319804" cy="141790"/>
            </a:xfrm>
          </p:grpSpPr>
          <p:sp>
            <p:nvSpPr>
              <p:cNvPr id="985" name="Google Shape;985;p34"/>
              <p:cNvSpPr/>
              <p:nvPr/>
            </p:nvSpPr>
            <p:spPr>
              <a:xfrm>
                <a:off x="7477481" y="4567060"/>
                <a:ext cx="319804" cy="141790"/>
              </a:xfrm>
              <a:custGeom>
                <a:avLst/>
                <a:gdLst/>
                <a:ahLst/>
                <a:cxnLst/>
                <a:rect l="l" t="t" r="r" b="b"/>
                <a:pathLst>
                  <a:path w="7204" h="3194" extrusionOk="0">
                    <a:moveTo>
                      <a:pt x="7171" y="1"/>
                    </a:moveTo>
                    <a:lnTo>
                      <a:pt x="3291" y="26"/>
                    </a:lnTo>
                    <a:lnTo>
                      <a:pt x="3291" y="2097"/>
                    </a:lnTo>
                    <a:cubicBezTo>
                      <a:pt x="3291" y="2097"/>
                      <a:pt x="0" y="2862"/>
                      <a:pt x="800" y="3099"/>
                    </a:cubicBezTo>
                    <a:cubicBezTo>
                      <a:pt x="1038" y="3168"/>
                      <a:pt x="1676" y="3194"/>
                      <a:pt x="2463" y="3194"/>
                    </a:cubicBezTo>
                    <a:cubicBezTo>
                      <a:pt x="4052" y="3194"/>
                      <a:pt x="6247" y="3091"/>
                      <a:pt x="6963" y="3048"/>
                    </a:cubicBezTo>
                    <a:lnTo>
                      <a:pt x="7203" y="3030"/>
                    </a:lnTo>
                    <a:lnTo>
                      <a:pt x="7171"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4"/>
              <p:cNvSpPr/>
              <p:nvPr/>
            </p:nvSpPr>
            <p:spPr>
              <a:xfrm>
                <a:off x="7508822" y="4693131"/>
                <a:ext cx="287797" cy="5904"/>
              </a:xfrm>
              <a:custGeom>
                <a:avLst/>
                <a:gdLst/>
                <a:ahLst/>
                <a:cxnLst/>
                <a:rect l="l" t="t" r="r" b="b"/>
                <a:pathLst>
                  <a:path w="6483" h="133" extrusionOk="0">
                    <a:moveTo>
                      <a:pt x="3242" y="0"/>
                    </a:moveTo>
                    <a:cubicBezTo>
                      <a:pt x="1455" y="0"/>
                      <a:pt x="0" y="32"/>
                      <a:pt x="0" y="68"/>
                    </a:cubicBezTo>
                    <a:cubicBezTo>
                      <a:pt x="0" y="104"/>
                      <a:pt x="1455" y="133"/>
                      <a:pt x="3242" y="133"/>
                    </a:cubicBezTo>
                    <a:cubicBezTo>
                      <a:pt x="5033" y="133"/>
                      <a:pt x="6483" y="104"/>
                      <a:pt x="6483" y="68"/>
                    </a:cubicBezTo>
                    <a:cubicBezTo>
                      <a:pt x="6483" y="32"/>
                      <a:pt x="5033" y="0"/>
                      <a:pt x="3242"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4"/>
              <p:cNvSpPr/>
              <p:nvPr/>
            </p:nvSpPr>
            <p:spPr>
              <a:xfrm>
                <a:off x="7606528" y="4661924"/>
                <a:ext cx="15493" cy="17180"/>
              </a:xfrm>
              <a:custGeom>
                <a:avLst/>
                <a:gdLst/>
                <a:ahLst/>
                <a:cxnLst/>
                <a:rect l="l" t="t" r="r" b="b"/>
                <a:pathLst>
                  <a:path w="349" h="387" extrusionOk="0">
                    <a:moveTo>
                      <a:pt x="46" y="0"/>
                    </a:moveTo>
                    <a:cubicBezTo>
                      <a:pt x="39" y="0"/>
                      <a:pt x="33" y="2"/>
                      <a:pt x="29" y="6"/>
                    </a:cubicBezTo>
                    <a:cubicBezTo>
                      <a:pt x="0" y="36"/>
                      <a:pt x="54" y="125"/>
                      <a:pt x="133" y="225"/>
                    </a:cubicBezTo>
                    <a:cubicBezTo>
                      <a:pt x="201" y="316"/>
                      <a:pt x="269" y="386"/>
                      <a:pt x="305" y="386"/>
                    </a:cubicBezTo>
                    <a:cubicBezTo>
                      <a:pt x="309" y="386"/>
                      <a:pt x="312" y="385"/>
                      <a:pt x="316" y="384"/>
                    </a:cubicBezTo>
                    <a:cubicBezTo>
                      <a:pt x="348" y="365"/>
                      <a:pt x="319" y="254"/>
                      <a:pt x="237" y="147"/>
                    </a:cubicBezTo>
                    <a:cubicBezTo>
                      <a:pt x="168" y="53"/>
                      <a:pt x="86" y="0"/>
                      <a:pt x="46"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4"/>
              <p:cNvSpPr/>
              <p:nvPr/>
            </p:nvSpPr>
            <p:spPr>
              <a:xfrm>
                <a:off x="7596451" y="4664721"/>
                <a:ext cx="14561" cy="20332"/>
              </a:xfrm>
              <a:custGeom>
                <a:avLst/>
                <a:gdLst/>
                <a:ahLst/>
                <a:cxnLst/>
                <a:rect l="l" t="t" r="r" b="b"/>
                <a:pathLst>
                  <a:path w="328" h="458" extrusionOk="0">
                    <a:moveTo>
                      <a:pt x="42" y="1"/>
                    </a:moveTo>
                    <a:cubicBezTo>
                      <a:pt x="37" y="1"/>
                      <a:pt x="33" y="2"/>
                      <a:pt x="29" y="4"/>
                    </a:cubicBezTo>
                    <a:cubicBezTo>
                      <a:pt x="1" y="29"/>
                      <a:pt x="51" y="137"/>
                      <a:pt x="120" y="256"/>
                    </a:cubicBezTo>
                    <a:cubicBezTo>
                      <a:pt x="187" y="368"/>
                      <a:pt x="252" y="458"/>
                      <a:pt x="289" y="458"/>
                    </a:cubicBezTo>
                    <a:cubicBezTo>
                      <a:pt x="291" y="458"/>
                      <a:pt x="293" y="457"/>
                      <a:pt x="295" y="457"/>
                    </a:cubicBezTo>
                    <a:cubicBezTo>
                      <a:pt x="327" y="442"/>
                      <a:pt x="314" y="317"/>
                      <a:pt x="234" y="188"/>
                    </a:cubicBezTo>
                    <a:cubicBezTo>
                      <a:pt x="167" y="73"/>
                      <a:pt x="81" y="1"/>
                      <a:pt x="42"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4"/>
              <p:cNvSpPr/>
              <p:nvPr/>
            </p:nvSpPr>
            <p:spPr>
              <a:xfrm>
                <a:off x="7619268" y="4660814"/>
                <a:ext cx="17535" cy="8213"/>
              </a:xfrm>
              <a:custGeom>
                <a:avLst/>
                <a:gdLst/>
                <a:ahLst/>
                <a:cxnLst/>
                <a:rect l="l" t="t" r="r" b="b"/>
                <a:pathLst>
                  <a:path w="395" h="185" extrusionOk="0">
                    <a:moveTo>
                      <a:pt x="64" y="0"/>
                    </a:moveTo>
                    <a:cubicBezTo>
                      <a:pt x="41" y="0"/>
                      <a:pt x="25" y="5"/>
                      <a:pt x="18" y="17"/>
                    </a:cubicBezTo>
                    <a:cubicBezTo>
                      <a:pt x="0" y="49"/>
                      <a:pt x="65" y="121"/>
                      <a:pt x="176" y="160"/>
                    </a:cubicBezTo>
                    <a:cubicBezTo>
                      <a:pt x="223" y="177"/>
                      <a:pt x="267" y="184"/>
                      <a:pt x="303" y="184"/>
                    </a:cubicBezTo>
                    <a:cubicBezTo>
                      <a:pt x="353" y="184"/>
                      <a:pt x="387" y="171"/>
                      <a:pt x="391" y="150"/>
                    </a:cubicBezTo>
                    <a:cubicBezTo>
                      <a:pt x="395" y="114"/>
                      <a:pt x="320" y="71"/>
                      <a:pt x="219" y="35"/>
                    </a:cubicBezTo>
                    <a:cubicBezTo>
                      <a:pt x="159" y="15"/>
                      <a:pt x="102" y="0"/>
                      <a:pt x="64"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4"/>
              <p:cNvSpPr/>
              <p:nvPr/>
            </p:nvSpPr>
            <p:spPr>
              <a:xfrm>
                <a:off x="7622597" y="4649894"/>
                <a:ext cx="20909" cy="5993"/>
              </a:xfrm>
              <a:custGeom>
                <a:avLst/>
                <a:gdLst/>
                <a:ahLst/>
                <a:cxnLst/>
                <a:rect l="l" t="t" r="r" b="b"/>
                <a:pathLst>
                  <a:path w="471" h="135" extrusionOk="0">
                    <a:moveTo>
                      <a:pt x="217" y="0"/>
                    </a:moveTo>
                    <a:cubicBezTo>
                      <a:pt x="101" y="0"/>
                      <a:pt x="8" y="28"/>
                      <a:pt x="5" y="62"/>
                    </a:cubicBezTo>
                    <a:cubicBezTo>
                      <a:pt x="0" y="101"/>
                      <a:pt x="104" y="130"/>
                      <a:pt x="234" y="134"/>
                    </a:cubicBezTo>
                    <a:cubicBezTo>
                      <a:pt x="366" y="134"/>
                      <a:pt x="471" y="105"/>
                      <a:pt x="467" y="70"/>
                    </a:cubicBezTo>
                    <a:cubicBezTo>
                      <a:pt x="464" y="33"/>
                      <a:pt x="359" y="1"/>
                      <a:pt x="237" y="1"/>
                    </a:cubicBezTo>
                    <a:cubicBezTo>
                      <a:pt x="230" y="1"/>
                      <a:pt x="224" y="0"/>
                      <a:pt x="217"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1" name="Google Shape;991;p34"/>
            <p:cNvSpPr/>
            <p:nvPr/>
          </p:nvSpPr>
          <p:spPr>
            <a:xfrm>
              <a:off x="7375336" y="2989184"/>
              <a:ext cx="469273" cy="1653798"/>
            </a:xfrm>
            <a:custGeom>
              <a:avLst/>
              <a:gdLst/>
              <a:ahLst/>
              <a:cxnLst/>
              <a:rect l="l" t="t" r="r" b="b"/>
              <a:pathLst>
                <a:path w="10571" h="37254" extrusionOk="0">
                  <a:moveTo>
                    <a:pt x="3840" y="36981"/>
                  </a:moveTo>
                  <a:lnTo>
                    <a:pt x="3840" y="36981"/>
                  </a:lnTo>
                  <a:cubicBezTo>
                    <a:pt x="3843" y="36985"/>
                    <a:pt x="3845" y="36988"/>
                    <a:pt x="3847" y="36988"/>
                  </a:cubicBezTo>
                  <a:cubicBezTo>
                    <a:pt x="3849" y="36988"/>
                    <a:pt x="3850" y="36985"/>
                    <a:pt x="3852" y="36981"/>
                  </a:cubicBezTo>
                  <a:lnTo>
                    <a:pt x="3852" y="36981"/>
                  </a:lnTo>
                  <a:lnTo>
                    <a:pt x="3840" y="36981"/>
                  </a:lnTo>
                  <a:close/>
                  <a:moveTo>
                    <a:pt x="9939" y="0"/>
                  </a:moveTo>
                  <a:lnTo>
                    <a:pt x="2129" y="1303"/>
                  </a:lnTo>
                  <a:lnTo>
                    <a:pt x="0" y="1659"/>
                  </a:lnTo>
                  <a:lnTo>
                    <a:pt x="1224" y="3166"/>
                  </a:lnTo>
                  <a:cubicBezTo>
                    <a:pt x="1576" y="10251"/>
                    <a:pt x="1493" y="17118"/>
                    <a:pt x="1816" y="20538"/>
                  </a:cubicBezTo>
                  <a:cubicBezTo>
                    <a:pt x="1865" y="21047"/>
                    <a:pt x="3960" y="36625"/>
                    <a:pt x="3852" y="36981"/>
                  </a:cubicBezTo>
                  <a:lnTo>
                    <a:pt x="3852" y="36981"/>
                  </a:lnTo>
                  <a:lnTo>
                    <a:pt x="10305" y="37254"/>
                  </a:lnTo>
                  <a:lnTo>
                    <a:pt x="8374" y="20875"/>
                  </a:lnTo>
                  <a:lnTo>
                    <a:pt x="9289" y="6335"/>
                  </a:lnTo>
                  <a:cubicBezTo>
                    <a:pt x="10280" y="4616"/>
                    <a:pt x="10571" y="2581"/>
                    <a:pt x="10100" y="653"/>
                  </a:cubicBezTo>
                  <a:lnTo>
                    <a:pt x="9939" y="0"/>
                  </a:lnTo>
                  <a:close/>
                </a:path>
              </a:pathLst>
            </a:cu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4"/>
            <p:cNvSpPr/>
            <p:nvPr/>
          </p:nvSpPr>
          <p:spPr>
            <a:xfrm>
              <a:off x="6558887" y="2360281"/>
              <a:ext cx="1664142" cy="1309978"/>
            </a:xfrm>
            <a:custGeom>
              <a:avLst/>
              <a:gdLst/>
              <a:ahLst/>
              <a:cxnLst/>
              <a:rect l="l" t="t" r="r" b="b"/>
              <a:pathLst>
                <a:path w="37487" h="29509" extrusionOk="0">
                  <a:moveTo>
                    <a:pt x="6859" y="0"/>
                  </a:moveTo>
                  <a:cubicBezTo>
                    <a:pt x="6117" y="0"/>
                    <a:pt x="5431" y="489"/>
                    <a:pt x="5212" y="1239"/>
                  </a:cubicBezTo>
                  <a:lnTo>
                    <a:pt x="3776" y="6167"/>
                  </a:lnTo>
                  <a:lnTo>
                    <a:pt x="3604" y="6752"/>
                  </a:lnTo>
                  <a:lnTo>
                    <a:pt x="3475" y="7198"/>
                  </a:lnTo>
                  <a:lnTo>
                    <a:pt x="3314" y="7758"/>
                  </a:lnTo>
                  <a:lnTo>
                    <a:pt x="3249" y="7969"/>
                  </a:lnTo>
                  <a:lnTo>
                    <a:pt x="3105" y="8460"/>
                  </a:lnTo>
                  <a:lnTo>
                    <a:pt x="3016" y="8780"/>
                  </a:lnTo>
                  <a:lnTo>
                    <a:pt x="2886" y="9222"/>
                  </a:lnTo>
                  <a:lnTo>
                    <a:pt x="69" y="18884"/>
                  </a:lnTo>
                  <a:cubicBezTo>
                    <a:pt x="22" y="19046"/>
                    <a:pt x="1" y="19207"/>
                    <a:pt x="1" y="19365"/>
                  </a:cubicBezTo>
                  <a:cubicBezTo>
                    <a:pt x="1" y="20108"/>
                    <a:pt x="488" y="20794"/>
                    <a:pt x="1238" y="21012"/>
                  </a:cubicBezTo>
                  <a:lnTo>
                    <a:pt x="30147" y="29440"/>
                  </a:lnTo>
                  <a:cubicBezTo>
                    <a:pt x="30308" y="29487"/>
                    <a:pt x="30470" y="29509"/>
                    <a:pt x="30628" y="29509"/>
                  </a:cubicBezTo>
                  <a:cubicBezTo>
                    <a:pt x="31371" y="29509"/>
                    <a:pt x="32056" y="29020"/>
                    <a:pt x="32275" y="28270"/>
                  </a:cubicBezTo>
                  <a:lnTo>
                    <a:pt x="37419" y="10625"/>
                  </a:lnTo>
                  <a:cubicBezTo>
                    <a:pt x="37465" y="10463"/>
                    <a:pt x="37487" y="10302"/>
                    <a:pt x="37487" y="10144"/>
                  </a:cubicBezTo>
                  <a:cubicBezTo>
                    <a:pt x="37487" y="9401"/>
                    <a:pt x="37003" y="8715"/>
                    <a:pt x="36252" y="8497"/>
                  </a:cubicBezTo>
                  <a:lnTo>
                    <a:pt x="29971" y="6666"/>
                  </a:lnTo>
                  <a:cubicBezTo>
                    <a:pt x="29734" y="7775"/>
                    <a:pt x="29429" y="8748"/>
                    <a:pt x="29142" y="9530"/>
                  </a:cubicBezTo>
                  <a:cubicBezTo>
                    <a:pt x="29264" y="9512"/>
                    <a:pt x="29386" y="9502"/>
                    <a:pt x="29512" y="9502"/>
                  </a:cubicBezTo>
                  <a:cubicBezTo>
                    <a:pt x="29727" y="9502"/>
                    <a:pt x="29942" y="9530"/>
                    <a:pt x="30161" y="9595"/>
                  </a:cubicBezTo>
                  <a:cubicBezTo>
                    <a:pt x="31389" y="9950"/>
                    <a:pt x="32092" y="11235"/>
                    <a:pt x="31733" y="12466"/>
                  </a:cubicBezTo>
                  <a:cubicBezTo>
                    <a:pt x="31439" y="13475"/>
                    <a:pt x="30517" y="14132"/>
                    <a:pt x="29512" y="14132"/>
                  </a:cubicBezTo>
                  <a:cubicBezTo>
                    <a:pt x="29300" y="14132"/>
                    <a:pt x="29081" y="14103"/>
                    <a:pt x="28865" y="14038"/>
                  </a:cubicBezTo>
                  <a:cubicBezTo>
                    <a:pt x="28115" y="13823"/>
                    <a:pt x="27563" y="13260"/>
                    <a:pt x="27326" y="12577"/>
                  </a:cubicBezTo>
                  <a:cubicBezTo>
                    <a:pt x="26493" y="13637"/>
                    <a:pt x="25061" y="14013"/>
                    <a:pt x="23442" y="14013"/>
                  </a:cubicBezTo>
                  <a:cubicBezTo>
                    <a:pt x="19440" y="14013"/>
                    <a:pt x="14300" y="11709"/>
                    <a:pt x="14300" y="11709"/>
                  </a:cubicBezTo>
                  <a:lnTo>
                    <a:pt x="14304" y="11699"/>
                  </a:lnTo>
                  <a:cubicBezTo>
                    <a:pt x="13385" y="11500"/>
                    <a:pt x="12372" y="11264"/>
                    <a:pt x="11838" y="11070"/>
                  </a:cubicBezTo>
                  <a:cubicBezTo>
                    <a:pt x="10732" y="10672"/>
                    <a:pt x="10765" y="10571"/>
                    <a:pt x="10833" y="10450"/>
                  </a:cubicBezTo>
                  <a:cubicBezTo>
                    <a:pt x="10861" y="10402"/>
                    <a:pt x="10926" y="10381"/>
                    <a:pt x="11012" y="10381"/>
                  </a:cubicBezTo>
                  <a:cubicBezTo>
                    <a:pt x="11206" y="10381"/>
                    <a:pt x="11514" y="10478"/>
                    <a:pt x="11806" y="10571"/>
                  </a:cubicBezTo>
                  <a:cubicBezTo>
                    <a:pt x="12096" y="10668"/>
                    <a:pt x="12369" y="10761"/>
                    <a:pt x="12495" y="10761"/>
                  </a:cubicBezTo>
                  <a:cubicBezTo>
                    <a:pt x="12566" y="10761"/>
                    <a:pt x="12591" y="10733"/>
                    <a:pt x="12541" y="10650"/>
                  </a:cubicBezTo>
                  <a:cubicBezTo>
                    <a:pt x="12276" y="10223"/>
                    <a:pt x="10219" y="9739"/>
                    <a:pt x="10424" y="9408"/>
                  </a:cubicBezTo>
                  <a:cubicBezTo>
                    <a:pt x="10470" y="9333"/>
                    <a:pt x="10563" y="9300"/>
                    <a:pt x="10686" y="9300"/>
                  </a:cubicBezTo>
                  <a:cubicBezTo>
                    <a:pt x="11282" y="9300"/>
                    <a:pt x="12574" y="10022"/>
                    <a:pt x="12710" y="10083"/>
                  </a:cubicBezTo>
                  <a:cubicBezTo>
                    <a:pt x="12732" y="10094"/>
                    <a:pt x="12753" y="10097"/>
                    <a:pt x="12771" y="10097"/>
                  </a:cubicBezTo>
                  <a:cubicBezTo>
                    <a:pt x="12897" y="10097"/>
                    <a:pt x="12969" y="9918"/>
                    <a:pt x="12839" y="9864"/>
                  </a:cubicBezTo>
                  <a:cubicBezTo>
                    <a:pt x="12621" y="9778"/>
                    <a:pt x="10359" y="8808"/>
                    <a:pt x="10621" y="8382"/>
                  </a:cubicBezTo>
                  <a:cubicBezTo>
                    <a:pt x="10661" y="8313"/>
                    <a:pt x="10722" y="8288"/>
                    <a:pt x="10790" y="8288"/>
                  </a:cubicBezTo>
                  <a:cubicBezTo>
                    <a:pt x="10959" y="8288"/>
                    <a:pt x="11166" y="8442"/>
                    <a:pt x="11166" y="8442"/>
                  </a:cubicBezTo>
                  <a:cubicBezTo>
                    <a:pt x="11166" y="8442"/>
                    <a:pt x="12868" y="9325"/>
                    <a:pt x="13255" y="9325"/>
                  </a:cubicBezTo>
                  <a:cubicBezTo>
                    <a:pt x="13292" y="9325"/>
                    <a:pt x="13317" y="9318"/>
                    <a:pt x="13328" y="9300"/>
                  </a:cubicBezTo>
                  <a:cubicBezTo>
                    <a:pt x="13446" y="9093"/>
                    <a:pt x="12265" y="8429"/>
                    <a:pt x="11852" y="8231"/>
                  </a:cubicBezTo>
                  <a:cubicBezTo>
                    <a:pt x="11443" y="8037"/>
                    <a:pt x="11368" y="7764"/>
                    <a:pt x="11605" y="7653"/>
                  </a:cubicBezTo>
                  <a:cubicBezTo>
                    <a:pt x="11615" y="7650"/>
                    <a:pt x="11626" y="7646"/>
                    <a:pt x="11644" y="7646"/>
                  </a:cubicBezTo>
                  <a:cubicBezTo>
                    <a:pt x="11917" y="7646"/>
                    <a:pt x="13073" y="8162"/>
                    <a:pt x="13453" y="8353"/>
                  </a:cubicBezTo>
                  <a:cubicBezTo>
                    <a:pt x="13711" y="8482"/>
                    <a:pt x="14250" y="8762"/>
                    <a:pt x="14529" y="8762"/>
                  </a:cubicBezTo>
                  <a:cubicBezTo>
                    <a:pt x="14688" y="8762"/>
                    <a:pt x="14759" y="8672"/>
                    <a:pt x="14648" y="8407"/>
                  </a:cubicBezTo>
                  <a:cubicBezTo>
                    <a:pt x="14336" y="7682"/>
                    <a:pt x="14372" y="7007"/>
                    <a:pt x="14508" y="6831"/>
                  </a:cubicBezTo>
                  <a:cubicBezTo>
                    <a:pt x="14551" y="6774"/>
                    <a:pt x="14612" y="6749"/>
                    <a:pt x="14673" y="6749"/>
                  </a:cubicBezTo>
                  <a:cubicBezTo>
                    <a:pt x="14803" y="6749"/>
                    <a:pt x="14935" y="6860"/>
                    <a:pt x="14932" y="7025"/>
                  </a:cubicBezTo>
                  <a:cubicBezTo>
                    <a:pt x="14928" y="7223"/>
                    <a:pt x="15021" y="7556"/>
                    <a:pt x="15101" y="7804"/>
                  </a:cubicBezTo>
                  <a:cubicBezTo>
                    <a:pt x="15169" y="8008"/>
                    <a:pt x="15266" y="8199"/>
                    <a:pt x="15399" y="8367"/>
                  </a:cubicBezTo>
                  <a:cubicBezTo>
                    <a:pt x="15549" y="8568"/>
                    <a:pt x="15689" y="8730"/>
                    <a:pt x="15808" y="8863"/>
                  </a:cubicBezTo>
                  <a:cubicBezTo>
                    <a:pt x="16848" y="9229"/>
                    <a:pt x="19595" y="10083"/>
                    <a:pt x="22390" y="10083"/>
                  </a:cubicBezTo>
                  <a:cubicBezTo>
                    <a:pt x="22764" y="10083"/>
                    <a:pt x="23140" y="10069"/>
                    <a:pt x="23514" y="10033"/>
                  </a:cubicBezTo>
                  <a:cubicBezTo>
                    <a:pt x="23632" y="10022"/>
                    <a:pt x="23805" y="9782"/>
                    <a:pt x="24010" y="9405"/>
                  </a:cubicBezTo>
                  <a:lnTo>
                    <a:pt x="23697" y="9244"/>
                  </a:lnTo>
                  <a:cubicBezTo>
                    <a:pt x="24328" y="7958"/>
                    <a:pt x="24871" y="6648"/>
                    <a:pt x="25309" y="5306"/>
                  </a:cubicBezTo>
                  <a:lnTo>
                    <a:pt x="25082" y="5241"/>
                  </a:lnTo>
                  <a:lnTo>
                    <a:pt x="24971" y="5209"/>
                  </a:lnTo>
                  <a:lnTo>
                    <a:pt x="23632" y="4817"/>
                  </a:lnTo>
                  <a:lnTo>
                    <a:pt x="23435" y="4760"/>
                  </a:lnTo>
                  <a:lnTo>
                    <a:pt x="23295" y="4721"/>
                  </a:lnTo>
                  <a:lnTo>
                    <a:pt x="23152" y="4678"/>
                  </a:lnTo>
                  <a:lnTo>
                    <a:pt x="19045" y="3482"/>
                  </a:lnTo>
                  <a:lnTo>
                    <a:pt x="18959" y="3457"/>
                  </a:lnTo>
                  <a:lnTo>
                    <a:pt x="16680" y="2790"/>
                  </a:lnTo>
                  <a:lnTo>
                    <a:pt x="7341" y="69"/>
                  </a:lnTo>
                  <a:cubicBezTo>
                    <a:pt x="7179" y="22"/>
                    <a:pt x="7018" y="0"/>
                    <a:pt x="685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4"/>
            <p:cNvSpPr/>
            <p:nvPr/>
          </p:nvSpPr>
          <p:spPr>
            <a:xfrm>
              <a:off x="6733701" y="2965600"/>
              <a:ext cx="31385" cy="87231"/>
            </a:xfrm>
            <a:custGeom>
              <a:avLst/>
              <a:gdLst/>
              <a:ahLst/>
              <a:cxnLst/>
              <a:rect l="l" t="t" r="r" b="b"/>
              <a:pathLst>
                <a:path w="707" h="1965" extrusionOk="0">
                  <a:moveTo>
                    <a:pt x="100" y="1"/>
                  </a:moveTo>
                  <a:lnTo>
                    <a:pt x="54" y="162"/>
                  </a:lnTo>
                  <a:lnTo>
                    <a:pt x="474" y="284"/>
                  </a:lnTo>
                  <a:lnTo>
                    <a:pt x="0" y="1910"/>
                  </a:lnTo>
                  <a:lnTo>
                    <a:pt x="183" y="1964"/>
                  </a:lnTo>
                  <a:lnTo>
                    <a:pt x="707" y="177"/>
                  </a:lnTo>
                  <a:lnTo>
                    <a:pt x="10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4"/>
            <p:cNvSpPr/>
            <p:nvPr/>
          </p:nvSpPr>
          <p:spPr>
            <a:xfrm>
              <a:off x="6767749" y="2985798"/>
              <a:ext cx="73070" cy="90738"/>
            </a:xfrm>
            <a:custGeom>
              <a:avLst/>
              <a:gdLst/>
              <a:ahLst/>
              <a:cxnLst/>
              <a:rect l="l" t="t" r="r" b="b"/>
              <a:pathLst>
                <a:path w="1646" h="2044" extrusionOk="0">
                  <a:moveTo>
                    <a:pt x="810" y="0"/>
                  </a:moveTo>
                  <a:cubicBezTo>
                    <a:pt x="655" y="0"/>
                    <a:pt x="515" y="40"/>
                    <a:pt x="400" y="116"/>
                  </a:cubicBezTo>
                  <a:lnTo>
                    <a:pt x="496" y="267"/>
                  </a:lnTo>
                  <a:cubicBezTo>
                    <a:pt x="593" y="203"/>
                    <a:pt x="697" y="173"/>
                    <a:pt x="811" y="173"/>
                  </a:cubicBezTo>
                  <a:cubicBezTo>
                    <a:pt x="884" y="173"/>
                    <a:pt x="961" y="186"/>
                    <a:pt x="1042" y="209"/>
                  </a:cubicBezTo>
                  <a:cubicBezTo>
                    <a:pt x="1314" y="288"/>
                    <a:pt x="1426" y="457"/>
                    <a:pt x="1365" y="666"/>
                  </a:cubicBezTo>
                  <a:cubicBezTo>
                    <a:pt x="1329" y="787"/>
                    <a:pt x="1253" y="898"/>
                    <a:pt x="995" y="1039"/>
                  </a:cubicBezTo>
                  <a:lnTo>
                    <a:pt x="40" y="1549"/>
                  </a:lnTo>
                  <a:lnTo>
                    <a:pt x="1" y="1678"/>
                  </a:lnTo>
                  <a:lnTo>
                    <a:pt x="1258" y="2044"/>
                  </a:lnTo>
                  <a:lnTo>
                    <a:pt x="1304" y="1882"/>
                  </a:lnTo>
                  <a:lnTo>
                    <a:pt x="320" y="1595"/>
                  </a:lnTo>
                  <a:lnTo>
                    <a:pt x="1102" y="1175"/>
                  </a:lnTo>
                  <a:cubicBezTo>
                    <a:pt x="1412" y="1010"/>
                    <a:pt x="1508" y="870"/>
                    <a:pt x="1559" y="701"/>
                  </a:cubicBezTo>
                  <a:cubicBezTo>
                    <a:pt x="1645" y="403"/>
                    <a:pt x="1469" y="152"/>
                    <a:pt x="1107" y="45"/>
                  </a:cubicBezTo>
                  <a:cubicBezTo>
                    <a:pt x="1004" y="15"/>
                    <a:pt x="904" y="0"/>
                    <a:pt x="8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4"/>
            <p:cNvSpPr/>
            <p:nvPr/>
          </p:nvSpPr>
          <p:spPr>
            <a:xfrm>
              <a:off x="6844236" y="3013721"/>
              <a:ext cx="71117" cy="82570"/>
            </a:xfrm>
            <a:custGeom>
              <a:avLst/>
              <a:gdLst/>
              <a:ahLst/>
              <a:cxnLst/>
              <a:rect l="l" t="t" r="r" b="b"/>
              <a:pathLst>
                <a:path w="1602" h="1860" extrusionOk="0">
                  <a:moveTo>
                    <a:pt x="1332" y="1"/>
                  </a:moveTo>
                  <a:lnTo>
                    <a:pt x="40" y="908"/>
                  </a:lnTo>
                  <a:lnTo>
                    <a:pt x="1" y="1041"/>
                  </a:lnTo>
                  <a:lnTo>
                    <a:pt x="1009" y="1336"/>
                  </a:lnTo>
                  <a:lnTo>
                    <a:pt x="873" y="1806"/>
                  </a:lnTo>
                  <a:lnTo>
                    <a:pt x="1056" y="1859"/>
                  </a:lnTo>
                  <a:lnTo>
                    <a:pt x="1196" y="1389"/>
                  </a:lnTo>
                  <a:lnTo>
                    <a:pt x="1551" y="1493"/>
                  </a:lnTo>
                  <a:lnTo>
                    <a:pt x="1602" y="1332"/>
                  </a:lnTo>
                  <a:lnTo>
                    <a:pt x="1243" y="1228"/>
                  </a:lnTo>
                  <a:lnTo>
                    <a:pt x="1361" y="812"/>
                  </a:lnTo>
                  <a:lnTo>
                    <a:pt x="1185" y="761"/>
                  </a:lnTo>
                  <a:lnTo>
                    <a:pt x="1064" y="1174"/>
                  </a:lnTo>
                  <a:lnTo>
                    <a:pt x="288" y="948"/>
                  </a:lnTo>
                  <a:lnTo>
                    <a:pt x="1537" y="62"/>
                  </a:lnTo>
                  <a:lnTo>
                    <a:pt x="13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4"/>
            <p:cNvSpPr/>
            <p:nvPr/>
          </p:nvSpPr>
          <p:spPr>
            <a:xfrm>
              <a:off x="6966002" y="3049100"/>
              <a:ext cx="70939" cy="82570"/>
            </a:xfrm>
            <a:custGeom>
              <a:avLst/>
              <a:gdLst/>
              <a:ahLst/>
              <a:cxnLst/>
              <a:rect l="l" t="t" r="r" b="b"/>
              <a:pathLst>
                <a:path w="1598" h="1860" extrusionOk="0">
                  <a:moveTo>
                    <a:pt x="1331" y="0"/>
                  </a:moveTo>
                  <a:lnTo>
                    <a:pt x="36" y="912"/>
                  </a:lnTo>
                  <a:lnTo>
                    <a:pt x="0" y="1044"/>
                  </a:lnTo>
                  <a:lnTo>
                    <a:pt x="1008" y="1339"/>
                  </a:lnTo>
                  <a:lnTo>
                    <a:pt x="872" y="1809"/>
                  </a:lnTo>
                  <a:lnTo>
                    <a:pt x="1056" y="1859"/>
                  </a:lnTo>
                  <a:lnTo>
                    <a:pt x="1192" y="1393"/>
                  </a:lnTo>
                  <a:lnTo>
                    <a:pt x="1551" y="1497"/>
                  </a:lnTo>
                  <a:lnTo>
                    <a:pt x="1597" y="1332"/>
                  </a:lnTo>
                  <a:lnTo>
                    <a:pt x="1238" y="1228"/>
                  </a:lnTo>
                  <a:lnTo>
                    <a:pt x="1361" y="815"/>
                  </a:lnTo>
                  <a:lnTo>
                    <a:pt x="1181" y="761"/>
                  </a:lnTo>
                  <a:lnTo>
                    <a:pt x="1059" y="1178"/>
                  </a:lnTo>
                  <a:lnTo>
                    <a:pt x="284" y="948"/>
                  </a:lnTo>
                  <a:lnTo>
                    <a:pt x="1536" y="61"/>
                  </a:lnTo>
                  <a:lnTo>
                    <a:pt x="133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4"/>
            <p:cNvSpPr/>
            <p:nvPr/>
          </p:nvSpPr>
          <p:spPr>
            <a:xfrm>
              <a:off x="7043598" y="3063261"/>
              <a:ext cx="73514" cy="87498"/>
            </a:xfrm>
            <a:custGeom>
              <a:avLst/>
              <a:gdLst/>
              <a:ahLst/>
              <a:cxnLst/>
              <a:rect l="l" t="t" r="r" b="b"/>
              <a:pathLst>
                <a:path w="1656" h="1971" extrusionOk="0">
                  <a:moveTo>
                    <a:pt x="675" y="1"/>
                  </a:moveTo>
                  <a:lnTo>
                    <a:pt x="323" y="873"/>
                  </a:lnTo>
                  <a:lnTo>
                    <a:pt x="703" y="980"/>
                  </a:lnTo>
                  <a:cubicBezTo>
                    <a:pt x="1155" y="1113"/>
                    <a:pt x="1260" y="1300"/>
                    <a:pt x="1192" y="1530"/>
                  </a:cubicBezTo>
                  <a:cubicBezTo>
                    <a:pt x="1143" y="1693"/>
                    <a:pt x="1015" y="1792"/>
                    <a:pt x="825" y="1792"/>
                  </a:cubicBezTo>
                  <a:cubicBezTo>
                    <a:pt x="763" y="1792"/>
                    <a:pt x="695" y="1781"/>
                    <a:pt x="621" y="1759"/>
                  </a:cubicBezTo>
                  <a:cubicBezTo>
                    <a:pt x="391" y="1691"/>
                    <a:pt x="212" y="1544"/>
                    <a:pt x="133" y="1393"/>
                  </a:cubicBezTo>
                  <a:lnTo>
                    <a:pt x="0" y="1512"/>
                  </a:lnTo>
                  <a:cubicBezTo>
                    <a:pt x="97" y="1691"/>
                    <a:pt x="316" y="1853"/>
                    <a:pt x="574" y="1928"/>
                  </a:cubicBezTo>
                  <a:cubicBezTo>
                    <a:pt x="673" y="1957"/>
                    <a:pt x="763" y="1971"/>
                    <a:pt x="846" y="1971"/>
                  </a:cubicBezTo>
                  <a:cubicBezTo>
                    <a:pt x="1127" y="1971"/>
                    <a:pt x="1313" y="1812"/>
                    <a:pt x="1382" y="1576"/>
                  </a:cubicBezTo>
                  <a:cubicBezTo>
                    <a:pt x="1472" y="1260"/>
                    <a:pt x="1328" y="988"/>
                    <a:pt x="789" y="830"/>
                  </a:cubicBezTo>
                  <a:lnTo>
                    <a:pt x="560" y="765"/>
                  </a:lnTo>
                  <a:lnTo>
                    <a:pt x="789" y="213"/>
                  </a:lnTo>
                  <a:lnTo>
                    <a:pt x="1604" y="450"/>
                  </a:lnTo>
                  <a:lnTo>
                    <a:pt x="1655" y="288"/>
                  </a:lnTo>
                  <a:lnTo>
                    <a:pt x="6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4"/>
            <p:cNvSpPr/>
            <p:nvPr/>
          </p:nvSpPr>
          <p:spPr>
            <a:xfrm>
              <a:off x="7120884" y="3090695"/>
              <a:ext cx="73159" cy="83014"/>
            </a:xfrm>
            <a:custGeom>
              <a:avLst/>
              <a:gdLst/>
              <a:ahLst/>
              <a:cxnLst/>
              <a:rect l="l" t="t" r="r" b="b"/>
              <a:pathLst>
                <a:path w="1648" h="1870" extrusionOk="0">
                  <a:moveTo>
                    <a:pt x="720" y="876"/>
                  </a:moveTo>
                  <a:cubicBezTo>
                    <a:pt x="774" y="876"/>
                    <a:pt x="831" y="884"/>
                    <a:pt x="890" y="901"/>
                  </a:cubicBezTo>
                  <a:cubicBezTo>
                    <a:pt x="1163" y="980"/>
                    <a:pt x="1296" y="1181"/>
                    <a:pt x="1228" y="1418"/>
                  </a:cubicBezTo>
                  <a:cubicBezTo>
                    <a:pt x="1171" y="1602"/>
                    <a:pt x="1024" y="1704"/>
                    <a:pt x="839" y="1704"/>
                  </a:cubicBezTo>
                  <a:cubicBezTo>
                    <a:pt x="787" y="1704"/>
                    <a:pt x="732" y="1696"/>
                    <a:pt x="675" y="1680"/>
                  </a:cubicBezTo>
                  <a:cubicBezTo>
                    <a:pt x="366" y="1586"/>
                    <a:pt x="259" y="1353"/>
                    <a:pt x="315" y="1156"/>
                  </a:cubicBezTo>
                  <a:cubicBezTo>
                    <a:pt x="366" y="984"/>
                    <a:pt x="521" y="876"/>
                    <a:pt x="720" y="876"/>
                  </a:cubicBezTo>
                  <a:close/>
                  <a:moveTo>
                    <a:pt x="977" y="1"/>
                  </a:moveTo>
                  <a:cubicBezTo>
                    <a:pt x="611" y="1"/>
                    <a:pt x="306" y="240"/>
                    <a:pt x="165" y="728"/>
                  </a:cubicBezTo>
                  <a:cubicBezTo>
                    <a:pt x="0" y="1292"/>
                    <a:pt x="161" y="1698"/>
                    <a:pt x="638" y="1838"/>
                  </a:cubicBezTo>
                  <a:cubicBezTo>
                    <a:pt x="713" y="1859"/>
                    <a:pt x="786" y="1870"/>
                    <a:pt x="855" y="1870"/>
                  </a:cubicBezTo>
                  <a:cubicBezTo>
                    <a:pt x="1114" y="1870"/>
                    <a:pt x="1330" y="1727"/>
                    <a:pt x="1407" y="1464"/>
                  </a:cubicBezTo>
                  <a:cubicBezTo>
                    <a:pt x="1503" y="1138"/>
                    <a:pt x="1317" y="858"/>
                    <a:pt x="962" y="753"/>
                  </a:cubicBezTo>
                  <a:cubicBezTo>
                    <a:pt x="887" y="732"/>
                    <a:pt x="814" y="721"/>
                    <a:pt x="743" y="721"/>
                  </a:cubicBezTo>
                  <a:cubicBezTo>
                    <a:pt x="578" y="721"/>
                    <a:pt x="430" y="780"/>
                    <a:pt x="327" y="901"/>
                  </a:cubicBezTo>
                  <a:cubicBezTo>
                    <a:pt x="337" y="844"/>
                    <a:pt x="348" y="793"/>
                    <a:pt x="362" y="753"/>
                  </a:cubicBezTo>
                  <a:cubicBezTo>
                    <a:pt x="475" y="361"/>
                    <a:pt x="704" y="171"/>
                    <a:pt x="990" y="171"/>
                  </a:cubicBezTo>
                  <a:cubicBezTo>
                    <a:pt x="1060" y="171"/>
                    <a:pt x="1134" y="182"/>
                    <a:pt x="1210" y="205"/>
                  </a:cubicBezTo>
                  <a:cubicBezTo>
                    <a:pt x="1342" y="244"/>
                    <a:pt x="1457" y="301"/>
                    <a:pt x="1529" y="387"/>
                  </a:cubicBezTo>
                  <a:lnTo>
                    <a:pt x="1647" y="262"/>
                  </a:lnTo>
                  <a:cubicBezTo>
                    <a:pt x="1554" y="162"/>
                    <a:pt x="1414" y="90"/>
                    <a:pt x="1253" y="43"/>
                  </a:cubicBezTo>
                  <a:cubicBezTo>
                    <a:pt x="1158" y="15"/>
                    <a:pt x="1066" y="1"/>
                    <a:pt x="9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4"/>
            <p:cNvSpPr/>
            <p:nvPr/>
          </p:nvSpPr>
          <p:spPr>
            <a:xfrm>
              <a:off x="7230487" y="3115865"/>
              <a:ext cx="74757" cy="89406"/>
            </a:xfrm>
            <a:custGeom>
              <a:avLst/>
              <a:gdLst/>
              <a:ahLst/>
              <a:cxnLst/>
              <a:rect l="l" t="t" r="r" b="b"/>
              <a:pathLst>
                <a:path w="1684" h="2014" extrusionOk="0">
                  <a:moveTo>
                    <a:pt x="532" y="0"/>
                  </a:moveTo>
                  <a:lnTo>
                    <a:pt x="485" y="165"/>
                  </a:lnTo>
                  <a:lnTo>
                    <a:pt x="1400" y="431"/>
                  </a:lnTo>
                  <a:lnTo>
                    <a:pt x="722" y="908"/>
                  </a:lnTo>
                  <a:lnTo>
                    <a:pt x="682" y="1044"/>
                  </a:lnTo>
                  <a:lnTo>
                    <a:pt x="812" y="1081"/>
                  </a:lnTo>
                  <a:cubicBezTo>
                    <a:pt x="1145" y="1177"/>
                    <a:pt x="1253" y="1361"/>
                    <a:pt x="1192" y="1576"/>
                  </a:cubicBezTo>
                  <a:cubicBezTo>
                    <a:pt x="1144" y="1742"/>
                    <a:pt x="1017" y="1834"/>
                    <a:pt x="832" y="1834"/>
                  </a:cubicBezTo>
                  <a:cubicBezTo>
                    <a:pt x="769" y="1834"/>
                    <a:pt x="700" y="1823"/>
                    <a:pt x="625" y="1802"/>
                  </a:cubicBezTo>
                  <a:cubicBezTo>
                    <a:pt x="395" y="1734"/>
                    <a:pt x="212" y="1586"/>
                    <a:pt x="133" y="1436"/>
                  </a:cubicBezTo>
                  <a:lnTo>
                    <a:pt x="0" y="1554"/>
                  </a:lnTo>
                  <a:cubicBezTo>
                    <a:pt x="97" y="1734"/>
                    <a:pt x="320" y="1896"/>
                    <a:pt x="578" y="1971"/>
                  </a:cubicBezTo>
                  <a:cubicBezTo>
                    <a:pt x="677" y="1999"/>
                    <a:pt x="769" y="2013"/>
                    <a:pt x="852" y="2013"/>
                  </a:cubicBezTo>
                  <a:cubicBezTo>
                    <a:pt x="1129" y="2013"/>
                    <a:pt x="1312" y="1862"/>
                    <a:pt x="1378" y="1634"/>
                  </a:cubicBezTo>
                  <a:cubicBezTo>
                    <a:pt x="1464" y="1346"/>
                    <a:pt x="1332" y="1088"/>
                    <a:pt x="951" y="955"/>
                  </a:cubicBezTo>
                  <a:lnTo>
                    <a:pt x="1645" y="466"/>
                  </a:lnTo>
                  <a:lnTo>
                    <a:pt x="1683" y="337"/>
                  </a:lnTo>
                  <a:lnTo>
                    <a:pt x="5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4"/>
            <p:cNvSpPr/>
            <p:nvPr/>
          </p:nvSpPr>
          <p:spPr>
            <a:xfrm>
              <a:off x="7309015" y="3145607"/>
              <a:ext cx="73203" cy="82925"/>
            </a:xfrm>
            <a:custGeom>
              <a:avLst/>
              <a:gdLst/>
              <a:ahLst/>
              <a:cxnLst/>
              <a:rect l="l" t="t" r="r" b="b"/>
              <a:pathLst>
                <a:path w="1649" h="1868" extrusionOk="0">
                  <a:moveTo>
                    <a:pt x="720" y="874"/>
                  </a:moveTo>
                  <a:cubicBezTo>
                    <a:pt x="774" y="874"/>
                    <a:pt x="832" y="882"/>
                    <a:pt x="891" y="899"/>
                  </a:cubicBezTo>
                  <a:cubicBezTo>
                    <a:pt x="1163" y="977"/>
                    <a:pt x="1297" y="1182"/>
                    <a:pt x="1225" y="1416"/>
                  </a:cubicBezTo>
                  <a:cubicBezTo>
                    <a:pt x="1171" y="1601"/>
                    <a:pt x="1024" y="1702"/>
                    <a:pt x="840" y="1702"/>
                  </a:cubicBezTo>
                  <a:cubicBezTo>
                    <a:pt x="788" y="1702"/>
                    <a:pt x="733" y="1694"/>
                    <a:pt x="676" y="1678"/>
                  </a:cubicBezTo>
                  <a:cubicBezTo>
                    <a:pt x="367" y="1588"/>
                    <a:pt x="259" y="1351"/>
                    <a:pt x="317" y="1158"/>
                  </a:cubicBezTo>
                  <a:cubicBezTo>
                    <a:pt x="367" y="982"/>
                    <a:pt x="522" y="874"/>
                    <a:pt x="720" y="874"/>
                  </a:cubicBezTo>
                  <a:close/>
                  <a:moveTo>
                    <a:pt x="980" y="0"/>
                  </a:moveTo>
                  <a:cubicBezTo>
                    <a:pt x="613" y="0"/>
                    <a:pt x="307" y="237"/>
                    <a:pt x="166" y="727"/>
                  </a:cubicBezTo>
                  <a:cubicBezTo>
                    <a:pt x="0" y="1290"/>
                    <a:pt x="162" y="1696"/>
                    <a:pt x="640" y="1835"/>
                  </a:cubicBezTo>
                  <a:cubicBezTo>
                    <a:pt x="714" y="1857"/>
                    <a:pt x="787" y="1868"/>
                    <a:pt x="858" y="1868"/>
                  </a:cubicBezTo>
                  <a:cubicBezTo>
                    <a:pt x="1114" y="1868"/>
                    <a:pt x="1332" y="1727"/>
                    <a:pt x="1408" y="1462"/>
                  </a:cubicBezTo>
                  <a:cubicBezTo>
                    <a:pt x="1504" y="1136"/>
                    <a:pt x="1318" y="856"/>
                    <a:pt x="963" y="752"/>
                  </a:cubicBezTo>
                  <a:cubicBezTo>
                    <a:pt x="888" y="730"/>
                    <a:pt x="815" y="719"/>
                    <a:pt x="744" y="719"/>
                  </a:cubicBezTo>
                  <a:cubicBezTo>
                    <a:pt x="579" y="719"/>
                    <a:pt x="430" y="779"/>
                    <a:pt x="328" y="899"/>
                  </a:cubicBezTo>
                  <a:cubicBezTo>
                    <a:pt x="338" y="845"/>
                    <a:pt x="349" y="791"/>
                    <a:pt x="363" y="752"/>
                  </a:cubicBezTo>
                  <a:cubicBezTo>
                    <a:pt x="477" y="360"/>
                    <a:pt x="707" y="170"/>
                    <a:pt x="996" y="170"/>
                  </a:cubicBezTo>
                  <a:cubicBezTo>
                    <a:pt x="1064" y="170"/>
                    <a:pt x="1136" y="181"/>
                    <a:pt x="1211" y="202"/>
                  </a:cubicBezTo>
                  <a:cubicBezTo>
                    <a:pt x="1343" y="242"/>
                    <a:pt x="1458" y="300"/>
                    <a:pt x="1529" y="389"/>
                  </a:cubicBezTo>
                  <a:lnTo>
                    <a:pt x="1648" y="260"/>
                  </a:lnTo>
                  <a:cubicBezTo>
                    <a:pt x="1555" y="159"/>
                    <a:pt x="1415" y="88"/>
                    <a:pt x="1254" y="41"/>
                  </a:cubicBezTo>
                  <a:cubicBezTo>
                    <a:pt x="1160" y="14"/>
                    <a:pt x="1068" y="0"/>
                    <a:pt x="9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4"/>
            <p:cNvSpPr/>
            <p:nvPr/>
          </p:nvSpPr>
          <p:spPr>
            <a:xfrm>
              <a:off x="7395535" y="3159191"/>
              <a:ext cx="65213" cy="86743"/>
            </a:xfrm>
            <a:custGeom>
              <a:avLst/>
              <a:gdLst/>
              <a:ahLst/>
              <a:cxnLst/>
              <a:rect l="l" t="t" r="r" b="b"/>
              <a:pathLst>
                <a:path w="1469" h="1954" extrusionOk="0">
                  <a:moveTo>
                    <a:pt x="159" y="0"/>
                  </a:moveTo>
                  <a:lnTo>
                    <a:pt x="11" y="499"/>
                  </a:lnTo>
                  <a:lnTo>
                    <a:pt x="195" y="550"/>
                  </a:lnTo>
                  <a:lnTo>
                    <a:pt x="291" y="216"/>
                  </a:lnTo>
                  <a:lnTo>
                    <a:pt x="1210" y="485"/>
                  </a:lnTo>
                  <a:lnTo>
                    <a:pt x="1" y="1896"/>
                  </a:lnTo>
                  <a:lnTo>
                    <a:pt x="202" y="1953"/>
                  </a:lnTo>
                  <a:lnTo>
                    <a:pt x="1433" y="514"/>
                  </a:lnTo>
                  <a:lnTo>
                    <a:pt x="1469" y="381"/>
                  </a:lnTo>
                  <a:lnTo>
                    <a:pt x="15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4"/>
            <p:cNvSpPr/>
            <p:nvPr/>
          </p:nvSpPr>
          <p:spPr>
            <a:xfrm>
              <a:off x="7508999" y="3192173"/>
              <a:ext cx="65390" cy="86699"/>
            </a:xfrm>
            <a:custGeom>
              <a:avLst/>
              <a:gdLst/>
              <a:ahLst/>
              <a:cxnLst/>
              <a:rect l="l" t="t" r="r" b="b"/>
              <a:pathLst>
                <a:path w="1473" h="1953" extrusionOk="0">
                  <a:moveTo>
                    <a:pt x="158" y="1"/>
                  </a:moveTo>
                  <a:lnTo>
                    <a:pt x="11" y="500"/>
                  </a:lnTo>
                  <a:lnTo>
                    <a:pt x="195" y="553"/>
                  </a:lnTo>
                  <a:lnTo>
                    <a:pt x="291" y="220"/>
                  </a:lnTo>
                  <a:lnTo>
                    <a:pt x="1210" y="485"/>
                  </a:lnTo>
                  <a:lnTo>
                    <a:pt x="1" y="1896"/>
                  </a:lnTo>
                  <a:lnTo>
                    <a:pt x="201" y="1953"/>
                  </a:lnTo>
                  <a:lnTo>
                    <a:pt x="1432" y="513"/>
                  </a:lnTo>
                  <a:lnTo>
                    <a:pt x="1472" y="384"/>
                  </a:lnTo>
                  <a:lnTo>
                    <a:pt x="1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4"/>
            <p:cNvSpPr/>
            <p:nvPr/>
          </p:nvSpPr>
          <p:spPr>
            <a:xfrm>
              <a:off x="7570215" y="3220406"/>
              <a:ext cx="77110" cy="84790"/>
            </a:xfrm>
            <a:custGeom>
              <a:avLst/>
              <a:gdLst/>
              <a:ahLst/>
              <a:cxnLst/>
              <a:rect l="l" t="t" r="r" b="b"/>
              <a:pathLst>
                <a:path w="1737" h="1910" extrusionOk="0">
                  <a:moveTo>
                    <a:pt x="913" y="169"/>
                  </a:moveTo>
                  <a:cubicBezTo>
                    <a:pt x="975" y="169"/>
                    <a:pt x="1043" y="179"/>
                    <a:pt x="1116" y="200"/>
                  </a:cubicBezTo>
                  <a:cubicBezTo>
                    <a:pt x="1382" y="276"/>
                    <a:pt x="1525" y="452"/>
                    <a:pt x="1464" y="653"/>
                  </a:cubicBezTo>
                  <a:cubicBezTo>
                    <a:pt x="1425" y="795"/>
                    <a:pt x="1303" y="874"/>
                    <a:pt x="1132" y="874"/>
                  </a:cubicBezTo>
                  <a:cubicBezTo>
                    <a:pt x="1070" y="874"/>
                    <a:pt x="1002" y="864"/>
                    <a:pt x="930" y="843"/>
                  </a:cubicBezTo>
                  <a:cubicBezTo>
                    <a:pt x="650" y="760"/>
                    <a:pt x="524" y="588"/>
                    <a:pt x="581" y="391"/>
                  </a:cubicBezTo>
                  <a:cubicBezTo>
                    <a:pt x="623" y="246"/>
                    <a:pt x="744" y="169"/>
                    <a:pt x="913" y="169"/>
                  </a:cubicBezTo>
                  <a:close/>
                  <a:moveTo>
                    <a:pt x="651" y="951"/>
                  </a:moveTo>
                  <a:cubicBezTo>
                    <a:pt x="722" y="951"/>
                    <a:pt x="801" y="963"/>
                    <a:pt x="886" y="987"/>
                  </a:cubicBezTo>
                  <a:cubicBezTo>
                    <a:pt x="1202" y="1080"/>
                    <a:pt x="1349" y="1274"/>
                    <a:pt x="1288" y="1493"/>
                  </a:cubicBezTo>
                  <a:cubicBezTo>
                    <a:pt x="1241" y="1655"/>
                    <a:pt x="1107" y="1743"/>
                    <a:pt x="915" y="1743"/>
                  </a:cubicBezTo>
                  <a:cubicBezTo>
                    <a:pt x="843" y="1743"/>
                    <a:pt x="762" y="1730"/>
                    <a:pt x="675" y="1704"/>
                  </a:cubicBezTo>
                  <a:cubicBezTo>
                    <a:pt x="358" y="1615"/>
                    <a:pt x="211" y="1421"/>
                    <a:pt x="276" y="1199"/>
                  </a:cubicBezTo>
                  <a:cubicBezTo>
                    <a:pt x="323" y="1039"/>
                    <a:pt x="457" y="951"/>
                    <a:pt x="651" y="951"/>
                  </a:cubicBezTo>
                  <a:close/>
                  <a:moveTo>
                    <a:pt x="886" y="0"/>
                  </a:moveTo>
                  <a:cubicBezTo>
                    <a:pt x="642" y="0"/>
                    <a:pt x="460" y="117"/>
                    <a:pt x="398" y="334"/>
                  </a:cubicBezTo>
                  <a:cubicBezTo>
                    <a:pt x="345" y="520"/>
                    <a:pt x="401" y="685"/>
                    <a:pt x="563" y="808"/>
                  </a:cubicBezTo>
                  <a:cubicBezTo>
                    <a:pt x="319" y="818"/>
                    <a:pt x="154" y="933"/>
                    <a:pt x="90" y="1148"/>
                  </a:cubicBezTo>
                  <a:cubicBezTo>
                    <a:pt x="0" y="1464"/>
                    <a:pt x="201" y="1737"/>
                    <a:pt x="631" y="1863"/>
                  </a:cubicBezTo>
                  <a:cubicBezTo>
                    <a:pt x="742" y="1894"/>
                    <a:pt x="846" y="1910"/>
                    <a:pt x="941" y="1910"/>
                  </a:cubicBezTo>
                  <a:cubicBezTo>
                    <a:pt x="1211" y="1910"/>
                    <a:pt x="1406" y="1784"/>
                    <a:pt x="1475" y="1550"/>
                  </a:cubicBezTo>
                  <a:cubicBezTo>
                    <a:pt x="1536" y="1338"/>
                    <a:pt x="1457" y="1148"/>
                    <a:pt x="1253" y="1008"/>
                  </a:cubicBezTo>
                  <a:cubicBezTo>
                    <a:pt x="1457" y="990"/>
                    <a:pt x="1601" y="886"/>
                    <a:pt x="1654" y="700"/>
                  </a:cubicBezTo>
                  <a:cubicBezTo>
                    <a:pt x="1737" y="409"/>
                    <a:pt x="1539" y="154"/>
                    <a:pt x="1159" y="43"/>
                  </a:cubicBezTo>
                  <a:cubicBezTo>
                    <a:pt x="1062" y="14"/>
                    <a:pt x="971" y="0"/>
                    <a:pt x="8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4"/>
            <p:cNvSpPr/>
            <p:nvPr/>
          </p:nvSpPr>
          <p:spPr>
            <a:xfrm>
              <a:off x="7652206" y="3242824"/>
              <a:ext cx="73203" cy="82970"/>
            </a:xfrm>
            <a:custGeom>
              <a:avLst/>
              <a:gdLst/>
              <a:ahLst/>
              <a:cxnLst/>
              <a:rect l="l" t="t" r="r" b="b"/>
              <a:pathLst>
                <a:path w="1649" h="1869" extrusionOk="0">
                  <a:moveTo>
                    <a:pt x="811" y="166"/>
                  </a:moveTo>
                  <a:cubicBezTo>
                    <a:pt x="863" y="166"/>
                    <a:pt x="918" y="174"/>
                    <a:pt x="974" y="191"/>
                  </a:cubicBezTo>
                  <a:cubicBezTo>
                    <a:pt x="1283" y="281"/>
                    <a:pt x="1394" y="514"/>
                    <a:pt x="1336" y="712"/>
                  </a:cubicBezTo>
                  <a:cubicBezTo>
                    <a:pt x="1285" y="887"/>
                    <a:pt x="1128" y="995"/>
                    <a:pt x="930" y="995"/>
                  </a:cubicBezTo>
                  <a:cubicBezTo>
                    <a:pt x="877" y="995"/>
                    <a:pt x="820" y="987"/>
                    <a:pt x="762" y="970"/>
                  </a:cubicBezTo>
                  <a:cubicBezTo>
                    <a:pt x="486" y="888"/>
                    <a:pt x="357" y="686"/>
                    <a:pt x="425" y="453"/>
                  </a:cubicBezTo>
                  <a:cubicBezTo>
                    <a:pt x="478" y="268"/>
                    <a:pt x="626" y="166"/>
                    <a:pt x="811" y="166"/>
                  </a:cubicBezTo>
                  <a:close/>
                  <a:moveTo>
                    <a:pt x="793" y="1"/>
                  </a:moveTo>
                  <a:cubicBezTo>
                    <a:pt x="535" y="1"/>
                    <a:pt x="318" y="141"/>
                    <a:pt x="242" y="403"/>
                  </a:cubicBezTo>
                  <a:cubicBezTo>
                    <a:pt x="145" y="733"/>
                    <a:pt x="332" y="1013"/>
                    <a:pt x="687" y="1117"/>
                  </a:cubicBezTo>
                  <a:cubicBezTo>
                    <a:pt x="760" y="1138"/>
                    <a:pt x="833" y="1149"/>
                    <a:pt x="903" y="1149"/>
                  </a:cubicBezTo>
                  <a:cubicBezTo>
                    <a:pt x="1070" y="1149"/>
                    <a:pt x="1221" y="1089"/>
                    <a:pt x="1322" y="970"/>
                  </a:cubicBezTo>
                  <a:lnTo>
                    <a:pt x="1322" y="970"/>
                  </a:lnTo>
                  <a:cubicBezTo>
                    <a:pt x="1314" y="1024"/>
                    <a:pt x="1301" y="1078"/>
                    <a:pt x="1290" y="1117"/>
                  </a:cubicBezTo>
                  <a:cubicBezTo>
                    <a:pt x="1174" y="1509"/>
                    <a:pt x="943" y="1699"/>
                    <a:pt x="656" y="1699"/>
                  </a:cubicBezTo>
                  <a:cubicBezTo>
                    <a:pt x="588" y="1699"/>
                    <a:pt x="517" y="1688"/>
                    <a:pt x="443" y="1666"/>
                  </a:cubicBezTo>
                  <a:cubicBezTo>
                    <a:pt x="310" y="1627"/>
                    <a:pt x="191" y="1569"/>
                    <a:pt x="120" y="1479"/>
                  </a:cubicBezTo>
                  <a:lnTo>
                    <a:pt x="1" y="1605"/>
                  </a:lnTo>
                  <a:cubicBezTo>
                    <a:pt x="95" y="1709"/>
                    <a:pt x="238" y="1781"/>
                    <a:pt x="396" y="1827"/>
                  </a:cubicBezTo>
                  <a:cubicBezTo>
                    <a:pt x="491" y="1855"/>
                    <a:pt x="583" y="1868"/>
                    <a:pt x="671" y="1868"/>
                  </a:cubicBezTo>
                  <a:cubicBezTo>
                    <a:pt x="1039" y="1868"/>
                    <a:pt x="1342" y="1631"/>
                    <a:pt x="1483" y="1143"/>
                  </a:cubicBezTo>
                  <a:cubicBezTo>
                    <a:pt x="1649" y="575"/>
                    <a:pt x="1487" y="174"/>
                    <a:pt x="1013" y="33"/>
                  </a:cubicBezTo>
                  <a:cubicBezTo>
                    <a:pt x="938" y="11"/>
                    <a:pt x="864" y="1"/>
                    <a:pt x="7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4"/>
            <p:cNvSpPr/>
            <p:nvPr/>
          </p:nvSpPr>
          <p:spPr>
            <a:xfrm>
              <a:off x="7302801" y="3283309"/>
              <a:ext cx="645822" cy="219787"/>
            </a:xfrm>
            <a:custGeom>
              <a:avLst/>
              <a:gdLst/>
              <a:ahLst/>
              <a:cxnLst/>
              <a:rect l="l" t="t" r="r" b="b"/>
              <a:pathLst>
                <a:path w="14548" h="4951" extrusionOk="0">
                  <a:moveTo>
                    <a:pt x="227" y="1"/>
                  </a:moveTo>
                  <a:lnTo>
                    <a:pt x="1" y="776"/>
                  </a:lnTo>
                  <a:lnTo>
                    <a:pt x="14322" y="4950"/>
                  </a:lnTo>
                  <a:lnTo>
                    <a:pt x="14548" y="4175"/>
                  </a:lnTo>
                  <a:lnTo>
                    <a:pt x="227"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4"/>
            <p:cNvSpPr/>
            <p:nvPr/>
          </p:nvSpPr>
          <p:spPr>
            <a:xfrm>
              <a:off x="7592322" y="3442318"/>
              <a:ext cx="336229" cy="129626"/>
            </a:xfrm>
            <a:custGeom>
              <a:avLst/>
              <a:gdLst/>
              <a:ahLst/>
              <a:cxnLst/>
              <a:rect l="l" t="t" r="r" b="b"/>
              <a:pathLst>
                <a:path w="7574" h="2920" extrusionOk="0">
                  <a:moveTo>
                    <a:pt x="230" y="0"/>
                  </a:moveTo>
                  <a:lnTo>
                    <a:pt x="1" y="776"/>
                  </a:lnTo>
                  <a:lnTo>
                    <a:pt x="7348" y="2919"/>
                  </a:lnTo>
                  <a:lnTo>
                    <a:pt x="7574" y="2144"/>
                  </a:lnTo>
                  <a:lnTo>
                    <a:pt x="230"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4"/>
            <p:cNvSpPr/>
            <p:nvPr/>
          </p:nvSpPr>
          <p:spPr>
            <a:xfrm>
              <a:off x="6742446" y="2703647"/>
              <a:ext cx="312656" cy="253748"/>
            </a:xfrm>
            <a:custGeom>
              <a:avLst/>
              <a:gdLst/>
              <a:ahLst/>
              <a:cxnLst/>
              <a:rect l="l" t="t" r="r" b="b"/>
              <a:pathLst>
                <a:path w="7043" h="5716" extrusionOk="0">
                  <a:moveTo>
                    <a:pt x="1919" y="0"/>
                  </a:moveTo>
                  <a:cubicBezTo>
                    <a:pt x="1443" y="0"/>
                    <a:pt x="1004" y="311"/>
                    <a:pt x="865" y="790"/>
                  </a:cubicBezTo>
                  <a:lnTo>
                    <a:pt x="173" y="3174"/>
                  </a:lnTo>
                  <a:cubicBezTo>
                    <a:pt x="0" y="3755"/>
                    <a:pt x="334" y="4365"/>
                    <a:pt x="919" y="4534"/>
                  </a:cubicBezTo>
                  <a:lnTo>
                    <a:pt x="4817" y="5672"/>
                  </a:lnTo>
                  <a:cubicBezTo>
                    <a:pt x="4920" y="5701"/>
                    <a:pt x="5023" y="5716"/>
                    <a:pt x="5125" y="5716"/>
                  </a:cubicBezTo>
                  <a:cubicBezTo>
                    <a:pt x="5603" y="5716"/>
                    <a:pt x="6042" y="5404"/>
                    <a:pt x="6181" y="4922"/>
                  </a:cubicBezTo>
                  <a:lnTo>
                    <a:pt x="6874" y="2542"/>
                  </a:lnTo>
                  <a:cubicBezTo>
                    <a:pt x="7043" y="1961"/>
                    <a:pt x="6708" y="1350"/>
                    <a:pt x="6127" y="1181"/>
                  </a:cubicBezTo>
                  <a:lnTo>
                    <a:pt x="2226" y="44"/>
                  </a:lnTo>
                  <a:cubicBezTo>
                    <a:pt x="2123" y="14"/>
                    <a:pt x="2020" y="0"/>
                    <a:pt x="1919"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4"/>
            <p:cNvSpPr/>
            <p:nvPr/>
          </p:nvSpPr>
          <p:spPr>
            <a:xfrm>
              <a:off x="6752479" y="2753055"/>
              <a:ext cx="197635" cy="124787"/>
            </a:xfrm>
            <a:custGeom>
              <a:avLst/>
              <a:gdLst/>
              <a:ahLst/>
              <a:cxnLst/>
              <a:rect l="l" t="t" r="r" b="b"/>
              <a:pathLst>
                <a:path w="4452" h="2811" extrusionOk="0">
                  <a:moveTo>
                    <a:pt x="546" y="0"/>
                  </a:moveTo>
                  <a:lnTo>
                    <a:pt x="460" y="288"/>
                  </a:lnTo>
                  <a:lnTo>
                    <a:pt x="3554" y="1188"/>
                  </a:lnTo>
                  <a:cubicBezTo>
                    <a:pt x="3909" y="1289"/>
                    <a:pt x="4117" y="1670"/>
                    <a:pt x="4014" y="2024"/>
                  </a:cubicBezTo>
                  <a:cubicBezTo>
                    <a:pt x="3928" y="2321"/>
                    <a:pt x="3659" y="2511"/>
                    <a:pt x="3366" y="2511"/>
                  </a:cubicBezTo>
                  <a:cubicBezTo>
                    <a:pt x="3304" y="2511"/>
                    <a:pt x="3240" y="2503"/>
                    <a:pt x="3177" y="2484"/>
                  </a:cubicBezTo>
                  <a:lnTo>
                    <a:pt x="83" y="1583"/>
                  </a:lnTo>
                  <a:lnTo>
                    <a:pt x="0" y="1870"/>
                  </a:lnTo>
                  <a:lnTo>
                    <a:pt x="3094" y="2771"/>
                  </a:lnTo>
                  <a:cubicBezTo>
                    <a:pt x="3185" y="2798"/>
                    <a:pt x="3276" y="2811"/>
                    <a:pt x="3366" y="2811"/>
                  </a:cubicBezTo>
                  <a:cubicBezTo>
                    <a:pt x="3787" y="2811"/>
                    <a:pt x="4179" y="2534"/>
                    <a:pt x="4300" y="2111"/>
                  </a:cubicBezTo>
                  <a:cubicBezTo>
                    <a:pt x="4451" y="1594"/>
                    <a:pt x="4153" y="1052"/>
                    <a:pt x="3640" y="901"/>
                  </a:cubicBezTo>
                  <a:lnTo>
                    <a:pt x="5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4"/>
            <p:cNvSpPr/>
            <p:nvPr/>
          </p:nvSpPr>
          <p:spPr>
            <a:xfrm>
              <a:off x="6935194" y="2838464"/>
              <a:ext cx="98063" cy="40220"/>
            </a:xfrm>
            <a:custGeom>
              <a:avLst/>
              <a:gdLst/>
              <a:ahLst/>
              <a:cxnLst/>
              <a:rect l="l" t="t" r="r" b="b"/>
              <a:pathLst>
                <a:path w="2209" h="906" extrusionOk="0">
                  <a:moveTo>
                    <a:pt x="84" y="1"/>
                  </a:moveTo>
                  <a:lnTo>
                    <a:pt x="1" y="287"/>
                  </a:lnTo>
                  <a:lnTo>
                    <a:pt x="2123" y="905"/>
                  </a:lnTo>
                  <a:lnTo>
                    <a:pt x="2209" y="617"/>
                  </a:lnTo>
                  <a:lnTo>
                    <a:pt x="8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4"/>
            <p:cNvSpPr/>
            <p:nvPr/>
          </p:nvSpPr>
          <p:spPr>
            <a:xfrm>
              <a:off x="6856532" y="2537136"/>
              <a:ext cx="703222" cy="258986"/>
            </a:xfrm>
            <a:custGeom>
              <a:avLst/>
              <a:gdLst/>
              <a:ahLst/>
              <a:cxnLst/>
              <a:rect l="l" t="t" r="r" b="b"/>
              <a:pathLst>
                <a:path w="15841" h="5834" extrusionOk="0">
                  <a:moveTo>
                    <a:pt x="388" y="0"/>
                  </a:moveTo>
                  <a:lnTo>
                    <a:pt x="0" y="1329"/>
                  </a:lnTo>
                  <a:lnTo>
                    <a:pt x="15456" y="5833"/>
                  </a:lnTo>
                  <a:lnTo>
                    <a:pt x="15840" y="4506"/>
                  </a:lnTo>
                  <a:lnTo>
                    <a:pt x="388"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4"/>
            <p:cNvSpPr/>
            <p:nvPr/>
          </p:nvSpPr>
          <p:spPr>
            <a:xfrm>
              <a:off x="7634405" y="1845431"/>
              <a:ext cx="85278" cy="85189"/>
            </a:xfrm>
            <a:custGeom>
              <a:avLst/>
              <a:gdLst/>
              <a:ahLst/>
              <a:cxnLst/>
              <a:rect l="l" t="t" r="r" b="b"/>
              <a:pathLst>
                <a:path w="1921" h="1919" extrusionOk="0">
                  <a:moveTo>
                    <a:pt x="927" y="1"/>
                  </a:moveTo>
                  <a:cubicBezTo>
                    <a:pt x="727" y="1"/>
                    <a:pt x="526" y="69"/>
                    <a:pt x="373" y="199"/>
                  </a:cubicBezTo>
                  <a:cubicBezTo>
                    <a:pt x="112" y="421"/>
                    <a:pt x="0" y="802"/>
                    <a:pt x="83" y="1136"/>
                  </a:cubicBezTo>
                  <a:cubicBezTo>
                    <a:pt x="161" y="1470"/>
                    <a:pt x="423" y="1753"/>
                    <a:pt x="743" y="1875"/>
                  </a:cubicBezTo>
                  <a:lnTo>
                    <a:pt x="441" y="1893"/>
                  </a:lnTo>
                  <a:cubicBezTo>
                    <a:pt x="584" y="1906"/>
                    <a:pt x="728" y="1919"/>
                    <a:pt x="871" y="1919"/>
                  </a:cubicBezTo>
                  <a:cubicBezTo>
                    <a:pt x="1009" y="1919"/>
                    <a:pt x="1146" y="1907"/>
                    <a:pt x="1278" y="1872"/>
                  </a:cubicBezTo>
                  <a:cubicBezTo>
                    <a:pt x="1548" y="1796"/>
                    <a:pt x="1806" y="1606"/>
                    <a:pt x="1874" y="1333"/>
                  </a:cubicBezTo>
                  <a:cubicBezTo>
                    <a:pt x="1921" y="1150"/>
                    <a:pt x="1877" y="960"/>
                    <a:pt x="1816" y="784"/>
                  </a:cubicBezTo>
                  <a:cubicBezTo>
                    <a:pt x="1723" y="519"/>
                    <a:pt x="1579" y="257"/>
                    <a:pt x="1336" y="109"/>
                  </a:cubicBezTo>
                  <a:cubicBezTo>
                    <a:pt x="1213" y="36"/>
                    <a:pt x="1070" y="1"/>
                    <a:pt x="92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4"/>
            <p:cNvSpPr/>
            <p:nvPr/>
          </p:nvSpPr>
          <p:spPr>
            <a:xfrm>
              <a:off x="7675334" y="1922050"/>
              <a:ext cx="248420" cy="181743"/>
            </a:xfrm>
            <a:custGeom>
              <a:avLst/>
              <a:gdLst/>
              <a:ahLst/>
              <a:cxnLst/>
              <a:rect l="l" t="t" r="r" b="b"/>
              <a:pathLst>
                <a:path w="5596" h="4094" extrusionOk="0">
                  <a:moveTo>
                    <a:pt x="15" y="1"/>
                  </a:moveTo>
                  <a:cubicBezTo>
                    <a:pt x="11" y="1"/>
                    <a:pt x="9" y="1"/>
                    <a:pt x="8" y="2"/>
                  </a:cubicBezTo>
                  <a:cubicBezTo>
                    <a:pt x="1" y="30"/>
                    <a:pt x="439" y="85"/>
                    <a:pt x="1030" y="433"/>
                  </a:cubicBezTo>
                  <a:cubicBezTo>
                    <a:pt x="1325" y="605"/>
                    <a:pt x="1651" y="857"/>
                    <a:pt x="1950" y="1198"/>
                  </a:cubicBezTo>
                  <a:cubicBezTo>
                    <a:pt x="2244" y="1538"/>
                    <a:pt x="2503" y="1965"/>
                    <a:pt x="2657" y="2468"/>
                  </a:cubicBezTo>
                  <a:cubicBezTo>
                    <a:pt x="2736" y="2712"/>
                    <a:pt x="2851" y="2989"/>
                    <a:pt x="3087" y="3132"/>
                  </a:cubicBezTo>
                  <a:cubicBezTo>
                    <a:pt x="3301" y="3268"/>
                    <a:pt x="3547" y="3304"/>
                    <a:pt x="3770" y="3304"/>
                  </a:cubicBezTo>
                  <a:cubicBezTo>
                    <a:pt x="3783" y="3304"/>
                    <a:pt x="3796" y="3304"/>
                    <a:pt x="3809" y="3304"/>
                  </a:cubicBezTo>
                  <a:cubicBezTo>
                    <a:pt x="4042" y="3297"/>
                    <a:pt x="4257" y="3261"/>
                    <a:pt x="4459" y="3250"/>
                  </a:cubicBezTo>
                  <a:cubicBezTo>
                    <a:pt x="4517" y="3246"/>
                    <a:pt x="4574" y="3244"/>
                    <a:pt x="4630" y="3244"/>
                  </a:cubicBezTo>
                  <a:cubicBezTo>
                    <a:pt x="4764" y="3244"/>
                    <a:pt x="4890" y="3257"/>
                    <a:pt x="5004" y="3290"/>
                  </a:cubicBezTo>
                  <a:cubicBezTo>
                    <a:pt x="5165" y="3333"/>
                    <a:pt x="5299" y="3408"/>
                    <a:pt x="5385" y="3509"/>
                  </a:cubicBezTo>
                  <a:cubicBezTo>
                    <a:pt x="5475" y="3605"/>
                    <a:pt x="5518" y="3713"/>
                    <a:pt x="5539" y="3804"/>
                  </a:cubicBezTo>
                  <a:cubicBezTo>
                    <a:pt x="5574" y="3990"/>
                    <a:pt x="5514" y="4090"/>
                    <a:pt x="5524" y="4094"/>
                  </a:cubicBezTo>
                  <a:cubicBezTo>
                    <a:pt x="5528" y="4094"/>
                    <a:pt x="5546" y="4072"/>
                    <a:pt x="5564" y="4022"/>
                  </a:cubicBezTo>
                  <a:cubicBezTo>
                    <a:pt x="5582" y="3976"/>
                    <a:pt x="5596" y="3897"/>
                    <a:pt x="5586" y="3796"/>
                  </a:cubicBezTo>
                  <a:cubicBezTo>
                    <a:pt x="5571" y="3696"/>
                    <a:pt x="5528" y="3577"/>
                    <a:pt x="5435" y="3466"/>
                  </a:cubicBezTo>
                  <a:cubicBezTo>
                    <a:pt x="5342" y="3351"/>
                    <a:pt x="5198" y="3261"/>
                    <a:pt x="5026" y="3207"/>
                  </a:cubicBezTo>
                  <a:cubicBezTo>
                    <a:pt x="4891" y="3164"/>
                    <a:pt x="4735" y="3146"/>
                    <a:pt x="4574" y="3146"/>
                  </a:cubicBezTo>
                  <a:cubicBezTo>
                    <a:pt x="4533" y="3146"/>
                    <a:pt x="4492" y="3148"/>
                    <a:pt x="4451" y="3150"/>
                  </a:cubicBezTo>
                  <a:cubicBezTo>
                    <a:pt x="4247" y="3161"/>
                    <a:pt x="4032" y="3193"/>
                    <a:pt x="3805" y="3193"/>
                  </a:cubicBezTo>
                  <a:cubicBezTo>
                    <a:pt x="3796" y="3193"/>
                    <a:pt x="3786" y="3193"/>
                    <a:pt x="3777" y="3193"/>
                  </a:cubicBezTo>
                  <a:cubicBezTo>
                    <a:pt x="3566" y="3193"/>
                    <a:pt x="3338" y="3155"/>
                    <a:pt x="3152" y="3035"/>
                  </a:cubicBezTo>
                  <a:cubicBezTo>
                    <a:pt x="2951" y="2913"/>
                    <a:pt x="2851" y="2676"/>
                    <a:pt x="2768" y="2429"/>
                  </a:cubicBezTo>
                  <a:cubicBezTo>
                    <a:pt x="2614" y="1919"/>
                    <a:pt x="2337" y="1470"/>
                    <a:pt x="2032" y="1125"/>
                  </a:cubicBezTo>
                  <a:cubicBezTo>
                    <a:pt x="1720" y="777"/>
                    <a:pt x="1379" y="526"/>
                    <a:pt x="1073" y="358"/>
                  </a:cubicBezTo>
                  <a:cubicBezTo>
                    <a:pt x="765" y="192"/>
                    <a:pt x="496" y="99"/>
                    <a:pt x="306" y="52"/>
                  </a:cubicBezTo>
                  <a:cubicBezTo>
                    <a:pt x="212" y="24"/>
                    <a:pt x="137" y="17"/>
                    <a:pt x="87" y="9"/>
                  </a:cubicBezTo>
                  <a:cubicBezTo>
                    <a:pt x="50" y="4"/>
                    <a:pt x="27" y="1"/>
                    <a:pt x="1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4"/>
            <p:cNvSpPr/>
            <p:nvPr/>
          </p:nvSpPr>
          <p:spPr>
            <a:xfrm>
              <a:off x="7703701" y="2155815"/>
              <a:ext cx="40175" cy="34804"/>
            </a:xfrm>
            <a:custGeom>
              <a:avLst/>
              <a:gdLst/>
              <a:ahLst/>
              <a:cxnLst/>
              <a:rect l="l" t="t" r="r" b="b"/>
              <a:pathLst>
                <a:path w="905" h="784" extrusionOk="0">
                  <a:moveTo>
                    <a:pt x="212" y="0"/>
                  </a:moveTo>
                  <a:cubicBezTo>
                    <a:pt x="190" y="0"/>
                    <a:pt x="84" y="54"/>
                    <a:pt x="30" y="221"/>
                  </a:cubicBezTo>
                  <a:cubicBezTo>
                    <a:pt x="4" y="307"/>
                    <a:pt x="0" y="433"/>
                    <a:pt x="61" y="544"/>
                  </a:cubicBezTo>
                  <a:cubicBezTo>
                    <a:pt x="123" y="655"/>
                    <a:pt x="237" y="751"/>
                    <a:pt x="388" y="777"/>
                  </a:cubicBezTo>
                  <a:cubicBezTo>
                    <a:pt x="411" y="781"/>
                    <a:pt x="435" y="783"/>
                    <a:pt x="458" y="783"/>
                  </a:cubicBezTo>
                  <a:cubicBezTo>
                    <a:pt x="580" y="783"/>
                    <a:pt x="693" y="731"/>
                    <a:pt x="769" y="658"/>
                  </a:cubicBezTo>
                  <a:cubicBezTo>
                    <a:pt x="865" y="572"/>
                    <a:pt x="901" y="454"/>
                    <a:pt x="905" y="364"/>
                  </a:cubicBezTo>
                  <a:cubicBezTo>
                    <a:pt x="905" y="184"/>
                    <a:pt x="815" y="98"/>
                    <a:pt x="799" y="98"/>
                  </a:cubicBezTo>
                  <a:cubicBezTo>
                    <a:pt x="798" y="98"/>
                    <a:pt x="798" y="98"/>
                    <a:pt x="797" y="98"/>
                  </a:cubicBezTo>
                  <a:cubicBezTo>
                    <a:pt x="783" y="105"/>
                    <a:pt x="844" y="203"/>
                    <a:pt x="819" y="357"/>
                  </a:cubicBezTo>
                  <a:cubicBezTo>
                    <a:pt x="808" y="433"/>
                    <a:pt x="772" y="514"/>
                    <a:pt x="697" y="579"/>
                  </a:cubicBezTo>
                  <a:cubicBezTo>
                    <a:pt x="637" y="630"/>
                    <a:pt x="549" y="666"/>
                    <a:pt x="460" y="666"/>
                  </a:cubicBezTo>
                  <a:cubicBezTo>
                    <a:pt x="442" y="666"/>
                    <a:pt x="424" y="665"/>
                    <a:pt x="406" y="662"/>
                  </a:cubicBezTo>
                  <a:cubicBezTo>
                    <a:pt x="298" y="644"/>
                    <a:pt x="209" y="572"/>
                    <a:pt x="159" y="490"/>
                  </a:cubicBezTo>
                  <a:cubicBezTo>
                    <a:pt x="105" y="407"/>
                    <a:pt x="98" y="314"/>
                    <a:pt x="111" y="239"/>
                  </a:cubicBezTo>
                  <a:cubicBezTo>
                    <a:pt x="141" y="84"/>
                    <a:pt x="227" y="16"/>
                    <a:pt x="216" y="2"/>
                  </a:cubicBezTo>
                  <a:cubicBezTo>
                    <a:pt x="215" y="1"/>
                    <a:pt x="214" y="0"/>
                    <a:pt x="212"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4"/>
            <p:cNvSpPr/>
            <p:nvPr/>
          </p:nvSpPr>
          <p:spPr>
            <a:xfrm>
              <a:off x="7636447" y="1899588"/>
              <a:ext cx="78442" cy="41596"/>
            </a:xfrm>
            <a:custGeom>
              <a:avLst/>
              <a:gdLst/>
              <a:ahLst/>
              <a:cxnLst/>
              <a:rect l="l" t="t" r="r" b="b"/>
              <a:pathLst>
                <a:path w="1767" h="937" extrusionOk="0">
                  <a:moveTo>
                    <a:pt x="113" y="0"/>
                  </a:moveTo>
                  <a:cubicBezTo>
                    <a:pt x="43" y="0"/>
                    <a:pt x="3" y="8"/>
                    <a:pt x="4" y="16"/>
                  </a:cubicBezTo>
                  <a:cubicBezTo>
                    <a:pt x="1" y="52"/>
                    <a:pt x="457" y="84"/>
                    <a:pt x="942" y="347"/>
                  </a:cubicBezTo>
                  <a:cubicBezTo>
                    <a:pt x="1415" y="590"/>
                    <a:pt x="1696" y="936"/>
                    <a:pt x="1739" y="936"/>
                  </a:cubicBezTo>
                  <a:cubicBezTo>
                    <a:pt x="1740" y="936"/>
                    <a:pt x="1741" y="936"/>
                    <a:pt x="1742" y="935"/>
                  </a:cubicBezTo>
                  <a:cubicBezTo>
                    <a:pt x="1767" y="921"/>
                    <a:pt x="1512" y="508"/>
                    <a:pt x="995" y="243"/>
                  </a:cubicBezTo>
                  <a:cubicBezTo>
                    <a:pt x="633" y="46"/>
                    <a:pt x="284" y="0"/>
                    <a:pt x="113"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4"/>
            <p:cNvSpPr/>
            <p:nvPr/>
          </p:nvSpPr>
          <p:spPr>
            <a:xfrm>
              <a:off x="7739702" y="2147691"/>
              <a:ext cx="16470" cy="13185"/>
            </a:xfrm>
            <a:custGeom>
              <a:avLst/>
              <a:gdLst/>
              <a:ahLst/>
              <a:cxnLst/>
              <a:rect l="l" t="t" r="r" b="b"/>
              <a:pathLst>
                <a:path w="371" h="297" extrusionOk="0">
                  <a:moveTo>
                    <a:pt x="65" y="0"/>
                  </a:moveTo>
                  <a:cubicBezTo>
                    <a:pt x="50" y="0"/>
                    <a:pt x="14" y="27"/>
                    <a:pt x="4" y="94"/>
                  </a:cubicBezTo>
                  <a:cubicBezTo>
                    <a:pt x="1" y="131"/>
                    <a:pt x="8" y="177"/>
                    <a:pt x="40" y="224"/>
                  </a:cubicBezTo>
                  <a:cubicBezTo>
                    <a:pt x="71" y="265"/>
                    <a:pt x="128" y="296"/>
                    <a:pt x="186" y="296"/>
                  </a:cubicBezTo>
                  <a:cubicBezTo>
                    <a:pt x="189" y="296"/>
                    <a:pt x="192" y="296"/>
                    <a:pt x="195" y="296"/>
                  </a:cubicBezTo>
                  <a:cubicBezTo>
                    <a:pt x="256" y="293"/>
                    <a:pt x="320" y="260"/>
                    <a:pt x="345" y="202"/>
                  </a:cubicBezTo>
                  <a:cubicBezTo>
                    <a:pt x="370" y="149"/>
                    <a:pt x="360" y="99"/>
                    <a:pt x="342" y="63"/>
                  </a:cubicBezTo>
                  <a:cubicBezTo>
                    <a:pt x="316" y="17"/>
                    <a:pt x="282" y="2"/>
                    <a:pt x="261" y="2"/>
                  </a:cubicBezTo>
                  <a:cubicBezTo>
                    <a:pt x="249" y="2"/>
                    <a:pt x="241" y="6"/>
                    <a:pt x="241" y="13"/>
                  </a:cubicBezTo>
                  <a:cubicBezTo>
                    <a:pt x="238" y="26"/>
                    <a:pt x="263" y="48"/>
                    <a:pt x="263" y="91"/>
                  </a:cubicBezTo>
                  <a:cubicBezTo>
                    <a:pt x="266" y="138"/>
                    <a:pt x="248" y="174"/>
                    <a:pt x="191" y="177"/>
                  </a:cubicBezTo>
                  <a:cubicBezTo>
                    <a:pt x="189" y="177"/>
                    <a:pt x="187" y="177"/>
                    <a:pt x="185" y="177"/>
                  </a:cubicBezTo>
                  <a:cubicBezTo>
                    <a:pt x="131" y="177"/>
                    <a:pt x="101" y="136"/>
                    <a:pt x="90" y="91"/>
                  </a:cubicBezTo>
                  <a:cubicBezTo>
                    <a:pt x="76" y="48"/>
                    <a:pt x="83" y="13"/>
                    <a:pt x="69" y="1"/>
                  </a:cubicBezTo>
                  <a:cubicBezTo>
                    <a:pt x="68" y="1"/>
                    <a:pt x="66" y="0"/>
                    <a:pt x="65"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4"/>
            <p:cNvSpPr/>
            <p:nvPr/>
          </p:nvSpPr>
          <p:spPr>
            <a:xfrm>
              <a:off x="7578783" y="3554184"/>
              <a:ext cx="83857" cy="1040693"/>
            </a:xfrm>
            <a:custGeom>
              <a:avLst/>
              <a:gdLst/>
              <a:ahLst/>
              <a:cxnLst/>
              <a:rect l="l" t="t" r="r" b="b"/>
              <a:pathLst>
                <a:path w="1889" h="23443" extrusionOk="0">
                  <a:moveTo>
                    <a:pt x="4" y="0"/>
                  </a:moveTo>
                  <a:cubicBezTo>
                    <a:pt x="1" y="0"/>
                    <a:pt x="1" y="22"/>
                    <a:pt x="1" y="61"/>
                  </a:cubicBezTo>
                  <a:cubicBezTo>
                    <a:pt x="1" y="108"/>
                    <a:pt x="1" y="166"/>
                    <a:pt x="4" y="237"/>
                  </a:cubicBezTo>
                  <a:cubicBezTo>
                    <a:pt x="8" y="406"/>
                    <a:pt x="15" y="632"/>
                    <a:pt x="22" y="923"/>
                  </a:cubicBezTo>
                  <a:cubicBezTo>
                    <a:pt x="44" y="1519"/>
                    <a:pt x="79" y="2380"/>
                    <a:pt x="134" y="3442"/>
                  </a:cubicBezTo>
                  <a:cubicBezTo>
                    <a:pt x="238" y="5568"/>
                    <a:pt x="420" y="8503"/>
                    <a:pt x="679" y="11741"/>
                  </a:cubicBezTo>
                  <a:cubicBezTo>
                    <a:pt x="941" y="14979"/>
                    <a:pt x="1232" y="17908"/>
                    <a:pt x="1465" y="20022"/>
                  </a:cubicBezTo>
                  <a:cubicBezTo>
                    <a:pt x="1583" y="21080"/>
                    <a:pt x="1684" y="21935"/>
                    <a:pt x="1759" y="22527"/>
                  </a:cubicBezTo>
                  <a:cubicBezTo>
                    <a:pt x="1795" y="22814"/>
                    <a:pt x="1827" y="23040"/>
                    <a:pt x="1849" y="23205"/>
                  </a:cubicBezTo>
                  <a:cubicBezTo>
                    <a:pt x="1860" y="23277"/>
                    <a:pt x="1867" y="23335"/>
                    <a:pt x="1874" y="23381"/>
                  </a:cubicBezTo>
                  <a:cubicBezTo>
                    <a:pt x="1881" y="23421"/>
                    <a:pt x="1885" y="23442"/>
                    <a:pt x="1888" y="23442"/>
                  </a:cubicBezTo>
                  <a:cubicBezTo>
                    <a:pt x="1888" y="23442"/>
                    <a:pt x="1888" y="23421"/>
                    <a:pt x="1885" y="23381"/>
                  </a:cubicBezTo>
                  <a:cubicBezTo>
                    <a:pt x="1881" y="23335"/>
                    <a:pt x="1878" y="23274"/>
                    <a:pt x="1870" y="23202"/>
                  </a:cubicBezTo>
                  <a:cubicBezTo>
                    <a:pt x="1856" y="23037"/>
                    <a:pt x="1835" y="22810"/>
                    <a:pt x="1806" y="22520"/>
                  </a:cubicBezTo>
                  <a:cubicBezTo>
                    <a:pt x="1745" y="21920"/>
                    <a:pt x="1655" y="21066"/>
                    <a:pt x="1547" y="20015"/>
                  </a:cubicBezTo>
                  <a:cubicBezTo>
                    <a:pt x="1336" y="17896"/>
                    <a:pt x="1060" y="14968"/>
                    <a:pt x="798" y="11734"/>
                  </a:cubicBezTo>
                  <a:cubicBezTo>
                    <a:pt x="539" y="8496"/>
                    <a:pt x="345" y="5560"/>
                    <a:pt x="216" y="3439"/>
                  </a:cubicBezTo>
                  <a:cubicBezTo>
                    <a:pt x="155" y="2384"/>
                    <a:pt x="104" y="1526"/>
                    <a:pt x="69" y="923"/>
                  </a:cubicBezTo>
                  <a:cubicBezTo>
                    <a:pt x="51" y="632"/>
                    <a:pt x="36" y="402"/>
                    <a:pt x="26" y="237"/>
                  </a:cubicBezTo>
                  <a:cubicBezTo>
                    <a:pt x="22" y="166"/>
                    <a:pt x="15" y="108"/>
                    <a:pt x="11" y="61"/>
                  </a:cubicBezTo>
                  <a:cubicBezTo>
                    <a:pt x="8" y="18"/>
                    <a:pt x="4" y="0"/>
                    <a:pt x="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4"/>
            <p:cNvSpPr/>
            <p:nvPr/>
          </p:nvSpPr>
          <p:spPr>
            <a:xfrm>
              <a:off x="7729388" y="2654394"/>
              <a:ext cx="270000" cy="372900"/>
            </a:xfrm>
            <a:prstGeom prst="ellips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4"/>
            <p:cNvSpPr/>
            <p:nvPr/>
          </p:nvSpPr>
          <p:spPr>
            <a:xfrm>
              <a:off x="7541982" y="4593695"/>
              <a:ext cx="280960" cy="6748"/>
            </a:xfrm>
            <a:custGeom>
              <a:avLst/>
              <a:gdLst/>
              <a:ahLst/>
              <a:cxnLst/>
              <a:rect l="l" t="t" r="r" b="b"/>
              <a:pathLst>
                <a:path w="6329" h="152" extrusionOk="0">
                  <a:moveTo>
                    <a:pt x="926" y="0"/>
                  </a:moveTo>
                  <a:cubicBezTo>
                    <a:pt x="639" y="0"/>
                    <a:pt x="409" y="0"/>
                    <a:pt x="248" y="7"/>
                  </a:cubicBezTo>
                  <a:cubicBezTo>
                    <a:pt x="86" y="11"/>
                    <a:pt x="0" y="18"/>
                    <a:pt x="0" y="25"/>
                  </a:cubicBezTo>
                  <a:cubicBezTo>
                    <a:pt x="0" y="32"/>
                    <a:pt x="86" y="43"/>
                    <a:pt x="248" y="54"/>
                  </a:cubicBezTo>
                  <a:cubicBezTo>
                    <a:pt x="434" y="61"/>
                    <a:pt x="661" y="72"/>
                    <a:pt x="926" y="82"/>
                  </a:cubicBezTo>
                  <a:cubicBezTo>
                    <a:pt x="1497" y="104"/>
                    <a:pt x="2287" y="133"/>
                    <a:pt x="3163" y="147"/>
                  </a:cubicBezTo>
                  <a:cubicBezTo>
                    <a:pt x="3388" y="150"/>
                    <a:pt x="3608" y="151"/>
                    <a:pt x="3820" y="151"/>
                  </a:cubicBezTo>
                  <a:cubicBezTo>
                    <a:pt x="4431" y="151"/>
                    <a:pt x="4976" y="140"/>
                    <a:pt x="5402" y="118"/>
                  </a:cubicBezTo>
                  <a:cubicBezTo>
                    <a:pt x="5689" y="104"/>
                    <a:pt x="5919" y="90"/>
                    <a:pt x="6080" y="75"/>
                  </a:cubicBezTo>
                  <a:cubicBezTo>
                    <a:pt x="6239" y="61"/>
                    <a:pt x="6328" y="50"/>
                    <a:pt x="6328" y="39"/>
                  </a:cubicBezTo>
                  <a:cubicBezTo>
                    <a:pt x="6328" y="32"/>
                    <a:pt x="6239" y="29"/>
                    <a:pt x="6077" y="29"/>
                  </a:cubicBezTo>
                  <a:cubicBezTo>
                    <a:pt x="5891" y="29"/>
                    <a:pt x="5664" y="32"/>
                    <a:pt x="5399" y="36"/>
                  </a:cubicBezTo>
                  <a:cubicBezTo>
                    <a:pt x="5190" y="37"/>
                    <a:pt x="4952" y="38"/>
                    <a:pt x="4691" y="38"/>
                  </a:cubicBezTo>
                  <a:cubicBezTo>
                    <a:pt x="4239" y="38"/>
                    <a:pt x="3719" y="35"/>
                    <a:pt x="3166" y="29"/>
                  </a:cubicBezTo>
                  <a:cubicBezTo>
                    <a:pt x="2290" y="14"/>
                    <a:pt x="1501" y="0"/>
                    <a:pt x="9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4"/>
            <p:cNvSpPr/>
            <p:nvPr/>
          </p:nvSpPr>
          <p:spPr>
            <a:xfrm>
              <a:off x="7012480" y="2565990"/>
              <a:ext cx="867563" cy="416268"/>
            </a:xfrm>
            <a:custGeom>
              <a:avLst/>
              <a:gdLst/>
              <a:ahLst/>
              <a:cxnLst/>
              <a:rect l="l" t="t" r="r" b="b"/>
              <a:pathLst>
                <a:path w="19543" h="9377" extrusionOk="0">
                  <a:moveTo>
                    <a:pt x="15719" y="1"/>
                  </a:moveTo>
                  <a:cubicBezTo>
                    <a:pt x="15719" y="1"/>
                    <a:pt x="13863" y="5349"/>
                    <a:pt x="13296" y="5399"/>
                  </a:cubicBezTo>
                  <a:cubicBezTo>
                    <a:pt x="12923" y="5433"/>
                    <a:pt x="12548" y="5448"/>
                    <a:pt x="12173" y="5448"/>
                  </a:cubicBezTo>
                  <a:cubicBezTo>
                    <a:pt x="9377" y="5448"/>
                    <a:pt x="6631" y="4593"/>
                    <a:pt x="5590" y="4229"/>
                  </a:cubicBezTo>
                  <a:cubicBezTo>
                    <a:pt x="5471" y="4096"/>
                    <a:pt x="5331" y="3934"/>
                    <a:pt x="5181" y="3733"/>
                  </a:cubicBezTo>
                  <a:cubicBezTo>
                    <a:pt x="5048" y="3565"/>
                    <a:pt x="4951" y="3374"/>
                    <a:pt x="4883" y="3170"/>
                  </a:cubicBezTo>
                  <a:cubicBezTo>
                    <a:pt x="4803" y="2922"/>
                    <a:pt x="4710" y="2589"/>
                    <a:pt x="4714" y="2391"/>
                  </a:cubicBezTo>
                  <a:cubicBezTo>
                    <a:pt x="4718" y="2224"/>
                    <a:pt x="4587" y="2113"/>
                    <a:pt x="4458" y="2113"/>
                  </a:cubicBezTo>
                  <a:cubicBezTo>
                    <a:pt x="4396" y="2113"/>
                    <a:pt x="4335" y="2139"/>
                    <a:pt x="4290" y="2197"/>
                  </a:cubicBezTo>
                  <a:cubicBezTo>
                    <a:pt x="4154" y="2373"/>
                    <a:pt x="4118" y="3048"/>
                    <a:pt x="4430" y="3773"/>
                  </a:cubicBezTo>
                  <a:cubicBezTo>
                    <a:pt x="4543" y="4038"/>
                    <a:pt x="4468" y="4130"/>
                    <a:pt x="4309" y="4130"/>
                  </a:cubicBezTo>
                  <a:cubicBezTo>
                    <a:pt x="4031" y="4130"/>
                    <a:pt x="3493" y="3849"/>
                    <a:pt x="3235" y="3719"/>
                  </a:cubicBezTo>
                  <a:cubicBezTo>
                    <a:pt x="2855" y="3527"/>
                    <a:pt x="1702" y="3012"/>
                    <a:pt x="1429" y="3012"/>
                  </a:cubicBezTo>
                  <a:cubicBezTo>
                    <a:pt x="1411" y="3012"/>
                    <a:pt x="1397" y="3015"/>
                    <a:pt x="1387" y="3019"/>
                  </a:cubicBezTo>
                  <a:cubicBezTo>
                    <a:pt x="1150" y="3130"/>
                    <a:pt x="1225" y="3403"/>
                    <a:pt x="1634" y="3597"/>
                  </a:cubicBezTo>
                  <a:cubicBezTo>
                    <a:pt x="2047" y="3795"/>
                    <a:pt x="3228" y="4459"/>
                    <a:pt x="3110" y="4666"/>
                  </a:cubicBezTo>
                  <a:cubicBezTo>
                    <a:pt x="3100" y="4684"/>
                    <a:pt x="3075" y="4693"/>
                    <a:pt x="3037" y="4693"/>
                  </a:cubicBezTo>
                  <a:cubicBezTo>
                    <a:pt x="2650" y="4693"/>
                    <a:pt x="948" y="3808"/>
                    <a:pt x="948" y="3808"/>
                  </a:cubicBezTo>
                  <a:cubicBezTo>
                    <a:pt x="948" y="3808"/>
                    <a:pt x="743" y="3656"/>
                    <a:pt x="574" y="3656"/>
                  </a:cubicBezTo>
                  <a:cubicBezTo>
                    <a:pt x="506" y="3656"/>
                    <a:pt x="444" y="3681"/>
                    <a:pt x="403" y="3748"/>
                  </a:cubicBezTo>
                  <a:cubicBezTo>
                    <a:pt x="141" y="4174"/>
                    <a:pt x="2403" y="5144"/>
                    <a:pt x="2621" y="5230"/>
                  </a:cubicBezTo>
                  <a:cubicBezTo>
                    <a:pt x="2752" y="5283"/>
                    <a:pt x="2678" y="5464"/>
                    <a:pt x="2554" y="5464"/>
                  </a:cubicBezTo>
                  <a:cubicBezTo>
                    <a:pt x="2534" y="5464"/>
                    <a:pt x="2514" y="5460"/>
                    <a:pt x="2492" y="5449"/>
                  </a:cubicBezTo>
                  <a:cubicBezTo>
                    <a:pt x="2355" y="5387"/>
                    <a:pt x="1063" y="4668"/>
                    <a:pt x="469" y="4668"/>
                  </a:cubicBezTo>
                  <a:cubicBezTo>
                    <a:pt x="346" y="4668"/>
                    <a:pt x="252" y="4699"/>
                    <a:pt x="206" y="4774"/>
                  </a:cubicBezTo>
                  <a:cubicBezTo>
                    <a:pt x="1" y="5105"/>
                    <a:pt x="2058" y="5589"/>
                    <a:pt x="2323" y="6016"/>
                  </a:cubicBezTo>
                  <a:cubicBezTo>
                    <a:pt x="2373" y="6097"/>
                    <a:pt x="2349" y="6129"/>
                    <a:pt x="2277" y="6129"/>
                  </a:cubicBezTo>
                  <a:cubicBezTo>
                    <a:pt x="2151" y="6129"/>
                    <a:pt x="1877" y="6033"/>
                    <a:pt x="1588" y="5937"/>
                  </a:cubicBezTo>
                  <a:cubicBezTo>
                    <a:pt x="1297" y="5841"/>
                    <a:pt x="990" y="5747"/>
                    <a:pt x="797" y="5747"/>
                  </a:cubicBezTo>
                  <a:cubicBezTo>
                    <a:pt x="708" y="5747"/>
                    <a:pt x="643" y="5767"/>
                    <a:pt x="615" y="5816"/>
                  </a:cubicBezTo>
                  <a:cubicBezTo>
                    <a:pt x="547" y="5937"/>
                    <a:pt x="514" y="6038"/>
                    <a:pt x="1620" y="6436"/>
                  </a:cubicBezTo>
                  <a:cubicBezTo>
                    <a:pt x="2154" y="6630"/>
                    <a:pt x="3167" y="6866"/>
                    <a:pt x="4086" y="7065"/>
                  </a:cubicBezTo>
                  <a:lnTo>
                    <a:pt x="4082" y="7075"/>
                  </a:lnTo>
                  <a:cubicBezTo>
                    <a:pt x="4082" y="7075"/>
                    <a:pt x="9223" y="9377"/>
                    <a:pt x="13225" y="9377"/>
                  </a:cubicBezTo>
                  <a:cubicBezTo>
                    <a:pt x="15156" y="9377"/>
                    <a:pt x="16821" y="8841"/>
                    <a:pt x="17517" y="7254"/>
                  </a:cubicBezTo>
                  <a:cubicBezTo>
                    <a:pt x="19462" y="2812"/>
                    <a:pt x="19542" y="2490"/>
                    <a:pt x="19525" y="2490"/>
                  </a:cubicBezTo>
                  <a:lnTo>
                    <a:pt x="19525" y="2490"/>
                  </a:lnTo>
                  <a:cubicBezTo>
                    <a:pt x="19522" y="2490"/>
                    <a:pt x="19516" y="2499"/>
                    <a:pt x="19516" y="2499"/>
                  </a:cubicBezTo>
                  <a:lnTo>
                    <a:pt x="15719" y="1"/>
                  </a:lnTo>
                  <a:close/>
                </a:path>
              </a:pathLst>
            </a:custGeom>
            <a:solidFill>
              <a:srgbClr val="E5BA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4"/>
            <p:cNvSpPr/>
            <p:nvPr/>
          </p:nvSpPr>
          <p:spPr>
            <a:xfrm>
              <a:off x="7607725" y="2352468"/>
              <a:ext cx="295610" cy="523654"/>
            </a:xfrm>
            <a:custGeom>
              <a:avLst/>
              <a:gdLst/>
              <a:ahLst/>
              <a:cxnLst/>
              <a:rect l="l" t="t" r="r" b="b"/>
              <a:pathLst>
                <a:path w="6659" h="11796" extrusionOk="0">
                  <a:moveTo>
                    <a:pt x="3544" y="1"/>
                  </a:moveTo>
                  <a:lnTo>
                    <a:pt x="3529" y="26"/>
                  </a:lnTo>
                  <a:lnTo>
                    <a:pt x="3170" y="895"/>
                  </a:lnTo>
                  <a:lnTo>
                    <a:pt x="3135" y="977"/>
                  </a:lnTo>
                  <a:lnTo>
                    <a:pt x="3049" y="1185"/>
                  </a:lnTo>
                  <a:lnTo>
                    <a:pt x="3012" y="1268"/>
                  </a:lnTo>
                  <a:lnTo>
                    <a:pt x="2284" y="3016"/>
                  </a:lnTo>
                  <a:cubicBezTo>
                    <a:pt x="2154" y="3594"/>
                    <a:pt x="2007" y="4168"/>
                    <a:pt x="1843" y="4735"/>
                  </a:cubicBezTo>
                  <a:cubicBezTo>
                    <a:pt x="1831" y="4771"/>
                    <a:pt x="1821" y="4807"/>
                    <a:pt x="1810" y="4843"/>
                  </a:cubicBezTo>
                  <a:cubicBezTo>
                    <a:pt x="1745" y="5058"/>
                    <a:pt x="1681" y="5270"/>
                    <a:pt x="1613" y="5482"/>
                  </a:cubicBezTo>
                  <a:cubicBezTo>
                    <a:pt x="1175" y="6824"/>
                    <a:pt x="632" y="8134"/>
                    <a:pt x="1" y="9420"/>
                  </a:cubicBezTo>
                  <a:lnTo>
                    <a:pt x="4527" y="11795"/>
                  </a:lnTo>
                  <a:cubicBezTo>
                    <a:pt x="4527" y="11795"/>
                    <a:pt x="6257" y="8701"/>
                    <a:pt x="6630" y="4513"/>
                  </a:cubicBezTo>
                  <a:cubicBezTo>
                    <a:pt x="6649" y="4308"/>
                    <a:pt x="6655" y="4114"/>
                    <a:pt x="6655" y="3928"/>
                  </a:cubicBezTo>
                  <a:cubicBezTo>
                    <a:pt x="6659" y="697"/>
                    <a:pt x="4096" y="94"/>
                    <a:pt x="3619" y="12"/>
                  </a:cubicBezTo>
                  <a:lnTo>
                    <a:pt x="3612" y="12"/>
                  </a:lnTo>
                  <a:cubicBezTo>
                    <a:pt x="3569" y="1"/>
                    <a:pt x="3544" y="1"/>
                    <a:pt x="3544"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4"/>
            <p:cNvSpPr/>
            <p:nvPr/>
          </p:nvSpPr>
          <p:spPr>
            <a:xfrm>
              <a:off x="7704500" y="2352779"/>
              <a:ext cx="67255" cy="59797"/>
            </a:xfrm>
            <a:custGeom>
              <a:avLst/>
              <a:gdLst/>
              <a:ahLst/>
              <a:cxnLst/>
              <a:rect l="l" t="t" r="r" b="b"/>
              <a:pathLst>
                <a:path w="1515" h="1347" extrusionOk="0">
                  <a:moveTo>
                    <a:pt x="1489" y="1"/>
                  </a:moveTo>
                  <a:cubicBezTo>
                    <a:pt x="1452" y="1"/>
                    <a:pt x="1366" y="12"/>
                    <a:pt x="1243" y="23"/>
                  </a:cubicBezTo>
                  <a:cubicBezTo>
                    <a:pt x="1074" y="40"/>
                    <a:pt x="833" y="58"/>
                    <a:pt x="550" y="69"/>
                  </a:cubicBezTo>
                  <a:lnTo>
                    <a:pt x="464" y="73"/>
                  </a:lnTo>
                  <a:lnTo>
                    <a:pt x="507" y="148"/>
                  </a:lnTo>
                  <a:cubicBezTo>
                    <a:pt x="636" y="363"/>
                    <a:pt x="776" y="600"/>
                    <a:pt x="923" y="848"/>
                  </a:cubicBezTo>
                  <a:cubicBezTo>
                    <a:pt x="994" y="965"/>
                    <a:pt x="1065" y="1081"/>
                    <a:pt x="1133" y="1192"/>
                  </a:cubicBezTo>
                  <a:lnTo>
                    <a:pt x="1133" y="1192"/>
                  </a:lnTo>
                  <a:cubicBezTo>
                    <a:pt x="925" y="1164"/>
                    <a:pt x="735" y="1153"/>
                    <a:pt x="574" y="1153"/>
                  </a:cubicBezTo>
                  <a:cubicBezTo>
                    <a:pt x="492" y="1153"/>
                    <a:pt x="418" y="1156"/>
                    <a:pt x="352" y="1160"/>
                  </a:cubicBezTo>
                  <a:cubicBezTo>
                    <a:pt x="130" y="1178"/>
                    <a:pt x="0" y="1207"/>
                    <a:pt x="0" y="1218"/>
                  </a:cubicBezTo>
                  <a:cubicBezTo>
                    <a:pt x="0" y="1250"/>
                    <a:pt x="528" y="1189"/>
                    <a:pt x="1235" y="1322"/>
                  </a:cubicBezTo>
                  <a:lnTo>
                    <a:pt x="1357" y="1347"/>
                  </a:lnTo>
                  <a:lnTo>
                    <a:pt x="1357" y="1347"/>
                  </a:lnTo>
                  <a:lnTo>
                    <a:pt x="1293" y="1239"/>
                  </a:lnTo>
                  <a:cubicBezTo>
                    <a:pt x="1206" y="1095"/>
                    <a:pt x="1117" y="941"/>
                    <a:pt x="1024" y="787"/>
                  </a:cubicBezTo>
                  <a:cubicBezTo>
                    <a:pt x="890" y="568"/>
                    <a:pt x="762" y="359"/>
                    <a:pt x="642" y="167"/>
                  </a:cubicBezTo>
                  <a:lnTo>
                    <a:pt x="642" y="167"/>
                  </a:lnTo>
                  <a:cubicBezTo>
                    <a:pt x="1169" y="124"/>
                    <a:pt x="1514" y="32"/>
                    <a:pt x="1508" y="5"/>
                  </a:cubicBezTo>
                  <a:cubicBezTo>
                    <a:pt x="1507" y="2"/>
                    <a:pt x="1500" y="1"/>
                    <a:pt x="1489"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4"/>
            <p:cNvSpPr/>
            <p:nvPr/>
          </p:nvSpPr>
          <p:spPr>
            <a:xfrm>
              <a:off x="7686477" y="2424338"/>
              <a:ext cx="175173" cy="164297"/>
            </a:xfrm>
            <a:custGeom>
              <a:avLst/>
              <a:gdLst/>
              <a:ahLst/>
              <a:cxnLst/>
              <a:rect l="l" t="t" r="r" b="b"/>
              <a:pathLst>
                <a:path w="3946" h="3701" extrusionOk="0">
                  <a:moveTo>
                    <a:pt x="3030" y="0"/>
                  </a:moveTo>
                  <a:lnTo>
                    <a:pt x="3037" y="48"/>
                  </a:lnTo>
                  <a:cubicBezTo>
                    <a:pt x="3155" y="548"/>
                    <a:pt x="3308" y="1210"/>
                    <a:pt x="3483" y="1972"/>
                  </a:cubicBezTo>
                  <a:lnTo>
                    <a:pt x="3483" y="1972"/>
                  </a:lnTo>
                  <a:cubicBezTo>
                    <a:pt x="3073" y="1860"/>
                    <a:pt x="2631" y="1735"/>
                    <a:pt x="2172" y="1605"/>
                  </a:cubicBezTo>
                  <a:cubicBezTo>
                    <a:pt x="2043" y="1569"/>
                    <a:pt x="1914" y="1534"/>
                    <a:pt x="1788" y="1501"/>
                  </a:cubicBezTo>
                  <a:lnTo>
                    <a:pt x="1710" y="1479"/>
                  </a:lnTo>
                  <a:lnTo>
                    <a:pt x="1713" y="1559"/>
                  </a:lnTo>
                  <a:cubicBezTo>
                    <a:pt x="1751" y="2295"/>
                    <a:pt x="1786" y="2979"/>
                    <a:pt x="1814" y="3571"/>
                  </a:cubicBezTo>
                  <a:lnTo>
                    <a:pt x="1814" y="3571"/>
                  </a:lnTo>
                  <a:cubicBezTo>
                    <a:pt x="1293" y="3441"/>
                    <a:pt x="852" y="3331"/>
                    <a:pt x="521" y="3249"/>
                  </a:cubicBezTo>
                  <a:cubicBezTo>
                    <a:pt x="370" y="3217"/>
                    <a:pt x="245" y="3188"/>
                    <a:pt x="141" y="3163"/>
                  </a:cubicBezTo>
                  <a:cubicBezTo>
                    <a:pt x="66" y="3147"/>
                    <a:pt x="21" y="3140"/>
                    <a:pt x="8" y="3140"/>
                  </a:cubicBezTo>
                  <a:cubicBezTo>
                    <a:pt x="5" y="3140"/>
                    <a:pt x="4" y="3140"/>
                    <a:pt x="4" y="3141"/>
                  </a:cubicBezTo>
                  <a:cubicBezTo>
                    <a:pt x="1" y="3149"/>
                    <a:pt x="47" y="3163"/>
                    <a:pt x="130" y="3192"/>
                  </a:cubicBezTo>
                  <a:cubicBezTo>
                    <a:pt x="234" y="3224"/>
                    <a:pt x="356" y="3260"/>
                    <a:pt x="507" y="3303"/>
                  </a:cubicBezTo>
                  <a:cubicBezTo>
                    <a:pt x="852" y="3399"/>
                    <a:pt x="1311" y="3529"/>
                    <a:pt x="1856" y="3683"/>
                  </a:cubicBezTo>
                  <a:lnTo>
                    <a:pt x="1917" y="3701"/>
                  </a:lnTo>
                  <a:lnTo>
                    <a:pt x="1914" y="3633"/>
                  </a:lnTo>
                  <a:cubicBezTo>
                    <a:pt x="1893" y="3048"/>
                    <a:pt x="1863" y="2365"/>
                    <a:pt x="1834" y="1634"/>
                  </a:cubicBezTo>
                  <a:lnTo>
                    <a:pt x="1834" y="1634"/>
                  </a:lnTo>
                  <a:cubicBezTo>
                    <a:pt x="1935" y="1663"/>
                    <a:pt x="2038" y="1692"/>
                    <a:pt x="2140" y="1720"/>
                  </a:cubicBezTo>
                  <a:cubicBezTo>
                    <a:pt x="2636" y="1857"/>
                    <a:pt x="3110" y="1986"/>
                    <a:pt x="3547" y="2107"/>
                  </a:cubicBezTo>
                  <a:lnTo>
                    <a:pt x="3637" y="2132"/>
                  </a:lnTo>
                  <a:lnTo>
                    <a:pt x="3615" y="2039"/>
                  </a:lnTo>
                  <a:cubicBezTo>
                    <a:pt x="3420" y="1265"/>
                    <a:pt x="3249" y="592"/>
                    <a:pt x="3121" y="77"/>
                  </a:cubicBezTo>
                  <a:lnTo>
                    <a:pt x="3121" y="77"/>
                  </a:lnTo>
                  <a:cubicBezTo>
                    <a:pt x="3586" y="89"/>
                    <a:pt x="3876" y="150"/>
                    <a:pt x="3934" y="150"/>
                  </a:cubicBezTo>
                  <a:cubicBezTo>
                    <a:pt x="3941" y="150"/>
                    <a:pt x="3945" y="149"/>
                    <a:pt x="3945" y="148"/>
                  </a:cubicBezTo>
                  <a:cubicBezTo>
                    <a:pt x="3945" y="141"/>
                    <a:pt x="3867" y="119"/>
                    <a:pt x="3719" y="86"/>
                  </a:cubicBezTo>
                  <a:cubicBezTo>
                    <a:pt x="3572" y="54"/>
                    <a:pt x="3353" y="18"/>
                    <a:pt x="3077" y="5"/>
                  </a:cubicBezTo>
                  <a:lnTo>
                    <a:pt x="303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4"/>
            <p:cNvSpPr/>
            <p:nvPr/>
          </p:nvSpPr>
          <p:spPr>
            <a:xfrm>
              <a:off x="7661484" y="2644696"/>
              <a:ext cx="212773" cy="94867"/>
            </a:xfrm>
            <a:custGeom>
              <a:avLst/>
              <a:gdLst/>
              <a:ahLst/>
              <a:cxnLst/>
              <a:rect l="l" t="t" r="r" b="b"/>
              <a:pathLst>
                <a:path w="4793" h="2137" extrusionOk="0">
                  <a:moveTo>
                    <a:pt x="366" y="1761"/>
                  </a:moveTo>
                  <a:cubicBezTo>
                    <a:pt x="366" y="1761"/>
                    <a:pt x="366" y="1762"/>
                    <a:pt x="366" y="1763"/>
                  </a:cubicBezTo>
                  <a:lnTo>
                    <a:pt x="363" y="1767"/>
                  </a:lnTo>
                  <a:cubicBezTo>
                    <a:pt x="365" y="1763"/>
                    <a:pt x="366" y="1761"/>
                    <a:pt x="366" y="1761"/>
                  </a:cubicBezTo>
                  <a:close/>
                  <a:moveTo>
                    <a:pt x="4314" y="1"/>
                  </a:moveTo>
                  <a:lnTo>
                    <a:pt x="4282" y="54"/>
                  </a:lnTo>
                  <a:cubicBezTo>
                    <a:pt x="4013" y="536"/>
                    <a:pt x="3605" y="1215"/>
                    <a:pt x="3048" y="1946"/>
                  </a:cubicBezTo>
                  <a:lnTo>
                    <a:pt x="3048" y="1946"/>
                  </a:lnTo>
                  <a:cubicBezTo>
                    <a:pt x="2849" y="1687"/>
                    <a:pt x="2639" y="1410"/>
                    <a:pt x="2423" y="1127"/>
                  </a:cubicBezTo>
                  <a:cubicBezTo>
                    <a:pt x="2247" y="902"/>
                    <a:pt x="2079" y="679"/>
                    <a:pt x="1914" y="463"/>
                  </a:cubicBezTo>
                  <a:lnTo>
                    <a:pt x="1874" y="413"/>
                  </a:lnTo>
                  <a:lnTo>
                    <a:pt x="1827" y="453"/>
                  </a:lnTo>
                  <a:cubicBezTo>
                    <a:pt x="1544" y="708"/>
                    <a:pt x="1271" y="948"/>
                    <a:pt x="1019" y="1174"/>
                  </a:cubicBezTo>
                  <a:cubicBezTo>
                    <a:pt x="894" y="1286"/>
                    <a:pt x="772" y="1394"/>
                    <a:pt x="658" y="1497"/>
                  </a:cubicBezTo>
                  <a:cubicBezTo>
                    <a:pt x="600" y="1548"/>
                    <a:pt x="546" y="1598"/>
                    <a:pt x="492" y="1648"/>
                  </a:cubicBezTo>
                  <a:lnTo>
                    <a:pt x="414" y="1716"/>
                  </a:lnTo>
                  <a:lnTo>
                    <a:pt x="414" y="1716"/>
                  </a:lnTo>
                  <a:cubicBezTo>
                    <a:pt x="413" y="1716"/>
                    <a:pt x="412" y="1715"/>
                    <a:pt x="411" y="1715"/>
                  </a:cubicBezTo>
                  <a:lnTo>
                    <a:pt x="411" y="1715"/>
                  </a:lnTo>
                  <a:cubicBezTo>
                    <a:pt x="272" y="1301"/>
                    <a:pt x="168" y="957"/>
                    <a:pt x="105" y="718"/>
                  </a:cubicBezTo>
                  <a:cubicBezTo>
                    <a:pt x="36" y="474"/>
                    <a:pt x="22" y="334"/>
                    <a:pt x="15" y="334"/>
                  </a:cubicBezTo>
                  <a:lnTo>
                    <a:pt x="15" y="334"/>
                  </a:lnTo>
                  <a:cubicBezTo>
                    <a:pt x="4" y="334"/>
                    <a:pt x="0" y="478"/>
                    <a:pt x="58" y="729"/>
                  </a:cubicBezTo>
                  <a:cubicBezTo>
                    <a:pt x="108" y="980"/>
                    <a:pt x="201" y="1339"/>
                    <a:pt x="335" y="1773"/>
                  </a:cubicBezTo>
                  <a:lnTo>
                    <a:pt x="348" y="1817"/>
                  </a:lnTo>
                  <a:lnTo>
                    <a:pt x="366" y="1810"/>
                  </a:lnTo>
                  <a:lnTo>
                    <a:pt x="366" y="1810"/>
                  </a:lnTo>
                  <a:cubicBezTo>
                    <a:pt x="378" y="1823"/>
                    <a:pt x="398" y="1835"/>
                    <a:pt x="409" y="1835"/>
                  </a:cubicBezTo>
                  <a:cubicBezTo>
                    <a:pt x="413" y="1835"/>
                    <a:pt x="415" y="1834"/>
                    <a:pt x="416" y="1831"/>
                  </a:cubicBezTo>
                  <a:cubicBezTo>
                    <a:pt x="424" y="1828"/>
                    <a:pt x="424" y="1828"/>
                    <a:pt x="431" y="1824"/>
                  </a:cubicBezTo>
                  <a:lnTo>
                    <a:pt x="438" y="1817"/>
                  </a:lnTo>
                  <a:lnTo>
                    <a:pt x="449" y="1806"/>
                  </a:lnTo>
                  <a:lnTo>
                    <a:pt x="471" y="1788"/>
                  </a:lnTo>
                  <a:lnTo>
                    <a:pt x="553" y="1720"/>
                  </a:lnTo>
                  <a:cubicBezTo>
                    <a:pt x="607" y="1669"/>
                    <a:pt x="664" y="1619"/>
                    <a:pt x="722" y="1569"/>
                  </a:cubicBezTo>
                  <a:cubicBezTo>
                    <a:pt x="840" y="1469"/>
                    <a:pt x="962" y="1364"/>
                    <a:pt x="1088" y="1253"/>
                  </a:cubicBezTo>
                  <a:cubicBezTo>
                    <a:pt x="1333" y="1043"/>
                    <a:pt x="1589" y="817"/>
                    <a:pt x="1859" y="583"/>
                  </a:cubicBezTo>
                  <a:lnTo>
                    <a:pt x="1859" y="583"/>
                  </a:lnTo>
                  <a:cubicBezTo>
                    <a:pt x="2012" y="783"/>
                    <a:pt x="2168" y="991"/>
                    <a:pt x="2330" y="1200"/>
                  </a:cubicBezTo>
                  <a:cubicBezTo>
                    <a:pt x="2563" y="1505"/>
                    <a:pt x="2790" y="1798"/>
                    <a:pt x="3001" y="2075"/>
                  </a:cubicBezTo>
                  <a:lnTo>
                    <a:pt x="3048" y="2136"/>
                  </a:lnTo>
                  <a:lnTo>
                    <a:pt x="3095" y="2075"/>
                  </a:lnTo>
                  <a:cubicBezTo>
                    <a:pt x="3652" y="1341"/>
                    <a:pt x="4056" y="643"/>
                    <a:pt x="4319" y="141"/>
                  </a:cubicBezTo>
                  <a:lnTo>
                    <a:pt x="4319" y="141"/>
                  </a:lnTo>
                  <a:cubicBezTo>
                    <a:pt x="4449" y="342"/>
                    <a:pt x="4541" y="520"/>
                    <a:pt x="4627" y="629"/>
                  </a:cubicBezTo>
                  <a:cubicBezTo>
                    <a:pt x="4714" y="744"/>
                    <a:pt x="4780" y="794"/>
                    <a:pt x="4784" y="794"/>
                  </a:cubicBezTo>
                  <a:cubicBezTo>
                    <a:pt x="4785" y="794"/>
                    <a:pt x="4785" y="794"/>
                    <a:pt x="4785" y="794"/>
                  </a:cubicBezTo>
                  <a:cubicBezTo>
                    <a:pt x="4792" y="786"/>
                    <a:pt x="4735" y="729"/>
                    <a:pt x="4655" y="607"/>
                  </a:cubicBezTo>
                  <a:cubicBezTo>
                    <a:pt x="4577" y="485"/>
                    <a:pt x="4487" y="288"/>
                    <a:pt x="4344" y="51"/>
                  </a:cubicBezTo>
                  <a:lnTo>
                    <a:pt x="4314"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4"/>
            <p:cNvSpPr/>
            <p:nvPr/>
          </p:nvSpPr>
          <p:spPr>
            <a:xfrm>
              <a:off x="7609990" y="2539844"/>
              <a:ext cx="90738" cy="227955"/>
            </a:xfrm>
            <a:custGeom>
              <a:avLst/>
              <a:gdLst/>
              <a:ahLst/>
              <a:cxnLst/>
              <a:rect l="l" t="t" r="r" b="b"/>
              <a:pathLst>
                <a:path w="2044" h="5135" extrusionOk="0">
                  <a:moveTo>
                    <a:pt x="2036" y="0"/>
                  </a:moveTo>
                  <a:cubicBezTo>
                    <a:pt x="2016" y="0"/>
                    <a:pt x="1923" y="294"/>
                    <a:pt x="1763" y="762"/>
                  </a:cubicBezTo>
                  <a:cubicBezTo>
                    <a:pt x="1606" y="1236"/>
                    <a:pt x="1376" y="1885"/>
                    <a:pt x="1099" y="2596"/>
                  </a:cubicBezTo>
                  <a:cubicBezTo>
                    <a:pt x="819" y="3303"/>
                    <a:pt x="543" y="3935"/>
                    <a:pt x="335" y="4390"/>
                  </a:cubicBezTo>
                  <a:cubicBezTo>
                    <a:pt x="130" y="4846"/>
                    <a:pt x="1" y="5126"/>
                    <a:pt x="15" y="5134"/>
                  </a:cubicBezTo>
                  <a:cubicBezTo>
                    <a:pt x="16" y="5134"/>
                    <a:pt x="16" y="5134"/>
                    <a:pt x="16" y="5134"/>
                  </a:cubicBezTo>
                  <a:cubicBezTo>
                    <a:pt x="25" y="5134"/>
                    <a:pt x="67" y="5070"/>
                    <a:pt x="133" y="4950"/>
                  </a:cubicBezTo>
                  <a:cubicBezTo>
                    <a:pt x="202" y="4828"/>
                    <a:pt x="299" y="4649"/>
                    <a:pt x="410" y="4427"/>
                  </a:cubicBezTo>
                  <a:cubicBezTo>
                    <a:pt x="637" y="3978"/>
                    <a:pt x="927" y="3350"/>
                    <a:pt x="1207" y="2639"/>
                  </a:cubicBezTo>
                  <a:cubicBezTo>
                    <a:pt x="1487" y="1925"/>
                    <a:pt x="1706" y="1268"/>
                    <a:pt x="1843" y="787"/>
                  </a:cubicBezTo>
                  <a:cubicBezTo>
                    <a:pt x="1914" y="547"/>
                    <a:pt x="1964" y="349"/>
                    <a:pt x="1997" y="213"/>
                  </a:cubicBezTo>
                  <a:cubicBezTo>
                    <a:pt x="2029" y="76"/>
                    <a:pt x="2043" y="1"/>
                    <a:pt x="2036" y="1"/>
                  </a:cubicBezTo>
                  <a:cubicBezTo>
                    <a:pt x="2036" y="1"/>
                    <a:pt x="2036" y="0"/>
                    <a:pt x="203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4"/>
            <p:cNvSpPr/>
            <p:nvPr/>
          </p:nvSpPr>
          <p:spPr>
            <a:xfrm>
              <a:off x="7704500" y="2352779"/>
              <a:ext cx="67255" cy="59797"/>
            </a:xfrm>
            <a:custGeom>
              <a:avLst/>
              <a:gdLst/>
              <a:ahLst/>
              <a:cxnLst/>
              <a:rect l="l" t="t" r="r" b="b"/>
              <a:pathLst>
                <a:path w="1515" h="1347" extrusionOk="0">
                  <a:moveTo>
                    <a:pt x="1489" y="1"/>
                  </a:moveTo>
                  <a:cubicBezTo>
                    <a:pt x="1452" y="1"/>
                    <a:pt x="1366" y="12"/>
                    <a:pt x="1243" y="23"/>
                  </a:cubicBezTo>
                  <a:cubicBezTo>
                    <a:pt x="1074" y="40"/>
                    <a:pt x="833" y="58"/>
                    <a:pt x="550" y="69"/>
                  </a:cubicBezTo>
                  <a:lnTo>
                    <a:pt x="464" y="73"/>
                  </a:lnTo>
                  <a:lnTo>
                    <a:pt x="507" y="148"/>
                  </a:lnTo>
                  <a:cubicBezTo>
                    <a:pt x="636" y="363"/>
                    <a:pt x="776" y="600"/>
                    <a:pt x="923" y="848"/>
                  </a:cubicBezTo>
                  <a:cubicBezTo>
                    <a:pt x="994" y="965"/>
                    <a:pt x="1065" y="1081"/>
                    <a:pt x="1133" y="1192"/>
                  </a:cubicBezTo>
                  <a:lnTo>
                    <a:pt x="1133" y="1192"/>
                  </a:lnTo>
                  <a:cubicBezTo>
                    <a:pt x="925" y="1164"/>
                    <a:pt x="735" y="1153"/>
                    <a:pt x="574" y="1153"/>
                  </a:cubicBezTo>
                  <a:cubicBezTo>
                    <a:pt x="492" y="1153"/>
                    <a:pt x="418" y="1156"/>
                    <a:pt x="352" y="1160"/>
                  </a:cubicBezTo>
                  <a:cubicBezTo>
                    <a:pt x="130" y="1178"/>
                    <a:pt x="0" y="1207"/>
                    <a:pt x="0" y="1218"/>
                  </a:cubicBezTo>
                  <a:cubicBezTo>
                    <a:pt x="0" y="1250"/>
                    <a:pt x="528" y="1189"/>
                    <a:pt x="1235" y="1322"/>
                  </a:cubicBezTo>
                  <a:lnTo>
                    <a:pt x="1357" y="1347"/>
                  </a:lnTo>
                  <a:lnTo>
                    <a:pt x="1357" y="1347"/>
                  </a:lnTo>
                  <a:lnTo>
                    <a:pt x="1293" y="1239"/>
                  </a:lnTo>
                  <a:cubicBezTo>
                    <a:pt x="1206" y="1095"/>
                    <a:pt x="1117" y="941"/>
                    <a:pt x="1024" y="787"/>
                  </a:cubicBezTo>
                  <a:cubicBezTo>
                    <a:pt x="890" y="568"/>
                    <a:pt x="762" y="359"/>
                    <a:pt x="642" y="167"/>
                  </a:cubicBezTo>
                  <a:lnTo>
                    <a:pt x="642" y="167"/>
                  </a:lnTo>
                  <a:cubicBezTo>
                    <a:pt x="1169" y="124"/>
                    <a:pt x="1514" y="32"/>
                    <a:pt x="1508" y="5"/>
                  </a:cubicBezTo>
                  <a:cubicBezTo>
                    <a:pt x="1507" y="2"/>
                    <a:pt x="1500" y="1"/>
                    <a:pt x="1489"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6" name="Google Shape;1026;p34"/>
            <p:cNvGrpSpPr/>
            <p:nvPr/>
          </p:nvGrpSpPr>
          <p:grpSpPr>
            <a:xfrm>
              <a:off x="7331478" y="2343723"/>
              <a:ext cx="542780" cy="395840"/>
              <a:chOff x="7331478" y="2343723"/>
              <a:chExt cx="542780" cy="395840"/>
            </a:xfrm>
          </p:grpSpPr>
          <p:sp>
            <p:nvSpPr>
              <p:cNvPr id="1027" name="Google Shape;1027;p34"/>
              <p:cNvSpPr/>
              <p:nvPr/>
            </p:nvSpPr>
            <p:spPr>
              <a:xfrm>
                <a:off x="7445431" y="2352912"/>
                <a:ext cx="326019" cy="156084"/>
              </a:xfrm>
              <a:custGeom>
                <a:avLst/>
                <a:gdLst/>
                <a:ahLst/>
                <a:cxnLst/>
                <a:rect l="l" t="t" r="r" b="b"/>
                <a:pathLst>
                  <a:path w="7344" h="3516" extrusionOk="0">
                    <a:moveTo>
                      <a:pt x="7339" y="0"/>
                    </a:moveTo>
                    <a:cubicBezTo>
                      <a:pt x="7319" y="0"/>
                      <a:pt x="7238" y="23"/>
                      <a:pt x="7097" y="48"/>
                    </a:cubicBezTo>
                    <a:cubicBezTo>
                      <a:pt x="6935" y="80"/>
                      <a:pt x="6698" y="80"/>
                      <a:pt x="6386" y="91"/>
                    </a:cubicBezTo>
                    <a:lnTo>
                      <a:pt x="6343" y="91"/>
                    </a:lnTo>
                    <a:lnTo>
                      <a:pt x="6364" y="134"/>
                    </a:lnTo>
                    <a:cubicBezTo>
                      <a:pt x="6540" y="429"/>
                      <a:pt x="6754" y="790"/>
                      <a:pt x="7001" y="1210"/>
                    </a:cubicBezTo>
                    <a:lnTo>
                      <a:pt x="7001" y="1210"/>
                    </a:lnTo>
                    <a:cubicBezTo>
                      <a:pt x="6774" y="1170"/>
                      <a:pt x="6525" y="1146"/>
                      <a:pt x="6264" y="1146"/>
                    </a:cubicBezTo>
                    <a:cubicBezTo>
                      <a:pt x="6124" y="1146"/>
                      <a:pt x="5980" y="1153"/>
                      <a:pt x="5833" y="1168"/>
                    </a:cubicBezTo>
                    <a:lnTo>
                      <a:pt x="5783" y="1172"/>
                    </a:lnTo>
                    <a:lnTo>
                      <a:pt x="5790" y="1222"/>
                    </a:lnTo>
                    <a:cubicBezTo>
                      <a:pt x="5830" y="1619"/>
                      <a:pt x="5820" y="2076"/>
                      <a:pt x="5952" y="2537"/>
                    </a:cubicBezTo>
                    <a:lnTo>
                      <a:pt x="5952" y="2537"/>
                    </a:lnTo>
                    <a:cubicBezTo>
                      <a:pt x="5548" y="2431"/>
                      <a:pt x="5121" y="2306"/>
                      <a:pt x="4738" y="2076"/>
                    </a:cubicBezTo>
                    <a:lnTo>
                      <a:pt x="4667" y="2036"/>
                    </a:lnTo>
                    <a:lnTo>
                      <a:pt x="4652" y="2116"/>
                    </a:lnTo>
                    <a:cubicBezTo>
                      <a:pt x="4575" y="2496"/>
                      <a:pt x="4492" y="2898"/>
                      <a:pt x="4409" y="3304"/>
                    </a:cubicBezTo>
                    <a:lnTo>
                      <a:pt x="4409" y="3304"/>
                    </a:lnTo>
                    <a:cubicBezTo>
                      <a:pt x="4261" y="3179"/>
                      <a:pt x="4111" y="3043"/>
                      <a:pt x="3966" y="2898"/>
                    </a:cubicBezTo>
                    <a:cubicBezTo>
                      <a:pt x="3802" y="2733"/>
                      <a:pt x="3651" y="2565"/>
                      <a:pt x="3511" y="2385"/>
                    </a:cubicBezTo>
                    <a:lnTo>
                      <a:pt x="3474" y="2338"/>
                    </a:lnTo>
                    <a:lnTo>
                      <a:pt x="3428" y="2378"/>
                    </a:lnTo>
                    <a:cubicBezTo>
                      <a:pt x="3052" y="2677"/>
                      <a:pt x="2681" y="2967"/>
                      <a:pt x="2326" y="3250"/>
                    </a:cubicBezTo>
                    <a:lnTo>
                      <a:pt x="2326" y="3250"/>
                    </a:lnTo>
                    <a:cubicBezTo>
                      <a:pt x="2249" y="2872"/>
                      <a:pt x="2169" y="2504"/>
                      <a:pt x="2096" y="2152"/>
                    </a:cubicBezTo>
                    <a:lnTo>
                      <a:pt x="2086" y="2091"/>
                    </a:lnTo>
                    <a:lnTo>
                      <a:pt x="2025" y="2112"/>
                    </a:lnTo>
                    <a:cubicBezTo>
                      <a:pt x="1616" y="2262"/>
                      <a:pt x="1225" y="2402"/>
                      <a:pt x="859" y="2533"/>
                    </a:cubicBezTo>
                    <a:lnTo>
                      <a:pt x="859" y="2533"/>
                    </a:lnTo>
                    <a:cubicBezTo>
                      <a:pt x="976" y="2066"/>
                      <a:pt x="1087" y="1639"/>
                      <a:pt x="1185" y="1254"/>
                    </a:cubicBezTo>
                    <a:lnTo>
                      <a:pt x="1196" y="1211"/>
                    </a:lnTo>
                    <a:lnTo>
                      <a:pt x="1153" y="1204"/>
                    </a:lnTo>
                    <a:cubicBezTo>
                      <a:pt x="749" y="1143"/>
                      <a:pt x="398" y="1091"/>
                      <a:pt x="99" y="1046"/>
                    </a:cubicBezTo>
                    <a:lnTo>
                      <a:pt x="99" y="1046"/>
                    </a:lnTo>
                    <a:cubicBezTo>
                      <a:pt x="282" y="761"/>
                      <a:pt x="425" y="533"/>
                      <a:pt x="532" y="368"/>
                    </a:cubicBezTo>
                    <a:cubicBezTo>
                      <a:pt x="578" y="292"/>
                      <a:pt x="614" y="231"/>
                      <a:pt x="646" y="181"/>
                    </a:cubicBezTo>
                    <a:cubicBezTo>
                      <a:pt x="668" y="138"/>
                      <a:pt x="682" y="116"/>
                      <a:pt x="679" y="113"/>
                    </a:cubicBezTo>
                    <a:lnTo>
                      <a:pt x="679" y="113"/>
                    </a:lnTo>
                    <a:cubicBezTo>
                      <a:pt x="675" y="113"/>
                      <a:pt x="661" y="131"/>
                      <a:pt x="632" y="174"/>
                    </a:cubicBezTo>
                    <a:cubicBezTo>
                      <a:pt x="596" y="221"/>
                      <a:pt x="557" y="278"/>
                      <a:pt x="502" y="350"/>
                    </a:cubicBezTo>
                    <a:cubicBezTo>
                      <a:pt x="388" y="522"/>
                      <a:pt x="230" y="756"/>
                      <a:pt x="25" y="1049"/>
                    </a:cubicBezTo>
                    <a:lnTo>
                      <a:pt x="0" y="1089"/>
                    </a:lnTo>
                    <a:lnTo>
                      <a:pt x="47" y="1097"/>
                    </a:lnTo>
                    <a:cubicBezTo>
                      <a:pt x="341" y="1148"/>
                      <a:pt x="689" y="1207"/>
                      <a:pt x="1094" y="1275"/>
                    </a:cubicBezTo>
                    <a:lnTo>
                      <a:pt x="1094" y="1275"/>
                    </a:lnTo>
                    <a:cubicBezTo>
                      <a:pt x="989" y="1673"/>
                      <a:pt x="872" y="2115"/>
                      <a:pt x="739" y="2596"/>
                    </a:cubicBezTo>
                    <a:lnTo>
                      <a:pt x="718" y="2686"/>
                    </a:lnTo>
                    <a:lnTo>
                      <a:pt x="718" y="2686"/>
                    </a:lnTo>
                    <a:lnTo>
                      <a:pt x="804" y="2654"/>
                    </a:lnTo>
                    <a:cubicBezTo>
                      <a:pt x="1182" y="2524"/>
                      <a:pt x="1582" y="2384"/>
                      <a:pt x="2005" y="2237"/>
                    </a:cubicBezTo>
                    <a:lnTo>
                      <a:pt x="2005" y="2237"/>
                    </a:lnTo>
                    <a:cubicBezTo>
                      <a:pt x="2077" y="2600"/>
                      <a:pt x="2155" y="2975"/>
                      <a:pt x="2233" y="3365"/>
                    </a:cubicBezTo>
                    <a:lnTo>
                      <a:pt x="2251" y="3454"/>
                    </a:lnTo>
                    <a:lnTo>
                      <a:pt x="2326" y="3397"/>
                    </a:lnTo>
                    <a:cubicBezTo>
                      <a:pt x="2689" y="3111"/>
                      <a:pt x="3067" y="2811"/>
                      <a:pt x="3456" y="2505"/>
                    </a:cubicBezTo>
                    <a:lnTo>
                      <a:pt x="3456" y="2505"/>
                    </a:lnTo>
                    <a:cubicBezTo>
                      <a:pt x="3586" y="2669"/>
                      <a:pt x="3729" y="2829"/>
                      <a:pt x="3880" y="2981"/>
                    </a:cubicBezTo>
                    <a:cubicBezTo>
                      <a:pt x="4052" y="3153"/>
                      <a:pt x="4232" y="3315"/>
                      <a:pt x="4412" y="3458"/>
                    </a:cubicBezTo>
                    <a:lnTo>
                      <a:pt x="4487" y="3516"/>
                    </a:lnTo>
                    <a:lnTo>
                      <a:pt x="4505" y="3423"/>
                    </a:lnTo>
                    <a:cubicBezTo>
                      <a:pt x="4589" y="3008"/>
                      <a:pt x="4670" y="2603"/>
                      <a:pt x="4748" y="2214"/>
                    </a:cubicBezTo>
                    <a:lnTo>
                      <a:pt x="4748" y="2214"/>
                    </a:lnTo>
                    <a:cubicBezTo>
                      <a:pt x="5165" y="2445"/>
                      <a:pt x="5605" y="2559"/>
                      <a:pt x="6020" y="2664"/>
                    </a:cubicBezTo>
                    <a:lnTo>
                      <a:pt x="6113" y="2690"/>
                    </a:lnTo>
                    <a:lnTo>
                      <a:pt x="6084" y="2596"/>
                    </a:lnTo>
                    <a:cubicBezTo>
                      <a:pt x="5932" y="2143"/>
                      <a:pt x="5933" y="1681"/>
                      <a:pt x="5888" y="1260"/>
                    </a:cubicBezTo>
                    <a:lnTo>
                      <a:pt x="5888" y="1260"/>
                    </a:lnTo>
                    <a:cubicBezTo>
                      <a:pt x="6035" y="1245"/>
                      <a:pt x="6179" y="1238"/>
                      <a:pt x="6318" y="1238"/>
                    </a:cubicBezTo>
                    <a:cubicBezTo>
                      <a:pt x="6588" y="1238"/>
                      <a:pt x="6843" y="1263"/>
                      <a:pt x="7075" y="1304"/>
                    </a:cubicBezTo>
                    <a:lnTo>
                      <a:pt x="7161" y="1319"/>
                    </a:lnTo>
                    <a:lnTo>
                      <a:pt x="7114" y="1243"/>
                    </a:lnTo>
                    <a:cubicBezTo>
                      <a:pt x="6852" y="816"/>
                      <a:pt x="6623" y="444"/>
                      <a:pt x="6434" y="142"/>
                    </a:cubicBezTo>
                    <a:lnTo>
                      <a:pt x="6434" y="142"/>
                    </a:lnTo>
                    <a:cubicBezTo>
                      <a:pt x="6721" y="126"/>
                      <a:pt x="6949" y="114"/>
                      <a:pt x="7104" y="73"/>
                    </a:cubicBezTo>
                    <a:cubicBezTo>
                      <a:pt x="7183" y="55"/>
                      <a:pt x="7243" y="37"/>
                      <a:pt x="7283" y="27"/>
                    </a:cubicBezTo>
                    <a:cubicBezTo>
                      <a:pt x="7322" y="12"/>
                      <a:pt x="7344" y="5"/>
                      <a:pt x="7344" y="2"/>
                    </a:cubicBezTo>
                    <a:cubicBezTo>
                      <a:pt x="7343" y="1"/>
                      <a:pt x="7342" y="0"/>
                      <a:pt x="733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4"/>
              <p:cNvSpPr/>
              <p:nvPr/>
            </p:nvSpPr>
            <p:spPr>
              <a:xfrm>
                <a:off x="7331478" y="2423760"/>
                <a:ext cx="530180" cy="215259"/>
              </a:xfrm>
              <a:custGeom>
                <a:avLst/>
                <a:gdLst/>
                <a:ahLst/>
                <a:cxnLst/>
                <a:rect l="l" t="t" r="r" b="b"/>
                <a:pathLst>
                  <a:path w="11943" h="4849" extrusionOk="0">
                    <a:moveTo>
                      <a:pt x="11342" y="1"/>
                    </a:moveTo>
                    <a:cubicBezTo>
                      <a:pt x="11258" y="1"/>
                      <a:pt x="11166" y="9"/>
                      <a:pt x="11067" y="31"/>
                    </a:cubicBezTo>
                    <a:lnTo>
                      <a:pt x="11045" y="35"/>
                    </a:lnTo>
                    <a:lnTo>
                      <a:pt x="11049" y="56"/>
                    </a:lnTo>
                    <a:cubicBezTo>
                      <a:pt x="11088" y="301"/>
                      <a:pt x="11150" y="599"/>
                      <a:pt x="11231" y="932"/>
                    </a:cubicBezTo>
                    <a:cubicBezTo>
                      <a:pt x="11313" y="1253"/>
                      <a:pt x="11414" y="1611"/>
                      <a:pt x="11505" y="2009"/>
                    </a:cubicBezTo>
                    <a:lnTo>
                      <a:pt x="11505" y="2009"/>
                    </a:lnTo>
                    <a:cubicBezTo>
                      <a:pt x="10991" y="1860"/>
                      <a:pt x="10400" y="1739"/>
                      <a:pt x="9785" y="1525"/>
                    </a:cubicBezTo>
                    <a:lnTo>
                      <a:pt x="9714" y="1503"/>
                    </a:lnTo>
                    <a:lnTo>
                      <a:pt x="9721" y="1575"/>
                    </a:lnTo>
                    <a:cubicBezTo>
                      <a:pt x="9783" y="2185"/>
                      <a:pt x="9775" y="2863"/>
                      <a:pt x="9807" y="3586"/>
                    </a:cubicBezTo>
                    <a:lnTo>
                      <a:pt x="9807" y="3586"/>
                    </a:lnTo>
                    <a:cubicBezTo>
                      <a:pt x="9268" y="3496"/>
                      <a:pt x="8722" y="3322"/>
                      <a:pt x="8152" y="3132"/>
                    </a:cubicBezTo>
                    <a:cubicBezTo>
                      <a:pt x="8113" y="3122"/>
                      <a:pt x="8073" y="3111"/>
                      <a:pt x="8030" y="3104"/>
                    </a:cubicBezTo>
                    <a:cubicBezTo>
                      <a:pt x="8009" y="3101"/>
                      <a:pt x="7987" y="3097"/>
                      <a:pt x="7955" y="3097"/>
                    </a:cubicBezTo>
                    <a:cubicBezTo>
                      <a:pt x="7919" y="3104"/>
                      <a:pt x="7898" y="3119"/>
                      <a:pt x="7876" y="3132"/>
                    </a:cubicBezTo>
                    <a:cubicBezTo>
                      <a:pt x="7790" y="3205"/>
                      <a:pt x="7775" y="3291"/>
                      <a:pt x="7743" y="3362"/>
                    </a:cubicBezTo>
                    <a:cubicBezTo>
                      <a:pt x="7682" y="3506"/>
                      <a:pt x="7618" y="3653"/>
                      <a:pt x="7557" y="3804"/>
                    </a:cubicBezTo>
                    <a:cubicBezTo>
                      <a:pt x="7446" y="4072"/>
                      <a:pt x="7334" y="4343"/>
                      <a:pt x="7218" y="4620"/>
                    </a:cubicBezTo>
                    <a:lnTo>
                      <a:pt x="7218" y="4620"/>
                    </a:lnTo>
                    <a:cubicBezTo>
                      <a:pt x="6859" y="4173"/>
                      <a:pt x="6486" y="3708"/>
                      <a:pt x="6106" y="3233"/>
                    </a:cubicBezTo>
                    <a:lnTo>
                      <a:pt x="6016" y="3126"/>
                    </a:lnTo>
                    <a:lnTo>
                      <a:pt x="5984" y="3083"/>
                    </a:lnTo>
                    <a:lnTo>
                      <a:pt x="5938" y="3114"/>
                    </a:lnTo>
                    <a:cubicBezTo>
                      <a:pt x="5314" y="3544"/>
                      <a:pt x="4704" y="3967"/>
                      <a:pt x="4110" y="4374"/>
                    </a:cubicBezTo>
                    <a:lnTo>
                      <a:pt x="4110" y="4374"/>
                    </a:lnTo>
                    <a:cubicBezTo>
                      <a:pt x="3904" y="3786"/>
                      <a:pt x="3704" y="3214"/>
                      <a:pt x="3511" y="2666"/>
                    </a:cubicBezTo>
                    <a:lnTo>
                      <a:pt x="3486" y="2598"/>
                    </a:lnTo>
                    <a:lnTo>
                      <a:pt x="3429" y="2637"/>
                    </a:lnTo>
                    <a:cubicBezTo>
                      <a:pt x="2763" y="3072"/>
                      <a:pt x="2084" y="3410"/>
                      <a:pt x="1427" y="3665"/>
                    </a:cubicBezTo>
                    <a:lnTo>
                      <a:pt x="1427" y="3665"/>
                    </a:lnTo>
                    <a:cubicBezTo>
                      <a:pt x="1547" y="2740"/>
                      <a:pt x="1659" y="1908"/>
                      <a:pt x="1756" y="1184"/>
                    </a:cubicBezTo>
                    <a:lnTo>
                      <a:pt x="1763" y="1116"/>
                    </a:lnTo>
                    <a:lnTo>
                      <a:pt x="1763" y="1116"/>
                    </a:lnTo>
                    <a:lnTo>
                      <a:pt x="1702" y="1144"/>
                    </a:lnTo>
                    <a:cubicBezTo>
                      <a:pt x="1150" y="1368"/>
                      <a:pt x="629" y="1438"/>
                      <a:pt x="198" y="1438"/>
                    </a:cubicBezTo>
                    <a:cubicBezTo>
                      <a:pt x="157" y="1438"/>
                      <a:pt x="117" y="1437"/>
                      <a:pt x="78" y="1436"/>
                    </a:cubicBezTo>
                    <a:lnTo>
                      <a:pt x="78" y="1436"/>
                    </a:lnTo>
                    <a:cubicBezTo>
                      <a:pt x="233" y="990"/>
                      <a:pt x="355" y="643"/>
                      <a:pt x="439" y="394"/>
                    </a:cubicBezTo>
                    <a:cubicBezTo>
                      <a:pt x="478" y="279"/>
                      <a:pt x="507" y="186"/>
                      <a:pt x="532" y="117"/>
                    </a:cubicBezTo>
                    <a:cubicBezTo>
                      <a:pt x="550" y="53"/>
                      <a:pt x="561" y="21"/>
                      <a:pt x="557" y="21"/>
                    </a:cubicBezTo>
                    <a:lnTo>
                      <a:pt x="557" y="21"/>
                    </a:lnTo>
                    <a:cubicBezTo>
                      <a:pt x="557" y="21"/>
                      <a:pt x="543" y="49"/>
                      <a:pt x="518" y="111"/>
                    </a:cubicBezTo>
                    <a:cubicBezTo>
                      <a:pt x="493" y="182"/>
                      <a:pt x="457" y="272"/>
                      <a:pt x="410" y="387"/>
                    </a:cubicBezTo>
                    <a:cubicBezTo>
                      <a:pt x="317" y="634"/>
                      <a:pt x="184" y="994"/>
                      <a:pt x="11" y="1453"/>
                    </a:cubicBezTo>
                    <a:lnTo>
                      <a:pt x="1" y="1489"/>
                    </a:lnTo>
                    <a:lnTo>
                      <a:pt x="37" y="1489"/>
                    </a:lnTo>
                    <a:cubicBezTo>
                      <a:pt x="112" y="1493"/>
                      <a:pt x="190" y="1496"/>
                      <a:pt x="272" y="1496"/>
                    </a:cubicBezTo>
                    <a:cubicBezTo>
                      <a:pt x="678" y="1496"/>
                      <a:pt x="1159" y="1432"/>
                      <a:pt x="1668" y="1240"/>
                    </a:cubicBezTo>
                    <a:lnTo>
                      <a:pt x="1668" y="1240"/>
                    </a:lnTo>
                    <a:cubicBezTo>
                      <a:pt x="1566" y="1971"/>
                      <a:pt x="1447" y="2806"/>
                      <a:pt x="1315" y="3735"/>
                    </a:cubicBezTo>
                    <a:lnTo>
                      <a:pt x="1303" y="3818"/>
                    </a:lnTo>
                    <a:lnTo>
                      <a:pt x="1303" y="3818"/>
                    </a:lnTo>
                    <a:lnTo>
                      <a:pt x="1383" y="3790"/>
                    </a:lnTo>
                    <a:cubicBezTo>
                      <a:pt x="2052" y="3542"/>
                      <a:pt x="2746" y="3206"/>
                      <a:pt x="3427" y="2769"/>
                    </a:cubicBezTo>
                    <a:lnTo>
                      <a:pt x="3427" y="2769"/>
                    </a:lnTo>
                    <a:cubicBezTo>
                      <a:pt x="3621" y="3323"/>
                      <a:pt x="3821" y="3896"/>
                      <a:pt x="4025" y="4486"/>
                    </a:cubicBezTo>
                    <a:lnTo>
                      <a:pt x="4050" y="4557"/>
                    </a:lnTo>
                    <a:lnTo>
                      <a:pt x="4111" y="4514"/>
                    </a:lnTo>
                    <a:cubicBezTo>
                      <a:pt x="4710" y="4101"/>
                      <a:pt x="5327" y="3677"/>
                      <a:pt x="5961" y="3243"/>
                    </a:cubicBezTo>
                    <a:lnTo>
                      <a:pt x="5961" y="3243"/>
                    </a:lnTo>
                    <a:lnTo>
                      <a:pt x="6013" y="3308"/>
                    </a:lnTo>
                    <a:cubicBezTo>
                      <a:pt x="6415" y="3811"/>
                      <a:pt x="6813" y="4303"/>
                      <a:pt x="7190" y="4769"/>
                    </a:cubicBezTo>
                    <a:lnTo>
                      <a:pt x="7252" y="4848"/>
                    </a:lnTo>
                    <a:lnTo>
                      <a:pt x="7290" y="4755"/>
                    </a:lnTo>
                    <a:cubicBezTo>
                      <a:pt x="7416" y="4450"/>
                      <a:pt x="7542" y="4145"/>
                      <a:pt x="7664" y="3847"/>
                    </a:cubicBezTo>
                    <a:cubicBezTo>
                      <a:pt x="7725" y="3700"/>
                      <a:pt x="7786" y="3553"/>
                      <a:pt x="7847" y="3406"/>
                    </a:cubicBezTo>
                    <a:cubicBezTo>
                      <a:pt x="7880" y="3330"/>
                      <a:pt x="7905" y="3255"/>
                      <a:pt x="7944" y="3222"/>
                    </a:cubicBezTo>
                    <a:cubicBezTo>
                      <a:pt x="7950" y="3213"/>
                      <a:pt x="7962" y="3210"/>
                      <a:pt x="7977" y="3210"/>
                    </a:cubicBezTo>
                    <a:cubicBezTo>
                      <a:pt x="8013" y="3210"/>
                      <a:pt x="8069" y="3228"/>
                      <a:pt x="8117" y="3240"/>
                    </a:cubicBezTo>
                    <a:cubicBezTo>
                      <a:pt x="8708" y="3434"/>
                      <a:pt x="9286" y="3617"/>
                      <a:pt x="9853" y="3700"/>
                    </a:cubicBezTo>
                    <a:lnTo>
                      <a:pt x="9918" y="3710"/>
                    </a:lnTo>
                    <a:lnTo>
                      <a:pt x="9918" y="3646"/>
                    </a:lnTo>
                    <a:cubicBezTo>
                      <a:pt x="9881" y="2932"/>
                      <a:pt x="9882" y="2251"/>
                      <a:pt x="9822" y="1637"/>
                    </a:cubicBezTo>
                    <a:lnTo>
                      <a:pt x="9822" y="1637"/>
                    </a:lnTo>
                    <a:cubicBezTo>
                      <a:pt x="10446" y="1842"/>
                      <a:pt x="11039" y="1953"/>
                      <a:pt x="11544" y="2102"/>
                    </a:cubicBezTo>
                    <a:lnTo>
                      <a:pt x="11609" y="2120"/>
                    </a:lnTo>
                    <a:lnTo>
                      <a:pt x="11594" y="2056"/>
                    </a:lnTo>
                    <a:cubicBezTo>
                      <a:pt x="11494" y="1633"/>
                      <a:pt x="11382" y="1252"/>
                      <a:pt x="11293" y="918"/>
                    </a:cubicBezTo>
                    <a:cubicBezTo>
                      <a:pt x="11206" y="594"/>
                      <a:pt x="11139" y="310"/>
                      <a:pt x="11096" y="70"/>
                    </a:cubicBezTo>
                    <a:lnTo>
                      <a:pt x="11096" y="70"/>
                    </a:lnTo>
                    <a:cubicBezTo>
                      <a:pt x="11197" y="46"/>
                      <a:pt x="11293" y="37"/>
                      <a:pt x="11380" y="37"/>
                    </a:cubicBezTo>
                    <a:cubicBezTo>
                      <a:pt x="11521" y="37"/>
                      <a:pt x="11640" y="62"/>
                      <a:pt x="11727" y="86"/>
                    </a:cubicBezTo>
                    <a:cubicBezTo>
                      <a:pt x="11865" y="124"/>
                      <a:pt x="11933" y="161"/>
                      <a:pt x="11941" y="161"/>
                    </a:cubicBezTo>
                    <a:cubicBezTo>
                      <a:pt x="11942" y="161"/>
                      <a:pt x="11942" y="161"/>
                      <a:pt x="11942" y="161"/>
                    </a:cubicBezTo>
                    <a:cubicBezTo>
                      <a:pt x="11942" y="161"/>
                      <a:pt x="11878" y="111"/>
                      <a:pt x="11731" y="64"/>
                    </a:cubicBezTo>
                    <a:cubicBezTo>
                      <a:pt x="11638" y="33"/>
                      <a:pt x="11505" y="1"/>
                      <a:pt x="11342"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4"/>
              <p:cNvSpPr/>
              <p:nvPr/>
            </p:nvSpPr>
            <p:spPr>
              <a:xfrm>
                <a:off x="7513128" y="2343723"/>
                <a:ext cx="171444" cy="93713"/>
              </a:xfrm>
              <a:custGeom>
                <a:avLst/>
                <a:gdLst/>
                <a:ahLst/>
                <a:cxnLst/>
                <a:rect l="l" t="t" r="r" b="b"/>
                <a:pathLst>
                  <a:path w="3862" h="2111" extrusionOk="0">
                    <a:moveTo>
                      <a:pt x="3830" y="0"/>
                    </a:moveTo>
                    <a:cubicBezTo>
                      <a:pt x="3806" y="0"/>
                      <a:pt x="3862" y="354"/>
                      <a:pt x="3647" y="851"/>
                    </a:cubicBezTo>
                    <a:cubicBezTo>
                      <a:pt x="3540" y="1095"/>
                      <a:pt x="3360" y="1372"/>
                      <a:pt x="3087" y="1591"/>
                    </a:cubicBezTo>
                    <a:cubicBezTo>
                      <a:pt x="2815" y="1813"/>
                      <a:pt x="2441" y="1960"/>
                      <a:pt x="2035" y="1989"/>
                    </a:cubicBezTo>
                    <a:cubicBezTo>
                      <a:pt x="2000" y="1990"/>
                      <a:pt x="1965" y="1991"/>
                      <a:pt x="1930" y="1991"/>
                    </a:cubicBezTo>
                    <a:cubicBezTo>
                      <a:pt x="1563" y="1991"/>
                      <a:pt x="1213" y="1890"/>
                      <a:pt x="945" y="1720"/>
                    </a:cubicBezTo>
                    <a:cubicBezTo>
                      <a:pt x="643" y="1533"/>
                      <a:pt x="435" y="1282"/>
                      <a:pt x="299" y="1052"/>
                    </a:cubicBezTo>
                    <a:cubicBezTo>
                      <a:pt x="27" y="587"/>
                      <a:pt x="40" y="230"/>
                      <a:pt x="16" y="230"/>
                    </a:cubicBezTo>
                    <a:cubicBezTo>
                      <a:pt x="16" y="230"/>
                      <a:pt x="16" y="230"/>
                      <a:pt x="15" y="230"/>
                    </a:cubicBezTo>
                    <a:cubicBezTo>
                      <a:pt x="8" y="230"/>
                      <a:pt x="1" y="316"/>
                      <a:pt x="19" y="471"/>
                    </a:cubicBezTo>
                    <a:cubicBezTo>
                      <a:pt x="37" y="625"/>
                      <a:pt x="94" y="847"/>
                      <a:pt x="223" y="1095"/>
                    </a:cubicBezTo>
                    <a:cubicBezTo>
                      <a:pt x="356" y="1339"/>
                      <a:pt x="571" y="1609"/>
                      <a:pt x="887" y="1813"/>
                    </a:cubicBezTo>
                    <a:cubicBezTo>
                      <a:pt x="1174" y="2001"/>
                      <a:pt x="1545" y="2110"/>
                      <a:pt x="1937" y="2110"/>
                    </a:cubicBezTo>
                    <a:cubicBezTo>
                      <a:pt x="1973" y="2110"/>
                      <a:pt x="2008" y="2109"/>
                      <a:pt x="2043" y="2107"/>
                    </a:cubicBezTo>
                    <a:cubicBezTo>
                      <a:pt x="2474" y="2079"/>
                      <a:pt x="2872" y="1917"/>
                      <a:pt x="3155" y="1677"/>
                    </a:cubicBezTo>
                    <a:cubicBezTo>
                      <a:pt x="3443" y="1436"/>
                      <a:pt x="3622" y="1142"/>
                      <a:pt x="3726" y="883"/>
                    </a:cubicBezTo>
                    <a:cubicBezTo>
                      <a:pt x="3827" y="621"/>
                      <a:pt x="3856" y="395"/>
                      <a:pt x="3856" y="241"/>
                    </a:cubicBezTo>
                    <a:cubicBezTo>
                      <a:pt x="3856" y="83"/>
                      <a:pt x="3834" y="0"/>
                      <a:pt x="3831" y="0"/>
                    </a:cubicBezTo>
                    <a:cubicBezTo>
                      <a:pt x="3831" y="0"/>
                      <a:pt x="3830" y="0"/>
                      <a:pt x="3830"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4"/>
              <p:cNvSpPr/>
              <p:nvPr/>
            </p:nvSpPr>
            <p:spPr>
              <a:xfrm>
                <a:off x="7686477" y="2424338"/>
                <a:ext cx="175173" cy="164297"/>
              </a:xfrm>
              <a:custGeom>
                <a:avLst/>
                <a:gdLst/>
                <a:ahLst/>
                <a:cxnLst/>
                <a:rect l="l" t="t" r="r" b="b"/>
                <a:pathLst>
                  <a:path w="3946" h="3701" extrusionOk="0">
                    <a:moveTo>
                      <a:pt x="3030" y="0"/>
                    </a:moveTo>
                    <a:lnTo>
                      <a:pt x="3037" y="48"/>
                    </a:lnTo>
                    <a:cubicBezTo>
                      <a:pt x="3155" y="548"/>
                      <a:pt x="3308" y="1210"/>
                      <a:pt x="3483" y="1972"/>
                    </a:cubicBezTo>
                    <a:lnTo>
                      <a:pt x="3483" y="1972"/>
                    </a:lnTo>
                    <a:cubicBezTo>
                      <a:pt x="3073" y="1860"/>
                      <a:pt x="2631" y="1735"/>
                      <a:pt x="2172" y="1605"/>
                    </a:cubicBezTo>
                    <a:cubicBezTo>
                      <a:pt x="2043" y="1569"/>
                      <a:pt x="1914" y="1534"/>
                      <a:pt x="1788" y="1501"/>
                    </a:cubicBezTo>
                    <a:lnTo>
                      <a:pt x="1710" y="1479"/>
                    </a:lnTo>
                    <a:lnTo>
                      <a:pt x="1713" y="1559"/>
                    </a:lnTo>
                    <a:cubicBezTo>
                      <a:pt x="1751" y="2295"/>
                      <a:pt x="1786" y="2979"/>
                      <a:pt x="1814" y="3571"/>
                    </a:cubicBezTo>
                    <a:lnTo>
                      <a:pt x="1814" y="3571"/>
                    </a:lnTo>
                    <a:cubicBezTo>
                      <a:pt x="1293" y="3441"/>
                      <a:pt x="852" y="3331"/>
                      <a:pt x="521" y="3249"/>
                    </a:cubicBezTo>
                    <a:cubicBezTo>
                      <a:pt x="370" y="3217"/>
                      <a:pt x="245" y="3188"/>
                      <a:pt x="141" y="3163"/>
                    </a:cubicBezTo>
                    <a:cubicBezTo>
                      <a:pt x="66" y="3147"/>
                      <a:pt x="21" y="3140"/>
                      <a:pt x="8" y="3140"/>
                    </a:cubicBezTo>
                    <a:cubicBezTo>
                      <a:pt x="5" y="3140"/>
                      <a:pt x="4" y="3140"/>
                      <a:pt x="4" y="3141"/>
                    </a:cubicBezTo>
                    <a:cubicBezTo>
                      <a:pt x="1" y="3149"/>
                      <a:pt x="47" y="3163"/>
                      <a:pt x="130" y="3192"/>
                    </a:cubicBezTo>
                    <a:cubicBezTo>
                      <a:pt x="234" y="3224"/>
                      <a:pt x="356" y="3260"/>
                      <a:pt x="507" y="3303"/>
                    </a:cubicBezTo>
                    <a:cubicBezTo>
                      <a:pt x="852" y="3399"/>
                      <a:pt x="1311" y="3529"/>
                      <a:pt x="1856" y="3683"/>
                    </a:cubicBezTo>
                    <a:lnTo>
                      <a:pt x="1917" y="3701"/>
                    </a:lnTo>
                    <a:lnTo>
                      <a:pt x="1914" y="3633"/>
                    </a:lnTo>
                    <a:cubicBezTo>
                      <a:pt x="1893" y="3048"/>
                      <a:pt x="1863" y="2365"/>
                      <a:pt x="1834" y="1634"/>
                    </a:cubicBezTo>
                    <a:lnTo>
                      <a:pt x="1834" y="1634"/>
                    </a:lnTo>
                    <a:cubicBezTo>
                      <a:pt x="1935" y="1663"/>
                      <a:pt x="2038" y="1692"/>
                      <a:pt x="2140" y="1720"/>
                    </a:cubicBezTo>
                    <a:cubicBezTo>
                      <a:pt x="2636" y="1857"/>
                      <a:pt x="3110" y="1986"/>
                      <a:pt x="3547" y="2107"/>
                    </a:cubicBezTo>
                    <a:lnTo>
                      <a:pt x="3637" y="2132"/>
                    </a:lnTo>
                    <a:lnTo>
                      <a:pt x="3615" y="2039"/>
                    </a:lnTo>
                    <a:cubicBezTo>
                      <a:pt x="3420" y="1265"/>
                      <a:pt x="3249" y="592"/>
                      <a:pt x="3121" y="77"/>
                    </a:cubicBezTo>
                    <a:lnTo>
                      <a:pt x="3121" y="77"/>
                    </a:lnTo>
                    <a:cubicBezTo>
                      <a:pt x="3586" y="89"/>
                      <a:pt x="3876" y="150"/>
                      <a:pt x="3934" y="150"/>
                    </a:cubicBezTo>
                    <a:cubicBezTo>
                      <a:pt x="3941" y="150"/>
                      <a:pt x="3945" y="149"/>
                      <a:pt x="3945" y="148"/>
                    </a:cubicBezTo>
                    <a:cubicBezTo>
                      <a:pt x="3945" y="141"/>
                      <a:pt x="3867" y="119"/>
                      <a:pt x="3719" y="86"/>
                    </a:cubicBezTo>
                    <a:cubicBezTo>
                      <a:pt x="3572" y="54"/>
                      <a:pt x="3353" y="18"/>
                      <a:pt x="3077" y="5"/>
                    </a:cubicBezTo>
                    <a:lnTo>
                      <a:pt x="3030"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4"/>
              <p:cNvSpPr/>
              <p:nvPr/>
            </p:nvSpPr>
            <p:spPr>
              <a:xfrm>
                <a:off x="7661484" y="2644696"/>
                <a:ext cx="212773" cy="94867"/>
              </a:xfrm>
              <a:custGeom>
                <a:avLst/>
                <a:gdLst/>
                <a:ahLst/>
                <a:cxnLst/>
                <a:rect l="l" t="t" r="r" b="b"/>
                <a:pathLst>
                  <a:path w="4793" h="2137" extrusionOk="0">
                    <a:moveTo>
                      <a:pt x="366" y="1761"/>
                    </a:moveTo>
                    <a:cubicBezTo>
                      <a:pt x="366" y="1761"/>
                      <a:pt x="366" y="1762"/>
                      <a:pt x="366" y="1763"/>
                    </a:cubicBezTo>
                    <a:lnTo>
                      <a:pt x="363" y="1767"/>
                    </a:lnTo>
                    <a:cubicBezTo>
                      <a:pt x="365" y="1763"/>
                      <a:pt x="366" y="1761"/>
                      <a:pt x="366" y="1761"/>
                    </a:cubicBezTo>
                    <a:close/>
                    <a:moveTo>
                      <a:pt x="4314" y="1"/>
                    </a:moveTo>
                    <a:lnTo>
                      <a:pt x="4282" y="54"/>
                    </a:lnTo>
                    <a:cubicBezTo>
                      <a:pt x="4013" y="536"/>
                      <a:pt x="3605" y="1215"/>
                      <a:pt x="3048" y="1946"/>
                    </a:cubicBezTo>
                    <a:lnTo>
                      <a:pt x="3048" y="1946"/>
                    </a:lnTo>
                    <a:cubicBezTo>
                      <a:pt x="2849" y="1687"/>
                      <a:pt x="2639" y="1410"/>
                      <a:pt x="2423" y="1127"/>
                    </a:cubicBezTo>
                    <a:cubicBezTo>
                      <a:pt x="2247" y="902"/>
                      <a:pt x="2079" y="679"/>
                      <a:pt x="1914" y="463"/>
                    </a:cubicBezTo>
                    <a:lnTo>
                      <a:pt x="1874" y="413"/>
                    </a:lnTo>
                    <a:lnTo>
                      <a:pt x="1827" y="453"/>
                    </a:lnTo>
                    <a:cubicBezTo>
                      <a:pt x="1544" y="708"/>
                      <a:pt x="1271" y="948"/>
                      <a:pt x="1019" y="1174"/>
                    </a:cubicBezTo>
                    <a:cubicBezTo>
                      <a:pt x="894" y="1286"/>
                      <a:pt x="772" y="1394"/>
                      <a:pt x="658" y="1497"/>
                    </a:cubicBezTo>
                    <a:cubicBezTo>
                      <a:pt x="600" y="1548"/>
                      <a:pt x="546" y="1598"/>
                      <a:pt x="492" y="1648"/>
                    </a:cubicBezTo>
                    <a:lnTo>
                      <a:pt x="414" y="1716"/>
                    </a:lnTo>
                    <a:lnTo>
                      <a:pt x="414" y="1716"/>
                    </a:lnTo>
                    <a:cubicBezTo>
                      <a:pt x="413" y="1716"/>
                      <a:pt x="412" y="1715"/>
                      <a:pt x="411" y="1715"/>
                    </a:cubicBezTo>
                    <a:lnTo>
                      <a:pt x="411" y="1715"/>
                    </a:lnTo>
                    <a:cubicBezTo>
                      <a:pt x="272" y="1301"/>
                      <a:pt x="168" y="957"/>
                      <a:pt x="105" y="718"/>
                    </a:cubicBezTo>
                    <a:cubicBezTo>
                      <a:pt x="36" y="474"/>
                      <a:pt x="22" y="334"/>
                      <a:pt x="15" y="334"/>
                    </a:cubicBezTo>
                    <a:lnTo>
                      <a:pt x="15" y="334"/>
                    </a:lnTo>
                    <a:cubicBezTo>
                      <a:pt x="4" y="334"/>
                      <a:pt x="0" y="478"/>
                      <a:pt x="58" y="729"/>
                    </a:cubicBezTo>
                    <a:cubicBezTo>
                      <a:pt x="108" y="980"/>
                      <a:pt x="201" y="1339"/>
                      <a:pt x="335" y="1773"/>
                    </a:cubicBezTo>
                    <a:lnTo>
                      <a:pt x="348" y="1817"/>
                    </a:lnTo>
                    <a:lnTo>
                      <a:pt x="366" y="1810"/>
                    </a:lnTo>
                    <a:lnTo>
                      <a:pt x="366" y="1810"/>
                    </a:lnTo>
                    <a:cubicBezTo>
                      <a:pt x="378" y="1823"/>
                      <a:pt x="398" y="1835"/>
                      <a:pt x="409" y="1835"/>
                    </a:cubicBezTo>
                    <a:cubicBezTo>
                      <a:pt x="413" y="1835"/>
                      <a:pt x="415" y="1834"/>
                      <a:pt x="416" y="1831"/>
                    </a:cubicBezTo>
                    <a:cubicBezTo>
                      <a:pt x="424" y="1828"/>
                      <a:pt x="424" y="1828"/>
                      <a:pt x="431" y="1824"/>
                    </a:cubicBezTo>
                    <a:lnTo>
                      <a:pt x="438" y="1817"/>
                    </a:lnTo>
                    <a:lnTo>
                      <a:pt x="449" y="1806"/>
                    </a:lnTo>
                    <a:lnTo>
                      <a:pt x="471" y="1788"/>
                    </a:lnTo>
                    <a:lnTo>
                      <a:pt x="553" y="1720"/>
                    </a:lnTo>
                    <a:cubicBezTo>
                      <a:pt x="607" y="1669"/>
                      <a:pt x="664" y="1619"/>
                      <a:pt x="722" y="1569"/>
                    </a:cubicBezTo>
                    <a:cubicBezTo>
                      <a:pt x="840" y="1469"/>
                      <a:pt x="962" y="1364"/>
                      <a:pt x="1088" y="1253"/>
                    </a:cubicBezTo>
                    <a:cubicBezTo>
                      <a:pt x="1333" y="1043"/>
                      <a:pt x="1589" y="817"/>
                      <a:pt x="1859" y="583"/>
                    </a:cubicBezTo>
                    <a:lnTo>
                      <a:pt x="1859" y="583"/>
                    </a:lnTo>
                    <a:cubicBezTo>
                      <a:pt x="2012" y="783"/>
                      <a:pt x="2168" y="991"/>
                      <a:pt x="2330" y="1200"/>
                    </a:cubicBezTo>
                    <a:cubicBezTo>
                      <a:pt x="2563" y="1505"/>
                      <a:pt x="2790" y="1798"/>
                      <a:pt x="3001" y="2075"/>
                    </a:cubicBezTo>
                    <a:lnTo>
                      <a:pt x="3048" y="2136"/>
                    </a:lnTo>
                    <a:lnTo>
                      <a:pt x="3095" y="2075"/>
                    </a:lnTo>
                    <a:cubicBezTo>
                      <a:pt x="3652" y="1341"/>
                      <a:pt x="4056" y="643"/>
                      <a:pt x="4319" y="141"/>
                    </a:cubicBezTo>
                    <a:lnTo>
                      <a:pt x="4319" y="141"/>
                    </a:lnTo>
                    <a:cubicBezTo>
                      <a:pt x="4449" y="342"/>
                      <a:pt x="4541" y="520"/>
                      <a:pt x="4627" y="629"/>
                    </a:cubicBezTo>
                    <a:cubicBezTo>
                      <a:pt x="4714" y="744"/>
                      <a:pt x="4780" y="794"/>
                      <a:pt x="4784" y="794"/>
                    </a:cubicBezTo>
                    <a:cubicBezTo>
                      <a:pt x="4785" y="794"/>
                      <a:pt x="4785" y="794"/>
                      <a:pt x="4785" y="794"/>
                    </a:cubicBezTo>
                    <a:cubicBezTo>
                      <a:pt x="4792" y="786"/>
                      <a:pt x="4735" y="729"/>
                      <a:pt x="4655" y="607"/>
                    </a:cubicBezTo>
                    <a:cubicBezTo>
                      <a:pt x="4577" y="485"/>
                      <a:pt x="4487" y="288"/>
                      <a:pt x="4344" y="51"/>
                    </a:cubicBezTo>
                    <a:lnTo>
                      <a:pt x="4314"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2" name="Google Shape;1032;p34"/>
            <p:cNvSpPr/>
            <p:nvPr/>
          </p:nvSpPr>
          <p:spPr>
            <a:xfrm>
              <a:off x="7609990" y="2539844"/>
              <a:ext cx="90738" cy="227955"/>
            </a:xfrm>
            <a:custGeom>
              <a:avLst/>
              <a:gdLst/>
              <a:ahLst/>
              <a:cxnLst/>
              <a:rect l="l" t="t" r="r" b="b"/>
              <a:pathLst>
                <a:path w="2044" h="5135" extrusionOk="0">
                  <a:moveTo>
                    <a:pt x="2036" y="0"/>
                  </a:moveTo>
                  <a:cubicBezTo>
                    <a:pt x="2016" y="0"/>
                    <a:pt x="1923" y="294"/>
                    <a:pt x="1763" y="762"/>
                  </a:cubicBezTo>
                  <a:cubicBezTo>
                    <a:pt x="1606" y="1236"/>
                    <a:pt x="1376" y="1885"/>
                    <a:pt x="1099" y="2596"/>
                  </a:cubicBezTo>
                  <a:cubicBezTo>
                    <a:pt x="819" y="3303"/>
                    <a:pt x="543" y="3935"/>
                    <a:pt x="335" y="4390"/>
                  </a:cubicBezTo>
                  <a:cubicBezTo>
                    <a:pt x="130" y="4846"/>
                    <a:pt x="1" y="5126"/>
                    <a:pt x="15" y="5134"/>
                  </a:cubicBezTo>
                  <a:cubicBezTo>
                    <a:pt x="16" y="5134"/>
                    <a:pt x="16" y="5134"/>
                    <a:pt x="16" y="5134"/>
                  </a:cubicBezTo>
                  <a:cubicBezTo>
                    <a:pt x="25" y="5134"/>
                    <a:pt x="67" y="5070"/>
                    <a:pt x="133" y="4950"/>
                  </a:cubicBezTo>
                  <a:cubicBezTo>
                    <a:pt x="202" y="4828"/>
                    <a:pt x="299" y="4649"/>
                    <a:pt x="410" y="4427"/>
                  </a:cubicBezTo>
                  <a:cubicBezTo>
                    <a:pt x="637" y="3978"/>
                    <a:pt x="927" y="3350"/>
                    <a:pt x="1207" y="2639"/>
                  </a:cubicBezTo>
                  <a:cubicBezTo>
                    <a:pt x="1487" y="1925"/>
                    <a:pt x="1706" y="1268"/>
                    <a:pt x="1843" y="787"/>
                  </a:cubicBezTo>
                  <a:cubicBezTo>
                    <a:pt x="1914" y="547"/>
                    <a:pt x="1964" y="349"/>
                    <a:pt x="1997" y="213"/>
                  </a:cubicBezTo>
                  <a:cubicBezTo>
                    <a:pt x="2029" y="76"/>
                    <a:pt x="2043" y="1"/>
                    <a:pt x="2036" y="1"/>
                  </a:cubicBezTo>
                  <a:cubicBezTo>
                    <a:pt x="2036" y="1"/>
                    <a:pt x="2036" y="0"/>
                    <a:pt x="203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4"/>
            <p:cNvSpPr/>
            <p:nvPr/>
          </p:nvSpPr>
          <p:spPr>
            <a:xfrm flipH="1">
              <a:off x="7499999" y="2083824"/>
              <a:ext cx="28500" cy="81600"/>
            </a:xfrm>
            <a:prstGeom prst="rtTriangle">
              <a:avLst/>
            </a:pr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a:extLst>
              <a:ext uri="{FF2B5EF4-FFF2-40B4-BE49-F238E27FC236}">
                <a16:creationId xmlns:a16="http://schemas.microsoft.com/office/drawing/2014/main" id="{3DB7FB15-DCD6-602B-ADC0-70AC4997F7A0}"/>
              </a:ext>
            </a:extLst>
          </p:cNvPr>
          <p:cNvSpPr txBox="1"/>
          <p:nvPr/>
        </p:nvSpPr>
        <p:spPr>
          <a:xfrm>
            <a:off x="6837904" y="3538654"/>
            <a:ext cx="1986428" cy="523220"/>
          </a:xfrm>
          <a:prstGeom prst="rect">
            <a:avLst/>
          </a:prstGeom>
          <a:noFill/>
        </p:spPr>
        <p:txBody>
          <a:bodyPr wrap="square" rtlCol="0">
            <a:spAutoFit/>
          </a:bodyPr>
          <a:lstStyle/>
          <a:p>
            <a:r>
              <a:rPr lang="vi-VN" dirty="0">
                <a:latin typeface="Lato" panose="020F0502020204030203" pitchFamily="34" charset="0"/>
                <a:ea typeface="Lato" panose="020F0502020204030203" pitchFamily="34" charset="0"/>
                <a:cs typeface="Lato" panose="020F0502020204030203" pitchFamily="34" charset="0"/>
              </a:rPr>
              <a:t>Tập huấn luyện: 80%</a:t>
            </a:r>
          </a:p>
          <a:p>
            <a:r>
              <a:rPr lang="vi-VN" dirty="0">
                <a:latin typeface="Lato" panose="020F0502020204030203" pitchFamily="34" charset="0"/>
                <a:ea typeface="Lato" panose="020F0502020204030203" pitchFamily="34" charset="0"/>
                <a:cs typeface="Lato" panose="020F0502020204030203" pitchFamily="34" charset="0"/>
              </a:rPr>
              <a:t>Tập kiểm tra: 20%</a:t>
            </a: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2" name="Google Shape;421;p27">
            <a:extLst>
              <a:ext uri="{FF2B5EF4-FFF2-40B4-BE49-F238E27FC236}">
                <a16:creationId xmlns:a16="http://schemas.microsoft.com/office/drawing/2014/main" id="{017D80C0-0D7C-A453-FFEE-18B33CACF90F}"/>
              </a:ext>
            </a:extLst>
          </p:cNvPr>
          <p:cNvSpPr txBox="1">
            <a:spLocks/>
          </p:cNvSpPr>
          <p:nvPr/>
        </p:nvSpPr>
        <p:spPr>
          <a:xfrm>
            <a:off x="15424228" y="-151695"/>
            <a:ext cx="3194700"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2D406A"/>
              </a:buClr>
              <a:buSzPts val="4800"/>
              <a:buFont typeface="Staatliches"/>
              <a:buNone/>
              <a:defRPr sz="7200" b="0" i="0" u="none" strike="noStrike" cap="none">
                <a:solidFill>
                  <a:srgbClr val="434343"/>
                </a:solidFill>
                <a:latin typeface="Staatliches"/>
                <a:ea typeface="Staatliches"/>
                <a:cs typeface="Staatliches"/>
                <a:sym typeface="Staatliches"/>
              </a:defRPr>
            </a:lvl1pPr>
            <a:lvl2pPr marR="0" lvl="1" algn="ctr" rtl="0">
              <a:lnSpc>
                <a:spcPct val="100000"/>
              </a:lnSpc>
              <a:spcBef>
                <a:spcPts val="0"/>
              </a:spcBef>
              <a:spcAft>
                <a:spcPts val="0"/>
              </a:spcAft>
              <a:buClr>
                <a:srgbClr val="338987"/>
              </a:buClr>
              <a:buSzPts val="4800"/>
              <a:buFont typeface="Josefin Sans"/>
              <a:buNone/>
              <a:defRPr sz="4800" b="0" i="0" u="none" strike="noStrike" cap="none">
                <a:solidFill>
                  <a:srgbClr val="338987"/>
                </a:solidFill>
                <a:latin typeface="Josefin Sans"/>
                <a:ea typeface="Josefin Sans"/>
                <a:cs typeface="Josefin Sans"/>
                <a:sym typeface="Josefin Sans"/>
              </a:defRPr>
            </a:lvl2pPr>
            <a:lvl3pPr marR="0" lvl="2" algn="ctr" rtl="0">
              <a:lnSpc>
                <a:spcPct val="100000"/>
              </a:lnSpc>
              <a:spcBef>
                <a:spcPts val="0"/>
              </a:spcBef>
              <a:spcAft>
                <a:spcPts val="0"/>
              </a:spcAft>
              <a:buClr>
                <a:srgbClr val="338987"/>
              </a:buClr>
              <a:buSzPts val="4800"/>
              <a:buFont typeface="Josefin Sans"/>
              <a:buNone/>
              <a:defRPr sz="4800" b="0" i="0" u="none" strike="noStrike" cap="none">
                <a:solidFill>
                  <a:srgbClr val="338987"/>
                </a:solidFill>
                <a:latin typeface="Josefin Sans"/>
                <a:ea typeface="Josefin Sans"/>
                <a:cs typeface="Josefin Sans"/>
                <a:sym typeface="Josefin Sans"/>
              </a:defRPr>
            </a:lvl3pPr>
            <a:lvl4pPr marR="0" lvl="3" algn="ctr" rtl="0">
              <a:lnSpc>
                <a:spcPct val="100000"/>
              </a:lnSpc>
              <a:spcBef>
                <a:spcPts val="0"/>
              </a:spcBef>
              <a:spcAft>
                <a:spcPts val="0"/>
              </a:spcAft>
              <a:buClr>
                <a:srgbClr val="338987"/>
              </a:buClr>
              <a:buSzPts val="4800"/>
              <a:buFont typeface="Josefin Sans"/>
              <a:buNone/>
              <a:defRPr sz="4800" b="0" i="0" u="none" strike="noStrike" cap="none">
                <a:solidFill>
                  <a:srgbClr val="338987"/>
                </a:solidFill>
                <a:latin typeface="Josefin Sans"/>
                <a:ea typeface="Josefin Sans"/>
                <a:cs typeface="Josefin Sans"/>
                <a:sym typeface="Josefin Sans"/>
              </a:defRPr>
            </a:lvl4pPr>
            <a:lvl5pPr marR="0" lvl="4" algn="ctr" rtl="0">
              <a:lnSpc>
                <a:spcPct val="100000"/>
              </a:lnSpc>
              <a:spcBef>
                <a:spcPts val="0"/>
              </a:spcBef>
              <a:spcAft>
                <a:spcPts val="0"/>
              </a:spcAft>
              <a:buClr>
                <a:srgbClr val="338987"/>
              </a:buClr>
              <a:buSzPts val="4800"/>
              <a:buFont typeface="Josefin Sans"/>
              <a:buNone/>
              <a:defRPr sz="4800" b="0" i="0" u="none" strike="noStrike" cap="none">
                <a:solidFill>
                  <a:srgbClr val="338987"/>
                </a:solidFill>
                <a:latin typeface="Josefin Sans"/>
                <a:ea typeface="Josefin Sans"/>
                <a:cs typeface="Josefin Sans"/>
                <a:sym typeface="Josefin Sans"/>
              </a:defRPr>
            </a:lvl5pPr>
            <a:lvl6pPr marR="0" lvl="5" algn="ctr" rtl="0">
              <a:lnSpc>
                <a:spcPct val="100000"/>
              </a:lnSpc>
              <a:spcBef>
                <a:spcPts val="0"/>
              </a:spcBef>
              <a:spcAft>
                <a:spcPts val="0"/>
              </a:spcAft>
              <a:buClr>
                <a:srgbClr val="338987"/>
              </a:buClr>
              <a:buSzPts val="4800"/>
              <a:buFont typeface="Josefin Sans"/>
              <a:buNone/>
              <a:defRPr sz="4800" b="0" i="0" u="none" strike="noStrike" cap="none">
                <a:solidFill>
                  <a:srgbClr val="338987"/>
                </a:solidFill>
                <a:latin typeface="Josefin Sans"/>
                <a:ea typeface="Josefin Sans"/>
                <a:cs typeface="Josefin Sans"/>
                <a:sym typeface="Josefin Sans"/>
              </a:defRPr>
            </a:lvl6pPr>
            <a:lvl7pPr marR="0" lvl="6" algn="ctr" rtl="0">
              <a:lnSpc>
                <a:spcPct val="100000"/>
              </a:lnSpc>
              <a:spcBef>
                <a:spcPts val="0"/>
              </a:spcBef>
              <a:spcAft>
                <a:spcPts val="0"/>
              </a:spcAft>
              <a:buClr>
                <a:srgbClr val="338987"/>
              </a:buClr>
              <a:buSzPts val="4800"/>
              <a:buFont typeface="Josefin Sans"/>
              <a:buNone/>
              <a:defRPr sz="4800" b="0" i="0" u="none" strike="noStrike" cap="none">
                <a:solidFill>
                  <a:srgbClr val="338987"/>
                </a:solidFill>
                <a:latin typeface="Josefin Sans"/>
                <a:ea typeface="Josefin Sans"/>
                <a:cs typeface="Josefin Sans"/>
                <a:sym typeface="Josefin Sans"/>
              </a:defRPr>
            </a:lvl7pPr>
            <a:lvl8pPr marR="0" lvl="7" algn="ctr" rtl="0">
              <a:lnSpc>
                <a:spcPct val="100000"/>
              </a:lnSpc>
              <a:spcBef>
                <a:spcPts val="0"/>
              </a:spcBef>
              <a:spcAft>
                <a:spcPts val="0"/>
              </a:spcAft>
              <a:buClr>
                <a:srgbClr val="338987"/>
              </a:buClr>
              <a:buSzPts val="4800"/>
              <a:buFont typeface="Josefin Sans"/>
              <a:buNone/>
              <a:defRPr sz="4800" b="0" i="0" u="none" strike="noStrike" cap="none">
                <a:solidFill>
                  <a:srgbClr val="338987"/>
                </a:solidFill>
                <a:latin typeface="Josefin Sans"/>
                <a:ea typeface="Josefin Sans"/>
                <a:cs typeface="Josefin Sans"/>
                <a:sym typeface="Josefin Sans"/>
              </a:defRPr>
            </a:lvl8pPr>
            <a:lvl9pPr marR="0" lvl="8" algn="ctr" rtl="0">
              <a:lnSpc>
                <a:spcPct val="100000"/>
              </a:lnSpc>
              <a:spcBef>
                <a:spcPts val="0"/>
              </a:spcBef>
              <a:spcAft>
                <a:spcPts val="0"/>
              </a:spcAft>
              <a:buClr>
                <a:srgbClr val="338987"/>
              </a:buClr>
              <a:buSzPts val="4800"/>
              <a:buFont typeface="Josefin Sans"/>
              <a:buNone/>
              <a:defRPr sz="4800" b="0" i="0" u="none" strike="noStrike" cap="none">
                <a:solidFill>
                  <a:srgbClr val="338987"/>
                </a:solidFill>
                <a:latin typeface="Josefin Sans"/>
                <a:ea typeface="Josefin Sans"/>
                <a:cs typeface="Josefin Sans"/>
                <a:sym typeface="Josefin Sans"/>
              </a:defRPr>
            </a:lvl9pPr>
          </a:lstStyle>
          <a:p>
            <a:pPr algn="r"/>
            <a:r>
              <a:rPr lang="vi-VN" dirty="0"/>
              <a:t>TỔNG QUAN VỀ TẬP DỮ LIỆU</a:t>
            </a:r>
          </a:p>
        </p:txBody>
      </p:sp>
      <p:sp>
        <p:nvSpPr>
          <p:cNvPr id="3" name="Google Shape;422;p27">
            <a:extLst>
              <a:ext uri="{FF2B5EF4-FFF2-40B4-BE49-F238E27FC236}">
                <a16:creationId xmlns:a16="http://schemas.microsoft.com/office/drawing/2014/main" id="{9D3E7C9C-A82D-C645-21D6-DF630A893395}"/>
              </a:ext>
            </a:extLst>
          </p:cNvPr>
          <p:cNvSpPr txBox="1">
            <a:spLocks/>
          </p:cNvSpPr>
          <p:nvPr/>
        </p:nvSpPr>
        <p:spPr>
          <a:xfrm flipH="1">
            <a:off x="5745820" y="8461167"/>
            <a:ext cx="1942255" cy="1290295"/>
          </a:xfrm>
          <a:prstGeom prst="rect">
            <a:avLst/>
          </a:prstGeom>
        </p:spPr>
        <p:txBody>
          <a:bodyPr spcFirstLastPara="1" wrap="square" lIns="91425" tIns="234000" rIns="91425"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a:solidFill>
                  <a:schemeClr val="accent3"/>
                </a:solidFill>
              </a:rPr>
              <a:t>Chấp nhận cho vay (2,260,701)​</a:t>
            </a:r>
          </a:p>
          <a:p>
            <a:endParaRPr lang="es-ES">
              <a:solidFill>
                <a:schemeClr val="accent3"/>
              </a:solidFill>
            </a:endParaRPr>
          </a:p>
          <a:p>
            <a:r>
              <a:rPr lang="es-ES">
                <a:solidFill>
                  <a:schemeClr val="accent3"/>
                </a:solidFill>
              </a:rPr>
              <a:t>Từ chối cho vay (27,648,741)​</a:t>
            </a:r>
            <a:endParaRPr lang="es-ES" dirty="0">
              <a:solidFill>
                <a:schemeClr val="accent3"/>
              </a:solidFill>
            </a:endParaRPr>
          </a:p>
        </p:txBody>
      </p:sp>
      <p:sp>
        <p:nvSpPr>
          <p:cNvPr id="4" name="Google Shape;422;p27">
            <a:extLst>
              <a:ext uri="{FF2B5EF4-FFF2-40B4-BE49-F238E27FC236}">
                <a16:creationId xmlns:a16="http://schemas.microsoft.com/office/drawing/2014/main" id="{4A7D1599-D3C3-4565-5D96-5407E2DC7ED7}"/>
              </a:ext>
            </a:extLst>
          </p:cNvPr>
          <p:cNvSpPr txBox="1">
            <a:spLocks/>
          </p:cNvSpPr>
          <p:nvPr/>
        </p:nvSpPr>
        <p:spPr>
          <a:xfrm flipH="1">
            <a:off x="4403739" y="-2807629"/>
            <a:ext cx="2659512" cy="1907604"/>
          </a:xfrm>
          <a:prstGeom prst="rect">
            <a:avLst/>
          </a:prstGeom>
          <a:noFill/>
          <a:ln>
            <a:noFill/>
          </a:ln>
        </p:spPr>
        <p:txBody>
          <a:bodyPr spcFirstLastPara="1" wrap="square" lIns="91425" tIns="234000" rIns="91425" bIns="0"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000"/>
              <a:buFont typeface="Josefin Slab"/>
              <a:buAutoNum type="arabicPeriod"/>
              <a:defRPr sz="1100" b="0" i="0" u="none" strike="noStrike" cap="none">
                <a:solidFill>
                  <a:srgbClr val="434343"/>
                </a:solidFill>
                <a:latin typeface="Anaheim"/>
                <a:ea typeface="Anaheim"/>
                <a:cs typeface="Anaheim"/>
                <a:sym typeface="Anaheim"/>
              </a:defRPr>
            </a:lvl1pPr>
            <a:lvl2pPr marL="914400" marR="0" lvl="1" indent="-304800" algn="ctr" rtl="0">
              <a:lnSpc>
                <a:spcPct val="100000"/>
              </a:lnSpc>
              <a:spcBef>
                <a:spcPts val="0"/>
              </a:spcBef>
              <a:spcAft>
                <a:spcPts val="0"/>
              </a:spcAft>
              <a:buClr>
                <a:srgbClr val="434343"/>
              </a:buClr>
              <a:buSzPts val="1400"/>
              <a:buFont typeface="Josefin Slab SemiBold"/>
              <a:buAutoNum type="alphaLcPeriod"/>
              <a:defRPr sz="1400" b="0" i="0" u="none" strike="noStrike" cap="none">
                <a:solidFill>
                  <a:srgbClr val="434343"/>
                </a:solidFill>
                <a:latin typeface="Josefin Slab"/>
                <a:ea typeface="Josefin Slab"/>
                <a:cs typeface="Josefin Slab"/>
                <a:sym typeface="Josefin Slab"/>
              </a:defRPr>
            </a:lvl2pPr>
            <a:lvl3pPr marL="1371600" marR="0" lvl="2" indent="-304800" algn="ctr" rtl="0">
              <a:lnSpc>
                <a:spcPct val="100000"/>
              </a:lnSpc>
              <a:spcBef>
                <a:spcPts val="0"/>
              </a:spcBef>
              <a:spcAft>
                <a:spcPts val="0"/>
              </a:spcAft>
              <a:buClr>
                <a:srgbClr val="434343"/>
              </a:buClr>
              <a:buSzPts val="1400"/>
              <a:buFont typeface="Josefin Slab SemiBold"/>
              <a:buAutoNum type="romanLcPeriod"/>
              <a:defRPr sz="1400" b="0" i="0" u="none" strike="noStrike" cap="none">
                <a:solidFill>
                  <a:srgbClr val="434343"/>
                </a:solidFill>
                <a:latin typeface="Josefin Slab"/>
                <a:ea typeface="Josefin Slab"/>
                <a:cs typeface="Josefin Slab"/>
                <a:sym typeface="Josefin Slab"/>
              </a:defRPr>
            </a:lvl3pPr>
            <a:lvl4pPr marL="1828800" marR="0" lvl="3" indent="-304800" algn="ctr" rtl="0">
              <a:lnSpc>
                <a:spcPct val="100000"/>
              </a:lnSpc>
              <a:spcBef>
                <a:spcPts val="0"/>
              </a:spcBef>
              <a:spcAft>
                <a:spcPts val="0"/>
              </a:spcAft>
              <a:buClr>
                <a:srgbClr val="434343"/>
              </a:buClr>
              <a:buSzPts val="1400"/>
              <a:buFont typeface="Josefin Slab SemiBold"/>
              <a:buAutoNum type="arabicPeriod"/>
              <a:defRPr sz="1400" b="0" i="0" u="none" strike="noStrike" cap="none">
                <a:solidFill>
                  <a:srgbClr val="434343"/>
                </a:solidFill>
                <a:latin typeface="Josefin Slab"/>
                <a:ea typeface="Josefin Slab"/>
                <a:cs typeface="Josefin Slab"/>
                <a:sym typeface="Josefin Slab"/>
              </a:defRPr>
            </a:lvl4pPr>
            <a:lvl5pPr marL="2286000" marR="0" lvl="4" indent="-304800" algn="ctr" rtl="0">
              <a:lnSpc>
                <a:spcPct val="100000"/>
              </a:lnSpc>
              <a:spcBef>
                <a:spcPts val="0"/>
              </a:spcBef>
              <a:spcAft>
                <a:spcPts val="0"/>
              </a:spcAft>
              <a:buClr>
                <a:srgbClr val="434343"/>
              </a:buClr>
              <a:buSzPts val="1400"/>
              <a:buFont typeface="Josefin Slab SemiBold"/>
              <a:buAutoNum type="alphaLcPeriod"/>
              <a:defRPr sz="1400" b="0" i="0" u="none" strike="noStrike" cap="none">
                <a:solidFill>
                  <a:srgbClr val="434343"/>
                </a:solidFill>
                <a:latin typeface="Josefin Slab"/>
                <a:ea typeface="Josefin Slab"/>
                <a:cs typeface="Josefin Slab"/>
                <a:sym typeface="Josefin Slab"/>
              </a:defRPr>
            </a:lvl5pPr>
            <a:lvl6pPr marL="2743200" marR="0" lvl="5" indent="-304800" algn="ctr" rtl="0">
              <a:lnSpc>
                <a:spcPct val="100000"/>
              </a:lnSpc>
              <a:spcBef>
                <a:spcPts val="0"/>
              </a:spcBef>
              <a:spcAft>
                <a:spcPts val="0"/>
              </a:spcAft>
              <a:buClr>
                <a:srgbClr val="434343"/>
              </a:buClr>
              <a:buSzPts val="1400"/>
              <a:buFont typeface="Josefin Slab SemiBold"/>
              <a:buAutoNum type="romanLcPeriod"/>
              <a:defRPr sz="1400" b="0" i="0" u="none" strike="noStrike" cap="none">
                <a:solidFill>
                  <a:srgbClr val="434343"/>
                </a:solidFill>
                <a:latin typeface="Josefin Slab"/>
                <a:ea typeface="Josefin Slab"/>
                <a:cs typeface="Josefin Slab"/>
                <a:sym typeface="Josefin Slab"/>
              </a:defRPr>
            </a:lvl6pPr>
            <a:lvl7pPr marL="3200400" marR="0" lvl="6" indent="-304800" algn="ctr" rtl="0">
              <a:lnSpc>
                <a:spcPct val="100000"/>
              </a:lnSpc>
              <a:spcBef>
                <a:spcPts val="0"/>
              </a:spcBef>
              <a:spcAft>
                <a:spcPts val="0"/>
              </a:spcAft>
              <a:buClr>
                <a:srgbClr val="434343"/>
              </a:buClr>
              <a:buSzPts val="1400"/>
              <a:buFont typeface="Josefin Slab SemiBold"/>
              <a:buAutoNum type="arabicPeriod"/>
              <a:defRPr sz="1400" b="0" i="0" u="none" strike="noStrike" cap="none">
                <a:solidFill>
                  <a:srgbClr val="434343"/>
                </a:solidFill>
                <a:latin typeface="Josefin Slab"/>
                <a:ea typeface="Josefin Slab"/>
                <a:cs typeface="Josefin Slab"/>
                <a:sym typeface="Josefin Slab"/>
              </a:defRPr>
            </a:lvl7pPr>
            <a:lvl8pPr marL="3657600" marR="0" lvl="7" indent="-304800" algn="ctr" rtl="0">
              <a:lnSpc>
                <a:spcPct val="100000"/>
              </a:lnSpc>
              <a:spcBef>
                <a:spcPts val="0"/>
              </a:spcBef>
              <a:spcAft>
                <a:spcPts val="0"/>
              </a:spcAft>
              <a:buClr>
                <a:srgbClr val="434343"/>
              </a:buClr>
              <a:buSzPts val="1400"/>
              <a:buFont typeface="Josefin Slab SemiBold"/>
              <a:buAutoNum type="alphaLcPeriod"/>
              <a:defRPr sz="1400" b="0" i="0" u="none" strike="noStrike" cap="none">
                <a:solidFill>
                  <a:srgbClr val="434343"/>
                </a:solidFill>
                <a:latin typeface="Josefin Slab"/>
                <a:ea typeface="Josefin Slab"/>
                <a:cs typeface="Josefin Slab"/>
                <a:sym typeface="Josefin Slab"/>
              </a:defRPr>
            </a:lvl8pPr>
            <a:lvl9pPr marL="4114800" marR="0" lvl="8" indent="-304800" algn="ctr" rtl="0">
              <a:lnSpc>
                <a:spcPct val="100000"/>
              </a:lnSpc>
              <a:spcBef>
                <a:spcPts val="0"/>
              </a:spcBef>
              <a:spcAft>
                <a:spcPts val="0"/>
              </a:spcAft>
              <a:buClr>
                <a:srgbClr val="434343"/>
              </a:buClr>
              <a:buSzPts val="1400"/>
              <a:buFont typeface="Josefin Slab SemiBold"/>
              <a:buAutoNum type="romanLcPeriod"/>
              <a:defRPr sz="1400" b="0" i="0" u="none" strike="noStrike" cap="none">
                <a:solidFill>
                  <a:srgbClr val="434343"/>
                </a:solidFill>
                <a:latin typeface="Josefin Slab"/>
                <a:ea typeface="Josefin Slab"/>
                <a:cs typeface="Josefin Slab"/>
                <a:sym typeface="Josefin Slab"/>
              </a:defRPr>
            </a:lvl9pPr>
          </a:lstStyle>
          <a:p>
            <a:pPr marL="0" indent="0">
              <a:buFont typeface="Josefin Slab"/>
              <a:buNone/>
            </a:pPr>
            <a:r>
              <a:rPr lang="vi-VN" sz="1600" dirty="0">
                <a:solidFill>
                  <a:schemeClr val="accent3"/>
                </a:solidFill>
              </a:rPr>
              <a:t>- </a:t>
            </a:r>
            <a:r>
              <a:rPr lang="es-ES" sz="1600" dirty="0">
                <a:solidFill>
                  <a:schemeClr val="accent3"/>
                </a:solidFill>
              </a:rPr>
              <a:t>Khoảng </a:t>
            </a:r>
            <a:r>
              <a:rPr lang="vi-VN" sz="1600" dirty="0">
                <a:solidFill>
                  <a:schemeClr val="accent3"/>
                </a:solidFill>
              </a:rPr>
              <a:t>30</a:t>
            </a:r>
            <a:r>
              <a:rPr lang="es-ES" sz="1600" dirty="0">
                <a:solidFill>
                  <a:schemeClr val="accent3"/>
                </a:solidFill>
              </a:rPr>
              <a:t> triệu quan sát ​</a:t>
            </a:r>
          </a:p>
          <a:p>
            <a:pPr marL="0" indent="0">
              <a:buFont typeface="Josefin Slab"/>
              <a:buNone/>
            </a:pPr>
            <a:r>
              <a:rPr lang="vi-VN" sz="1600" dirty="0">
                <a:solidFill>
                  <a:schemeClr val="accent3"/>
                </a:solidFill>
              </a:rPr>
              <a:t>- </a:t>
            </a:r>
            <a:r>
              <a:rPr lang="es-ES" sz="1600" dirty="0">
                <a:solidFill>
                  <a:schemeClr val="accent3"/>
                </a:solidFill>
              </a:rPr>
              <a:t>Có 160 </a:t>
            </a:r>
            <a:r>
              <a:rPr lang="vi-VN" sz="1600" dirty="0">
                <a:solidFill>
                  <a:schemeClr val="accent3"/>
                </a:solidFill>
              </a:rPr>
              <a:t>cột</a:t>
            </a:r>
            <a:r>
              <a:rPr lang="es-ES" sz="1600" dirty="0">
                <a:solidFill>
                  <a:schemeClr val="accent3"/>
                </a:solidFill>
              </a:rPr>
              <a:t>​</a:t>
            </a:r>
          </a:p>
          <a:p>
            <a:pPr marL="0" indent="0">
              <a:buFont typeface="Josefin Slab"/>
              <a:buNone/>
            </a:pPr>
            <a:r>
              <a:rPr lang="vi-VN" sz="1600" dirty="0">
                <a:solidFill>
                  <a:schemeClr val="accent3"/>
                </a:solidFill>
              </a:rPr>
              <a:t>- </a:t>
            </a:r>
            <a:r>
              <a:rPr lang="es-ES" sz="1600" dirty="0">
                <a:solidFill>
                  <a:schemeClr val="accent3"/>
                </a:solidFill>
              </a:rPr>
              <a:t>Chấp nhận bằng</a:t>
            </a:r>
            <a:r>
              <a:rPr lang="vi-VN" sz="1600" dirty="0">
                <a:solidFill>
                  <a:schemeClr val="accent3"/>
                </a:solidFill>
              </a:rPr>
              <a:t> khoảng</a:t>
            </a:r>
            <a:r>
              <a:rPr lang="es-ES" sz="1600" dirty="0">
                <a:solidFill>
                  <a:schemeClr val="accent3"/>
                </a:solidFill>
              </a:rPr>
              <a:t> 8% từ chối</a:t>
            </a:r>
          </a:p>
        </p:txBody>
      </p:sp>
      <p:grpSp>
        <p:nvGrpSpPr>
          <p:cNvPr id="5" name="Google Shape;682;p31">
            <a:extLst>
              <a:ext uri="{FF2B5EF4-FFF2-40B4-BE49-F238E27FC236}">
                <a16:creationId xmlns:a16="http://schemas.microsoft.com/office/drawing/2014/main" id="{00931652-E9C2-75B8-3097-1B26B976FD1C}"/>
              </a:ext>
            </a:extLst>
          </p:cNvPr>
          <p:cNvGrpSpPr/>
          <p:nvPr/>
        </p:nvGrpSpPr>
        <p:grpSpPr>
          <a:xfrm>
            <a:off x="13523959" y="7620213"/>
            <a:ext cx="2659513" cy="78499"/>
            <a:chOff x="0" y="4397412"/>
            <a:chExt cx="4600713" cy="150450"/>
          </a:xfrm>
        </p:grpSpPr>
        <p:sp>
          <p:nvSpPr>
            <p:cNvPr id="6" name="Google Shape;683;p31">
              <a:extLst>
                <a:ext uri="{FF2B5EF4-FFF2-40B4-BE49-F238E27FC236}">
                  <a16:creationId xmlns:a16="http://schemas.microsoft.com/office/drawing/2014/main" id="{F9BCE004-A42A-C1D4-F40A-6E95A16FFA16}"/>
                </a:ext>
              </a:extLst>
            </p:cNvPr>
            <p:cNvSpPr/>
            <p:nvPr/>
          </p:nvSpPr>
          <p:spPr>
            <a:xfrm>
              <a:off x="0" y="4397412"/>
              <a:ext cx="4600713" cy="2416"/>
            </a:xfrm>
            <a:custGeom>
              <a:avLst/>
              <a:gdLst/>
              <a:ahLst/>
              <a:cxnLst/>
              <a:rect l="l" t="t" r="r" b="b"/>
              <a:pathLst>
                <a:path w="131402" h="69" extrusionOk="0">
                  <a:moveTo>
                    <a:pt x="0" y="1"/>
                  </a:moveTo>
                  <a:lnTo>
                    <a:pt x="0" y="69"/>
                  </a:lnTo>
                  <a:lnTo>
                    <a:pt x="131401" y="69"/>
                  </a:lnTo>
                  <a:lnTo>
                    <a:pt x="131401"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84;p31">
              <a:extLst>
                <a:ext uri="{FF2B5EF4-FFF2-40B4-BE49-F238E27FC236}">
                  <a16:creationId xmlns:a16="http://schemas.microsoft.com/office/drawing/2014/main" id="{9836E55B-4741-C7B2-ED8A-F3796B24490B}"/>
                </a:ext>
              </a:extLst>
            </p:cNvPr>
            <p:cNvSpPr/>
            <p:nvPr/>
          </p:nvSpPr>
          <p:spPr>
            <a:xfrm>
              <a:off x="755786" y="4545586"/>
              <a:ext cx="305519" cy="2276"/>
            </a:xfrm>
            <a:custGeom>
              <a:avLst/>
              <a:gdLst/>
              <a:ahLst/>
              <a:cxnLst/>
              <a:rect l="l" t="t" r="r" b="b"/>
              <a:pathLst>
                <a:path w="8726" h="65" extrusionOk="0">
                  <a:moveTo>
                    <a:pt x="0" y="0"/>
                  </a:moveTo>
                  <a:lnTo>
                    <a:pt x="0" y="65"/>
                  </a:lnTo>
                  <a:lnTo>
                    <a:pt x="8726" y="65"/>
                  </a:lnTo>
                  <a:lnTo>
                    <a:pt x="8726" y="0"/>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5;p31">
              <a:extLst>
                <a:ext uri="{FF2B5EF4-FFF2-40B4-BE49-F238E27FC236}">
                  <a16:creationId xmlns:a16="http://schemas.microsoft.com/office/drawing/2014/main" id="{F9681ADC-CF4F-C547-C18A-BD52336F15C9}"/>
                </a:ext>
              </a:extLst>
            </p:cNvPr>
            <p:cNvSpPr/>
            <p:nvPr/>
          </p:nvSpPr>
          <p:spPr>
            <a:xfrm>
              <a:off x="1619552" y="4536412"/>
              <a:ext cx="497808" cy="2276"/>
            </a:xfrm>
            <a:custGeom>
              <a:avLst/>
              <a:gdLst/>
              <a:ahLst/>
              <a:cxnLst/>
              <a:rect l="l" t="t" r="r" b="b"/>
              <a:pathLst>
                <a:path w="14218" h="65" extrusionOk="0">
                  <a:moveTo>
                    <a:pt x="0" y="0"/>
                  </a:moveTo>
                  <a:lnTo>
                    <a:pt x="0" y="65"/>
                  </a:lnTo>
                  <a:lnTo>
                    <a:pt x="14217" y="65"/>
                  </a:lnTo>
                  <a:lnTo>
                    <a:pt x="14217" y="0"/>
                  </a:lnTo>
                  <a:close/>
                </a:path>
              </a:pathLst>
            </a:custGeom>
            <a:solidFill>
              <a:srgbClr val="EBEBEB"/>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6;p31">
              <a:extLst>
                <a:ext uri="{FF2B5EF4-FFF2-40B4-BE49-F238E27FC236}">
                  <a16:creationId xmlns:a16="http://schemas.microsoft.com/office/drawing/2014/main" id="{554118EE-D946-BBFD-3C77-01AB8EE2F37F}"/>
                </a:ext>
              </a:extLst>
            </p:cNvPr>
            <p:cNvSpPr/>
            <p:nvPr/>
          </p:nvSpPr>
          <p:spPr>
            <a:xfrm>
              <a:off x="1070481" y="4460119"/>
              <a:ext cx="175833" cy="2311"/>
            </a:xfrm>
            <a:custGeom>
              <a:avLst/>
              <a:gdLst/>
              <a:ahLst/>
              <a:cxnLst/>
              <a:rect l="l" t="t" r="r" b="b"/>
              <a:pathLst>
                <a:path w="5022" h="66" extrusionOk="0">
                  <a:moveTo>
                    <a:pt x="1" y="1"/>
                  </a:moveTo>
                  <a:lnTo>
                    <a:pt x="1" y="65"/>
                  </a:lnTo>
                  <a:lnTo>
                    <a:pt x="5022" y="65"/>
                  </a:lnTo>
                  <a:lnTo>
                    <a:pt x="5022"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87;p31">
              <a:extLst>
                <a:ext uri="{FF2B5EF4-FFF2-40B4-BE49-F238E27FC236}">
                  <a16:creationId xmlns:a16="http://schemas.microsoft.com/office/drawing/2014/main" id="{F82C0A09-8872-34B1-8E96-89587F52E243}"/>
                </a:ext>
              </a:extLst>
            </p:cNvPr>
            <p:cNvSpPr/>
            <p:nvPr/>
          </p:nvSpPr>
          <p:spPr>
            <a:xfrm>
              <a:off x="2732853" y="4514424"/>
              <a:ext cx="418259" cy="2276"/>
            </a:xfrm>
            <a:custGeom>
              <a:avLst/>
              <a:gdLst/>
              <a:ahLst/>
              <a:cxnLst/>
              <a:rect l="l" t="t" r="r" b="b"/>
              <a:pathLst>
                <a:path w="11946" h="65" extrusionOk="0">
                  <a:moveTo>
                    <a:pt x="0" y="0"/>
                  </a:moveTo>
                  <a:lnTo>
                    <a:pt x="0" y="65"/>
                  </a:lnTo>
                  <a:lnTo>
                    <a:pt x="11946" y="65"/>
                  </a:lnTo>
                  <a:lnTo>
                    <a:pt x="11946" y="0"/>
                  </a:lnTo>
                  <a:close/>
                </a:path>
              </a:pathLst>
            </a:custGeom>
            <a:solidFill>
              <a:srgbClr val="EBEBE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688;p31">
            <a:extLst>
              <a:ext uri="{FF2B5EF4-FFF2-40B4-BE49-F238E27FC236}">
                <a16:creationId xmlns:a16="http://schemas.microsoft.com/office/drawing/2014/main" id="{1679F23E-066C-821E-1E8A-A6AB457BE06A}"/>
              </a:ext>
            </a:extLst>
          </p:cNvPr>
          <p:cNvGrpSpPr/>
          <p:nvPr/>
        </p:nvGrpSpPr>
        <p:grpSpPr>
          <a:xfrm>
            <a:off x="5021492" y="-4600905"/>
            <a:ext cx="1781426" cy="1438786"/>
            <a:chOff x="5215723" y="1479118"/>
            <a:chExt cx="3081703" cy="2757573"/>
          </a:xfrm>
        </p:grpSpPr>
        <p:grpSp>
          <p:nvGrpSpPr>
            <p:cNvPr id="12" name="Google Shape;689;p31">
              <a:extLst>
                <a:ext uri="{FF2B5EF4-FFF2-40B4-BE49-F238E27FC236}">
                  <a16:creationId xmlns:a16="http://schemas.microsoft.com/office/drawing/2014/main" id="{63447D03-3E8C-E1FF-7F37-48A80EC3935A}"/>
                </a:ext>
              </a:extLst>
            </p:cNvPr>
            <p:cNvGrpSpPr/>
            <p:nvPr/>
          </p:nvGrpSpPr>
          <p:grpSpPr>
            <a:xfrm>
              <a:off x="5215723" y="1707350"/>
              <a:ext cx="3081703" cy="2529341"/>
              <a:chOff x="5150194" y="1591500"/>
              <a:chExt cx="3081703" cy="2529341"/>
            </a:xfrm>
          </p:grpSpPr>
          <p:sp>
            <p:nvSpPr>
              <p:cNvPr id="22" name="Google Shape;690;p31">
                <a:extLst>
                  <a:ext uri="{FF2B5EF4-FFF2-40B4-BE49-F238E27FC236}">
                    <a16:creationId xmlns:a16="http://schemas.microsoft.com/office/drawing/2014/main" id="{BBB0E2FB-4E63-BFFA-6EFA-25B64A5634D8}"/>
                  </a:ext>
                </a:extLst>
              </p:cNvPr>
              <p:cNvSpPr/>
              <p:nvPr/>
            </p:nvSpPr>
            <p:spPr>
              <a:xfrm>
                <a:off x="5150194" y="1591500"/>
                <a:ext cx="1147444" cy="2529341"/>
              </a:xfrm>
              <a:custGeom>
                <a:avLst/>
                <a:gdLst/>
                <a:ahLst/>
                <a:cxnLst/>
                <a:rect l="l" t="t" r="r" b="b"/>
                <a:pathLst>
                  <a:path w="46540" h="64368" extrusionOk="0">
                    <a:moveTo>
                      <a:pt x="45240" y="58"/>
                    </a:moveTo>
                    <a:cubicBezTo>
                      <a:pt x="45926" y="58"/>
                      <a:pt x="46482" y="614"/>
                      <a:pt x="46482" y="1299"/>
                    </a:cubicBezTo>
                    <a:lnTo>
                      <a:pt x="46482" y="63068"/>
                    </a:lnTo>
                    <a:cubicBezTo>
                      <a:pt x="46482" y="63753"/>
                      <a:pt x="45926" y="64310"/>
                      <a:pt x="45240" y="64310"/>
                    </a:cubicBezTo>
                    <a:lnTo>
                      <a:pt x="1299" y="64310"/>
                    </a:lnTo>
                    <a:cubicBezTo>
                      <a:pt x="615" y="64310"/>
                      <a:pt x="58" y="63753"/>
                      <a:pt x="58" y="63068"/>
                    </a:cubicBezTo>
                    <a:lnTo>
                      <a:pt x="58" y="1299"/>
                    </a:lnTo>
                    <a:cubicBezTo>
                      <a:pt x="58" y="614"/>
                      <a:pt x="615" y="58"/>
                      <a:pt x="1299" y="58"/>
                    </a:cubicBezTo>
                    <a:close/>
                    <a:moveTo>
                      <a:pt x="1299" y="0"/>
                    </a:moveTo>
                    <a:cubicBezTo>
                      <a:pt x="582" y="0"/>
                      <a:pt x="0" y="582"/>
                      <a:pt x="0" y="1299"/>
                    </a:cubicBezTo>
                    <a:lnTo>
                      <a:pt x="0" y="63068"/>
                    </a:lnTo>
                    <a:cubicBezTo>
                      <a:pt x="0" y="63786"/>
                      <a:pt x="582" y="64368"/>
                      <a:pt x="1299" y="64368"/>
                    </a:cubicBezTo>
                    <a:lnTo>
                      <a:pt x="45240" y="64368"/>
                    </a:lnTo>
                    <a:cubicBezTo>
                      <a:pt x="45958" y="64368"/>
                      <a:pt x="46539" y="63786"/>
                      <a:pt x="46539" y="63068"/>
                    </a:cubicBezTo>
                    <a:lnTo>
                      <a:pt x="46539" y="1299"/>
                    </a:lnTo>
                    <a:cubicBezTo>
                      <a:pt x="46539" y="582"/>
                      <a:pt x="45958" y="0"/>
                      <a:pt x="45240"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91;p31">
                <a:extLst>
                  <a:ext uri="{FF2B5EF4-FFF2-40B4-BE49-F238E27FC236}">
                    <a16:creationId xmlns:a16="http://schemas.microsoft.com/office/drawing/2014/main" id="{7134FE70-CECE-9344-C1FF-F0B580F72AEA}"/>
                  </a:ext>
                </a:extLst>
              </p:cNvPr>
              <p:cNvSpPr/>
              <p:nvPr/>
            </p:nvSpPr>
            <p:spPr>
              <a:xfrm>
                <a:off x="6402990" y="1591500"/>
                <a:ext cx="1828907" cy="2529341"/>
              </a:xfrm>
              <a:custGeom>
                <a:avLst/>
                <a:gdLst/>
                <a:ahLst/>
                <a:cxnLst/>
                <a:rect l="l" t="t" r="r" b="b"/>
                <a:pathLst>
                  <a:path w="46543" h="64368" extrusionOk="0">
                    <a:moveTo>
                      <a:pt x="45243" y="58"/>
                    </a:moveTo>
                    <a:cubicBezTo>
                      <a:pt x="45928" y="58"/>
                      <a:pt x="46485" y="614"/>
                      <a:pt x="46485" y="1299"/>
                    </a:cubicBezTo>
                    <a:lnTo>
                      <a:pt x="46485" y="63068"/>
                    </a:lnTo>
                    <a:cubicBezTo>
                      <a:pt x="46485" y="63753"/>
                      <a:pt x="45928" y="64310"/>
                      <a:pt x="45243" y="64310"/>
                    </a:cubicBezTo>
                    <a:lnTo>
                      <a:pt x="1299" y="64310"/>
                    </a:lnTo>
                    <a:cubicBezTo>
                      <a:pt x="617" y="64310"/>
                      <a:pt x="57" y="63753"/>
                      <a:pt x="57" y="63068"/>
                    </a:cubicBezTo>
                    <a:lnTo>
                      <a:pt x="57" y="1299"/>
                    </a:lnTo>
                    <a:cubicBezTo>
                      <a:pt x="57" y="614"/>
                      <a:pt x="617" y="58"/>
                      <a:pt x="1299" y="58"/>
                    </a:cubicBezTo>
                    <a:close/>
                    <a:moveTo>
                      <a:pt x="1299" y="0"/>
                    </a:moveTo>
                    <a:cubicBezTo>
                      <a:pt x="585" y="0"/>
                      <a:pt x="0" y="582"/>
                      <a:pt x="0" y="1299"/>
                    </a:cubicBezTo>
                    <a:lnTo>
                      <a:pt x="0" y="63068"/>
                    </a:lnTo>
                    <a:cubicBezTo>
                      <a:pt x="0" y="63786"/>
                      <a:pt x="585" y="64368"/>
                      <a:pt x="1299" y="64368"/>
                    </a:cubicBezTo>
                    <a:lnTo>
                      <a:pt x="45243" y="64368"/>
                    </a:lnTo>
                    <a:cubicBezTo>
                      <a:pt x="45961" y="64368"/>
                      <a:pt x="46542" y="63786"/>
                      <a:pt x="46542" y="63068"/>
                    </a:cubicBezTo>
                    <a:lnTo>
                      <a:pt x="46542" y="1299"/>
                    </a:lnTo>
                    <a:cubicBezTo>
                      <a:pt x="46542" y="582"/>
                      <a:pt x="45961" y="0"/>
                      <a:pt x="45243"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692;p31">
              <a:extLst>
                <a:ext uri="{FF2B5EF4-FFF2-40B4-BE49-F238E27FC236}">
                  <a16:creationId xmlns:a16="http://schemas.microsoft.com/office/drawing/2014/main" id="{41A5AD8B-4575-DF56-3512-434A9A5B7E5B}"/>
                </a:ext>
              </a:extLst>
            </p:cNvPr>
            <p:cNvGrpSpPr/>
            <p:nvPr/>
          </p:nvGrpSpPr>
          <p:grpSpPr>
            <a:xfrm>
              <a:off x="5723516" y="1479118"/>
              <a:ext cx="2288423" cy="1787926"/>
              <a:chOff x="5723516" y="1479118"/>
              <a:chExt cx="2288423" cy="1787926"/>
            </a:xfrm>
          </p:grpSpPr>
          <p:sp>
            <p:nvSpPr>
              <p:cNvPr id="17" name="Google Shape;693;p31">
                <a:extLst>
                  <a:ext uri="{FF2B5EF4-FFF2-40B4-BE49-F238E27FC236}">
                    <a16:creationId xmlns:a16="http://schemas.microsoft.com/office/drawing/2014/main" id="{DDC2DA49-001D-2F1A-C2FF-2B6C4C654AD2}"/>
                  </a:ext>
                </a:extLst>
              </p:cNvPr>
              <p:cNvSpPr/>
              <p:nvPr/>
            </p:nvSpPr>
            <p:spPr>
              <a:xfrm>
                <a:off x="5723516" y="1479118"/>
                <a:ext cx="2288423" cy="291294"/>
              </a:xfrm>
              <a:custGeom>
                <a:avLst/>
                <a:gdLst/>
                <a:ahLst/>
                <a:cxnLst/>
                <a:rect l="l" t="t" r="r" b="b"/>
                <a:pathLst>
                  <a:path w="58237" h="7413" extrusionOk="0">
                    <a:moveTo>
                      <a:pt x="1756" y="1"/>
                    </a:moveTo>
                    <a:cubicBezTo>
                      <a:pt x="791" y="1"/>
                      <a:pt x="1" y="794"/>
                      <a:pt x="1" y="1760"/>
                    </a:cubicBezTo>
                    <a:lnTo>
                      <a:pt x="1" y="7413"/>
                    </a:lnTo>
                    <a:lnTo>
                      <a:pt x="58237" y="7413"/>
                    </a:lnTo>
                    <a:lnTo>
                      <a:pt x="58237" y="1760"/>
                    </a:lnTo>
                    <a:cubicBezTo>
                      <a:pt x="58237" y="794"/>
                      <a:pt x="57448" y="1"/>
                      <a:pt x="56482" y="1"/>
                    </a:cubicBezTo>
                    <a:close/>
                  </a:path>
                </a:pathLst>
              </a:custGeom>
              <a:solidFill>
                <a:srgbClr val="43434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94;p31">
                <a:extLst>
                  <a:ext uri="{FF2B5EF4-FFF2-40B4-BE49-F238E27FC236}">
                    <a16:creationId xmlns:a16="http://schemas.microsoft.com/office/drawing/2014/main" id="{4FA36C5C-976D-CE0A-2AD9-B3FA1841CF9D}"/>
                  </a:ext>
                </a:extLst>
              </p:cNvPr>
              <p:cNvSpPr/>
              <p:nvPr/>
            </p:nvSpPr>
            <p:spPr>
              <a:xfrm>
                <a:off x="6229445" y="1572681"/>
                <a:ext cx="104407" cy="104368"/>
              </a:xfrm>
              <a:custGeom>
                <a:avLst/>
                <a:gdLst/>
                <a:ahLst/>
                <a:cxnLst/>
                <a:rect l="l" t="t" r="r" b="b"/>
                <a:pathLst>
                  <a:path w="2657" h="2656" extrusionOk="0">
                    <a:moveTo>
                      <a:pt x="1329" y="0"/>
                    </a:moveTo>
                    <a:cubicBezTo>
                      <a:pt x="597" y="0"/>
                      <a:pt x="1" y="595"/>
                      <a:pt x="1" y="1328"/>
                    </a:cubicBezTo>
                    <a:cubicBezTo>
                      <a:pt x="1" y="2060"/>
                      <a:pt x="597" y="2656"/>
                      <a:pt x="1329" y="2656"/>
                    </a:cubicBezTo>
                    <a:cubicBezTo>
                      <a:pt x="2065" y="2656"/>
                      <a:pt x="2656" y="2060"/>
                      <a:pt x="2656" y="1328"/>
                    </a:cubicBezTo>
                    <a:cubicBezTo>
                      <a:pt x="2656" y="595"/>
                      <a:pt x="2065" y="0"/>
                      <a:pt x="1329" y="0"/>
                    </a:cubicBezTo>
                    <a:close/>
                  </a:path>
                </a:pathLst>
              </a:custGeom>
              <a:solidFill>
                <a:srgbClr val="FFFFF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95;p31">
                <a:extLst>
                  <a:ext uri="{FF2B5EF4-FFF2-40B4-BE49-F238E27FC236}">
                    <a16:creationId xmlns:a16="http://schemas.microsoft.com/office/drawing/2014/main" id="{70DE8650-D375-E2D0-9A5F-CE7B99EC88A7}"/>
                  </a:ext>
                </a:extLst>
              </p:cNvPr>
              <p:cNvSpPr/>
              <p:nvPr/>
            </p:nvSpPr>
            <p:spPr>
              <a:xfrm>
                <a:off x="6044560" y="1572681"/>
                <a:ext cx="104407" cy="104368"/>
              </a:xfrm>
              <a:custGeom>
                <a:avLst/>
                <a:gdLst/>
                <a:ahLst/>
                <a:cxnLst/>
                <a:rect l="l" t="t" r="r" b="b"/>
                <a:pathLst>
                  <a:path w="2657" h="2656" extrusionOk="0">
                    <a:moveTo>
                      <a:pt x="1328" y="0"/>
                    </a:moveTo>
                    <a:cubicBezTo>
                      <a:pt x="596" y="0"/>
                      <a:pt x="0" y="595"/>
                      <a:pt x="0" y="1328"/>
                    </a:cubicBezTo>
                    <a:cubicBezTo>
                      <a:pt x="0" y="2060"/>
                      <a:pt x="596" y="2656"/>
                      <a:pt x="1328" y="2656"/>
                    </a:cubicBezTo>
                    <a:cubicBezTo>
                      <a:pt x="2060" y="2656"/>
                      <a:pt x="2656" y="2060"/>
                      <a:pt x="2656" y="1328"/>
                    </a:cubicBezTo>
                    <a:cubicBezTo>
                      <a:pt x="2656" y="595"/>
                      <a:pt x="2060" y="0"/>
                      <a:pt x="1328" y="0"/>
                    </a:cubicBezTo>
                    <a:close/>
                  </a:path>
                </a:pathLst>
              </a:custGeom>
              <a:solidFill>
                <a:srgbClr val="FFFFF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96;p31">
                <a:extLst>
                  <a:ext uri="{FF2B5EF4-FFF2-40B4-BE49-F238E27FC236}">
                    <a16:creationId xmlns:a16="http://schemas.microsoft.com/office/drawing/2014/main" id="{4FD969F4-4D2A-5DA9-C74C-E85B5EF83280}"/>
                  </a:ext>
                </a:extLst>
              </p:cNvPr>
              <p:cNvSpPr/>
              <p:nvPr/>
            </p:nvSpPr>
            <p:spPr>
              <a:xfrm>
                <a:off x="5859635" y="1572681"/>
                <a:ext cx="104407" cy="104368"/>
              </a:xfrm>
              <a:custGeom>
                <a:avLst/>
                <a:gdLst/>
                <a:ahLst/>
                <a:cxnLst/>
                <a:rect l="l" t="t" r="r" b="b"/>
                <a:pathLst>
                  <a:path w="2657" h="2656" extrusionOk="0">
                    <a:moveTo>
                      <a:pt x="1329" y="0"/>
                    </a:moveTo>
                    <a:cubicBezTo>
                      <a:pt x="593" y="0"/>
                      <a:pt x="0" y="595"/>
                      <a:pt x="0" y="1328"/>
                    </a:cubicBezTo>
                    <a:cubicBezTo>
                      <a:pt x="0" y="2060"/>
                      <a:pt x="593" y="2656"/>
                      <a:pt x="1329" y="2656"/>
                    </a:cubicBezTo>
                    <a:cubicBezTo>
                      <a:pt x="2061" y="2656"/>
                      <a:pt x="2656" y="2060"/>
                      <a:pt x="2656" y="1328"/>
                    </a:cubicBezTo>
                    <a:cubicBezTo>
                      <a:pt x="2656" y="595"/>
                      <a:pt x="2061" y="0"/>
                      <a:pt x="1329" y="0"/>
                    </a:cubicBezTo>
                    <a:close/>
                  </a:path>
                </a:pathLst>
              </a:custGeom>
              <a:solidFill>
                <a:srgbClr val="FFF2C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97;p31">
                <a:extLst>
                  <a:ext uri="{FF2B5EF4-FFF2-40B4-BE49-F238E27FC236}">
                    <a16:creationId xmlns:a16="http://schemas.microsoft.com/office/drawing/2014/main" id="{DF71B7FA-CE08-A38D-3467-8B98A5380970}"/>
                  </a:ext>
                </a:extLst>
              </p:cNvPr>
              <p:cNvSpPr/>
              <p:nvPr/>
            </p:nvSpPr>
            <p:spPr>
              <a:xfrm>
                <a:off x="5723516" y="1770377"/>
                <a:ext cx="2288423" cy="1496668"/>
              </a:xfrm>
              <a:custGeom>
                <a:avLst/>
                <a:gdLst/>
                <a:ahLst/>
                <a:cxnLst/>
                <a:rect l="l" t="t" r="r" b="b"/>
                <a:pathLst>
                  <a:path w="58237" h="38088" extrusionOk="0">
                    <a:moveTo>
                      <a:pt x="1" y="1"/>
                    </a:moveTo>
                    <a:lnTo>
                      <a:pt x="1" y="36332"/>
                    </a:lnTo>
                    <a:cubicBezTo>
                      <a:pt x="1" y="37297"/>
                      <a:pt x="791" y="38087"/>
                      <a:pt x="1756" y="38087"/>
                    </a:cubicBezTo>
                    <a:lnTo>
                      <a:pt x="56482" y="38087"/>
                    </a:lnTo>
                    <a:cubicBezTo>
                      <a:pt x="57448" y="38087"/>
                      <a:pt x="58237" y="37297"/>
                      <a:pt x="58237" y="36332"/>
                    </a:cubicBezTo>
                    <a:lnTo>
                      <a:pt x="58237" y="1"/>
                    </a:lnTo>
                    <a:close/>
                  </a:path>
                </a:pathLst>
              </a:custGeom>
              <a:no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 name="Google Shape;700;p31">
            <a:extLst>
              <a:ext uri="{FF2B5EF4-FFF2-40B4-BE49-F238E27FC236}">
                <a16:creationId xmlns:a16="http://schemas.microsoft.com/office/drawing/2014/main" id="{3B1A086A-D74E-BAA4-EC3B-DC5B929AEAF2}"/>
              </a:ext>
            </a:extLst>
          </p:cNvPr>
          <p:cNvGrpSpPr/>
          <p:nvPr/>
        </p:nvGrpSpPr>
        <p:grpSpPr>
          <a:xfrm>
            <a:off x="4199856" y="-3515742"/>
            <a:ext cx="705853" cy="636648"/>
            <a:chOff x="4394088" y="3299519"/>
            <a:chExt cx="1221060" cy="1220197"/>
          </a:xfrm>
        </p:grpSpPr>
        <p:sp>
          <p:nvSpPr>
            <p:cNvPr id="25" name="Google Shape;701;p31">
              <a:extLst>
                <a:ext uri="{FF2B5EF4-FFF2-40B4-BE49-F238E27FC236}">
                  <a16:creationId xmlns:a16="http://schemas.microsoft.com/office/drawing/2014/main" id="{80FEF7F7-307B-B5CF-B843-62EE0B0149D5}"/>
                </a:ext>
              </a:extLst>
            </p:cNvPr>
            <p:cNvSpPr/>
            <p:nvPr/>
          </p:nvSpPr>
          <p:spPr>
            <a:xfrm>
              <a:off x="5004504" y="3380350"/>
              <a:ext cx="610644" cy="1139359"/>
            </a:xfrm>
            <a:custGeom>
              <a:avLst/>
              <a:gdLst/>
              <a:ahLst/>
              <a:cxnLst/>
              <a:rect l="l" t="t" r="r" b="b"/>
              <a:pathLst>
                <a:path w="15540" h="28995" extrusionOk="0">
                  <a:moveTo>
                    <a:pt x="7768" y="1"/>
                  </a:moveTo>
                  <a:lnTo>
                    <a:pt x="5740" y="3515"/>
                  </a:lnTo>
                  <a:cubicBezTo>
                    <a:pt x="9175" y="5492"/>
                    <a:pt x="11486" y="9203"/>
                    <a:pt x="11486" y="13457"/>
                  </a:cubicBezTo>
                  <a:cubicBezTo>
                    <a:pt x="11486" y="19799"/>
                    <a:pt x="6343" y="24939"/>
                    <a:pt x="1" y="24939"/>
                  </a:cubicBezTo>
                  <a:lnTo>
                    <a:pt x="1" y="28995"/>
                  </a:lnTo>
                  <a:cubicBezTo>
                    <a:pt x="8579" y="28995"/>
                    <a:pt x="15539" y="22035"/>
                    <a:pt x="15539" y="13457"/>
                  </a:cubicBezTo>
                  <a:cubicBezTo>
                    <a:pt x="15539" y="7707"/>
                    <a:pt x="12412" y="2685"/>
                    <a:pt x="7768"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02;p31">
              <a:extLst>
                <a:ext uri="{FF2B5EF4-FFF2-40B4-BE49-F238E27FC236}">
                  <a16:creationId xmlns:a16="http://schemas.microsoft.com/office/drawing/2014/main" id="{4D69CD47-6101-553D-5B55-FBC10682C55F}"/>
                </a:ext>
              </a:extLst>
            </p:cNvPr>
            <p:cNvSpPr/>
            <p:nvPr/>
          </p:nvSpPr>
          <p:spPr>
            <a:xfrm>
              <a:off x="4394088" y="3909150"/>
              <a:ext cx="610448" cy="610566"/>
            </a:xfrm>
            <a:custGeom>
              <a:avLst/>
              <a:gdLst/>
              <a:ahLst/>
              <a:cxnLst/>
              <a:rect l="l" t="t" r="r" b="b"/>
              <a:pathLst>
                <a:path w="15535" h="15538" extrusionOk="0">
                  <a:moveTo>
                    <a:pt x="0" y="0"/>
                  </a:moveTo>
                  <a:cubicBezTo>
                    <a:pt x="0" y="4117"/>
                    <a:pt x="1641" y="8076"/>
                    <a:pt x="4551" y="10984"/>
                  </a:cubicBezTo>
                  <a:cubicBezTo>
                    <a:pt x="7462" y="13894"/>
                    <a:pt x="11418" y="15538"/>
                    <a:pt x="15535" y="15538"/>
                  </a:cubicBezTo>
                  <a:lnTo>
                    <a:pt x="15535" y="11482"/>
                  </a:lnTo>
                  <a:cubicBezTo>
                    <a:pt x="9196" y="11482"/>
                    <a:pt x="4053" y="6342"/>
                    <a:pt x="4053"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03;p31">
              <a:extLst>
                <a:ext uri="{FF2B5EF4-FFF2-40B4-BE49-F238E27FC236}">
                  <a16:creationId xmlns:a16="http://schemas.microsoft.com/office/drawing/2014/main" id="{D58943D1-806B-AEC6-A413-9C5CD66DFFA7}"/>
                </a:ext>
              </a:extLst>
            </p:cNvPr>
            <p:cNvSpPr/>
            <p:nvPr/>
          </p:nvSpPr>
          <p:spPr>
            <a:xfrm>
              <a:off x="4394088" y="3299519"/>
              <a:ext cx="915691" cy="609662"/>
            </a:xfrm>
            <a:custGeom>
              <a:avLst/>
              <a:gdLst/>
              <a:ahLst/>
              <a:cxnLst/>
              <a:rect l="l" t="t" r="r" b="b"/>
              <a:pathLst>
                <a:path w="23303" h="15515" extrusionOk="0">
                  <a:moveTo>
                    <a:pt x="15601" y="0"/>
                  </a:moveTo>
                  <a:cubicBezTo>
                    <a:pt x="10214" y="0"/>
                    <a:pt x="4947" y="2787"/>
                    <a:pt x="2078" y="7750"/>
                  </a:cubicBezTo>
                  <a:cubicBezTo>
                    <a:pt x="721" y="10104"/>
                    <a:pt x="0" y="12790"/>
                    <a:pt x="0" y="15514"/>
                  </a:cubicBezTo>
                  <a:lnTo>
                    <a:pt x="4053" y="15514"/>
                  </a:lnTo>
                  <a:cubicBezTo>
                    <a:pt x="4053" y="9168"/>
                    <a:pt x="9196" y="4031"/>
                    <a:pt x="15535" y="4031"/>
                  </a:cubicBezTo>
                  <a:cubicBezTo>
                    <a:pt x="17627" y="4031"/>
                    <a:pt x="19590" y="4588"/>
                    <a:pt x="21274" y="5572"/>
                  </a:cubicBezTo>
                  <a:lnTo>
                    <a:pt x="23302" y="2058"/>
                  </a:lnTo>
                  <a:cubicBezTo>
                    <a:pt x="20882" y="662"/>
                    <a:pt x="18227" y="0"/>
                    <a:pt x="15601"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704;p31">
            <a:extLst>
              <a:ext uri="{FF2B5EF4-FFF2-40B4-BE49-F238E27FC236}">
                <a16:creationId xmlns:a16="http://schemas.microsoft.com/office/drawing/2014/main" id="{B2AD688B-F59B-F6D3-930D-2BE4C0D2FEF8}"/>
              </a:ext>
            </a:extLst>
          </p:cNvPr>
          <p:cNvSpPr/>
          <p:nvPr/>
        </p:nvSpPr>
        <p:spPr>
          <a:xfrm>
            <a:off x="4475867" y="-4051879"/>
            <a:ext cx="45719" cy="45719"/>
          </a:xfrm>
          <a:custGeom>
            <a:avLst/>
            <a:gdLst/>
            <a:ahLst/>
            <a:cxnLst/>
            <a:rect l="l" t="t" r="r" b="b"/>
            <a:pathLst>
              <a:path w="66" h="152" extrusionOk="0">
                <a:moveTo>
                  <a:pt x="65" y="1"/>
                </a:moveTo>
                <a:cubicBezTo>
                  <a:pt x="54" y="1"/>
                  <a:pt x="40" y="4"/>
                  <a:pt x="29" y="12"/>
                </a:cubicBezTo>
                <a:cubicBezTo>
                  <a:pt x="4" y="30"/>
                  <a:pt x="0" y="65"/>
                  <a:pt x="19" y="90"/>
                </a:cubicBezTo>
                <a:cubicBezTo>
                  <a:pt x="32" y="112"/>
                  <a:pt x="50" y="130"/>
                  <a:pt x="65" y="152"/>
                </a:cubicBezTo>
                <a:lnTo>
                  <a:pt x="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05;p31">
            <a:extLst>
              <a:ext uri="{FF2B5EF4-FFF2-40B4-BE49-F238E27FC236}">
                <a16:creationId xmlns:a16="http://schemas.microsoft.com/office/drawing/2014/main" id="{C7DB2DF4-7C9B-81A7-3632-AD50DCDA7BA1}"/>
              </a:ext>
            </a:extLst>
          </p:cNvPr>
          <p:cNvSpPr/>
          <p:nvPr/>
        </p:nvSpPr>
        <p:spPr>
          <a:xfrm>
            <a:off x="7858657" y="-4162889"/>
            <a:ext cx="45719" cy="45719"/>
          </a:xfrm>
          <a:custGeom>
            <a:avLst/>
            <a:gdLst/>
            <a:ahLst/>
            <a:cxnLst/>
            <a:rect l="l" t="t" r="r" b="b"/>
            <a:pathLst>
              <a:path w="65" h="126" extrusionOk="0">
                <a:moveTo>
                  <a:pt x="0" y="0"/>
                </a:moveTo>
                <a:lnTo>
                  <a:pt x="0" y="126"/>
                </a:lnTo>
                <a:cubicBezTo>
                  <a:pt x="18" y="126"/>
                  <a:pt x="36" y="116"/>
                  <a:pt x="47" y="98"/>
                </a:cubicBezTo>
                <a:cubicBezTo>
                  <a:pt x="65" y="73"/>
                  <a:pt x="58" y="36"/>
                  <a:pt x="29" y="18"/>
                </a:cubicBezTo>
                <a:cubicBezTo>
                  <a:pt x="18" y="15"/>
                  <a:pt x="11" y="8"/>
                  <a:pt x="0" y="0"/>
                </a:cubicBezTo>
                <a:close/>
              </a:path>
            </a:pathLst>
          </a:custGeom>
          <a:solidFill>
            <a:srgbClr val="FE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06;p31">
            <a:extLst>
              <a:ext uri="{FF2B5EF4-FFF2-40B4-BE49-F238E27FC236}">
                <a16:creationId xmlns:a16="http://schemas.microsoft.com/office/drawing/2014/main" id="{6D9F0DE1-68C1-301D-C44C-B83232596485}"/>
              </a:ext>
            </a:extLst>
          </p:cNvPr>
          <p:cNvSpPr/>
          <p:nvPr/>
        </p:nvSpPr>
        <p:spPr>
          <a:xfrm>
            <a:off x="16459641" y="210936"/>
            <a:ext cx="45719" cy="45719"/>
          </a:xfrm>
          <a:custGeom>
            <a:avLst/>
            <a:gdLst/>
            <a:ahLst/>
            <a:cxnLst/>
            <a:rect l="l" t="t" r="r" b="b"/>
            <a:pathLst>
              <a:path w="66" h="123" extrusionOk="0">
                <a:moveTo>
                  <a:pt x="65" y="0"/>
                </a:moveTo>
                <a:cubicBezTo>
                  <a:pt x="54" y="4"/>
                  <a:pt x="47" y="7"/>
                  <a:pt x="37" y="15"/>
                </a:cubicBezTo>
                <a:cubicBezTo>
                  <a:pt x="11" y="29"/>
                  <a:pt x="0" y="65"/>
                  <a:pt x="15" y="90"/>
                </a:cubicBezTo>
                <a:cubicBezTo>
                  <a:pt x="25" y="111"/>
                  <a:pt x="44" y="122"/>
                  <a:pt x="65" y="122"/>
                </a:cubicBezTo>
                <a:lnTo>
                  <a:pt x="65" y="0"/>
                </a:lnTo>
                <a:close/>
              </a:path>
            </a:pathLst>
          </a:custGeom>
          <a:solidFill>
            <a:srgbClr val="D6E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07;p31">
            <a:extLst>
              <a:ext uri="{FF2B5EF4-FFF2-40B4-BE49-F238E27FC236}">
                <a16:creationId xmlns:a16="http://schemas.microsoft.com/office/drawing/2014/main" id="{FF05BC5A-7B72-95A2-ABDF-58F93B8BAFA4}"/>
              </a:ext>
            </a:extLst>
          </p:cNvPr>
          <p:cNvSpPr/>
          <p:nvPr/>
        </p:nvSpPr>
        <p:spPr>
          <a:xfrm>
            <a:off x="7858657" y="-4770201"/>
            <a:ext cx="45719" cy="45719"/>
          </a:xfrm>
          <a:custGeom>
            <a:avLst/>
            <a:gdLst/>
            <a:ahLst/>
            <a:cxnLst/>
            <a:rect l="l" t="t" r="r" b="b"/>
            <a:pathLst>
              <a:path w="65" h="152" extrusionOk="0">
                <a:moveTo>
                  <a:pt x="0" y="0"/>
                </a:moveTo>
                <a:lnTo>
                  <a:pt x="0" y="151"/>
                </a:lnTo>
                <a:cubicBezTo>
                  <a:pt x="15" y="134"/>
                  <a:pt x="29" y="112"/>
                  <a:pt x="43" y="94"/>
                </a:cubicBezTo>
                <a:cubicBezTo>
                  <a:pt x="65" y="69"/>
                  <a:pt x="58" y="33"/>
                  <a:pt x="36" y="15"/>
                </a:cubicBezTo>
                <a:cubicBezTo>
                  <a:pt x="25" y="8"/>
                  <a:pt x="11" y="0"/>
                  <a:pt x="0" y="0"/>
                </a:cubicBezTo>
                <a:close/>
              </a:path>
            </a:pathLst>
          </a:custGeom>
          <a:solidFill>
            <a:srgbClr val="CCD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708;p31">
            <a:extLst>
              <a:ext uri="{FF2B5EF4-FFF2-40B4-BE49-F238E27FC236}">
                <a16:creationId xmlns:a16="http://schemas.microsoft.com/office/drawing/2014/main" id="{3DDE53C7-238B-72A4-B57C-66F2FB678F8F}"/>
              </a:ext>
            </a:extLst>
          </p:cNvPr>
          <p:cNvGrpSpPr/>
          <p:nvPr/>
        </p:nvGrpSpPr>
        <p:grpSpPr>
          <a:xfrm>
            <a:off x="4516174" y="-4477105"/>
            <a:ext cx="1954101" cy="1206879"/>
            <a:chOff x="4710406" y="1815485"/>
            <a:chExt cx="3380414" cy="2313100"/>
          </a:xfrm>
        </p:grpSpPr>
        <p:sp>
          <p:nvSpPr>
            <p:cNvPr id="33" name="Google Shape;709;p31">
              <a:extLst>
                <a:ext uri="{FF2B5EF4-FFF2-40B4-BE49-F238E27FC236}">
                  <a16:creationId xmlns:a16="http://schemas.microsoft.com/office/drawing/2014/main" id="{6A988F72-C5B8-F717-600D-4E920D29F1A1}"/>
                </a:ext>
              </a:extLst>
            </p:cNvPr>
            <p:cNvSpPr/>
            <p:nvPr/>
          </p:nvSpPr>
          <p:spPr>
            <a:xfrm>
              <a:off x="4710406" y="1815485"/>
              <a:ext cx="3380234" cy="2313100"/>
            </a:xfrm>
            <a:custGeom>
              <a:avLst/>
              <a:gdLst/>
              <a:ahLst/>
              <a:cxnLst/>
              <a:rect l="l" t="t" r="r" b="b"/>
              <a:pathLst>
                <a:path w="86022" h="58865" extrusionOk="0">
                  <a:moveTo>
                    <a:pt x="2190" y="1"/>
                  </a:moveTo>
                  <a:cubicBezTo>
                    <a:pt x="987" y="1"/>
                    <a:pt x="0" y="983"/>
                    <a:pt x="0" y="2186"/>
                  </a:cubicBezTo>
                  <a:lnTo>
                    <a:pt x="0" y="56679"/>
                  </a:lnTo>
                  <a:cubicBezTo>
                    <a:pt x="0" y="57881"/>
                    <a:pt x="987" y="58865"/>
                    <a:pt x="2190" y="58865"/>
                  </a:cubicBezTo>
                  <a:lnTo>
                    <a:pt x="83832" y="58865"/>
                  </a:lnTo>
                  <a:cubicBezTo>
                    <a:pt x="85034" y="58865"/>
                    <a:pt x="86021" y="57881"/>
                    <a:pt x="86021" y="56679"/>
                  </a:cubicBezTo>
                  <a:lnTo>
                    <a:pt x="86021" y="2186"/>
                  </a:lnTo>
                  <a:cubicBezTo>
                    <a:pt x="86021" y="983"/>
                    <a:pt x="85034" y="1"/>
                    <a:pt x="83832"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10;p31">
              <a:extLst>
                <a:ext uri="{FF2B5EF4-FFF2-40B4-BE49-F238E27FC236}">
                  <a16:creationId xmlns:a16="http://schemas.microsoft.com/office/drawing/2014/main" id="{4C11D3C1-5943-8189-A84C-05226C394E1F}"/>
                </a:ext>
              </a:extLst>
            </p:cNvPr>
            <p:cNvSpPr/>
            <p:nvPr/>
          </p:nvSpPr>
          <p:spPr>
            <a:xfrm>
              <a:off x="4710425" y="2037750"/>
              <a:ext cx="3380234" cy="1927813"/>
            </a:xfrm>
            <a:custGeom>
              <a:avLst/>
              <a:gdLst/>
              <a:ahLst/>
              <a:cxnLst/>
              <a:rect l="l" t="t" r="r" b="b"/>
              <a:pathLst>
                <a:path w="86022" h="49060" extrusionOk="0">
                  <a:moveTo>
                    <a:pt x="0" y="1"/>
                  </a:moveTo>
                  <a:lnTo>
                    <a:pt x="0" y="49059"/>
                  </a:lnTo>
                  <a:lnTo>
                    <a:pt x="86021" y="49059"/>
                  </a:lnTo>
                  <a:lnTo>
                    <a:pt x="86021" y="1"/>
                  </a:lnTo>
                  <a:close/>
                </a:path>
              </a:pathLst>
            </a:custGeom>
            <a:solidFill>
              <a:srgbClr val="F8F8F8"/>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711;p31">
              <a:extLst>
                <a:ext uri="{FF2B5EF4-FFF2-40B4-BE49-F238E27FC236}">
                  <a16:creationId xmlns:a16="http://schemas.microsoft.com/office/drawing/2014/main" id="{F5D3B6EA-3DEB-6F33-B6FA-FFE23321F63C}"/>
                </a:ext>
              </a:extLst>
            </p:cNvPr>
            <p:cNvGrpSpPr/>
            <p:nvPr/>
          </p:nvGrpSpPr>
          <p:grpSpPr>
            <a:xfrm>
              <a:off x="4710585" y="2281922"/>
              <a:ext cx="3380235" cy="1683652"/>
              <a:chOff x="4710585" y="2281922"/>
              <a:chExt cx="3380235" cy="1683652"/>
            </a:xfrm>
          </p:grpSpPr>
          <p:sp>
            <p:nvSpPr>
              <p:cNvPr id="36" name="Google Shape;712;p31">
                <a:extLst>
                  <a:ext uri="{FF2B5EF4-FFF2-40B4-BE49-F238E27FC236}">
                    <a16:creationId xmlns:a16="http://schemas.microsoft.com/office/drawing/2014/main" id="{5F10E106-D7BA-6563-61C4-CD582594F3C4}"/>
                  </a:ext>
                </a:extLst>
              </p:cNvPr>
              <p:cNvSpPr/>
              <p:nvPr/>
            </p:nvSpPr>
            <p:spPr>
              <a:xfrm>
                <a:off x="4710585" y="3230006"/>
                <a:ext cx="3380234" cy="447295"/>
              </a:xfrm>
              <a:custGeom>
                <a:avLst/>
                <a:gdLst/>
                <a:ahLst/>
                <a:cxnLst/>
                <a:rect l="l" t="t" r="r" b="b"/>
                <a:pathLst>
                  <a:path w="86022" h="11383" extrusionOk="0">
                    <a:moveTo>
                      <a:pt x="84485" y="464"/>
                    </a:moveTo>
                    <a:lnTo>
                      <a:pt x="84485" y="582"/>
                    </a:lnTo>
                    <a:cubicBezTo>
                      <a:pt x="85006" y="769"/>
                      <a:pt x="85512" y="1009"/>
                      <a:pt x="85989" y="1304"/>
                    </a:cubicBezTo>
                    <a:cubicBezTo>
                      <a:pt x="86000" y="1311"/>
                      <a:pt x="86011" y="1314"/>
                      <a:pt x="86021" y="1314"/>
                    </a:cubicBezTo>
                    <a:lnTo>
                      <a:pt x="86021" y="1188"/>
                    </a:lnTo>
                    <a:cubicBezTo>
                      <a:pt x="85534" y="890"/>
                      <a:pt x="85017" y="650"/>
                      <a:pt x="84485" y="464"/>
                    </a:cubicBezTo>
                    <a:close/>
                    <a:moveTo>
                      <a:pt x="0" y="3988"/>
                    </a:moveTo>
                    <a:lnTo>
                      <a:pt x="0" y="4139"/>
                    </a:lnTo>
                    <a:cubicBezTo>
                      <a:pt x="467" y="4760"/>
                      <a:pt x="980" y="5348"/>
                      <a:pt x="1536" y="5898"/>
                    </a:cubicBezTo>
                    <a:lnTo>
                      <a:pt x="1536" y="5740"/>
                    </a:lnTo>
                    <a:cubicBezTo>
                      <a:pt x="994" y="5194"/>
                      <a:pt x="499" y="4620"/>
                      <a:pt x="47" y="4009"/>
                    </a:cubicBezTo>
                    <a:cubicBezTo>
                      <a:pt x="36" y="3996"/>
                      <a:pt x="18" y="3988"/>
                      <a:pt x="0" y="3988"/>
                    </a:cubicBezTo>
                    <a:close/>
                    <a:moveTo>
                      <a:pt x="81772" y="0"/>
                    </a:moveTo>
                    <a:cubicBezTo>
                      <a:pt x="80738" y="0"/>
                      <a:pt x="79708" y="201"/>
                      <a:pt x="78764" y="603"/>
                    </a:cubicBezTo>
                    <a:cubicBezTo>
                      <a:pt x="77540" y="1131"/>
                      <a:pt x="76470" y="1971"/>
                      <a:pt x="75437" y="2785"/>
                    </a:cubicBezTo>
                    <a:cubicBezTo>
                      <a:pt x="74690" y="3375"/>
                      <a:pt x="73918" y="3984"/>
                      <a:pt x="73093" y="4469"/>
                    </a:cubicBezTo>
                    <a:cubicBezTo>
                      <a:pt x="71201" y="5578"/>
                      <a:pt x="68918" y="6128"/>
                      <a:pt x="66183" y="6128"/>
                    </a:cubicBezTo>
                    <a:cubicBezTo>
                      <a:pt x="64687" y="6128"/>
                      <a:pt x="63054" y="5966"/>
                      <a:pt x="61276" y="5636"/>
                    </a:cubicBezTo>
                    <a:cubicBezTo>
                      <a:pt x="59949" y="5388"/>
                      <a:pt x="58603" y="5076"/>
                      <a:pt x="57304" y="4774"/>
                    </a:cubicBezTo>
                    <a:cubicBezTo>
                      <a:pt x="54662" y="4160"/>
                      <a:pt x="51930" y="3525"/>
                      <a:pt x="49203" y="3418"/>
                    </a:cubicBezTo>
                    <a:cubicBezTo>
                      <a:pt x="48911" y="3406"/>
                      <a:pt x="48625" y="3399"/>
                      <a:pt x="48337" y="3399"/>
                    </a:cubicBezTo>
                    <a:cubicBezTo>
                      <a:pt x="46183" y="3399"/>
                      <a:pt x="44066" y="3711"/>
                      <a:pt x="41980" y="4207"/>
                    </a:cubicBezTo>
                    <a:lnTo>
                      <a:pt x="41980" y="4326"/>
                    </a:lnTo>
                    <a:cubicBezTo>
                      <a:pt x="44066" y="3827"/>
                      <a:pt x="46183" y="3514"/>
                      <a:pt x="48337" y="3514"/>
                    </a:cubicBezTo>
                    <a:cubicBezTo>
                      <a:pt x="48625" y="3514"/>
                      <a:pt x="48911" y="3518"/>
                      <a:pt x="49195" y="3532"/>
                    </a:cubicBezTo>
                    <a:cubicBezTo>
                      <a:pt x="51916" y="3636"/>
                      <a:pt x="54640" y="4271"/>
                      <a:pt x="57274" y="4885"/>
                    </a:cubicBezTo>
                    <a:cubicBezTo>
                      <a:pt x="58578" y="5187"/>
                      <a:pt x="59927" y="5499"/>
                      <a:pt x="61255" y="5747"/>
                    </a:cubicBezTo>
                    <a:cubicBezTo>
                      <a:pt x="63039" y="6077"/>
                      <a:pt x="64679" y="6242"/>
                      <a:pt x="66183" y="6242"/>
                    </a:cubicBezTo>
                    <a:cubicBezTo>
                      <a:pt x="68940" y="6242"/>
                      <a:pt x="71241" y="5686"/>
                      <a:pt x="73151" y="4566"/>
                    </a:cubicBezTo>
                    <a:cubicBezTo>
                      <a:pt x="73983" y="4077"/>
                      <a:pt x="74758" y="3468"/>
                      <a:pt x="75508" y="2876"/>
                    </a:cubicBezTo>
                    <a:cubicBezTo>
                      <a:pt x="76535" y="2064"/>
                      <a:pt x="77597" y="1228"/>
                      <a:pt x="78810" y="708"/>
                    </a:cubicBezTo>
                    <a:cubicBezTo>
                      <a:pt x="79740" y="309"/>
                      <a:pt x="80753" y="115"/>
                      <a:pt x="81772" y="115"/>
                    </a:cubicBezTo>
                    <a:cubicBezTo>
                      <a:pt x="82648" y="115"/>
                      <a:pt x="83531" y="259"/>
                      <a:pt x="84371" y="542"/>
                    </a:cubicBezTo>
                    <a:lnTo>
                      <a:pt x="84371" y="424"/>
                    </a:lnTo>
                    <a:cubicBezTo>
                      <a:pt x="83531" y="144"/>
                      <a:pt x="82648" y="0"/>
                      <a:pt x="81772" y="0"/>
                    </a:cubicBezTo>
                    <a:close/>
                    <a:moveTo>
                      <a:pt x="37756" y="5439"/>
                    </a:moveTo>
                    <a:cubicBezTo>
                      <a:pt x="36091" y="5994"/>
                      <a:pt x="34446" y="6619"/>
                      <a:pt x="32817" y="7233"/>
                    </a:cubicBezTo>
                    <a:cubicBezTo>
                      <a:pt x="31177" y="7854"/>
                      <a:pt x="29483" y="8497"/>
                      <a:pt x="27806" y="9057"/>
                    </a:cubicBezTo>
                    <a:cubicBezTo>
                      <a:pt x="23360" y="10546"/>
                      <a:pt x="19530" y="11267"/>
                      <a:pt x="15983" y="11267"/>
                    </a:cubicBezTo>
                    <a:cubicBezTo>
                      <a:pt x="15014" y="11267"/>
                      <a:pt x="14066" y="11214"/>
                      <a:pt x="13137" y="11106"/>
                    </a:cubicBezTo>
                    <a:cubicBezTo>
                      <a:pt x="8614" y="10589"/>
                      <a:pt x="4551" y="8708"/>
                      <a:pt x="1651" y="5851"/>
                    </a:cubicBezTo>
                    <a:lnTo>
                      <a:pt x="1651" y="6009"/>
                    </a:lnTo>
                    <a:cubicBezTo>
                      <a:pt x="4562" y="8841"/>
                      <a:pt x="8618" y="10704"/>
                      <a:pt x="13122" y="11220"/>
                    </a:cubicBezTo>
                    <a:cubicBezTo>
                      <a:pt x="14060" y="11328"/>
                      <a:pt x="15011" y="11382"/>
                      <a:pt x="15983" y="11382"/>
                    </a:cubicBezTo>
                    <a:cubicBezTo>
                      <a:pt x="19540" y="11382"/>
                      <a:pt x="23381" y="10657"/>
                      <a:pt x="27843" y="9164"/>
                    </a:cubicBezTo>
                    <a:cubicBezTo>
                      <a:pt x="29522" y="8604"/>
                      <a:pt x="31216" y="7962"/>
                      <a:pt x="32860" y="7341"/>
                    </a:cubicBezTo>
                    <a:cubicBezTo>
                      <a:pt x="34472" y="6731"/>
                      <a:pt x="36105" y="6113"/>
                      <a:pt x="37756" y="5557"/>
                    </a:cubicBezTo>
                    <a:lnTo>
                      <a:pt x="37756" y="5439"/>
                    </a:ln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713;p31">
                <a:extLst>
                  <a:ext uri="{FF2B5EF4-FFF2-40B4-BE49-F238E27FC236}">
                    <a16:creationId xmlns:a16="http://schemas.microsoft.com/office/drawing/2014/main" id="{7F73F0FD-95B1-BDE9-57EF-9DA2180C388D}"/>
                  </a:ext>
                </a:extLst>
              </p:cNvPr>
              <p:cNvGrpSpPr/>
              <p:nvPr/>
            </p:nvGrpSpPr>
            <p:grpSpPr>
              <a:xfrm>
                <a:off x="4710585" y="2281922"/>
                <a:ext cx="3380235" cy="634850"/>
                <a:chOff x="4672653" y="2281922"/>
                <a:chExt cx="3380235" cy="634850"/>
              </a:xfrm>
            </p:grpSpPr>
            <p:sp>
              <p:nvSpPr>
                <p:cNvPr id="50" name="Google Shape;714;p31">
                  <a:extLst>
                    <a:ext uri="{FF2B5EF4-FFF2-40B4-BE49-F238E27FC236}">
                      <a16:creationId xmlns:a16="http://schemas.microsoft.com/office/drawing/2014/main" id="{BA38F9EC-F920-7CE9-1F27-B78294DD4792}"/>
                    </a:ext>
                  </a:extLst>
                </p:cNvPr>
                <p:cNvSpPr/>
                <p:nvPr/>
              </p:nvSpPr>
              <p:spPr>
                <a:xfrm>
                  <a:off x="4672653" y="2293200"/>
                  <a:ext cx="60514" cy="29235"/>
                </a:xfrm>
                <a:custGeom>
                  <a:avLst/>
                  <a:gdLst/>
                  <a:ahLst/>
                  <a:cxnLst/>
                  <a:rect l="l" t="t" r="r" b="b"/>
                  <a:pathLst>
                    <a:path w="1540" h="744" extrusionOk="0">
                      <a:moveTo>
                        <a:pt x="1539" y="0"/>
                      </a:moveTo>
                      <a:lnTo>
                        <a:pt x="1539" y="0"/>
                      </a:lnTo>
                      <a:cubicBezTo>
                        <a:pt x="1005" y="151"/>
                        <a:pt x="489" y="356"/>
                        <a:pt x="0" y="621"/>
                      </a:cubicBezTo>
                      <a:lnTo>
                        <a:pt x="0" y="743"/>
                      </a:lnTo>
                      <a:cubicBezTo>
                        <a:pt x="7" y="743"/>
                        <a:pt x="18" y="739"/>
                        <a:pt x="25" y="736"/>
                      </a:cubicBezTo>
                      <a:cubicBezTo>
                        <a:pt x="506" y="474"/>
                        <a:pt x="1012" y="270"/>
                        <a:pt x="1536" y="119"/>
                      </a:cubicBezTo>
                      <a:cubicBezTo>
                        <a:pt x="1536" y="79"/>
                        <a:pt x="1539" y="40"/>
                        <a:pt x="1539"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15;p31">
                  <a:extLst>
                    <a:ext uri="{FF2B5EF4-FFF2-40B4-BE49-F238E27FC236}">
                      <a16:creationId xmlns:a16="http://schemas.microsoft.com/office/drawing/2014/main" id="{A19FFF5C-E892-E072-C74C-D357E56B29FC}"/>
                    </a:ext>
                  </a:extLst>
                </p:cNvPr>
                <p:cNvSpPr/>
                <p:nvPr/>
              </p:nvSpPr>
              <p:spPr>
                <a:xfrm>
                  <a:off x="4737530" y="2281922"/>
                  <a:ext cx="3315358" cy="634850"/>
                </a:xfrm>
                <a:custGeom>
                  <a:avLst/>
                  <a:gdLst/>
                  <a:ahLst/>
                  <a:cxnLst/>
                  <a:rect l="l" t="t" r="r" b="b"/>
                  <a:pathLst>
                    <a:path w="84371" h="16156" extrusionOk="0">
                      <a:moveTo>
                        <a:pt x="84370" y="9834"/>
                      </a:moveTo>
                      <a:cubicBezTo>
                        <a:pt x="84352" y="9834"/>
                        <a:pt x="84335" y="9842"/>
                        <a:pt x="84324" y="9856"/>
                      </a:cubicBezTo>
                      <a:cubicBezTo>
                        <a:pt x="83871" y="10434"/>
                        <a:pt x="83373" y="10976"/>
                        <a:pt x="82834" y="11482"/>
                      </a:cubicBezTo>
                      <a:lnTo>
                        <a:pt x="82834" y="11636"/>
                      </a:lnTo>
                      <a:cubicBezTo>
                        <a:pt x="83391" y="11123"/>
                        <a:pt x="83904" y="10574"/>
                        <a:pt x="84370" y="9985"/>
                      </a:cubicBezTo>
                      <a:lnTo>
                        <a:pt x="84370" y="9834"/>
                      </a:lnTo>
                      <a:close/>
                      <a:moveTo>
                        <a:pt x="2021" y="0"/>
                      </a:moveTo>
                      <a:cubicBezTo>
                        <a:pt x="1339" y="0"/>
                        <a:pt x="660" y="86"/>
                        <a:pt x="4" y="255"/>
                      </a:cubicBezTo>
                      <a:cubicBezTo>
                        <a:pt x="4" y="298"/>
                        <a:pt x="0" y="334"/>
                        <a:pt x="0" y="377"/>
                      </a:cubicBezTo>
                      <a:cubicBezTo>
                        <a:pt x="657" y="201"/>
                        <a:pt x="1339" y="111"/>
                        <a:pt x="2025" y="111"/>
                      </a:cubicBezTo>
                      <a:cubicBezTo>
                        <a:pt x="3234" y="111"/>
                        <a:pt x="4454" y="388"/>
                        <a:pt x="5557" y="940"/>
                      </a:cubicBezTo>
                      <a:cubicBezTo>
                        <a:pt x="6770" y="1547"/>
                        <a:pt x="7832" y="2459"/>
                        <a:pt x="8862" y="3342"/>
                      </a:cubicBezTo>
                      <a:cubicBezTo>
                        <a:pt x="9609" y="3988"/>
                        <a:pt x="10388" y="4652"/>
                        <a:pt x="11216" y="5201"/>
                      </a:cubicBezTo>
                      <a:cubicBezTo>
                        <a:pt x="13482" y="6690"/>
                        <a:pt x="16307" y="7427"/>
                        <a:pt x="19784" y="7427"/>
                      </a:cubicBezTo>
                      <a:cubicBezTo>
                        <a:pt x="20833" y="7427"/>
                        <a:pt x="21938" y="7362"/>
                        <a:pt x="23108" y="7229"/>
                      </a:cubicBezTo>
                      <a:cubicBezTo>
                        <a:pt x="24439" y="7078"/>
                        <a:pt x="25786" y="6859"/>
                        <a:pt x="27088" y="6651"/>
                      </a:cubicBezTo>
                      <a:cubicBezTo>
                        <a:pt x="29497" y="6259"/>
                        <a:pt x="31977" y="5861"/>
                        <a:pt x="34461" y="5861"/>
                      </a:cubicBezTo>
                      <a:lnTo>
                        <a:pt x="34777" y="5861"/>
                      </a:lnTo>
                      <a:cubicBezTo>
                        <a:pt x="34953" y="5840"/>
                        <a:pt x="35129" y="5825"/>
                        <a:pt x="35305" y="5825"/>
                      </a:cubicBezTo>
                      <a:cubicBezTo>
                        <a:pt x="35595" y="5825"/>
                        <a:pt x="35883" y="5858"/>
                        <a:pt x="36173" y="5926"/>
                      </a:cubicBezTo>
                      <a:cubicBezTo>
                        <a:pt x="41485" y="6342"/>
                        <a:pt x="46575" y="8628"/>
                        <a:pt x="51506" y="10847"/>
                      </a:cubicBezTo>
                      <a:cubicBezTo>
                        <a:pt x="53147" y="11587"/>
                        <a:pt x="54845" y="12347"/>
                        <a:pt x="56521" y="13029"/>
                      </a:cubicBezTo>
                      <a:cubicBezTo>
                        <a:pt x="61751" y="15150"/>
                        <a:pt x="66126" y="16156"/>
                        <a:pt x="70189" y="16156"/>
                      </a:cubicBezTo>
                      <a:cubicBezTo>
                        <a:pt x="70544" y="16156"/>
                        <a:pt x="70892" y="16149"/>
                        <a:pt x="71245" y="16134"/>
                      </a:cubicBezTo>
                      <a:cubicBezTo>
                        <a:pt x="75749" y="15937"/>
                        <a:pt x="79805" y="14365"/>
                        <a:pt x="82720" y="11741"/>
                      </a:cubicBezTo>
                      <a:lnTo>
                        <a:pt x="82720" y="11587"/>
                      </a:lnTo>
                      <a:cubicBezTo>
                        <a:pt x="79819" y="14235"/>
                        <a:pt x="75759" y="15826"/>
                        <a:pt x="71237" y="16019"/>
                      </a:cubicBezTo>
                      <a:cubicBezTo>
                        <a:pt x="70889" y="16033"/>
                        <a:pt x="70541" y="16041"/>
                        <a:pt x="70189" y="16041"/>
                      </a:cubicBezTo>
                      <a:cubicBezTo>
                        <a:pt x="66141" y="16041"/>
                        <a:pt x="61776" y="15039"/>
                        <a:pt x="56564" y="12925"/>
                      </a:cubicBezTo>
                      <a:cubicBezTo>
                        <a:pt x="54891" y="12243"/>
                        <a:pt x="53194" y="11482"/>
                        <a:pt x="51553" y="10743"/>
                      </a:cubicBezTo>
                      <a:cubicBezTo>
                        <a:pt x="46303" y="8381"/>
                        <a:pt x="40871" y="5941"/>
                        <a:pt x="35172" y="5757"/>
                      </a:cubicBezTo>
                      <a:cubicBezTo>
                        <a:pt x="34935" y="5750"/>
                        <a:pt x="34698" y="5747"/>
                        <a:pt x="34461" y="5747"/>
                      </a:cubicBezTo>
                      <a:cubicBezTo>
                        <a:pt x="31970" y="5747"/>
                        <a:pt x="29483" y="6148"/>
                        <a:pt x="27071" y="6536"/>
                      </a:cubicBezTo>
                      <a:cubicBezTo>
                        <a:pt x="25771" y="6748"/>
                        <a:pt x="24426" y="6963"/>
                        <a:pt x="23097" y="7114"/>
                      </a:cubicBezTo>
                      <a:cubicBezTo>
                        <a:pt x="21931" y="7247"/>
                        <a:pt x="20829" y="7315"/>
                        <a:pt x="19784" y="7315"/>
                      </a:cubicBezTo>
                      <a:cubicBezTo>
                        <a:pt x="16328" y="7315"/>
                        <a:pt x="13525" y="6582"/>
                        <a:pt x="11281" y="5104"/>
                      </a:cubicBezTo>
                      <a:cubicBezTo>
                        <a:pt x="10456" y="4562"/>
                        <a:pt x="9680" y="3898"/>
                        <a:pt x="8934" y="3256"/>
                      </a:cubicBezTo>
                      <a:cubicBezTo>
                        <a:pt x="7900" y="2369"/>
                        <a:pt x="6831" y="1450"/>
                        <a:pt x="5607" y="837"/>
                      </a:cubicBezTo>
                      <a:cubicBezTo>
                        <a:pt x="4487" y="277"/>
                        <a:pt x="3252" y="0"/>
                        <a:pt x="2021"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716;p31">
                <a:extLst>
                  <a:ext uri="{FF2B5EF4-FFF2-40B4-BE49-F238E27FC236}">
                    <a16:creationId xmlns:a16="http://schemas.microsoft.com/office/drawing/2014/main" id="{BFDB5290-D306-A806-9A49-43C71A5551C0}"/>
                  </a:ext>
                </a:extLst>
              </p:cNvPr>
              <p:cNvSpPr/>
              <p:nvPr/>
            </p:nvSpPr>
            <p:spPr>
              <a:xfrm>
                <a:off x="4921590" y="3223954"/>
                <a:ext cx="166021" cy="741615"/>
              </a:xfrm>
              <a:custGeom>
                <a:avLst/>
                <a:gdLst/>
                <a:ahLst/>
                <a:cxnLst/>
                <a:rect l="l" t="t" r="r" b="b"/>
                <a:pathLst>
                  <a:path w="4225" h="18873" extrusionOk="0">
                    <a:moveTo>
                      <a:pt x="0" y="0"/>
                    </a:moveTo>
                    <a:lnTo>
                      <a:pt x="0" y="18872"/>
                    </a:lnTo>
                    <a:lnTo>
                      <a:pt x="4225" y="18872"/>
                    </a:lnTo>
                    <a:lnTo>
                      <a:pt x="4225"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717;p31">
                <a:extLst>
                  <a:ext uri="{FF2B5EF4-FFF2-40B4-BE49-F238E27FC236}">
                    <a16:creationId xmlns:a16="http://schemas.microsoft.com/office/drawing/2014/main" id="{3ADF0EF5-E8A4-0E4F-A3B6-261FE7B54FD9}"/>
                  </a:ext>
                </a:extLst>
              </p:cNvPr>
              <p:cNvSpPr/>
              <p:nvPr/>
            </p:nvSpPr>
            <p:spPr>
              <a:xfrm>
                <a:off x="5168405" y="3072588"/>
                <a:ext cx="166179" cy="892979"/>
              </a:xfrm>
              <a:custGeom>
                <a:avLst/>
                <a:gdLst/>
                <a:ahLst/>
                <a:cxnLst/>
                <a:rect l="l" t="t" r="r" b="b"/>
                <a:pathLst>
                  <a:path w="4229" h="22725" extrusionOk="0">
                    <a:moveTo>
                      <a:pt x="1" y="1"/>
                    </a:moveTo>
                    <a:lnTo>
                      <a:pt x="1" y="22724"/>
                    </a:lnTo>
                    <a:lnTo>
                      <a:pt x="4229" y="22724"/>
                    </a:lnTo>
                    <a:lnTo>
                      <a:pt x="4229"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718;p31">
                <a:extLst>
                  <a:ext uri="{FF2B5EF4-FFF2-40B4-BE49-F238E27FC236}">
                    <a16:creationId xmlns:a16="http://schemas.microsoft.com/office/drawing/2014/main" id="{E7AEB212-7A8E-BFFC-CBEF-3E26B2B8A01A}"/>
                  </a:ext>
                </a:extLst>
              </p:cNvPr>
              <p:cNvSpPr/>
              <p:nvPr/>
            </p:nvSpPr>
            <p:spPr>
              <a:xfrm>
                <a:off x="5415377" y="2923933"/>
                <a:ext cx="166179" cy="1041632"/>
              </a:xfrm>
              <a:custGeom>
                <a:avLst/>
                <a:gdLst/>
                <a:ahLst/>
                <a:cxnLst/>
                <a:rect l="l" t="t" r="r" b="b"/>
                <a:pathLst>
                  <a:path w="4229" h="26508" extrusionOk="0">
                    <a:moveTo>
                      <a:pt x="1" y="0"/>
                    </a:moveTo>
                    <a:lnTo>
                      <a:pt x="1" y="26507"/>
                    </a:lnTo>
                    <a:lnTo>
                      <a:pt x="4229" y="26507"/>
                    </a:lnTo>
                    <a:lnTo>
                      <a:pt x="4229"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719;p31">
                <a:extLst>
                  <a:ext uri="{FF2B5EF4-FFF2-40B4-BE49-F238E27FC236}">
                    <a16:creationId xmlns:a16="http://schemas.microsoft.com/office/drawing/2014/main" id="{130113C2-3CD8-6BC9-5299-E28A17CC1CCC}"/>
                  </a:ext>
                </a:extLst>
              </p:cNvPr>
              <p:cNvSpPr/>
              <p:nvPr/>
            </p:nvSpPr>
            <p:spPr>
              <a:xfrm>
                <a:off x="5662310" y="2741719"/>
                <a:ext cx="166100" cy="1223843"/>
              </a:xfrm>
              <a:custGeom>
                <a:avLst/>
                <a:gdLst/>
                <a:ahLst/>
                <a:cxnLst/>
                <a:rect l="l" t="t" r="r" b="b"/>
                <a:pathLst>
                  <a:path w="4227" h="31145" extrusionOk="0">
                    <a:moveTo>
                      <a:pt x="1" y="0"/>
                    </a:moveTo>
                    <a:lnTo>
                      <a:pt x="1" y="31144"/>
                    </a:lnTo>
                    <a:lnTo>
                      <a:pt x="4226" y="31144"/>
                    </a:lnTo>
                    <a:lnTo>
                      <a:pt x="4226"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720;p31">
                <a:extLst>
                  <a:ext uri="{FF2B5EF4-FFF2-40B4-BE49-F238E27FC236}">
                    <a16:creationId xmlns:a16="http://schemas.microsoft.com/office/drawing/2014/main" id="{A0CE41DB-FF92-4C5F-5185-D1B7274BD7FF}"/>
                  </a:ext>
                </a:extLst>
              </p:cNvPr>
              <p:cNvSpPr/>
              <p:nvPr/>
            </p:nvSpPr>
            <p:spPr>
              <a:xfrm>
                <a:off x="5909282" y="3001659"/>
                <a:ext cx="166061" cy="963906"/>
              </a:xfrm>
              <a:custGeom>
                <a:avLst/>
                <a:gdLst/>
                <a:ahLst/>
                <a:cxnLst/>
                <a:rect l="l" t="t" r="r" b="b"/>
                <a:pathLst>
                  <a:path w="4226" h="24530" extrusionOk="0">
                    <a:moveTo>
                      <a:pt x="1" y="0"/>
                    </a:moveTo>
                    <a:lnTo>
                      <a:pt x="1" y="24529"/>
                    </a:lnTo>
                    <a:lnTo>
                      <a:pt x="4225" y="24529"/>
                    </a:lnTo>
                    <a:lnTo>
                      <a:pt x="42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721;p31">
                <a:extLst>
                  <a:ext uri="{FF2B5EF4-FFF2-40B4-BE49-F238E27FC236}">
                    <a16:creationId xmlns:a16="http://schemas.microsoft.com/office/drawing/2014/main" id="{D77E001C-7740-915F-83DA-D62C5AD264B4}"/>
                  </a:ext>
                </a:extLst>
              </p:cNvPr>
              <p:cNvSpPr/>
              <p:nvPr/>
            </p:nvSpPr>
            <p:spPr>
              <a:xfrm>
                <a:off x="6156254" y="2640416"/>
                <a:ext cx="166061" cy="1325145"/>
              </a:xfrm>
              <a:custGeom>
                <a:avLst/>
                <a:gdLst/>
                <a:ahLst/>
                <a:cxnLst/>
                <a:rect l="l" t="t" r="r" b="b"/>
                <a:pathLst>
                  <a:path w="4226" h="33723" extrusionOk="0">
                    <a:moveTo>
                      <a:pt x="1" y="1"/>
                    </a:moveTo>
                    <a:lnTo>
                      <a:pt x="1" y="33722"/>
                    </a:lnTo>
                    <a:lnTo>
                      <a:pt x="4225" y="33722"/>
                    </a:lnTo>
                    <a:lnTo>
                      <a:pt x="4225"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722;p31">
                <a:extLst>
                  <a:ext uri="{FF2B5EF4-FFF2-40B4-BE49-F238E27FC236}">
                    <a16:creationId xmlns:a16="http://schemas.microsoft.com/office/drawing/2014/main" id="{09A80AD4-9D82-A221-2760-DF6DCA9C1C81}"/>
                  </a:ext>
                </a:extLst>
              </p:cNvPr>
              <p:cNvSpPr/>
              <p:nvPr/>
            </p:nvSpPr>
            <p:spPr>
              <a:xfrm>
                <a:off x="6403226" y="3091489"/>
                <a:ext cx="166061" cy="874078"/>
              </a:xfrm>
              <a:custGeom>
                <a:avLst/>
                <a:gdLst/>
                <a:ahLst/>
                <a:cxnLst/>
                <a:rect l="l" t="t" r="r" b="b"/>
                <a:pathLst>
                  <a:path w="4226" h="22244" extrusionOk="0">
                    <a:moveTo>
                      <a:pt x="1" y="0"/>
                    </a:moveTo>
                    <a:lnTo>
                      <a:pt x="1" y="22243"/>
                    </a:lnTo>
                    <a:lnTo>
                      <a:pt x="4225" y="22243"/>
                    </a:lnTo>
                    <a:lnTo>
                      <a:pt x="42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723;p31">
                <a:extLst>
                  <a:ext uri="{FF2B5EF4-FFF2-40B4-BE49-F238E27FC236}">
                    <a16:creationId xmlns:a16="http://schemas.microsoft.com/office/drawing/2014/main" id="{D06CD9CC-800A-908B-1955-3580D38B204B}"/>
                  </a:ext>
                </a:extLst>
              </p:cNvPr>
              <p:cNvSpPr/>
              <p:nvPr/>
            </p:nvSpPr>
            <p:spPr>
              <a:xfrm>
                <a:off x="6650080" y="2798266"/>
                <a:ext cx="166179" cy="1167297"/>
              </a:xfrm>
              <a:custGeom>
                <a:avLst/>
                <a:gdLst/>
                <a:ahLst/>
                <a:cxnLst/>
                <a:rect l="l" t="t" r="r" b="b"/>
                <a:pathLst>
                  <a:path w="4229" h="29706" extrusionOk="0">
                    <a:moveTo>
                      <a:pt x="0" y="1"/>
                    </a:moveTo>
                    <a:lnTo>
                      <a:pt x="0" y="29705"/>
                    </a:lnTo>
                    <a:lnTo>
                      <a:pt x="4228" y="29705"/>
                    </a:lnTo>
                    <a:lnTo>
                      <a:pt x="4228"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724;p31">
                <a:extLst>
                  <a:ext uri="{FF2B5EF4-FFF2-40B4-BE49-F238E27FC236}">
                    <a16:creationId xmlns:a16="http://schemas.microsoft.com/office/drawing/2014/main" id="{4D5A6156-B69C-0149-F75A-E24B479E7F8F}"/>
                  </a:ext>
                </a:extLst>
              </p:cNvPr>
              <p:cNvSpPr/>
              <p:nvPr/>
            </p:nvSpPr>
            <p:spPr>
              <a:xfrm>
                <a:off x="6897013" y="3673574"/>
                <a:ext cx="166218" cy="292001"/>
              </a:xfrm>
              <a:custGeom>
                <a:avLst/>
                <a:gdLst/>
                <a:ahLst/>
                <a:cxnLst/>
                <a:rect l="l" t="t" r="r" b="b"/>
                <a:pathLst>
                  <a:path w="4230" h="7431" extrusionOk="0">
                    <a:moveTo>
                      <a:pt x="1" y="1"/>
                    </a:moveTo>
                    <a:lnTo>
                      <a:pt x="1" y="7430"/>
                    </a:lnTo>
                    <a:lnTo>
                      <a:pt x="4229" y="7430"/>
                    </a:lnTo>
                    <a:lnTo>
                      <a:pt x="4229"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725;p31">
                <a:extLst>
                  <a:ext uri="{FF2B5EF4-FFF2-40B4-BE49-F238E27FC236}">
                    <a16:creationId xmlns:a16="http://schemas.microsoft.com/office/drawing/2014/main" id="{8C543931-E464-1019-8B65-046A4DE0417E}"/>
                  </a:ext>
                </a:extLst>
              </p:cNvPr>
              <p:cNvSpPr/>
              <p:nvPr/>
            </p:nvSpPr>
            <p:spPr>
              <a:xfrm>
                <a:off x="7143985" y="2724901"/>
                <a:ext cx="166061" cy="1240661"/>
              </a:xfrm>
              <a:custGeom>
                <a:avLst/>
                <a:gdLst/>
                <a:ahLst/>
                <a:cxnLst/>
                <a:rect l="l" t="t" r="r" b="b"/>
                <a:pathLst>
                  <a:path w="4226" h="31573" extrusionOk="0">
                    <a:moveTo>
                      <a:pt x="1" y="1"/>
                    </a:moveTo>
                    <a:lnTo>
                      <a:pt x="1" y="31572"/>
                    </a:lnTo>
                    <a:lnTo>
                      <a:pt x="4225" y="31572"/>
                    </a:lnTo>
                    <a:lnTo>
                      <a:pt x="4225"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26;p31">
                <a:extLst>
                  <a:ext uri="{FF2B5EF4-FFF2-40B4-BE49-F238E27FC236}">
                    <a16:creationId xmlns:a16="http://schemas.microsoft.com/office/drawing/2014/main" id="{4D9A7DC0-F02D-5C37-EC59-6EBE1B658255}"/>
                  </a:ext>
                </a:extLst>
              </p:cNvPr>
              <p:cNvSpPr/>
              <p:nvPr/>
            </p:nvSpPr>
            <p:spPr>
              <a:xfrm>
                <a:off x="7390957" y="2381065"/>
                <a:ext cx="166061" cy="1584492"/>
              </a:xfrm>
              <a:custGeom>
                <a:avLst/>
                <a:gdLst/>
                <a:ahLst/>
                <a:cxnLst/>
                <a:rect l="l" t="t" r="r" b="b"/>
                <a:pathLst>
                  <a:path w="4226" h="40323" extrusionOk="0">
                    <a:moveTo>
                      <a:pt x="1" y="0"/>
                    </a:moveTo>
                    <a:lnTo>
                      <a:pt x="1" y="40322"/>
                    </a:lnTo>
                    <a:lnTo>
                      <a:pt x="4225" y="40322"/>
                    </a:lnTo>
                    <a:lnTo>
                      <a:pt x="4225"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27;p31">
                <a:extLst>
                  <a:ext uri="{FF2B5EF4-FFF2-40B4-BE49-F238E27FC236}">
                    <a16:creationId xmlns:a16="http://schemas.microsoft.com/office/drawing/2014/main" id="{DAD614B8-9304-52F3-D7B6-FA9B51FA5EF0}"/>
                  </a:ext>
                </a:extLst>
              </p:cNvPr>
              <p:cNvSpPr/>
              <p:nvPr/>
            </p:nvSpPr>
            <p:spPr>
              <a:xfrm>
                <a:off x="7637929" y="3115184"/>
                <a:ext cx="166061" cy="850383"/>
              </a:xfrm>
              <a:custGeom>
                <a:avLst/>
                <a:gdLst/>
                <a:ahLst/>
                <a:cxnLst/>
                <a:rect l="l" t="t" r="r" b="b"/>
                <a:pathLst>
                  <a:path w="4226" h="21641" extrusionOk="0">
                    <a:moveTo>
                      <a:pt x="1" y="0"/>
                    </a:moveTo>
                    <a:lnTo>
                      <a:pt x="1" y="21640"/>
                    </a:lnTo>
                    <a:lnTo>
                      <a:pt x="4225" y="21640"/>
                    </a:lnTo>
                    <a:lnTo>
                      <a:pt x="4225"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 name="Google Shape;728;p31">
            <a:extLst>
              <a:ext uri="{FF2B5EF4-FFF2-40B4-BE49-F238E27FC236}">
                <a16:creationId xmlns:a16="http://schemas.microsoft.com/office/drawing/2014/main" id="{AF42937E-E1FD-75A5-0219-A2C50C1A3A2C}"/>
              </a:ext>
            </a:extLst>
          </p:cNvPr>
          <p:cNvGrpSpPr/>
          <p:nvPr/>
        </p:nvGrpSpPr>
        <p:grpSpPr>
          <a:xfrm>
            <a:off x="5067814" y="-3909346"/>
            <a:ext cx="609814" cy="1368907"/>
            <a:chOff x="5262046" y="2234728"/>
            <a:chExt cx="1054922" cy="2623643"/>
          </a:xfrm>
        </p:grpSpPr>
        <p:sp>
          <p:nvSpPr>
            <p:cNvPr id="53" name="Google Shape;729;p31">
              <a:extLst>
                <a:ext uri="{FF2B5EF4-FFF2-40B4-BE49-F238E27FC236}">
                  <a16:creationId xmlns:a16="http://schemas.microsoft.com/office/drawing/2014/main" id="{20C65AED-E3C3-F0DE-DB31-4FF9FD07A9E5}"/>
                </a:ext>
              </a:extLst>
            </p:cNvPr>
            <p:cNvSpPr/>
            <p:nvPr/>
          </p:nvSpPr>
          <p:spPr>
            <a:xfrm>
              <a:off x="6104070" y="2510819"/>
              <a:ext cx="54895" cy="4008"/>
            </a:xfrm>
            <a:custGeom>
              <a:avLst/>
              <a:gdLst/>
              <a:ahLst/>
              <a:cxnLst/>
              <a:rect l="l" t="t" r="r" b="b"/>
              <a:pathLst>
                <a:path w="1397" h="102" extrusionOk="0">
                  <a:moveTo>
                    <a:pt x="529" y="0"/>
                  </a:moveTo>
                  <a:cubicBezTo>
                    <a:pt x="353" y="0"/>
                    <a:pt x="177" y="15"/>
                    <a:pt x="1" y="36"/>
                  </a:cubicBezTo>
                  <a:cubicBezTo>
                    <a:pt x="134" y="40"/>
                    <a:pt x="263" y="43"/>
                    <a:pt x="393" y="47"/>
                  </a:cubicBezTo>
                  <a:cubicBezTo>
                    <a:pt x="729" y="58"/>
                    <a:pt x="1064" y="76"/>
                    <a:pt x="1397" y="101"/>
                  </a:cubicBezTo>
                  <a:cubicBezTo>
                    <a:pt x="1107" y="33"/>
                    <a:pt x="819" y="0"/>
                    <a:pt x="529" y="0"/>
                  </a:cubicBezTo>
                  <a:close/>
                </a:path>
              </a:pathLst>
            </a:custGeom>
            <a:solidFill>
              <a:srgbClr val="C2D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30;p31">
              <a:extLst>
                <a:ext uri="{FF2B5EF4-FFF2-40B4-BE49-F238E27FC236}">
                  <a16:creationId xmlns:a16="http://schemas.microsoft.com/office/drawing/2014/main" id="{1F91DEB3-9175-F9A1-64C0-61BADCC3A267}"/>
                </a:ext>
              </a:extLst>
            </p:cNvPr>
            <p:cNvSpPr/>
            <p:nvPr/>
          </p:nvSpPr>
          <p:spPr>
            <a:xfrm>
              <a:off x="6266871" y="2618410"/>
              <a:ext cx="157" cy="236"/>
            </a:xfrm>
            <a:custGeom>
              <a:avLst/>
              <a:gdLst/>
              <a:ahLst/>
              <a:cxnLst/>
              <a:rect l="l" t="t" r="r" b="b"/>
              <a:pathLst>
                <a:path w="4" h="6" extrusionOk="0">
                  <a:moveTo>
                    <a:pt x="0" y="1"/>
                  </a:moveTo>
                  <a:cubicBezTo>
                    <a:pt x="0" y="5"/>
                    <a:pt x="4" y="5"/>
                    <a:pt x="4" y="5"/>
                  </a:cubicBezTo>
                  <a:cubicBezTo>
                    <a:pt x="4" y="5"/>
                    <a:pt x="0" y="5"/>
                    <a:pt x="0" y="1"/>
                  </a:cubicBezTo>
                  <a:close/>
                </a:path>
              </a:pathLst>
            </a:custGeom>
            <a:solidFill>
              <a:srgbClr val="99B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31;p31">
              <a:extLst>
                <a:ext uri="{FF2B5EF4-FFF2-40B4-BE49-F238E27FC236}">
                  <a16:creationId xmlns:a16="http://schemas.microsoft.com/office/drawing/2014/main" id="{90E5306E-1486-A2F1-C39B-F57C013DC10F}"/>
                </a:ext>
              </a:extLst>
            </p:cNvPr>
            <p:cNvSpPr/>
            <p:nvPr/>
          </p:nvSpPr>
          <p:spPr>
            <a:xfrm>
              <a:off x="5977067" y="2638333"/>
              <a:ext cx="3340" cy="49826"/>
            </a:xfrm>
            <a:custGeom>
              <a:avLst/>
              <a:gdLst/>
              <a:ahLst/>
              <a:cxnLst/>
              <a:rect l="l" t="t" r="r" b="b"/>
              <a:pathLst>
                <a:path w="85" h="1268" extrusionOk="0">
                  <a:moveTo>
                    <a:pt x="42" y="0"/>
                  </a:moveTo>
                  <a:cubicBezTo>
                    <a:pt x="9" y="244"/>
                    <a:pt x="1" y="487"/>
                    <a:pt x="15" y="728"/>
                  </a:cubicBezTo>
                  <a:lnTo>
                    <a:pt x="15" y="728"/>
                  </a:lnTo>
                  <a:cubicBezTo>
                    <a:pt x="2" y="487"/>
                    <a:pt x="11" y="243"/>
                    <a:pt x="45" y="0"/>
                  </a:cubicBezTo>
                  <a:close/>
                  <a:moveTo>
                    <a:pt x="15" y="728"/>
                  </a:moveTo>
                  <a:lnTo>
                    <a:pt x="15" y="728"/>
                  </a:lnTo>
                  <a:cubicBezTo>
                    <a:pt x="26" y="910"/>
                    <a:pt x="49" y="1091"/>
                    <a:pt x="85" y="1267"/>
                  </a:cubicBezTo>
                  <a:cubicBezTo>
                    <a:pt x="75" y="1213"/>
                    <a:pt x="63" y="1156"/>
                    <a:pt x="56" y="1099"/>
                  </a:cubicBezTo>
                  <a:cubicBezTo>
                    <a:pt x="37" y="976"/>
                    <a:pt x="23" y="852"/>
                    <a:pt x="15" y="728"/>
                  </a:cubicBezTo>
                  <a:close/>
                </a:path>
              </a:pathLst>
            </a:custGeom>
            <a:solidFill>
              <a:srgbClr val="E6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32;p31">
              <a:extLst>
                <a:ext uri="{FF2B5EF4-FFF2-40B4-BE49-F238E27FC236}">
                  <a16:creationId xmlns:a16="http://schemas.microsoft.com/office/drawing/2014/main" id="{89B71637-63CB-64C7-8003-83776CA11080}"/>
                </a:ext>
              </a:extLst>
            </p:cNvPr>
            <p:cNvSpPr/>
            <p:nvPr/>
          </p:nvSpPr>
          <p:spPr>
            <a:xfrm>
              <a:off x="5988698" y="2715077"/>
              <a:ext cx="39099" cy="54306"/>
            </a:xfrm>
            <a:custGeom>
              <a:avLst/>
              <a:gdLst/>
              <a:ahLst/>
              <a:cxnLst/>
              <a:rect l="l" t="t" r="r" b="b"/>
              <a:pathLst>
                <a:path w="995" h="1382" extrusionOk="0">
                  <a:moveTo>
                    <a:pt x="1" y="0"/>
                  </a:moveTo>
                  <a:lnTo>
                    <a:pt x="1" y="0"/>
                  </a:lnTo>
                  <a:cubicBezTo>
                    <a:pt x="220" y="527"/>
                    <a:pt x="557" y="1001"/>
                    <a:pt x="995" y="1382"/>
                  </a:cubicBezTo>
                  <a:cubicBezTo>
                    <a:pt x="561" y="1001"/>
                    <a:pt x="220" y="524"/>
                    <a:pt x="1" y="0"/>
                  </a:cubicBezTo>
                  <a:close/>
                </a:path>
              </a:pathLst>
            </a:custGeom>
            <a:solidFill>
              <a:srgbClr val="E6EF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33;p31">
              <a:extLst>
                <a:ext uri="{FF2B5EF4-FFF2-40B4-BE49-F238E27FC236}">
                  <a16:creationId xmlns:a16="http://schemas.microsoft.com/office/drawing/2014/main" id="{A9C48AB6-AB60-BCE7-B41A-411EDA5B9DCA}"/>
                </a:ext>
              </a:extLst>
            </p:cNvPr>
            <p:cNvSpPr/>
            <p:nvPr/>
          </p:nvSpPr>
          <p:spPr>
            <a:xfrm>
              <a:off x="5965592" y="2784355"/>
              <a:ext cx="125548" cy="256714"/>
            </a:xfrm>
            <a:custGeom>
              <a:avLst/>
              <a:gdLst/>
              <a:ahLst/>
              <a:cxnLst/>
              <a:rect l="l" t="t" r="r" b="b"/>
              <a:pathLst>
                <a:path w="3195" h="6533" extrusionOk="0">
                  <a:moveTo>
                    <a:pt x="2729" y="0"/>
                  </a:moveTo>
                  <a:cubicBezTo>
                    <a:pt x="2573" y="0"/>
                    <a:pt x="2423" y="83"/>
                    <a:pt x="2344" y="229"/>
                  </a:cubicBezTo>
                  <a:cubicBezTo>
                    <a:pt x="1838" y="1169"/>
                    <a:pt x="1414" y="2139"/>
                    <a:pt x="1001" y="3115"/>
                  </a:cubicBezTo>
                  <a:cubicBezTo>
                    <a:pt x="804" y="3606"/>
                    <a:pt x="600" y="4091"/>
                    <a:pt x="417" y="4590"/>
                  </a:cubicBezTo>
                  <a:lnTo>
                    <a:pt x="137" y="5329"/>
                  </a:lnTo>
                  <a:cubicBezTo>
                    <a:pt x="44" y="5577"/>
                    <a:pt x="0" y="5843"/>
                    <a:pt x="173" y="6187"/>
                  </a:cubicBezTo>
                  <a:cubicBezTo>
                    <a:pt x="284" y="6404"/>
                    <a:pt x="505" y="6533"/>
                    <a:pt x="736" y="6533"/>
                  </a:cubicBezTo>
                  <a:cubicBezTo>
                    <a:pt x="819" y="6533"/>
                    <a:pt x="903" y="6516"/>
                    <a:pt x="983" y="6481"/>
                  </a:cubicBezTo>
                  <a:cubicBezTo>
                    <a:pt x="1339" y="6330"/>
                    <a:pt x="1475" y="6101"/>
                    <a:pt x="1561" y="5850"/>
                  </a:cubicBezTo>
                  <a:lnTo>
                    <a:pt x="1823" y="5103"/>
                  </a:lnTo>
                  <a:cubicBezTo>
                    <a:pt x="2007" y="4604"/>
                    <a:pt x="2161" y="4098"/>
                    <a:pt x="2326" y="3595"/>
                  </a:cubicBezTo>
                  <a:cubicBezTo>
                    <a:pt x="2638" y="2587"/>
                    <a:pt x="2936" y="1571"/>
                    <a:pt x="3155" y="523"/>
                  </a:cubicBezTo>
                  <a:cubicBezTo>
                    <a:pt x="3195" y="340"/>
                    <a:pt x="3108" y="146"/>
                    <a:pt x="2936" y="53"/>
                  </a:cubicBezTo>
                  <a:cubicBezTo>
                    <a:pt x="2870" y="17"/>
                    <a:pt x="2799" y="0"/>
                    <a:pt x="2729"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734;p31">
              <a:extLst>
                <a:ext uri="{FF2B5EF4-FFF2-40B4-BE49-F238E27FC236}">
                  <a16:creationId xmlns:a16="http://schemas.microsoft.com/office/drawing/2014/main" id="{2076882E-66C5-439C-59A7-A9980C3FFB69}"/>
                </a:ext>
              </a:extLst>
            </p:cNvPr>
            <p:cNvSpPr/>
            <p:nvPr/>
          </p:nvSpPr>
          <p:spPr>
            <a:xfrm>
              <a:off x="5288021" y="2719557"/>
              <a:ext cx="227950" cy="308348"/>
            </a:xfrm>
            <a:custGeom>
              <a:avLst/>
              <a:gdLst/>
              <a:ahLst/>
              <a:cxnLst/>
              <a:rect l="l" t="t" r="r" b="b"/>
              <a:pathLst>
                <a:path w="5801" h="7847" extrusionOk="0">
                  <a:moveTo>
                    <a:pt x="2024" y="1"/>
                  </a:moveTo>
                  <a:cubicBezTo>
                    <a:pt x="1928" y="130"/>
                    <a:pt x="1863" y="223"/>
                    <a:pt x="1788" y="331"/>
                  </a:cubicBezTo>
                  <a:cubicBezTo>
                    <a:pt x="1716" y="438"/>
                    <a:pt x="1648" y="543"/>
                    <a:pt x="1579" y="650"/>
                  </a:cubicBezTo>
                  <a:cubicBezTo>
                    <a:pt x="1446" y="866"/>
                    <a:pt x="1321" y="1081"/>
                    <a:pt x="1203" y="1303"/>
                  </a:cubicBezTo>
                  <a:cubicBezTo>
                    <a:pt x="966" y="1745"/>
                    <a:pt x="761" y="2204"/>
                    <a:pt x="582" y="2678"/>
                  </a:cubicBezTo>
                  <a:cubicBezTo>
                    <a:pt x="227" y="3626"/>
                    <a:pt x="0" y="4652"/>
                    <a:pt x="15" y="5718"/>
                  </a:cubicBezTo>
                  <a:cubicBezTo>
                    <a:pt x="15" y="5822"/>
                    <a:pt x="18" y="6049"/>
                    <a:pt x="68" y="6256"/>
                  </a:cubicBezTo>
                  <a:cubicBezTo>
                    <a:pt x="115" y="6465"/>
                    <a:pt x="205" y="6680"/>
                    <a:pt x="330" y="6864"/>
                  </a:cubicBezTo>
                  <a:cubicBezTo>
                    <a:pt x="585" y="7240"/>
                    <a:pt x="933" y="7452"/>
                    <a:pt x="1235" y="7578"/>
                  </a:cubicBezTo>
                  <a:cubicBezTo>
                    <a:pt x="1544" y="7707"/>
                    <a:pt x="1831" y="7768"/>
                    <a:pt x="2104" y="7804"/>
                  </a:cubicBezTo>
                  <a:cubicBezTo>
                    <a:pt x="2380" y="7840"/>
                    <a:pt x="2642" y="7847"/>
                    <a:pt x="2901" y="7847"/>
                  </a:cubicBezTo>
                  <a:cubicBezTo>
                    <a:pt x="3927" y="7822"/>
                    <a:pt x="4860" y="7628"/>
                    <a:pt x="5800" y="7341"/>
                  </a:cubicBezTo>
                  <a:lnTo>
                    <a:pt x="5603" y="6397"/>
                  </a:lnTo>
                  <a:cubicBezTo>
                    <a:pt x="5166" y="6423"/>
                    <a:pt x="4720" y="6442"/>
                    <a:pt x="4281" y="6442"/>
                  </a:cubicBezTo>
                  <a:cubicBezTo>
                    <a:pt x="3831" y="6442"/>
                    <a:pt x="3389" y="6422"/>
                    <a:pt x="2972" y="6372"/>
                  </a:cubicBezTo>
                  <a:cubicBezTo>
                    <a:pt x="2563" y="6325"/>
                    <a:pt x="2161" y="6225"/>
                    <a:pt x="1928" y="6092"/>
                  </a:cubicBezTo>
                  <a:cubicBezTo>
                    <a:pt x="1809" y="6024"/>
                    <a:pt x="1763" y="5959"/>
                    <a:pt x="1769" y="5938"/>
                  </a:cubicBezTo>
                  <a:lnTo>
                    <a:pt x="1773" y="5905"/>
                  </a:lnTo>
                  <a:lnTo>
                    <a:pt x="1784" y="5754"/>
                  </a:lnTo>
                  <a:cubicBezTo>
                    <a:pt x="1834" y="4961"/>
                    <a:pt x="2061" y="4157"/>
                    <a:pt x="2376" y="3382"/>
                  </a:cubicBezTo>
                  <a:cubicBezTo>
                    <a:pt x="2538" y="2991"/>
                    <a:pt x="2728" y="2610"/>
                    <a:pt x="2929" y="2237"/>
                  </a:cubicBezTo>
                  <a:cubicBezTo>
                    <a:pt x="3030" y="2050"/>
                    <a:pt x="3137" y="1863"/>
                    <a:pt x="3249" y="1684"/>
                  </a:cubicBezTo>
                  <a:lnTo>
                    <a:pt x="3417" y="1419"/>
                  </a:lnTo>
                  <a:cubicBezTo>
                    <a:pt x="3471" y="1336"/>
                    <a:pt x="3539" y="1235"/>
                    <a:pt x="3578" y="1178"/>
                  </a:cubicBezTo>
                  <a:lnTo>
                    <a:pt x="2024"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735;p31">
              <a:extLst>
                <a:ext uri="{FF2B5EF4-FFF2-40B4-BE49-F238E27FC236}">
                  <a16:creationId xmlns:a16="http://schemas.microsoft.com/office/drawing/2014/main" id="{791E006C-6B0D-15F6-098E-B9B74262025C}"/>
                </a:ext>
              </a:extLst>
            </p:cNvPr>
            <p:cNvSpPr/>
            <p:nvPr/>
          </p:nvSpPr>
          <p:spPr>
            <a:xfrm>
              <a:off x="5297766" y="2639787"/>
              <a:ext cx="193528" cy="199147"/>
            </a:xfrm>
            <a:custGeom>
              <a:avLst/>
              <a:gdLst/>
              <a:ahLst/>
              <a:cxnLst/>
              <a:rect l="l" t="t" r="r" b="b"/>
              <a:pathLst>
                <a:path w="4925" h="5068" extrusionOk="0">
                  <a:moveTo>
                    <a:pt x="2971" y="1"/>
                  </a:moveTo>
                  <a:cubicBezTo>
                    <a:pt x="2873" y="1"/>
                    <a:pt x="2766" y="14"/>
                    <a:pt x="2649" y="43"/>
                  </a:cubicBezTo>
                  <a:cubicBezTo>
                    <a:pt x="1863" y="236"/>
                    <a:pt x="0" y="3338"/>
                    <a:pt x="0" y="3338"/>
                  </a:cubicBezTo>
                  <a:lnTo>
                    <a:pt x="4174" y="5067"/>
                  </a:lnTo>
                  <a:cubicBezTo>
                    <a:pt x="4174" y="5067"/>
                    <a:pt x="4924" y="2705"/>
                    <a:pt x="4454" y="1761"/>
                  </a:cubicBezTo>
                  <a:cubicBezTo>
                    <a:pt x="4017" y="883"/>
                    <a:pt x="3772" y="1"/>
                    <a:pt x="2971"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36;p31">
              <a:extLst>
                <a:ext uri="{FF2B5EF4-FFF2-40B4-BE49-F238E27FC236}">
                  <a16:creationId xmlns:a16="http://schemas.microsoft.com/office/drawing/2014/main" id="{5D958E0D-22A3-A8BA-90B4-0A50E202C2C1}"/>
                </a:ext>
              </a:extLst>
            </p:cNvPr>
            <p:cNvSpPr/>
            <p:nvPr/>
          </p:nvSpPr>
          <p:spPr>
            <a:xfrm>
              <a:off x="5488310" y="2958906"/>
              <a:ext cx="102442" cy="63068"/>
            </a:xfrm>
            <a:custGeom>
              <a:avLst/>
              <a:gdLst/>
              <a:ahLst/>
              <a:cxnLst/>
              <a:rect l="l" t="t" r="r" b="b"/>
              <a:pathLst>
                <a:path w="2607" h="1605" extrusionOk="0">
                  <a:moveTo>
                    <a:pt x="2606" y="1"/>
                  </a:moveTo>
                  <a:lnTo>
                    <a:pt x="696" y="202"/>
                  </a:lnTo>
                  <a:lnTo>
                    <a:pt x="0" y="765"/>
                  </a:lnTo>
                  <a:cubicBezTo>
                    <a:pt x="312" y="1494"/>
                    <a:pt x="1533" y="1605"/>
                    <a:pt x="1533" y="1605"/>
                  </a:cubicBezTo>
                  <a:lnTo>
                    <a:pt x="2606"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37;p31">
              <a:extLst>
                <a:ext uri="{FF2B5EF4-FFF2-40B4-BE49-F238E27FC236}">
                  <a16:creationId xmlns:a16="http://schemas.microsoft.com/office/drawing/2014/main" id="{4CA373F2-B187-074C-59D8-2D4287907974}"/>
                </a:ext>
              </a:extLst>
            </p:cNvPr>
            <p:cNvSpPr/>
            <p:nvPr/>
          </p:nvSpPr>
          <p:spPr>
            <a:xfrm>
              <a:off x="5548510" y="2958906"/>
              <a:ext cx="95801" cy="96076"/>
            </a:xfrm>
            <a:custGeom>
              <a:avLst/>
              <a:gdLst/>
              <a:ahLst/>
              <a:cxnLst/>
              <a:rect l="l" t="t" r="r" b="b"/>
              <a:pathLst>
                <a:path w="2438" h="2445" extrusionOk="0">
                  <a:moveTo>
                    <a:pt x="1074" y="1"/>
                  </a:moveTo>
                  <a:lnTo>
                    <a:pt x="1" y="1605"/>
                  </a:lnTo>
                  <a:lnTo>
                    <a:pt x="970" y="2445"/>
                  </a:lnTo>
                  <a:lnTo>
                    <a:pt x="2438" y="851"/>
                  </a:lnTo>
                  <a:lnTo>
                    <a:pt x="1074"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38;p31">
              <a:extLst>
                <a:ext uri="{FF2B5EF4-FFF2-40B4-BE49-F238E27FC236}">
                  <a16:creationId xmlns:a16="http://schemas.microsoft.com/office/drawing/2014/main" id="{5089535C-BB81-8419-8E61-DBF1B17CC25C}"/>
                </a:ext>
              </a:extLst>
            </p:cNvPr>
            <p:cNvSpPr/>
            <p:nvPr/>
          </p:nvSpPr>
          <p:spPr>
            <a:xfrm>
              <a:off x="5395494" y="4767365"/>
              <a:ext cx="39099" cy="18940"/>
            </a:xfrm>
            <a:custGeom>
              <a:avLst/>
              <a:gdLst/>
              <a:ahLst/>
              <a:cxnLst/>
              <a:rect l="l" t="t" r="r" b="b"/>
              <a:pathLst>
                <a:path w="995" h="482" extrusionOk="0">
                  <a:moveTo>
                    <a:pt x="796" y="88"/>
                  </a:moveTo>
                  <a:cubicBezTo>
                    <a:pt x="818" y="88"/>
                    <a:pt x="836" y="91"/>
                    <a:pt x="851" y="98"/>
                  </a:cubicBezTo>
                  <a:cubicBezTo>
                    <a:pt x="865" y="105"/>
                    <a:pt x="883" y="119"/>
                    <a:pt x="890" y="159"/>
                  </a:cubicBezTo>
                  <a:cubicBezTo>
                    <a:pt x="901" y="227"/>
                    <a:pt x="887" y="281"/>
                    <a:pt x="843" y="316"/>
                  </a:cubicBezTo>
                  <a:cubicBezTo>
                    <a:pt x="789" y="368"/>
                    <a:pt x="685" y="393"/>
                    <a:pt x="545" y="393"/>
                  </a:cubicBezTo>
                  <a:cubicBezTo>
                    <a:pt x="438" y="393"/>
                    <a:pt x="310" y="378"/>
                    <a:pt x="166" y="349"/>
                  </a:cubicBezTo>
                  <a:cubicBezTo>
                    <a:pt x="372" y="227"/>
                    <a:pt x="650" y="88"/>
                    <a:pt x="796" y="88"/>
                  </a:cubicBezTo>
                  <a:close/>
                  <a:moveTo>
                    <a:pt x="792" y="1"/>
                  </a:moveTo>
                  <a:cubicBezTo>
                    <a:pt x="533" y="1"/>
                    <a:pt x="82" y="297"/>
                    <a:pt x="25" y="334"/>
                  </a:cubicBezTo>
                  <a:cubicBezTo>
                    <a:pt x="11" y="342"/>
                    <a:pt x="0" y="359"/>
                    <a:pt x="4" y="378"/>
                  </a:cubicBezTo>
                  <a:cubicBezTo>
                    <a:pt x="7" y="396"/>
                    <a:pt x="22" y="410"/>
                    <a:pt x="40" y="414"/>
                  </a:cubicBezTo>
                  <a:cubicBezTo>
                    <a:pt x="172" y="446"/>
                    <a:pt x="366" y="482"/>
                    <a:pt x="542" y="482"/>
                  </a:cubicBezTo>
                  <a:cubicBezTo>
                    <a:pt x="689" y="482"/>
                    <a:pt x="825" y="457"/>
                    <a:pt x="905" y="385"/>
                  </a:cubicBezTo>
                  <a:cubicBezTo>
                    <a:pt x="969" y="328"/>
                    <a:pt x="994" y="245"/>
                    <a:pt x="980" y="144"/>
                  </a:cubicBezTo>
                  <a:cubicBezTo>
                    <a:pt x="969" y="69"/>
                    <a:pt x="923" y="33"/>
                    <a:pt x="887" y="19"/>
                  </a:cubicBezTo>
                  <a:cubicBezTo>
                    <a:pt x="860" y="7"/>
                    <a:pt x="828" y="1"/>
                    <a:pt x="7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39;p31">
              <a:extLst>
                <a:ext uri="{FF2B5EF4-FFF2-40B4-BE49-F238E27FC236}">
                  <a16:creationId xmlns:a16="http://schemas.microsoft.com/office/drawing/2014/main" id="{916D9285-BF7E-05F8-3601-68D5B44BEED2}"/>
                </a:ext>
              </a:extLst>
            </p:cNvPr>
            <p:cNvSpPr/>
            <p:nvPr/>
          </p:nvSpPr>
          <p:spPr>
            <a:xfrm>
              <a:off x="5395612" y="4749799"/>
              <a:ext cx="23341" cy="33990"/>
            </a:xfrm>
            <a:custGeom>
              <a:avLst/>
              <a:gdLst/>
              <a:ahLst/>
              <a:cxnLst/>
              <a:rect l="l" t="t" r="r" b="b"/>
              <a:pathLst>
                <a:path w="594" h="865" extrusionOk="0">
                  <a:moveTo>
                    <a:pt x="385" y="92"/>
                  </a:moveTo>
                  <a:cubicBezTo>
                    <a:pt x="446" y="100"/>
                    <a:pt x="456" y="125"/>
                    <a:pt x="461" y="147"/>
                  </a:cubicBezTo>
                  <a:cubicBezTo>
                    <a:pt x="489" y="279"/>
                    <a:pt x="274" y="588"/>
                    <a:pt x="94" y="731"/>
                  </a:cubicBezTo>
                  <a:cubicBezTo>
                    <a:pt x="101" y="548"/>
                    <a:pt x="144" y="240"/>
                    <a:pt x="267" y="132"/>
                  </a:cubicBezTo>
                  <a:cubicBezTo>
                    <a:pt x="295" y="103"/>
                    <a:pt x="327" y="92"/>
                    <a:pt x="367" y="92"/>
                  </a:cubicBezTo>
                  <a:close/>
                  <a:moveTo>
                    <a:pt x="361" y="0"/>
                  </a:moveTo>
                  <a:cubicBezTo>
                    <a:pt x="303" y="0"/>
                    <a:pt x="250" y="22"/>
                    <a:pt x="206" y="64"/>
                  </a:cubicBezTo>
                  <a:cubicBezTo>
                    <a:pt x="1" y="246"/>
                    <a:pt x="1" y="796"/>
                    <a:pt x="1" y="818"/>
                  </a:cubicBezTo>
                  <a:cubicBezTo>
                    <a:pt x="1" y="836"/>
                    <a:pt x="12" y="849"/>
                    <a:pt x="22" y="857"/>
                  </a:cubicBezTo>
                  <a:cubicBezTo>
                    <a:pt x="30" y="861"/>
                    <a:pt x="37" y="864"/>
                    <a:pt x="47" y="864"/>
                  </a:cubicBezTo>
                  <a:cubicBezTo>
                    <a:pt x="55" y="864"/>
                    <a:pt x="62" y="861"/>
                    <a:pt x="69" y="857"/>
                  </a:cubicBezTo>
                  <a:cubicBezTo>
                    <a:pt x="249" y="756"/>
                    <a:pt x="593" y="344"/>
                    <a:pt x="550" y="128"/>
                  </a:cubicBezTo>
                  <a:cubicBezTo>
                    <a:pt x="542" y="89"/>
                    <a:pt x="511" y="17"/>
                    <a:pt x="396" y="3"/>
                  </a:cubicBezTo>
                  <a:cubicBezTo>
                    <a:pt x="384" y="1"/>
                    <a:pt x="373" y="0"/>
                    <a:pt x="3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740;p31">
              <a:extLst>
                <a:ext uri="{FF2B5EF4-FFF2-40B4-BE49-F238E27FC236}">
                  <a16:creationId xmlns:a16="http://schemas.microsoft.com/office/drawing/2014/main" id="{F870A2E9-BDAD-A227-49D1-BCD7AB7AA272}"/>
                </a:ext>
              </a:extLst>
            </p:cNvPr>
            <p:cNvSpPr/>
            <p:nvPr/>
          </p:nvSpPr>
          <p:spPr>
            <a:xfrm>
              <a:off x="5732413" y="4767404"/>
              <a:ext cx="46722" cy="19058"/>
            </a:xfrm>
            <a:custGeom>
              <a:avLst/>
              <a:gdLst/>
              <a:ahLst/>
              <a:cxnLst/>
              <a:rect l="l" t="t" r="r" b="b"/>
              <a:pathLst>
                <a:path w="1189" h="485" extrusionOk="0">
                  <a:moveTo>
                    <a:pt x="977" y="88"/>
                  </a:moveTo>
                  <a:cubicBezTo>
                    <a:pt x="1011" y="88"/>
                    <a:pt x="1039" y="93"/>
                    <a:pt x="1060" y="104"/>
                  </a:cubicBezTo>
                  <a:cubicBezTo>
                    <a:pt x="1081" y="115"/>
                    <a:pt x="1089" y="129"/>
                    <a:pt x="1092" y="154"/>
                  </a:cubicBezTo>
                  <a:cubicBezTo>
                    <a:pt x="1099" y="215"/>
                    <a:pt x="1081" y="262"/>
                    <a:pt x="1042" y="298"/>
                  </a:cubicBezTo>
                  <a:cubicBezTo>
                    <a:pt x="973" y="361"/>
                    <a:pt x="830" y="392"/>
                    <a:pt x="634" y="392"/>
                  </a:cubicBezTo>
                  <a:cubicBezTo>
                    <a:pt x="506" y="392"/>
                    <a:pt x="356" y="378"/>
                    <a:pt x="188" y="352"/>
                  </a:cubicBezTo>
                  <a:cubicBezTo>
                    <a:pt x="449" y="225"/>
                    <a:pt x="798" y="88"/>
                    <a:pt x="977" y="88"/>
                  </a:cubicBezTo>
                  <a:close/>
                  <a:moveTo>
                    <a:pt x="979" y="0"/>
                  </a:moveTo>
                  <a:cubicBezTo>
                    <a:pt x="673" y="0"/>
                    <a:pt x="100" y="293"/>
                    <a:pt x="26" y="330"/>
                  </a:cubicBezTo>
                  <a:cubicBezTo>
                    <a:pt x="12" y="341"/>
                    <a:pt x="1" y="358"/>
                    <a:pt x="4" y="377"/>
                  </a:cubicBezTo>
                  <a:cubicBezTo>
                    <a:pt x="4" y="395"/>
                    <a:pt x="19" y="409"/>
                    <a:pt x="40" y="416"/>
                  </a:cubicBezTo>
                  <a:cubicBezTo>
                    <a:pt x="202" y="449"/>
                    <a:pt x="428" y="484"/>
                    <a:pt x="640" y="484"/>
                  </a:cubicBezTo>
                  <a:cubicBezTo>
                    <a:pt x="830" y="484"/>
                    <a:pt x="1003" y="452"/>
                    <a:pt x="1103" y="366"/>
                  </a:cubicBezTo>
                  <a:cubicBezTo>
                    <a:pt x="1164" y="308"/>
                    <a:pt x="1189" y="237"/>
                    <a:pt x="1182" y="143"/>
                  </a:cubicBezTo>
                  <a:cubicBezTo>
                    <a:pt x="1175" y="93"/>
                    <a:pt x="1150" y="50"/>
                    <a:pt x="1103" y="25"/>
                  </a:cubicBezTo>
                  <a:cubicBezTo>
                    <a:pt x="1070" y="8"/>
                    <a:pt x="1028" y="0"/>
                    <a:pt x="9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741;p31">
              <a:extLst>
                <a:ext uri="{FF2B5EF4-FFF2-40B4-BE49-F238E27FC236}">
                  <a16:creationId xmlns:a16="http://schemas.microsoft.com/office/drawing/2014/main" id="{C3E23620-8AA3-9113-E124-B941E939E2A6}"/>
                </a:ext>
              </a:extLst>
            </p:cNvPr>
            <p:cNvSpPr/>
            <p:nvPr/>
          </p:nvSpPr>
          <p:spPr>
            <a:xfrm>
              <a:off x="5732413" y="4749799"/>
              <a:ext cx="29118" cy="33990"/>
            </a:xfrm>
            <a:custGeom>
              <a:avLst/>
              <a:gdLst/>
              <a:ahLst/>
              <a:cxnLst/>
              <a:rect l="l" t="t" r="r" b="b"/>
              <a:pathLst>
                <a:path w="741" h="865" extrusionOk="0">
                  <a:moveTo>
                    <a:pt x="525" y="92"/>
                  </a:moveTo>
                  <a:cubicBezTo>
                    <a:pt x="607" y="100"/>
                    <a:pt x="612" y="135"/>
                    <a:pt x="615" y="147"/>
                  </a:cubicBezTo>
                  <a:cubicBezTo>
                    <a:pt x="637" y="276"/>
                    <a:pt x="332" y="599"/>
                    <a:pt x="102" y="738"/>
                  </a:cubicBezTo>
                  <a:cubicBezTo>
                    <a:pt x="123" y="588"/>
                    <a:pt x="184" y="279"/>
                    <a:pt x="342" y="150"/>
                  </a:cubicBezTo>
                  <a:cubicBezTo>
                    <a:pt x="389" y="110"/>
                    <a:pt x="439" y="92"/>
                    <a:pt x="496" y="92"/>
                  </a:cubicBezTo>
                  <a:close/>
                  <a:moveTo>
                    <a:pt x="496" y="1"/>
                  </a:moveTo>
                  <a:cubicBezTo>
                    <a:pt x="420" y="1"/>
                    <a:pt x="347" y="29"/>
                    <a:pt x="284" y="82"/>
                  </a:cubicBezTo>
                  <a:cubicBezTo>
                    <a:pt x="44" y="279"/>
                    <a:pt x="4" y="793"/>
                    <a:pt x="4" y="814"/>
                  </a:cubicBezTo>
                  <a:cubicBezTo>
                    <a:pt x="1" y="832"/>
                    <a:pt x="9" y="846"/>
                    <a:pt x="22" y="857"/>
                  </a:cubicBezTo>
                  <a:cubicBezTo>
                    <a:pt x="30" y="861"/>
                    <a:pt x="40" y="864"/>
                    <a:pt x="47" y="864"/>
                  </a:cubicBezTo>
                  <a:cubicBezTo>
                    <a:pt x="55" y="864"/>
                    <a:pt x="62" y="861"/>
                    <a:pt x="65" y="861"/>
                  </a:cubicBezTo>
                  <a:cubicBezTo>
                    <a:pt x="299" y="753"/>
                    <a:pt x="741" y="351"/>
                    <a:pt x="705" y="132"/>
                  </a:cubicBezTo>
                  <a:cubicBezTo>
                    <a:pt x="693" y="78"/>
                    <a:pt x="658" y="14"/>
                    <a:pt x="532" y="3"/>
                  </a:cubicBezTo>
                  <a:cubicBezTo>
                    <a:pt x="520" y="1"/>
                    <a:pt x="508" y="1"/>
                    <a:pt x="49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742;p31">
              <a:extLst>
                <a:ext uri="{FF2B5EF4-FFF2-40B4-BE49-F238E27FC236}">
                  <a16:creationId xmlns:a16="http://schemas.microsoft.com/office/drawing/2014/main" id="{C7A52CA3-24E0-66E9-FD7D-FD89D659B54B}"/>
                </a:ext>
              </a:extLst>
            </p:cNvPr>
            <p:cNvSpPr/>
            <p:nvPr/>
          </p:nvSpPr>
          <p:spPr>
            <a:xfrm>
              <a:off x="5530867" y="2460324"/>
              <a:ext cx="185944" cy="209207"/>
            </a:xfrm>
            <a:custGeom>
              <a:avLst/>
              <a:gdLst/>
              <a:ahLst/>
              <a:cxnLst/>
              <a:rect l="l" t="t" r="r" b="b"/>
              <a:pathLst>
                <a:path w="4732" h="5324" extrusionOk="0">
                  <a:moveTo>
                    <a:pt x="44" y="1"/>
                  </a:moveTo>
                  <a:lnTo>
                    <a:pt x="44" y="1"/>
                  </a:lnTo>
                  <a:cubicBezTo>
                    <a:pt x="274" y="1131"/>
                    <a:pt x="787" y="3421"/>
                    <a:pt x="1" y="4179"/>
                  </a:cubicBezTo>
                  <a:cubicBezTo>
                    <a:pt x="1" y="4179"/>
                    <a:pt x="320" y="5324"/>
                    <a:pt x="2420" y="5324"/>
                  </a:cubicBezTo>
                  <a:cubicBezTo>
                    <a:pt x="4732" y="5324"/>
                    <a:pt x="3518" y="4179"/>
                    <a:pt x="3518" y="4179"/>
                  </a:cubicBezTo>
                  <a:cubicBezTo>
                    <a:pt x="2255" y="3877"/>
                    <a:pt x="2280" y="2940"/>
                    <a:pt x="2496" y="2061"/>
                  </a:cubicBezTo>
                  <a:lnTo>
                    <a:pt x="44"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743;p31">
              <a:extLst>
                <a:ext uri="{FF2B5EF4-FFF2-40B4-BE49-F238E27FC236}">
                  <a16:creationId xmlns:a16="http://schemas.microsoft.com/office/drawing/2014/main" id="{A3B38DE4-7E4A-9B68-7536-37096E3DED72}"/>
                </a:ext>
              </a:extLst>
            </p:cNvPr>
            <p:cNvSpPr/>
            <p:nvPr/>
          </p:nvSpPr>
          <p:spPr>
            <a:xfrm>
              <a:off x="5716066" y="2364954"/>
              <a:ext cx="35444" cy="16268"/>
            </a:xfrm>
            <a:custGeom>
              <a:avLst/>
              <a:gdLst/>
              <a:ahLst/>
              <a:cxnLst/>
              <a:rect l="l" t="t" r="r" b="b"/>
              <a:pathLst>
                <a:path w="902" h="414" extrusionOk="0">
                  <a:moveTo>
                    <a:pt x="668" y="0"/>
                  </a:moveTo>
                  <a:cubicBezTo>
                    <a:pt x="514" y="0"/>
                    <a:pt x="268" y="41"/>
                    <a:pt x="37" y="256"/>
                  </a:cubicBezTo>
                  <a:cubicBezTo>
                    <a:pt x="1" y="291"/>
                    <a:pt x="1" y="349"/>
                    <a:pt x="33" y="385"/>
                  </a:cubicBezTo>
                  <a:cubicBezTo>
                    <a:pt x="51" y="403"/>
                    <a:pt x="76" y="414"/>
                    <a:pt x="102" y="414"/>
                  </a:cubicBezTo>
                  <a:cubicBezTo>
                    <a:pt x="123" y="414"/>
                    <a:pt x="145" y="407"/>
                    <a:pt x="162" y="389"/>
                  </a:cubicBezTo>
                  <a:cubicBezTo>
                    <a:pt x="349" y="213"/>
                    <a:pt x="548" y="181"/>
                    <a:pt x="669" y="181"/>
                  </a:cubicBezTo>
                  <a:cubicBezTo>
                    <a:pt x="733" y="181"/>
                    <a:pt x="774" y="190"/>
                    <a:pt x="780" y="192"/>
                  </a:cubicBezTo>
                  <a:cubicBezTo>
                    <a:pt x="786" y="193"/>
                    <a:pt x="793" y="194"/>
                    <a:pt x="800" y="194"/>
                  </a:cubicBezTo>
                  <a:cubicBezTo>
                    <a:pt x="842" y="194"/>
                    <a:pt x="879" y="167"/>
                    <a:pt x="891" y="127"/>
                  </a:cubicBezTo>
                  <a:cubicBezTo>
                    <a:pt x="902" y="76"/>
                    <a:pt x="873" y="26"/>
                    <a:pt x="823" y="16"/>
                  </a:cubicBezTo>
                  <a:cubicBezTo>
                    <a:pt x="817" y="14"/>
                    <a:pt x="758" y="0"/>
                    <a:pt x="668"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744;p31">
              <a:extLst>
                <a:ext uri="{FF2B5EF4-FFF2-40B4-BE49-F238E27FC236}">
                  <a16:creationId xmlns:a16="http://schemas.microsoft.com/office/drawing/2014/main" id="{59693CE5-6D4E-34A3-3277-57DD7C5D33B7}"/>
                </a:ext>
              </a:extLst>
            </p:cNvPr>
            <p:cNvSpPr/>
            <p:nvPr/>
          </p:nvSpPr>
          <p:spPr>
            <a:xfrm>
              <a:off x="5721292" y="2426884"/>
              <a:ext cx="21887" cy="44757"/>
            </a:xfrm>
            <a:custGeom>
              <a:avLst/>
              <a:gdLst/>
              <a:ahLst/>
              <a:cxnLst/>
              <a:rect l="l" t="t" r="r" b="b"/>
              <a:pathLst>
                <a:path w="557" h="1139" extrusionOk="0">
                  <a:moveTo>
                    <a:pt x="244" y="1"/>
                  </a:moveTo>
                  <a:lnTo>
                    <a:pt x="0" y="1056"/>
                  </a:lnTo>
                  <a:cubicBezTo>
                    <a:pt x="0" y="1056"/>
                    <a:pt x="159" y="1139"/>
                    <a:pt x="336" y="1139"/>
                  </a:cubicBezTo>
                  <a:cubicBezTo>
                    <a:pt x="410" y="1139"/>
                    <a:pt x="487" y="1125"/>
                    <a:pt x="557" y="1084"/>
                  </a:cubicBezTo>
                  <a:cubicBezTo>
                    <a:pt x="348" y="705"/>
                    <a:pt x="244" y="1"/>
                    <a:pt x="244" y="1"/>
                  </a:cubicBezTo>
                  <a:close/>
                </a:path>
              </a:pathLst>
            </a:custGeom>
            <a:solidFill>
              <a:srgbClr val="DE57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745;p31">
              <a:extLst>
                <a:ext uri="{FF2B5EF4-FFF2-40B4-BE49-F238E27FC236}">
                  <a16:creationId xmlns:a16="http://schemas.microsoft.com/office/drawing/2014/main" id="{CF1762AD-75CA-1CB2-5F3B-C5BB801928E5}"/>
                </a:ext>
              </a:extLst>
            </p:cNvPr>
            <p:cNvSpPr/>
            <p:nvPr/>
          </p:nvSpPr>
          <p:spPr>
            <a:xfrm>
              <a:off x="5726637" y="2406332"/>
              <a:ext cx="16543" cy="21691"/>
            </a:xfrm>
            <a:custGeom>
              <a:avLst/>
              <a:gdLst/>
              <a:ahLst/>
              <a:cxnLst/>
              <a:rect l="l" t="t" r="r" b="b"/>
              <a:pathLst>
                <a:path w="421" h="552" extrusionOk="0">
                  <a:moveTo>
                    <a:pt x="248" y="1"/>
                  </a:moveTo>
                  <a:cubicBezTo>
                    <a:pt x="159" y="1"/>
                    <a:pt x="66" y="99"/>
                    <a:pt x="33" y="233"/>
                  </a:cubicBezTo>
                  <a:cubicBezTo>
                    <a:pt x="1" y="384"/>
                    <a:pt x="51" y="524"/>
                    <a:pt x="148" y="549"/>
                  </a:cubicBezTo>
                  <a:cubicBezTo>
                    <a:pt x="156" y="551"/>
                    <a:pt x="165" y="552"/>
                    <a:pt x="174" y="552"/>
                  </a:cubicBezTo>
                  <a:cubicBezTo>
                    <a:pt x="264" y="552"/>
                    <a:pt x="356" y="453"/>
                    <a:pt x="388" y="320"/>
                  </a:cubicBezTo>
                  <a:cubicBezTo>
                    <a:pt x="421" y="169"/>
                    <a:pt x="371" y="28"/>
                    <a:pt x="274" y="3"/>
                  </a:cubicBezTo>
                  <a:cubicBezTo>
                    <a:pt x="265" y="2"/>
                    <a:pt x="257" y="1"/>
                    <a:pt x="248"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746;p31">
              <a:extLst>
                <a:ext uri="{FF2B5EF4-FFF2-40B4-BE49-F238E27FC236}">
                  <a16:creationId xmlns:a16="http://schemas.microsoft.com/office/drawing/2014/main" id="{8F38939B-69E5-C117-A9E1-F8C77F07B0A3}"/>
                </a:ext>
              </a:extLst>
            </p:cNvPr>
            <p:cNvSpPr/>
            <p:nvPr/>
          </p:nvSpPr>
          <p:spPr>
            <a:xfrm>
              <a:off x="5735557" y="2405743"/>
              <a:ext cx="15129" cy="4401"/>
            </a:xfrm>
            <a:custGeom>
              <a:avLst/>
              <a:gdLst/>
              <a:ahLst/>
              <a:cxnLst/>
              <a:rect l="l" t="t" r="r" b="b"/>
              <a:pathLst>
                <a:path w="385" h="112" extrusionOk="0">
                  <a:moveTo>
                    <a:pt x="384" y="0"/>
                  </a:moveTo>
                  <a:lnTo>
                    <a:pt x="0" y="18"/>
                  </a:lnTo>
                  <a:cubicBezTo>
                    <a:pt x="43" y="88"/>
                    <a:pt x="97" y="111"/>
                    <a:pt x="151" y="111"/>
                  </a:cubicBezTo>
                  <a:cubicBezTo>
                    <a:pt x="268" y="111"/>
                    <a:pt x="384" y="0"/>
                    <a:pt x="38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747;p31">
              <a:extLst>
                <a:ext uri="{FF2B5EF4-FFF2-40B4-BE49-F238E27FC236}">
                  <a16:creationId xmlns:a16="http://schemas.microsoft.com/office/drawing/2014/main" id="{72B186C5-036F-1919-2BB2-746D3C395661}"/>
                </a:ext>
              </a:extLst>
            </p:cNvPr>
            <p:cNvSpPr/>
            <p:nvPr/>
          </p:nvSpPr>
          <p:spPr>
            <a:xfrm>
              <a:off x="5651897" y="4608414"/>
              <a:ext cx="78865" cy="173527"/>
            </a:xfrm>
            <a:custGeom>
              <a:avLst/>
              <a:gdLst/>
              <a:ahLst/>
              <a:cxnLst/>
              <a:rect l="l" t="t" r="r" b="b"/>
              <a:pathLst>
                <a:path w="2007" h="4416" extrusionOk="0">
                  <a:moveTo>
                    <a:pt x="101" y="1"/>
                  </a:moveTo>
                  <a:lnTo>
                    <a:pt x="1" y="4416"/>
                  </a:lnTo>
                  <a:lnTo>
                    <a:pt x="1907" y="4416"/>
                  </a:lnTo>
                  <a:lnTo>
                    <a:pt x="2007"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748;p31">
              <a:extLst>
                <a:ext uri="{FF2B5EF4-FFF2-40B4-BE49-F238E27FC236}">
                  <a16:creationId xmlns:a16="http://schemas.microsoft.com/office/drawing/2014/main" id="{622ACD63-97B2-4EB7-6455-33D54ABAB0D0}"/>
                </a:ext>
              </a:extLst>
            </p:cNvPr>
            <p:cNvSpPr/>
            <p:nvPr/>
          </p:nvSpPr>
          <p:spPr>
            <a:xfrm>
              <a:off x="5311559" y="4608414"/>
              <a:ext cx="97923" cy="173527"/>
            </a:xfrm>
            <a:custGeom>
              <a:avLst/>
              <a:gdLst/>
              <a:ahLst/>
              <a:cxnLst/>
              <a:rect l="l" t="t" r="r" b="b"/>
              <a:pathLst>
                <a:path w="2492" h="4416" extrusionOk="0">
                  <a:moveTo>
                    <a:pt x="586" y="1"/>
                  </a:moveTo>
                  <a:lnTo>
                    <a:pt x="1" y="4416"/>
                  </a:lnTo>
                  <a:lnTo>
                    <a:pt x="1906" y="4416"/>
                  </a:lnTo>
                  <a:lnTo>
                    <a:pt x="2492"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749;p31">
              <a:extLst>
                <a:ext uri="{FF2B5EF4-FFF2-40B4-BE49-F238E27FC236}">
                  <a16:creationId xmlns:a16="http://schemas.microsoft.com/office/drawing/2014/main" id="{D9261057-3489-7C8F-41FA-29B6339E2419}"/>
                </a:ext>
              </a:extLst>
            </p:cNvPr>
            <p:cNvSpPr/>
            <p:nvPr/>
          </p:nvSpPr>
          <p:spPr>
            <a:xfrm>
              <a:off x="5290811" y="4773298"/>
              <a:ext cx="214001" cy="85074"/>
            </a:xfrm>
            <a:custGeom>
              <a:avLst/>
              <a:gdLst/>
              <a:ahLst/>
              <a:cxnLst/>
              <a:rect l="l" t="t" r="r" b="b"/>
              <a:pathLst>
                <a:path w="5446" h="2165" extrusionOk="0">
                  <a:moveTo>
                    <a:pt x="410" y="1"/>
                  </a:moveTo>
                  <a:cubicBezTo>
                    <a:pt x="331" y="1"/>
                    <a:pt x="270" y="54"/>
                    <a:pt x="259" y="130"/>
                  </a:cubicBezTo>
                  <a:lnTo>
                    <a:pt x="26" y="1824"/>
                  </a:lnTo>
                  <a:cubicBezTo>
                    <a:pt x="1" y="1998"/>
                    <a:pt x="152" y="2161"/>
                    <a:pt x="329" y="2161"/>
                  </a:cubicBezTo>
                  <a:cubicBezTo>
                    <a:pt x="331" y="2161"/>
                    <a:pt x="333" y="2161"/>
                    <a:pt x="335" y="2161"/>
                  </a:cubicBezTo>
                  <a:cubicBezTo>
                    <a:pt x="1082" y="2151"/>
                    <a:pt x="1440" y="2108"/>
                    <a:pt x="2381" y="2108"/>
                  </a:cubicBezTo>
                  <a:cubicBezTo>
                    <a:pt x="2962" y="2108"/>
                    <a:pt x="3809" y="2165"/>
                    <a:pt x="4609" y="2165"/>
                  </a:cubicBezTo>
                  <a:cubicBezTo>
                    <a:pt x="5392" y="2165"/>
                    <a:pt x="5446" y="1376"/>
                    <a:pt x="5112" y="1303"/>
                  </a:cubicBezTo>
                  <a:cubicBezTo>
                    <a:pt x="3615" y="984"/>
                    <a:pt x="3378" y="539"/>
                    <a:pt x="2873" y="115"/>
                  </a:cubicBezTo>
                  <a:cubicBezTo>
                    <a:pt x="2779" y="40"/>
                    <a:pt x="2668" y="1"/>
                    <a:pt x="2553"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750;p31">
              <a:extLst>
                <a:ext uri="{FF2B5EF4-FFF2-40B4-BE49-F238E27FC236}">
                  <a16:creationId xmlns:a16="http://schemas.microsoft.com/office/drawing/2014/main" id="{CAEE2A7B-923B-11E0-94D5-A3BD18FC8B87}"/>
                </a:ext>
              </a:extLst>
            </p:cNvPr>
            <p:cNvSpPr/>
            <p:nvPr/>
          </p:nvSpPr>
          <p:spPr>
            <a:xfrm>
              <a:off x="5629184" y="4773298"/>
              <a:ext cx="227675" cy="85074"/>
            </a:xfrm>
            <a:custGeom>
              <a:avLst/>
              <a:gdLst/>
              <a:ahLst/>
              <a:cxnLst/>
              <a:rect l="l" t="t" r="r" b="b"/>
              <a:pathLst>
                <a:path w="5794" h="2165" extrusionOk="0">
                  <a:moveTo>
                    <a:pt x="406" y="1"/>
                  </a:moveTo>
                  <a:cubicBezTo>
                    <a:pt x="331" y="1"/>
                    <a:pt x="267" y="54"/>
                    <a:pt x="255" y="130"/>
                  </a:cubicBezTo>
                  <a:lnTo>
                    <a:pt x="22" y="1824"/>
                  </a:lnTo>
                  <a:cubicBezTo>
                    <a:pt x="1" y="1998"/>
                    <a:pt x="148" y="2161"/>
                    <a:pt x="326" y="2161"/>
                  </a:cubicBezTo>
                  <a:cubicBezTo>
                    <a:pt x="328" y="2161"/>
                    <a:pt x="329" y="2161"/>
                    <a:pt x="331" y="2161"/>
                  </a:cubicBezTo>
                  <a:cubicBezTo>
                    <a:pt x="1077" y="2151"/>
                    <a:pt x="1437" y="2108"/>
                    <a:pt x="2381" y="2108"/>
                  </a:cubicBezTo>
                  <a:cubicBezTo>
                    <a:pt x="2959" y="2108"/>
                    <a:pt x="4157" y="2165"/>
                    <a:pt x="4957" y="2165"/>
                  </a:cubicBezTo>
                  <a:cubicBezTo>
                    <a:pt x="5740" y="2165"/>
                    <a:pt x="5794" y="1376"/>
                    <a:pt x="5460" y="1303"/>
                  </a:cubicBezTo>
                  <a:cubicBezTo>
                    <a:pt x="3967" y="984"/>
                    <a:pt x="3375" y="539"/>
                    <a:pt x="2868" y="115"/>
                  </a:cubicBezTo>
                  <a:cubicBezTo>
                    <a:pt x="2779" y="40"/>
                    <a:pt x="2664" y="1"/>
                    <a:pt x="2549"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751;p31">
              <a:extLst>
                <a:ext uri="{FF2B5EF4-FFF2-40B4-BE49-F238E27FC236}">
                  <a16:creationId xmlns:a16="http://schemas.microsoft.com/office/drawing/2014/main" id="{F5158BA3-B245-5826-E22B-3A039755BCA2}"/>
                </a:ext>
              </a:extLst>
            </p:cNvPr>
            <p:cNvSpPr/>
            <p:nvPr/>
          </p:nvSpPr>
          <p:spPr>
            <a:xfrm>
              <a:off x="5653744" y="4608571"/>
              <a:ext cx="77018" cy="89475"/>
            </a:xfrm>
            <a:custGeom>
              <a:avLst/>
              <a:gdLst/>
              <a:ahLst/>
              <a:cxnLst/>
              <a:rect l="l" t="t" r="r" b="b"/>
              <a:pathLst>
                <a:path w="1960" h="2277" extrusionOk="0">
                  <a:moveTo>
                    <a:pt x="51" y="0"/>
                  </a:moveTo>
                  <a:lnTo>
                    <a:pt x="0" y="2276"/>
                  </a:lnTo>
                  <a:lnTo>
                    <a:pt x="1910" y="2276"/>
                  </a:lnTo>
                  <a:lnTo>
                    <a:pt x="1960" y="0"/>
                  </a:lnTo>
                  <a:close/>
                </a:path>
              </a:pathLst>
            </a:custGeom>
            <a:solidFill>
              <a:srgbClr val="CE6F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752;p31">
              <a:extLst>
                <a:ext uri="{FF2B5EF4-FFF2-40B4-BE49-F238E27FC236}">
                  <a16:creationId xmlns:a16="http://schemas.microsoft.com/office/drawing/2014/main" id="{FACD6AED-2B5A-D86C-B61E-4A9D5C6811E4}"/>
                </a:ext>
              </a:extLst>
            </p:cNvPr>
            <p:cNvSpPr/>
            <p:nvPr/>
          </p:nvSpPr>
          <p:spPr>
            <a:xfrm>
              <a:off x="5322718" y="4608571"/>
              <a:ext cx="86763" cy="89475"/>
            </a:xfrm>
            <a:custGeom>
              <a:avLst/>
              <a:gdLst/>
              <a:ahLst/>
              <a:cxnLst/>
              <a:rect l="l" t="t" r="r" b="b"/>
              <a:pathLst>
                <a:path w="2208" h="2277" extrusionOk="0">
                  <a:moveTo>
                    <a:pt x="302" y="0"/>
                  </a:moveTo>
                  <a:lnTo>
                    <a:pt x="0" y="2276"/>
                  </a:lnTo>
                  <a:lnTo>
                    <a:pt x="1906" y="2276"/>
                  </a:lnTo>
                  <a:lnTo>
                    <a:pt x="2208" y="0"/>
                  </a:lnTo>
                  <a:close/>
                </a:path>
              </a:pathLst>
            </a:custGeom>
            <a:solidFill>
              <a:srgbClr val="CE6F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753;p31">
              <a:extLst>
                <a:ext uri="{FF2B5EF4-FFF2-40B4-BE49-F238E27FC236}">
                  <a16:creationId xmlns:a16="http://schemas.microsoft.com/office/drawing/2014/main" id="{7A40FB29-8201-3924-7659-1B95626C7FAD}"/>
                </a:ext>
              </a:extLst>
            </p:cNvPr>
            <p:cNvSpPr/>
            <p:nvPr/>
          </p:nvSpPr>
          <p:spPr>
            <a:xfrm>
              <a:off x="5401860" y="2621986"/>
              <a:ext cx="429730" cy="473741"/>
            </a:xfrm>
            <a:custGeom>
              <a:avLst/>
              <a:gdLst/>
              <a:ahLst/>
              <a:cxnLst/>
              <a:rect l="l" t="t" r="r" b="b"/>
              <a:pathLst>
                <a:path w="10936" h="12056" extrusionOk="0">
                  <a:moveTo>
                    <a:pt x="5294" y="1"/>
                  </a:moveTo>
                  <a:cubicBezTo>
                    <a:pt x="4661" y="1"/>
                    <a:pt x="4009" y="29"/>
                    <a:pt x="3284" y="65"/>
                  </a:cubicBezTo>
                  <a:cubicBezTo>
                    <a:pt x="1622" y="143"/>
                    <a:pt x="0" y="496"/>
                    <a:pt x="0" y="496"/>
                  </a:cubicBezTo>
                  <a:cubicBezTo>
                    <a:pt x="1551" y="6963"/>
                    <a:pt x="1558" y="8905"/>
                    <a:pt x="1450" y="12056"/>
                  </a:cubicBezTo>
                  <a:lnTo>
                    <a:pt x="9188" y="12056"/>
                  </a:lnTo>
                  <a:cubicBezTo>
                    <a:pt x="10936" y="872"/>
                    <a:pt x="10025" y="552"/>
                    <a:pt x="10025" y="552"/>
                  </a:cubicBezTo>
                  <a:cubicBezTo>
                    <a:pt x="10025" y="552"/>
                    <a:pt x="8313" y="201"/>
                    <a:pt x="6801" y="65"/>
                  </a:cubicBezTo>
                  <a:cubicBezTo>
                    <a:pt x="6292" y="19"/>
                    <a:pt x="5799" y="1"/>
                    <a:pt x="5294"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754;p31">
              <a:extLst>
                <a:ext uri="{FF2B5EF4-FFF2-40B4-BE49-F238E27FC236}">
                  <a16:creationId xmlns:a16="http://schemas.microsoft.com/office/drawing/2014/main" id="{B1C4111B-C7B2-E643-9869-E6BD5CE08408}"/>
                </a:ext>
              </a:extLst>
            </p:cNvPr>
            <p:cNvSpPr/>
            <p:nvPr/>
          </p:nvSpPr>
          <p:spPr>
            <a:xfrm>
              <a:off x="5744595" y="2726905"/>
              <a:ext cx="303515" cy="331846"/>
            </a:xfrm>
            <a:custGeom>
              <a:avLst/>
              <a:gdLst/>
              <a:ahLst/>
              <a:cxnLst/>
              <a:rect l="l" t="t" r="r" b="b"/>
              <a:pathLst>
                <a:path w="7724" h="8445" extrusionOk="0">
                  <a:moveTo>
                    <a:pt x="1927" y="1"/>
                  </a:moveTo>
                  <a:lnTo>
                    <a:pt x="0" y="284"/>
                  </a:lnTo>
                  <a:cubicBezTo>
                    <a:pt x="79" y="844"/>
                    <a:pt x="179" y="1364"/>
                    <a:pt x="290" y="1896"/>
                  </a:cubicBezTo>
                  <a:cubicBezTo>
                    <a:pt x="398" y="2426"/>
                    <a:pt x="534" y="2954"/>
                    <a:pt x="682" y="3478"/>
                  </a:cubicBezTo>
                  <a:cubicBezTo>
                    <a:pt x="980" y="4530"/>
                    <a:pt x="1331" y="5578"/>
                    <a:pt x="1895" y="6608"/>
                  </a:cubicBezTo>
                  <a:cubicBezTo>
                    <a:pt x="2038" y="6866"/>
                    <a:pt x="2200" y="7121"/>
                    <a:pt x="2391" y="7376"/>
                  </a:cubicBezTo>
                  <a:cubicBezTo>
                    <a:pt x="2484" y="7502"/>
                    <a:pt x="2595" y="7628"/>
                    <a:pt x="2706" y="7749"/>
                  </a:cubicBezTo>
                  <a:cubicBezTo>
                    <a:pt x="2839" y="7890"/>
                    <a:pt x="2997" y="8026"/>
                    <a:pt x="3180" y="8141"/>
                  </a:cubicBezTo>
                  <a:cubicBezTo>
                    <a:pt x="3481" y="8337"/>
                    <a:pt x="3873" y="8445"/>
                    <a:pt x="4235" y="8445"/>
                  </a:cubicBezTo>
                  <a:cubicBezTo>
                    <a:pt x="4317" y="8445"/>
                    <a:pt x="4398" y="8439"/>
                    <a:pt x="4475" y="8428"/>
                  </a:cubicBezTo>
                  <a:cubicBezTo>
                    <a:pt x="4903" y="8374"/>
                    <a:pt x="5240" y="8213"/>
                    <a:pt x="5524" y="8037"/>
                  </a:cubicBezTo>
                  <a:cubicBezTo>
                    <a:pt x="6087" y="7678"/>
                    <a:pt x="6475" y="7237"/>
                    <a:pt x="6830" y="6791"/>
                  </a:cubicBezTo>
                  <a:cubicBezTo>
                    <a:pt x="7006" y="6569"/>
                    <a:pt x="7167" y="6339"/>
                    <a:pt x="7311" y="6102"/>
                  </a:cubicBezTo>
                  <a:cubicBezTo>
                    <a:pt x="7462" y="5862"/>
                    <a:pt x="7595" y="5632"/>
                    <a:pt x="7724" y="5367"/>
                  </a:cubicBezTo>
                  <a:lnTo>
                    <a:pt x="6909" y="4850"/>
                  </a:lnTo>
                  <a:cubicBezTo>
                    <a:pt x="6755" y="5025"/>
                    <a:pt x="6579" y="5219"/>
                    <a:pt x="6407" y="5398"/>
                  </a:cubicBezTo>
                  <a:cubicBezTo>
                    <a:pt x="6231" y="5574"/>
                    <a:pt x="6052" y="5746"/>
                    <a:pt x="5872" y="5912"/>
                  </a:cubicBezTo>
                  <a:cubicBezTo>
                    <a:pt x="5517" y="6238"/>
                    <a:pt x="5121" y="6522"/>
                    <a:pt x="4770" y="6684"/>
                  </a:cubicBezTo>
                  <a:cubicBezTo>
                    <a:pt x="4608" y="6756"/>
                    <a:pt x="4459" y="6792"/>
                    <a:pt x="4358" y="6792"/>
                  </a:cubicBezTo>
                  <a:cubicBezTo>
                    <a:pt x="4349" y="6792"/>
                    <a:pt x="4340" y="6792"/>
                    <a:pt x="4332" y="6791"/>
                  </a:cubicBezTo>
                  <a:cubicBezTo>
                    <a:pt x="4231" y="6784"/>
                    <a:pt x="4200" y="6755"/>
                    <a:pt x="4131" y="6702"/>
                  </a:cubicBezTo>
                  <a:cubicBezTo>
                    <a:pt x="4095" y="6672"/>
                    <a:pt x="4056" y="6629"/>
                    <a:pt x="4013" y="6576"/>
                  </a:cubicBezTo>
                  <a:cubicBezTo>
                    <a:pt x="3955" y="6497"/>
                    <a:pt x="3894" y="6422"/>
                    <a:pt x="3837" y="6332"/>
                  </a:cubicBezTo>
                  <a:cubicBezTo>
                    <a:pt x="3722" y="6160"/>
                    <a:pt x="3610" y="5966"/>
                    <a:pt x="3514" y="5754"/>
                  </a:cubicBezTo>
                  <a:cubicBezTo>
                    <a:pt x="3305" y="5342"/>
                    <a:pt x="3133" y="4882"/>
                    <a:pt x="2979" y="4415"/>
                  </a:cubicBezTo>
                  <a:cubicBezTo>
                    <a:pt x="2821" y="3949"/>
                    <a:pt x="2681" y="3464"/>
                    <a:pt x="2555" y="2976"/>
                  </a:cubicBezTo>
                  <a:cubicBezTo>
                    <a:pt x="2311" y="1999"/>
                    <a:pt x="2096" y="980"/>
                    <a:pt x="1927"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755;p31">
              <a:extLst>
                <a:ext uri="{FF2B5EF4-FFF2-40B4-BE49-F238E27FC236}">
                  <a16:creationId xmlns:a16="http://schemas.microsoft.com/office/drawing/2014/main" id="{B0616D80-8A2A-F060-170F-2FFB866EC4EC}"/>
                </a:ext>
              </a:extLst>
            </p:cNvPr>
            <p:cNvSpPr/>
            <p:nvPr/>
          </p:nvSpPr>
          <p:spPr>
            <a:xfrm>
              <a:off x="5682076" y="2638490"/>
              <a:ext cx="167161" cy="221034"/>
            </a:xfrm>
            <a:custGeom>
              <a:avLst/>
              <a:gdLst/>
              <a:ahLst/>
              <a:cxnLst/>
              <a:rect l="l" t="t" r="r" b="b"/>
              <a:pathLst>
                <a:path w="4254" h="5625" extrusionOk="0">
                  <a:moveTo>
                    <a:pt x="2031" y="1"/>
                  </a:moveTo>
                  <a:cubicBezTo>
                    <a:pt x="1432" y="1"/>
                    <a:pt x="1040" y="273"/>
                    <a:pt x="600" y="911"/>
                  </a:cubicBezTo>
                  <a:cubicBezTo>
                    <a:pt x="1" y="1777"/>
                    <a:pt x="1235" y="5624"/>
                    <a:pt x="1235" y="5624"/>
                  </a:cubicBezTo>
                  <a:lnTo>
                    <a:pt x="4254" y="3564"/>
                  </a:lnTo>
                  <a:cubicBezTo>
                    <a:pt x="4254" y="3564"/>
                    <a:pt x="3684" y="330"/>
                    <a:pt x="2894" y="132"/>
                  </a:cubicBezTo>
                  <a:cubicBezTo>
                    <a:pt x="2559" y="47"/>
                    <a:pt x="2278" y="1"/>
                    <a:pt x="2031"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756;p31">
              <a:extLst>
                <a:ext uri="{FF2B5EF4-FFF2-40B4-BE49-F238E27FC236}">
                  <a16:creationId xmlns:a16="http://schemas.microsoft.com/office/drawing/2014/main" id="{D89C0E8A-C8FA-8318-D907-7E155CCDC91B}"/>
                </a:ext>
              </a:extLst>
            </p:cNvPr>
            <p:cNvSpPr/>
            <p:nvPr/>
          </p:nvSpPr>
          <p:spPr>
            <a:xfrm>
              <a:off x="5997618" y="2884126"/>
              <a:ext cx="87038" cy="62676"/>
            </a:xfrm>
            <a:custGeom>
              <a:avLst/>
              <a:gdLst/>
              <a:ahLst/>
              <a:cxnLst/>
              <a:rect l="l" t="t" r="r" b="b"/>
              <a:pathLst>
                <a:path w="2215" h="1595" extrusionOk="0">
                  <a:moveTo>
                    <a:pt x="423" y="1"/>
                  </a:moveTo>
                  <a:cubicBezTo>
                    <a:pt x="423" y="1"/>
                    <a:pt x="0" y="856"/>
                    <a:pt x="287" y="1595"/>
                  </a:cubicBezTo>
                  <a:lnTo>
                    <a:pt x="1181" y="1513"/>
                  </a:lnTo>
                  <a:lnTo>
                    <a:pt x="2214" y="37"/>
                  </a:lnTo>
                  <a:lnTo>
                    <a:pt x="423" y="1"/>
                  </a:ln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1" name="Google Shape;757;p31">
              <a:extLst>
                <a:ext uri="{FF2B5EF4-FFF2-40B4-BE49-F238E27FC236}">
                  <a16:creationId xmlns:a16="http://schemas.microsoft.com/office/drawing/2014/main" id="{49A88281-B7EC-7099-D87F-C7B0EAC5CEB4}"/>
                </a:ext>
              </a:extLst>
            </p:cNvPr>
            <p:cNvGrpSpPr/>
            <p:nvPr/>
          </p:nvGrpSpPr>
          <p:grpSpPr>
            <a:xfrm>
              <a:off x="5932859" y="2488224"/>
              <a:ext cx="384109" cy="413192"/>
              <a:chOff x="5932859" y="2488224"/>
              <a:chExt cx="384109" cy="413192"/>
            </a:xfrm>
          </p:grpSpPr>
          <p:sp>
            <p:nvSpPr>
              <p:cNvPr id="1064" name="Google Shape;758;p31">
                <a:extLst>
                  <a:ext uri="{FF2B5EF4-FFF2-40B4-BE49-F238E27FC236}">
                    <a16:creationId xmlns:a16="http://schemas.microsoft.com/office/drawing/2014/main" id="{AE34149C-971B-E5BC-C48A-8F0D42FA7F97}"/>
                  </a:ext>
                </a:extLst>
              </p:cNvPr>
              <p:cNvSpPr/>
              <p:nvPr/>
            </p:nvSpPr>
            <p:spPr>
              <a:xfrm>
                <a:off x="5978835" y="2512234"/>
                <a:ext cx="274515" cy="202880"/>
              </a:xfrm>
              <a:custGeom>
                <a:avLst/>
                <a:gdLst/>
                <a:ahLst/>
                <a:cxnLst/>
                <a:rect l="l" t="t" r="r" b="b"/>
                <a:pathLst>
                  <a:path w="6986" h="5163" extrusionOk="0">
                    <a:moveTo>
                      <a:pt x="3188" y="0"/>
                    </a:moveTo>
                    <a:cubicBezTo>
                      <a:pt x="1864" y="191"/>
                      <a:pt x="683" y="1088"/>
                      <a:pt x="191" y="2434"/>
                    </a:cubicBezTo>
                    <a:cubicBezTo>
                      <a:pt x="98" y="2689"/>
                      <a:pt x="36" y="2947"/>
                      <a:pt x="0" y="3209"/>
                    </a:cubicBezTo>
                    <a:lnTo>
                      <a:pt x="5718" y="542"/>
                    </a:lnTo>
                    <a:cubicBezTo>
                      <a:pt x="6085" y="772"/>
                      <a:pt x="6404" y="1063"/>
                      <a:pt x="6663" y="1393"/>
                    </a:cubicBezTo>
                    <a:lnTo>
                      <a:pt x="5632" y="1871"/>
                    </a:lnTo>
                    <a:lnTo>
                      <a:pt x="6986" y="1871"/>
                    </a:lnTo>
                    <a:cubicBezTo>
                      <a:pt x="6562" y="1120"/>
                      <a:pt x="5880" y="510"/>
                      <a:pt x="5004" y="194"/>
                    </a:cubicBezTo>
                    <a:cubicBezTo>
                      <a:pt x="4864" y="140"/>
                      <a:pt x="4724" y="101"/>
                      <a:pt x="4584" y="65"/>
                    </a:cubicBezTo>
                    <a:cubicBezTo>
                      <a:pt x="4251" y="40"/>
                      <a:pt x="3916" y="22"/>
                      <a:pt x="3580" y="11"/>
                    </a:cubicBezTo>
                    <a:cubicBezTo>
                      <a:pt x="3450" y="7"/>
                      <a:pt x="3321" y="4"/>
                      <a:pt x="3188" y="0"/>
                    </a:cubicBezTo>
                    <a:close/>
                    <a:moveTo>
                      <a:pt x="3623" y="2810"/>
                    </a:moveTo>
                    <a:lnTo>
                      <a:pt x="40" y="4476"/>
                    </a:lnTo>
                    <a:cubicBezTo>
                      <a:pt x="91" y="4713"/>
                      <a:pt x="162" y="4942"/>
                      <a:pt x="252" y="5162"/>
                    </a:cubicBezTo>
                    <a:lnTo>
                      <a:pt x="3623" y="3593"/>
                    </a:lnTo>
                    <a:lnTo>
                      <a:pt x="3623" y="281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759;p31">
                <a:extLst>
                  <a:ext uri="{FF2B5EF4-FFF2-40B4-BE49-F238E27FC236}">
                    <a16:creationId xmlns:a16="http://schemas.microsoft.com/office/drawing/2014/main" id="{78073517-7D85-5535-8A54-5D69397A6A7B}"/>
                  </a:ext>
                </a:extLst>
              </p:cNvPr>
              <p:cNvSpPr/>
              <p:nvPr/>
            </p:nvSpPr>
            <p:spPr>
              <a:xfrm>
                <a:off x="6121163" y="2585716"/>
                <a:ext cx="134743" cy="67745"/>
              </a:xfrm>
              <a:custGeom>
                <a:avLst/>
                <a:gdLst/>
                <a:ahLst/>
                <a:cxnLst/>
                <a:rect l="l" t="t" r="r" b="b"/>
                <a:pathLst>
                  <a:path w="3429" h="1724" extrusionOk="0">
                    <a:moveTo>
                      <a:pt x="2010" y="1"/>
                    </a:moveTo>
                    <a:lnTo>
                      <a:pt x="1" y="940"/>
                    </a:lnTo>
                    <a:lnTo>
                      <a:pt x="1" y="1723"/>
                    </a:lnTo>
                    <a:lnTo>
                      <a:pt x="3428" y="126"/>
                    </a:lnTo>
                    <a:cubicBezTo>
                      <a:pt x="3407" y="83"/>
                      <a:pt x="3385" y="44"/>
                      <a:pt x="336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760;p31">
                <a:extLst>
                  <a:ext uri="{FF2B5EF4-FFF2-40B4-BE49-F238E27FC236}">
                    <a16:creationId xmlns:a16="http://schemas.microsoft.com/office/drawing/2014/main" id="{C1E81FF9-AD2F-D351-EF16-57C466318878}"/>
                  </a:ext>
                </a:extLst>
              </p:cNvPr>
              <p:cNvSpPr/>
              <p:nvPr/>
            </p:nvSpPr>
            <p:spPr>
              <a:xfrm>
                <a:off x="6121163" y="2618607"/>
                <a:ext cx="151364" cy="187319"/>
              </a:xfrm>
              <a:custGeom>
                <a:avLst/>
                <a:gdLst/>
                <a:ahLst/>
                <a:cxnLst/>
                <a:rect l="l" t="t" r="r" b="b"/>
                <a:pathLst>
                  <a:path w="3852" h="4767" extrusionOk="0">
                    <a:moveTo>
                      <a:pt x="3712" y="0"/>
                    </a:moveTo>
                    <a:cubicBezTo>
                      <a:pt x="3731" y="72"/>
                      <a:pt x="3749" y="145"/>
                      <a:pt x="3765" y="218"/>
                    </a:cubicBezTo>
                    <a:lnTo>
                      <a:pt x="3765" y="218"/>
                    </a:lnTo>
                    <a:cubicBezTo>
                      <a:pt x="3749" y="145"/>
                      <a:pt x="3731" y="72"/>
                      <a:pt x="3712" y="0"/>
                    </a:cubicBezTo>
                    <a:close/>
                    <a:moveTo>
                      <a:pt x="3765" y="218"/>
                    </a:moveTo>
                    <a:lnTo>
                      <a:pt x="3765" y="218"/>
                    </a:lnTo>
                    <a:cubicBezTo>
                      <a:pt x="3779" y="286"/>
                      <a:pt x="3792" y="355"/>
                      <a:pt x="3804" y="425"/>
                    </a:cubicBezTo>
                    <a:lnTo>
                      <a:pt x="3804" y="425"/>
                    </a:lnTo>
                    <a:cubicBezTo>
                      <a:pt x="3792" y="355"/>
                      <a:pt x="3779" y="286"/>
                      <a:pt x="3765" y="218"/>
                    </a:cubicBezTo>
                    <a:close/>
                    <a:moveTo>
                      <a:pt x="3804" y="425"/>
                    </a:moveTo>
                    <a:cubicBezTo>
                      <a:pt x="3830" y="593"/>
                      <a:pt x="3846" y="764"/>
                      <a:pt x="3848" y="936"/>
                    </a:cubicBezTo>
                    <a:lnTo>
                      <a:pt x="1" y="2731"/>
                    </a:lnTo>
                    <a:lnTo>
                      <a:pt x="1" y="4763"/>
                    </a:lnTo>
                    <a:cubicBezTo>
                      <a:pt x="32" y="4763"/>
                      <a:pt x="69" y="4766"/>
                      <a:pt x="101" y="4766"/>
                    </a:cubicBezTo>
                    <a:cubicBezTo>
                      <a:pt x="1633" y="4766"/>
                      <a:pt x="3069" y="3819"/>
                      <a:pt x="3622" y="2297"/>
                    </a:cubicBezTo>
                    <a:cubicBezTo>
                      <a:pt x="3776" y="1874"/>
                      <a:pt x="3851" y="1439"/>
                      <a:pt x="3851" y="1012"/>
                    </a:cubicBezTo>
                    <a:cubicBezTo>
                      <a:pt x="3851" y="857"/>
                      <a:pt x="3841" y="706"/>
                      <a:pt x="3823" y="556"/>
                    </a:cubicBezTo>
                    <a:cubicBezTo>
                      <a:pt x="3817" y="512"/>
                      <a:pt x="3811" y="468"/>
                      <a:pt x="3804" y="425"/>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761;p31">
                <a:extLst>
                  <a:ext uri="{FF2B5EF4-FFF2-40B4-BE49-F238E27FC236}">
                    <a16:creationId xmlns:a16="http://schemas.microsoft.com/office/drawing/2014/main" id="{839004A7-2EDE-A78C-090F-ED2393779373}"/>
                  </a:ext>
                </a:extLst>
              </p:cNvPr>
              <p:cNvSpPr/>
              <p:nvPr/>
            </p:nvSpPr>
            <p:spPr>
              <a:xfrm>
                <a:off x="6121163" y="2585716"/>
                <a:ext cx="79022" cy="36977"/>
              </a:xfrm>
              <a:custGeom>
                <a:avLst/>
                <a:gdLst/>
                <a:ahLst/>
                <a:cxnLst/>
                <a:rect l="l" t="t" r="r" b="b"/>
                <a:pathLst>
                  <a:path w="2011" h="941" extrusionOk="0">
                    <a:moveTo>
                      <a:pt x="1" y="1"/>
                    </a:moveTo>
                    <a:lnTo>
                      <a:pt x="1" y="940"/>
                    </a:lnTo>
                    <a:lnTo>
                      <a:pt x="2010" y="1"/>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762;p31">
                <a:extLst>
                  <a:ext uri="{FF2B5EF4-FFF2-40B4-BE49-F238E27FC236}">
                    <a16:creationId xmlns:a16="http://schemas.microsoft.com/office/drawing/2014/main" id="{CE2F4D9F-9A18-8026-AA27-5932D5E1321C}"/>
                  </a:ext>
                </a:extLst>
              </p:cNvPr>
              <p:cNvSpPr/>
              <p:nvPr/>
            </p:nvSpPr>
            <p:spPr>
              <a:xfrm>
                <a:off x="6121163" y="2590667"/>
                <a:ext cx="151207" cy="135253"/>
              </a:xfrm>
              <a:custGeom>
                <a:avLst/>
                <a:gdLst/>
                <a:ahLst/>
                <a:cxnLst/>
                <a:rect l="l" t="t" r="r" b="b"/>
                <a:pathLst>
                  <a:path w="3848" h="3442" extrusionOk="0">
                    <a:moveTo>
                      <a:pt x="3428" y="0"/>
                    </a:moveTo>
                    <a:lnTo>
                      <a:pt x="1" y="1597"/>
                    </a:lnTo>
                    <a:lnTo>
                      <a:pt x="1" y="3442"/>
                    </a:lnTo>
                    <a:lnTo>
                      <a:pt x="3848" y="1647"/>
                    </a:lnTo>
                    <a:cubicBezTo>
                      <a:pt x="3844" y="1328"/>
                      <a:pt x="3794" y="1016"/>
                      <a:pt x="3712" y="711"/>
                    </a:cubicBezTo>
                    <a:cubicBezTo>
                      <a:pt x="3712" y="711"/>
                      <a:pt x="3708" y="711"/>
                      <a:pt x="3708" y="707"/>
                    </a:cubicBezTo>
                    <a:cubicBezTo>
                      <a:pt x="3640" y="463"/>
                      <a:pt x="3546" y="226"/>
                      <a:pt x="3428"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763;p31">
                <a:extLst>
                  <a:ext uri="{FF2B5EF4-FFF2-40B4-BE49-F238E27FC236}">
                    <a16:creationId xmlns:a16="http://schemas.microsoft.com/office/drawing/2014/main" id="{98B3F2D9-512C-8E19-7D60-B0C0081A6D63}"/>
                  </a:ext>
                </a:extLst>
              </p:cNvPr>
              <p:cNvSpPr/>
              <p:nvPr/>
            </p:nvSpPr>
            <p:spPr>
              <a:xfrm>
                <a:off x="6027758" y="2725883"/>
                <a:ext cx="93444" cy="79887"/>
              </a:xfrm>
              <a:custGeom>
                <a:avLst/>
                <a:gdLst/>
                <a:ahLst/>
                <a:cxnLst/>
                <a:rect l="l" t="t" r="r" b="b"/>
                <a:pathLst>
                  <a:path w="2378" h="2033" extrusionOk="0">
                    <a:moveTo>
                      <a:pt x="2378" y="1"/>
                    </a:moveTo>
                    <a:lnTo>
                      <a:pt x="1" y="1107"/>
                    </a:lnTo>
                    <a:cubicBezTo>
                      <a:pt x="342" y="1405"/>
                      <a:pt x="741" y="1645"/>
                      <a:pt x="1189" y="1806"/>
                    </a:cubicBezTo>
                    <a:cubicBezTo>
                      <a:pt x="1581" y="1950"/>
                      <a:pt x="1979" y="2025"/>
                      <a:pt x="2378" y="2033"/>
                    </a:cubicBezTo>
                    <a:lnTo>
                      <a:pt x="2378"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764;p31">
                <a:extLst>
                  <a:ext uri="{FF2B5EF4-FFF2-40B4-BE49-F238E27FC236}">
                    <a16:creationId xmlns:a16="http://schemas.microsoft.com/office/drawing/2014/main" id="{87F21B9E-735B-2FE4-3602-DDC61E057788}"/>
                  </a:ext>
                </a:extLst>
              </p:cNvPr>
              <p:cNvSpPr/>
              <p:nvPr/>
            </p:nvSpPr>
            <p:spPr>
              <a:xfrm>
                <a:off x="5976438" y="2533532"/>
                <a:ext cx="264220" cy="154626"/>
              </a:xfrm>
              <a:custGeom>
                <a:avLst/>
                <a:gdLst/>
                <a:ahLst/>
                <a:cxnLst/>
                <a:rect l="l" t="t" r="r" b="b"/>
                <a:pathLst>
                  <a:path w="6724" h="3935" extrusionOk="0">
                    <a:moveTo>
                      <a:pt x="5779" y="0"/>
                    </a:moveTo>
                    <a:lnTo>
                      <a:pt x="61" y="2667"/>
                    </a:lnTo>
                    <a:cubicBezTo>
                      <a:pt x="1" y="3095"/>
                      <a:pt x="18" y="3525"/>
                      <a:pt x="101" y="3934"/>
                    </a:cubicBezTo>
                    <a:lnTo>
                      <a:pt x="3684" y="2268"/>
                    </a:lnTo>
                    <a:lnTo>
                      <a:pt x="3684" y="1329"/>
                    </a:lnTo>
                    <a:lnTo>
                      <a:pt x="5693" y="1329"/>
                    </a:lnTo>
                    <a:lnTo>
                      <a:pt x="6724" y="851"/>
                    </a:lnTo>
                    <a:cubicBezTo>
                      <a:pt x="6465" y="521"/>
                      <a:pt x="6146" y="230"/>
                      <a:pt x="577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765;p31">
                <a:extLst>
                  <a:ext uri="{FF2B5EF4-FFF2-40B4-BE49-F238E27FC236}">
                    <a16:creationId xmlns:a16="http://schemas.microsoft.com/office/drawing/2014/main" id="{67AF288B-0AF8-95DC-6DD6-16E288CE075A}"/>
                  </a:ext>
                </a:extLst>
              </p:cNvPr>
              <p:cNvSpPr/>
              <p:nvPr/>
            </p:nvSpPr>
            <p:spPr>
              <a:xfrm>
                <a:off x="5988698" y="2653422"/>
                <a:ext cx="132503" cy="115960"/>
              </a:xfrm>
              <a:custGeom>
                <a:avLst/>
                <a:gdLst/>
                <a:ahLst/>
                <a:cxnLst/>
                <a:rect l="l" t="t" r="r" b="b"/>
                <a:pathLst>
                  <a:path w="3372" h="2951" extrusionOk="0">
                    <a:moveTo>
                      <a:pt x="3372" y="0"/>
                    </a:moveTo>
                    <a:lnTo>
                      <a:pt x="1" y="1569"/>
                    </a:lnTo>
                    <a:cubicBezTo>
                      <a:pt x="220" y="2093"/>
                      <a:pt x="561" y="2570"/>
                      <a:pt x="995" y="2951"/>
                    </a:cubicBezTo>
                    <a:lnTo>
                      <a:pt x="3372" y="1845"/>
                    </a:lnTo>
                    <a:lnTo>
                      <a:pt x="3372"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766;p31">
                <a:extLst>
                  <a:ext uri="{FF2B5EF4-FFF2-40B4-BE49-F238E27FC236}">
                    <a16:creationId xmlns:a16="http://schemas.microsoft.com/office/drawing/2014/main" id="{162B05B0-2777-F2E9-4C54-16C9B8749F47}"/>
                  </a:ext>
                </a:extLst>
              </p:cNvPr>
              <p:cNvSpPr/>
              <p:nvPr/>
            </p:nvSpPr>
            <p:spPr>
              <a:xfrm>
                <a:off x="5932859" y="2488224"/>
                <a:ext cx="384109" cy="340295"/>
              </a:xfrm>
              <a:custGeom>
                <a:avLst/>
                <a:gdLst/>
                <a:ahLst/>
                <a:cxnLst/>
                <a:rect l="l" t="t" r="r" b="b"/>
                <a:pathLst>
                  <a:path w="9775" h="8660" extrusionOk="0">
                    <a:moveTo>
                      <a:pt x="4886" y="914"/>
                    </a:moveTo>
                    <a:cubicBezTo>
                      <a:pt x="5275" y="914"/>
                      <a:pt x="5670" y="981"/>
                      <a:pt x="6055" y="1121"/>
                    </a:cubicBezTo>
                    <a:cubicBezTo>
                      <a:pt x="7829" y="1767"/>
                      <a:pt x="8744" y="3727"/>
                      <a:pt x="8098" y="5500"/>
                    </a:cubicBezTo>
                    <a:cubicBezTo>
                      <a:pt x="7593" y="6887"/>
                      <a:pt x="6284" y="7747"/>
                      <a:pt x="4889" y="7747"/>
                    </a:cubicBezTo>
                    <a:cubicBezTo>
                      <a:pt x="4501" y="7747"/>
                      <a:pt x="4106" y="7680"/>
                      <a:pt x="3719" y="7539"/>
                    </a:cubicBezTo>
                    <a:cubicBezTo>
                      <a:pt x="1946" y="6893"/>
                      <a:pt x="1034" y="4933"/>
                      <a:pt x="1677" y="3160"/>
                    </a:cubicBezTo>
                    <a:cubicBezTo>
                      <a:pt x="2182" y="1773"/>
                      <a:pt x="3493" y="914"/>
                      <a:pt x="4886" y="914"/>
                    </a:cubicBezTo>
                    <a:close/>
                    <a:moveTo>
                      <a:pt x="4886" y="0"/>
                    </a:moveTo>
                    <a:cubicBezTo>
                      <a:pt x="3120" y="0"/>
                      <a:pt x="1459" y="1090"/>
                      <a:pt x="819" y="2848"/>
                    </a:cubicBezTo>
                    <a:cubicBezTo>
                      <a:pt x="0" y="5094"/>
                      <a:pt x="1160" y="7578"/>
                      <a:pt x="3407" y="8396"/>
                    </a:cubicBezTo>
                    <a:cubicBezTo>
                      <a:pt x="3896" y="8575"/>
                      <a:pt x="4397" y="8659"/>
                      <a:pt x="4890" y="8659"/>
                    </a:cubicBezTo>
                    <a:cubicBezTo>
                      <a:pt x="6657" y="8659"/>
                      <a:pt x="8316" y="7570"/>
                      <a:pt x="8956" y="5812"/>
                    </a:cubicBezTo>
                    <a:cubicBezTo>
                      <a:pt x="9774" y="3565"/>
                      <a:pt x="8615" y="1082"/>
                      <a:pt x="6368" y="263"/>
                    </a:cubicBezTo>
                    <a:cubicBezTo>
                      <a:pt x="5879" y="85"/>
                      <a:pt x="5379" y="0"/>
                      <a:pt x="4886"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767;p31">
                <a:extLst>
                  <a:ext uri="{FF2B5EF4-FFF2-40B4-BE49-F238E27FC236}">
                    <a16:creationId xmlns:a16="http://schemas.microsoft.com/office/drawing/2014/main" id="{69922DA0-7788-65AC-5372-3F4B14E02F2C}"/>
                  </a:ext>
                </a:extLst>
              </p:cNvPr>
              <p:cNvSpPr/>
              <p:nvPr/>
            </p:nvSpPr>
            <p:spPr>
              <a:xfrm>
                <a:off x="6008032" y="2844399"/>
                <a:ext cx="85231" cy="57017"/>
              </a:xfrm>
              <a:custGeom>
                <a:avLst/>
                <a:gdLst/>
                <a:ahLst/>
                <a:cxnLst/>
                <a:rect l="l" t="t" r="r" b="b"/>
                <a:pathLst>
                  <a:path w="2169" h="1451" extrusionOk="0">
                    <a:moveTo>
                      <a:pt x="1854" y="1"/>
                    </a:moveTo>
                    <a:cubicBezTo>
                      <a:pt x="1808" y="1"/>
                      <a:pt x="1763" y="15"/>
                      <a:pt x="1724" y="47"/>
                    </a:cubicBezTo>
                    <a:lnTo>
                      <a:pt x="1217" y="452"/>
                    </a:lnTo>
                    <a:cubicBezTo>
                      <a:pt x="1134" y="519"/>
                      <a:pt x="1033" y="553"/>
                      <a:pt x="932" y="553"/>
                    </a:cubicBezTo>
                    <a:cubicBezTo>
                      <a:pt x="848" y="553"/>
                      <a:pt x="764" y="530"/>
                      <a:pt x="690" y="485"/>
                    </a:cubicBezTo>
                    <a:lnTo>
                      <a:pt x="532" y="309"/>
                    </a:lnTo>
                    <a:cubicBezTo>
                      <a:pt x="498" y="270"/>
                      <a:pt x="453" y="251"/>
                      <a:pt x="408" y="251"/>
                    </a:cubicBezTo>
                    <a:cubicBezTo>
                      <a:pt x="361" y="251"/>
                      <a:pt x="314" y="272"/>
                      <a:pt x="281" y="313"/>
                    </a:cubicBezTo>
                    <a:lnTo>
                      <a:pt x="241" y="359"/>
                    </a:lnTo>
                    <a:cubicBezTo>
                      <a:pt x="158" y="460"/>
                      <a:pt x="108" y="578"/>
                      <a:pt x="90" y="707"/>
                    </a:cubicBezTo>
                    <a:lnTo>
                      <a:pt x="1" y="1450"/>
                    </a:lnTo>
                    <a:lnTo>
                      <a:pt x="381" y="1152"/>
                    </a:lnTo>
                    <a:lnTo>
                      <a:pt x="1949" y="1048"/>
                    </a:lnTo>
                    <a:lnTo>
                      <a:pt x="2097" y="736"/>
                    </a:lnTo>
                    <a:cubicBezTo>
                      <a:pt x="2161" y="592"/>
                      <a:pt x="2169" y="427"/>
                      <a:pt x="2111" y="280"/>
                    </a:cubicBezTo>
                    <a:lnTo>
                      <a:pt x="2053" y="137"/>
                    </a:lnTo>
                    <a:cubicBezTo>
                      <a:pt x="2019" y="51"/>
                      <a:pt x="1937" y="1"/>
                      <a:pt x="1854" y="1"/>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2" name="Google Shape;768;p31">
              <a:extLst>
                <a:ext uri="{FF2B5EF4-FFF2-40B4-BE49-F238E27FC236}">
                  <a16:creationId xmlns:a16="http://schemas.microsoft.com/office/drawing/2014/main" id="{02621D10-4E42-5F57-DF80-FC1B17EBE8E8}"/>
                </a:ext>
              </a:extLst>
            </p:cNvPr>
            <p:cNvSpPr/>
            <p:nvPr/>
          </p:nvSpPr>
          <p:spPr>
            <a:xfrm>
              <a:off x="5515934" y="2262864"/>
              <a:ext cx="241782" cy="287011"/>
            </a:xfrm>
            <a:custGeom>
              <a:avLst/>
              <a:gdLst/>
              <a:ahLst/>
              <a:cxnLst/>
              <a:rect l="l" t="t" r="r" b="b"/>
              <a:pathLst>
                <a:path w="6153" h="7304" extrusionOk="0">
                  <a:moveTo>
                    <a:pt x="3019" y="0"/>
                  </a:moveTo>
                  <a:cubicBezTo>
                    <a:pt x="1817" y="0"/>
                    <a:pt x="702" y="866"/>
                    <a:pt x="485" y="2179"/>
                  </a:cubicBezTo>
                  <a:cubicBezTo>
                    <a:pt x="172" y="4046"/>
                    <a:pt x="0" y="4828"/>
                    <a:pt x="711" y="5995"/>
                  </a:cubicBezTo>
                  <a:cubicBezTo>
                    <a:pt x="1245" y="6869"/>
                    <a:pt x="2100" y="7303"/>
                    <a:pt x="2930" y="7303"/>
                  </a:cubicBezTo>
                  <a:cubicBezTo>
                    <a:pt x="3762" y="7303"/>
                    <a:pt x="4569" y="6866"/>
                    <a:pt x="5001" y="5998"/>
                  </a:cubicBezTo>
                  <a:cubicBezTo>
                    <a:pt x="5776" y="4440"/>
                    <a:pt x="6152" y="1648"/>
                    <a:pt x="4523" y="492"/>
                  </a:cubicBezTo>
                  <a:cubicBezTo>
                    <a:pt x="4046" y="154"/>
                    <a:pt x="3525" y="0"/>
                    <a:pt x="3019"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769;p31">
              <a:extLst>
                <a:ext uri="{FF2B5EF4-FFF2-40B4-BE49-F238E27FC236}">
                  <a16:creationId xmlns:a16="http://schemas.microsoft.com/office/drawing/2014/main" id="{3C3CBE26-4632-7FAD-CB29-72A2B1457B02}"/>
                </a:ext>
              </a:extLst>
            </p:cNvPr>
            <p:cNvSpPr/>
            <p:nvPr/>
          </p:nvSpPr>
          <p:spPr>
            <a:xfrm>
              <a:off x="5262046" y="2236615"/>
              <a:ext cx="531583" cy="693989"/>
            </a:xfrm>
            <a:custGeom>
              <a:avLst/>
              <a:gdLst/>
              <a:ahLst/>
              <a:cxnLst/>
              <a:rect l="l" t="t" r="r" b="b"/>
              <a:pathLst>
                <a:path w="13528" h="17661" extrusionOk="0">
                  <a:moveTo>
                    <a:pt x="8819" y="1"/>
                  </a:moveTo>
                  <a:cubicBezTo>
                    <a:pt x="7000" y="1"/>
                    <a:pt x="5307" y="902"/>
                    <a:pt x="5374" y="2937"/>
                  </a:cubicBezTo>
                  <a:cubicBezTo>
                    <a:pt x="5464" y="5665"/>
                    <a:pt x="5374" y="5708"/>
                    <a:pt x="4143" y="7129"/>
                  </a:cubicBezTo>
                  <a:cubicBezTo>
                    <a:pt x="2908" y="8550"/>
                    <a:pt x="1128" y="9746"/>
                    <a:pt x="3156" y="11663"/>
                  </a:cubicBezTo>
                  <a:cubicBezTo>
                    <a:pt x="5184" y="13576"/>
                    <a:pt x="0" y="16217"/>
                    <a:pt x="6088" y="17491"/>
                  </a:cubicBezTo>
                  <a:cubicBezTo>
                    <a:pt x="6643" y="17607"/>
                    <a:pt x="7183" y="17661"/>
                    <a:pt x="7700" y="17661"/>
                  </a:cubicBezTo>
                  <a:cubicBezTo>
                    <a:pt x="11143" y="17661"/>
                    <a:pt x="13527" y="15291"/>
                    <a:pt x="11936" y="13349"/>
                  </a:cubicBezTo>
                  <a:cubicBezTo>
                    <a:pt x="10226" y="11264"/>
                    <a:pt x="11917" y="10578"/>
                    <a:pt x="12093" y="8759"/>
                  </a:cubicBezTo>
                  <a:cubicBezTo>
                    <a:pt x="12269" y="6939"/>
                    <a:pt x="9623" y="6125"/>
                    <a:pt x="10586" y="4793"/>
                  </a:cubicBezTo>
                  <a:cubicBezTo>
                    <a:pt x="11548" y="3461"/>
                    <a:pt x="12315" y="870"/>
                    <a:pt x="10647" y="302"/>
                  </a:cubicBezTo>
                  <a:cubicBezTo>
                    <a:pt x="10065" y="104"/>
                    <a:pt x="9435" y="1"/>
                    <a:pt x="881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770;p31">
              <a:extLst>
                <a:ext uri="{FF2B5EF4-FFF2-40B4-BE49-F238E27FC236}">
                  <a16:creationId xmlns:a16="http://schemas.microsoft.com/office/drawing/2014/main" id="{A5FE227C-73A7-4856-D18F-38942E883233}"/>
                </a:ext>
              </a:extLst>
            </p:cNvPr>
            <p:cNvSpPr/>
            <p:nvPr/>
          </p:nvSpPr>
          <p:spPr>
            <a:xfrm>
              <a:off x="5622425" y="2234728"/>
              <a:ext cx="139969" cy="168772"/>
            </a:xfrm>
            <a:custGeom>
              <a:avLst/>
              <a:gdLst/>
              <a:ahLst/>
              <a:cxnLst/>
              <a:rect l="l" t="t" r="r" b="b"/>
              <a:pathLst>
                <a:path w="3562" h="4295" extrusionOk="0">
                  <a:moveTo>
                    <a:pt x="1043" y="0"/>
                  </a:moveTo>
                  <a:cubicBezTo>
                    <a:pt x="721" y="0"/>
                    <a:pt x="372" y="24"/>
                    <a:pt x="0" y="63"/>
                  </a:cubicBezTo>
                  <a:lnTo>
                    <a:pt x="1167" y="4295"/>
                  </a:lnTo>
                  <a:cubicBezTo>
                    <a:pt x="1167" y="4295"/>
                    <a:pt x="3561" y="3347"/>
                    <a:pt x="3411" y="1728"/>
                  </a:cubicBezTo>
                  <a:cubicBezTo>
                    <a:pt x="3285" y="416"/>
                    <a:pt x="2408" y="0"/>
                    <a:pt x="104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771;p31">
              <a:extLst>
                <a:ext uri="{FF2B5EF4-FFF2-40B4-BE49-F238E27FC236}">
                  <a16:creationId xmlns:a16="http://schemas.microsoft.com/office/drawing/2014/main" id="{84499E10-7AB4-4945-5A94-4B5763F7C94F}"/>
                </a:ext>
              </a:extLst>
            </p:cNvPr>
            <p:cNvSpPr/>
            <p:nvPr/>
          </p:nvSpPr>
          <p:spPr>
            <a:xfrm>
              <a:off x="5652761" y="2389278"/>
              <a:ext cx="53756" cy="71281"/>
            </a:xfrm>
            <a:custGeom>
              <a:avLst/>
              <a:gdLst/>
              <a:ahLst/>
              <a:cxnLst/>
              <a:rect l="l" t="t" r="r" b="b"/>
              <a:pathLst>
                <a:path w="1368" h="1814" extrusionOk="0">
                  <a:moveTo>
                    <a:pt x="664" y="0"/>
                  </a:moveTo>
                  <a:cubicBezTo>
                    <a:pt x="357" y="0"/>
                    <a:pt x="94" y="250"/>
                    <a:pt x="50" y="592"/>
                  </a:cubicBezTo>
                  <a:cubicBezTo>
                    <a:pt x="0" y="979"/>
                    <a:pt x="133" y="1357"/>
                    <a:pt x="334" y="1611"/>
                  </a:cubicBezTo>
                  <a:cubicBezTo>
                    <a:pt x="446" y="1751"/>
                    <a:pt x="575" y="1813"/>
                    <a:pt x="702" y="1813"/>
                  </a:cubicBezTo>
                  <a:cubicBezTo>
                    <a:pt x="918" y="1813"/>
                    <a:pt x="1126" y="1634"/>
                    <a:pt x="1221" y="1360"/>
                  </a:cubicBezTo>
                  <a:cubicBezTo>
                    <a:pt x="1360" y="969"/>
                    <a:pt x="1368" y="301"/>
                    <a:pt x="951" y="75"/>
                  </a:cubicBezTo>
                  <a:cubicBezTo>
                    <a:pt x="855" y="24"/>
                    <a:pt x="757" y="0"/>
                    <a:pt x="664" y="0"/>
                  </a:cubicBezTo>
                  <a:close/>
                </a:path>
              </a:pathLst>
            </a:cu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772;p31">
              <a:extLst>
                <a:ext uri="{FF2B5EF4-FFF2-40B4-BE49-F238E27FC236}">
                  <a16:creationId xmlns:a16="http://schemas.microsoft.com/office/drawing/2014/main" id="{079E2D27-F99E-7A46-A82A-B6FBF829CA79}"/>
                </a:ext>
              </a:extLst>
            </p:cNvPr>
            <p:cNvSpPr/>
            <p:nvPr/>
          </p:nvSpPr>
          <p:spPr>
            <a:xfrm>
              <a:off x="5313405" y="3095694"/>
              <a:ext cx="369137" cy="1584964"/>
            </a:xfrm>
            <a:custGeom>
              <a:avLst/>
              <a:gdLst/>
              <a:ahLst/>
              <a:cxnLst/>
              <a:rect l="l" t="t" r="r" b="b"/>
              <a:pathLst>
                <a:path w="9394" h="40335" extrusionOk="0">
                  <a:moveTo>
                    <a:pt x="3701" y="1"/>
                  </a:moveTo>
                  <a:cubicBezTo>
                    <a:pt x="1242" y="3458"/>
                    <a:pt x="2979" y="5726"/>
                    <a:pt x="1885" y="20632"/>
                  </a:cubicBezTo>
                  <a:cubicBezTo>
                    <a:pt x="1454" y="26523"/>
                    <a:pt x="0" y="40334"/>
                    <a:pt x="0" y="40334"/>
                  </a:cubicBezTo>
                  <a:lnTo>
                    <a:pt x="2599" y="40334"/>
                  </a:lnTo>
                  <a:cubicBezTo>
                    <a:pt x="2599" y="40334"/>
                    <a:pt x="6020" y="26046"/>
                    <a:pt x="6910" y="20090"/>
                  </a:cubicBezTo>
                  <a:cubicBezTo>
                    <a:pt x="7006" y="19426"/>
                    <a:pt x="7107" y="18723"/>
                    <a:pt x="7208" y="17991"/>
                  </a:cubicBezTo>
                  <a:cubicBezTo>
                    <a:pt x="7614" y="15087"/>
                    <a:pt x="8033" y="11716"/>
                    <a:pt x="8399" y="8684"/>
                  </a:cubicBezTo>
                  <a:cubicBezTo>
                    <a:pt x="8966" y="3932"/>
                    <a:pt x="9393" y="1"/>
                    <a:pt x="939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773;p31">
              <a:extLst>
                <a:ext uri="{FF2B5EF4-FFF2-40B4-BE49-F238E27FC236}">
                  <a16:creationId xmlns:a16="http://schemas.microsoft.com/office/drawing/2014/main" id="{0A308DF4-E836-EA54-1DD0-3DC8BFDEB7F6}"/>
                </a:ext>
              </a:extLst>
            </p:cNvPr>
            <p:cNvSpPr/>
            <p:nvPr/>
          </p:nvSpPr>
          <p:spPr>
            <a:xfrm>
              <a:off x="5296587" y="4630420"/>
              <a:ext cx="147042" cy="51948"/>
            </a:xfrm>
            <a:custGeom>
              <a:avLst/>
              <a:gdLst/>
              <a:ahLst/>
              <a:cxnLst/>
              <a:rect l="l" t="t" r="r" b="b"/>
              <a:pathLst>
                <a:path w="3742" h="1322" extrusionOk="0">
                  <a:moveTo>
                    <a:pt x="3741" y="1"/>
                  </a:moveTo>
                  <a:lnTo>
                    <a:pt x="62" y="94"/>
                  </a:lnTo>
                  <a:lnTo>
                    <a:pt x="1" y="1321"/>
                  </a:lnTo>
                  <a:lnTo>
                    <a:pt x="3454" y="1321"/>
                  </a:lnTo>
                  <a:lnTo>
                    <a:pt x="3741"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774;p31">
              <a:extLst>
                <a:ext uri="{FF2B5EF4-FFF2-40B4-BE49-F238E27FC236}">
                  <a16:creationId xmlns:a16="http://schemas.microsoft.com/office/drawing/2014/main" id="{758AD7A1-7969-415A-249C-C394E2939206}"/>
                </a:ext>
              </a:extLst>
            </p:cNvPr>
            <p:cNvSpPr/>
            <p:nvPr/>
          </p:nvSpPr>
          <p:spPr>
            <a:xfrm>
              <a:off x="5519157" y="3329738"/>
              <a:ext cx="124329" cy="472955"/>
            </a:xfrm>
            <a:custGeom>
              <a:avLst/>
              <a:gdLst/>
              <a:ahLst/>
              <a:cxnLst/>
              <a:rect l="l" t="t" r="r" b="b"/>
              <a:pathLst>
                <a:path w="3164" h="12036" extrusionOk="0">
                  <a:moveTo>
                    <a:pt x="2148" y="0"/>
                  </a:moveTo>
                  <a:cubicBezTo>
                    <a:pt x="1" y="1328"/>
                    <a:pt x="1365" y="8952"/>
                    <a:pt x="1972" y="12035"/>
                  </a:cubicBezTo>
                  <a:cubicBezTo>
                    <a:pt x="2378" y="9131"/>
                    <a:pt x="2797" y="5760"/>
                    <a:pt x="3163" y="2728"/>
                  </a:cubicBezTo>
                  <a:cubicBezTo>
                    <a:pt x="2984" y="1637"/>
                    <a:pt x="2664" y="682"/>
                    <a:pt x="21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775;p31">
              <a:extLst>
                <a:ext uri="{FF2B5EF4-FFF2-40B4-BE49-F238E27FC236}">
                  <a16:creationId xmlns:a16="http://schemas.microsoft.com/office/drawing/2014/main" id="{C5D75D78-802A-102E-AACF-27F5E56F10C4}"/>
                </a:ext>
              </a:extLst>
            </p:cNvPr>
            <p:cNvSpPr/>
            <p:nvPr/>
          </p:nvSpPr>
          <p:spPr>
            <a:xfrm>
              <a:off x="5540180" y="3095694"/>
              <a:ext cx="271293" cy="1584964"/>
            </a:xfrm>
            <a:custGeom>
              <a:avLst/>
              <a:gdLst/>
              <a:ahLst/>
              <a:cxnLst/>
              <a:rect l="l" t="t" r="r" b="b"/>
              <a:pathLst>
                <a:path w="6904" h="40335" extrusionOk="0">
                  <a:moveTo>
                    <a:pt x="1" y="1"/>
                  </a:moveTo>
                  <a:cubicBezTo>
                    <a:pt x="1" y="1"/>
                    <a:pt x="1785" y="14118"/>
                    <a:pt x="2075" y="20594"/>
                  </a:cubicBezTo>
                  <a:cubicBezTo>
                    <a:pt x="2341" y="26530"/>
                    <a:pt x="2621" y="40334"/>
                    <a:pt x="2621" y="40334"/>
                  </a:cubicBezTo>
                  <a:lnTo>
                    <a:pt x="5202" y="40334"/>
                  </a:lnTo>
                  <a:cubicBezTo>
                    <a:pt x="5202" y="40334"/>
                    <a:pt x="6723" y="26178"/>
                    <a:pt x="6813" y="20130"/>
                  </a:cubicBezTo>
                  <a:cubicBezTo>
                    <a:pt x="6903" y="14319"/>
                    <a:pt x="5668" y="1"/>
                    <a:pt x="5668"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776;p31">
              <a:extLst>
                <a:ext uri="{FF2B5EF4-FFF2-40B4-BE49-F238E27FC236}">
                  <a16:creationId xmlns:a16="http://schemas.microsoft.com/office/drawing/2014/main" id="{E9BA101E-A327-37EC-E7D8-0F9806C4CED4}"/>
                </a:ext>
              </a:extLst>
            </p:cNvPr>
            <p:cNvSpPr/>
            <p:nvPr/>
          </p:nvSpPr>
          <p:spPr>
            <a:xfrm>
              <a:off x="5624115" y="4630420"/>
              <a:ext cx="146885" cy="51948"/>
            </a:xfrm>
            <a:custGeom>
              <a:avLst/>
              <a:gdLst/>
              <a:ahLst/>
              <a:cxnLst/>
              <a:rect l="l" t="t" r="r" b="b"/>
              <a:pathLst>
                <a:path w="3738" h="1322" extrusionOk="0">
                  <a:moveTo>
                    <a:pt x="3737" y="1"/>
                  </a:moveTo>
                  <a:lnTo>
                    <a:pt x="0" y="94"/>
                  </a:lnTo>
                  <a:lnTo>
                    <a:pt x="61" y="1321"/>
                  </a:lnTo>
                  <a:lnTo>
                    <a:pt x="3449" y="1321"/>
                  </a:lnTo>
                  <a:lnTo>
                    <a:pt x="3737"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777;p31">
              <a:extLst>
                <a:ext uri="{FF2B5EF4-FFF2-40B4-BE49-F238E27FC236}">
                  <a16:creationId xmlns:a16="http://schemas.microsoft.com/office/drawing/2014/main" id="{38553F23-A518-5CC2-9565-F420D8118502}"/>
                </a:ext>
              </a:extLst>
            </p:cNvPr>
            <p:cNvSpPr/>
            <p:nvPr/>
          </p:nvSpPr>
          <p:spPr>
            <a:xfrm>
              <a:off x="5439505" y="3075574"/>
              <a:ext cx="333025" cy="33872"/>
            </a:xfrm>
            <a:custGeom>
              <a:avLst/>
              <a:gdLst/>
              <a:ahLst/>
              <a:cxnLst/>
              <a:rect l="l" t="t" r="r" b="b"/>
              <a:pathLst>
                <a:path w="8475" h="862" extrusionOk="0">
                  <a:moveTo>
                    <a:pt x="495" y="0"/>
                  </a:moveTo>
                  <a:cubicBezTo>
                    <a:pt x="438" y="0"/>
                    <a:pt x="388" y="25"/>
                    <a:pt x="370" y="57"/>
                  </a:cubicBezTo>
                  <a:lnTo>
                    <a:pt x="25" y="750"/>
                  </a:lnTo>
                  <a:cubicBezTo>
                    <a:pt x="0" y="804"/>
                    <a:pt x="65" y="862"/>
                    <a:pt x="154" y="862"/>
                  </a:cubicBezTo>
                  <a:lnTo>
                    <a:pt x="8273" y="862"/>
                  </a:lnTo>
                  <a:cubicBezTo>
                    <a:pt x="8341" y="862"/>
                    <a:pt x="8399" y="826"/>
                    <a:pt x="8402" y="783"/>
                  </a:cubicBezTo>
                  <a:lnTo>
                    <a:pt x="8470" y="90"/>
                  </a:lnTo>
                  <a:cubicBezTo>
                    <a:pt x="8475" y="39"/>
                    <a:pt x="8414" y="0"/>
                    <a:pt x="8338" y="0"/>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778;p31">
              <a:extLst>
                <a:ext uri="{FF2B5EF4-FFF2-40B4-BE49-F238E27FC236}">
                  <a16:creationId xmlns:a16="http://schemas.microsoft.com/office/drawing/2014/main" id="{E7A34EBB-E628-CDE8-6E02-8279BB7A5BE0}"/>
                </a:ext>
              </a:extLst>
            </p:cNvPr>
            <p:cNvSpPr/>
            <p:nvPr/>
          </p:nvSpPr>
          <p:spPr>
            <a:xfrm>
              <a:off x="5484459" y="3073177"/>
              <a:ext cx="18115" cy="39216"/>
            </a:xfrm>
            <a:custGeom>
              <a:avLst/>
              <a:gdLst/>
              <a:ahLst/>
              <a:cxnLst/>
              <a:rect l="l" t="t" r="r" b="b"/>
              <a:pathLst>
                <a:path w="461" h="998" extrusionOk="0">
                  <a:moveTo>
                    <a:pt x="177" y="0"/>
                  </a:moveTo>
                  <a:cubicBezTo>
                    <a:pt x="138" y="0"/>
                    <a:pt x="102" y="22"/>
                    <a:pt x="98" y="47"/>
                  </a:cubicBezTo>
                  <a:lnTo>
                    <a:pt x="4" y="948"/>
                  </a:lnTo>
                  <a:cubicBezTo>
                    <a:pt x="1" y="976"/>
                    <a:pt x="34" y="998"/>
                    <a:pt x="77" y="998"/>
                  </a:cubicBezTo>
                  <a:lnTo>
                    <a:pt x="284" y="998"/>
                  </a:lnTo>
                  <a:cubicBezTo>
                    <a:pt x="327" y="998"/>
                    <a:pt x="364" y="976"/>
                    <a:pt x="367" y="948"/>
                  </a:cubicBezTo>
                  <a:lnTo>
                    <a:pt x="461" y="47"/>
                  </a:lnTo>
                  <a:cubicBezTo>
                    <a:pt x="461" y="22"/>
                    <a:pt x="432" y="0"/>
                    <a:pt x="389" y="0"/>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779;p31">
              <a:extLst>
                <a:ext uri="{FF2B5EF4-FFF2-40B4-BE49-F238E27FC236}">
                  <a16:creationId xmlns:a16="http://schemas.microsoft.com/office/drawing/2014/main" id="{FCBA96F9-26E8-63A4-F562-45E53A62955E}"/>
                </a:ext>
              </a:extLst>
            </p:cNvPr>
            <p:cNvSpPr/>
            <p:nvPr/>
          </p:nvSpPr>
          <p:spPr>
            <a:xfrm>
              <a:off x="5684512" y="3073177"/>
              <a:ext cx="18076" cy="39216"/>
            </a:xfrm>
            <a:custGeom>
              <a:avLst/>
              <a:gdLst/>
              <a:ahLst/>
              <a:cxnLst/>
              <a:rect l="l" t="t" r="r" b="b"/>
              <a:pathLst>
                <a:path w="460" h="998" extrusionOk="0">
                  <a:moveTo>
                    <a:pt x="176" y="0"/>
                  </a:moveTo>
                  <a:cubicBezTo>
                    <a:pt x="136" y="0"/>
                    <a:pt x="97" y="22"/>
                    <a:pt x="97" y="47"/>
                  </a:cubicBezTo>
                  <a:lnTo>
                    <a:pt x="4" y="948"/>
                  </a:lnTo>
                  <a:cubicBezTo>
                    <a:pt x="0" y="976"/>
                    <a:pt x="32" y="998"/>
                    <a:pt x="75" y="998"/>
                  </a:cubicBezTo>
                  <a:lnTo>
                    <a:pt x="283" y="998"/>
                  </a:lnTo>
                  <a:cubicBezTo>
                    <a:pt x="327" y="998"/>
                    <a:pt x="362" y="976"/>
                    <a:pt x="366" y="948"/>
                  </a:cubicBezTo>
                  <a:lnTo>
                    <a:pt x="459" y="47"/>
                  </a:lnTo>
                  <a:cubicBezTo>
                    <a:pt x="459" y="22"/>
                    <a:pt x="426" y="0"/>
                    <a:pt x="388" y="0"/>
                  </a:cubicBez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4" name="Rectangle 1073">
            <a:extLst>
              <a:ext uri="{FF2B5EF4-FFF2-40B4-BE49-F238E27FC236}">
                <a16:creationId xmlns:a16="http://schemas.microsoft.com/office/drawing/2014/main" id="{DE46C2F8-6C03-AF31-D879-5B400D5185F3}"/>
              </a:ext>
            </a:extLst>
          </p:cNvPr>
          <p:cNvSpPr/>
          <p:nvPr/>
        </p:nvSpPr>
        <p:spPr>
          <a:xfrm>
            <a:off x="-14168455" y="2336609"/>
            <a:ext cx="3023536" cy="38677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Rectangle 1074">
            <a:extLst>
              <a:ext uri="{FF2B5EF4-FFF2-40B4-BE49-F238E27FC236}">
                <a16:creationId xmlns:a16="http://schemas.microsoft.com/office/drawing/2014/main" id="{07D70224-5F86-036E-7353-9889D6C1696A}"/>
              </a:ext>
            </a:extLst>
          </p:cNvPr>
          <p:cNvSpPr/>
          <p:nvPr/>
        </p:nvSpPr>
        <p:spPr>
          <a:xfrm>
            <a:off x="-14168455" y="5738325"/>
            <a:ext cx="3033812" cy="47104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TextBox 1075">
            <a:extLst>
              <a:ext uri="{FF2B5EF4-FFF2-40B4-BE49-F238E27FC236}">
                <a16:creationId xmlns:a16="http://schemas.microsoft.com/office/drawing/2014/main" id="{E098B115-1185-3A2D-D6A9-139B25B11043}"/>
              </a:ext>
            </a:extLst>
          </p:cNvPr>
          <p:cNvSpPr txBox="1"/>
          <p:nvPr/>
        </p:nvSpPr>
        <p:spPr>
          <a:xfrm>
            <a:off x="-13975145" y="5797797"/>
            <a:ext cx="2747306" cy="30777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Chấp nhận cho vay (2,260,701)</a:t>
            </a:r>
          </a:p>
        </p:txBody>
      </p:sp>
      <p:sp>
        <p:nvSpPr>
          <p:cNvPr id="1077" name="TextBox 1076">
            <a:extLst>
              <a:ext uri="{FF2B5EF4-FFF2-40B4-BE49-F238E27FC236}">
                <a16:creationId xmlns:a16="http://schemas.microsoft.com/office/drawing/2014/main" id="{C4A624C7-ABE9-897B-1059-A72975367540}"/>
              </a:ext>
            </a:extLst>
          </p:cNvPr>
          <p:cNvSpPr txBox="1"/>
          <p:nvPr/>
        </p:nvSpPr>
        <p:spPr>
          <a:xfrm>
            <a:off x="-13896475" y="3380106"/>
            <a:ext cx="2612039" cy="30777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Từ chối cho vay (27,648,741)</a:t>
            </a:r>
          </a:p>
        </p:txBody>
      </p:sp>
      <p:pic>
        <p:nvPicPr>
          <p:cNvPr id="1081" name="Picture 1080">
            <a:extLst>
              <a:ext uri="{FF2B5EF4-FFF2-40B4-BE49-F238E27FC236}">
                <a16:creationId xmlns:a16="http://schemas.microsoft.com/office/drawing/2014/main" id="{3D912CC8-2BF1-1F09-7313-360015FB85BC}"/>
              </a:ext>
            </a:extLst>
          </p:cNvPr>
          <p:cNvPicPr>
            <a:picLocks noChangeAspect="1"/>
          </p:cNvPicPr>
          <p:nvPr/>
        </p:nvPicPr>
        <p:blipFill>
          <a:blip r:embed="rId3"/>
          <a:stretch>
            <a:fillRect/>
          </a:stretch>
        </p:blipFill>
        <p:spPr>
          <a:xfrm>
            <a:off x="569580" y="599800"/>
            <a:ext cx="5534797" cy="3943900"/>
          </a:xfrm>
          <a:prstGeom prst="rect">
            <a:avLst/>
          </a:prstGeom>
        </p:spPr>
      </p:pic>
    </p:spTree>
    <p:extLst>
      <p:ext uri="{BB962C8B-B14F-4D97-AF65-F5344CB8AC3E}">
        <p14:creationId xmlns:p14="http://schemas.microsoft.com/office/powerpoint/2010/main" val="4116854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413687CC-967C-1BA0-E40D-486488D039AE}"/>
              </a:ext>
            </a:extLst>
          </p:cNvPr>
          <p:cNvSpPr/>
          <p:nvPr/>
        </p:nvSpPr>
        <p:spPr>
          <a:xfrm>
            <a:off x="6491752" y="2316308"/>
            <a:ext cx="2384409" cy="8982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Google Shape;835;p34"/>
          <p:cNvSpPr txBox="1">
            <a:spLocks noGrp="1"/>
          </p:cNvSpPr>
          <p:nvPr>
            <p:ph type="ctrTitle"/>
          </p:nvPr>
        </p:nvSpPr>
        <p:spPr>
          <a:xfrm>
            <a:off x="6521698" y="2324613"/>
            <a:ext cx="2384410" cy="97253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1600">
                <a:latin typeface="Lato" panose="020F0502020204030203" pitchFamily="34" charset="0"/>
                <a:ea typeface="Lato" panose="020F0502020204030203" pitchFamily="34" charset="0"/>
                <a:cs typeface="Lato" panose="020F0502020204030203" pitchFamily="34" charset="0"/>
              </a:rPr>
              <a:t>CÂN BẰNG DỮ LIỆU</a:t>
            </a:r>
            <a:endParaRPr sz="1600" dirty="0">
              <a:latin typeface="Lato" panose="020F0502020204030203" pitchFamily="34" charset="0"/>
              <a:ea typeface="Lato" panose="020F0502020204030203" pitchFamily="34" charset="0"/>
              <a:cs typeface="Lato" panose="020F0502020204030203" pitchFamily="34" charset="0"/>
            </a:endParaRPr>
          </a:p>
        </p:txBody>
      </p:sp>
      <p:sp>
        <p:nvSpPr>
          <p:cNvPr id="836" name="Google Shape;836;p34"/>
          <p:cNvSpPr/>
          <p:nvPr/>
        </p:nvSpPr>
        <p:spPr>
          <a:xfrm>
            <a:off x="10529695" y="2633661"/>
            <a:ext cx="189725" cy="176648"/>
          </a:xfrm>
          <a:custGeom>
            <a:avLst/>
            <a:gdLst/>
            <a:ahLst/>
            <a:cxnLst/>
            <a:rect l="l" t="t" r="r" b="b"/>
            <a:pathLst>
              <a:path w="5223" h="4863" extrusionOk="0">
                <a:moveTo>
                  <a:pt x="2509" y="229"/>
                </a:moveTo>
                <a:cubicBezTo>
                  <a:pt x="2718" y="229"/>
                  <a:pt x="2926" y="258"/>
                  <a:pt x="3131" y="319"/>
                </a:cubicBezTo>
                <a:cubicBezTo>
                  <a:pt x="4297" y="657"/>
                  <a:pt x="4968" y="1881"/>
                  <a:pt x="4628" y="3047"/>
                </a:cubicBezTo>
                <a:cubicBezTo>
                  <a:pt x="4462" y="3614"/>
                  <a:pt x="4089" y="4081"/>
                  <a:pt x="3572" y="4361"/>
                </a:cubicBezTo>
                <a:cubicBezTo>
                  <a:pt x="3245" y="4541"/>
                  <a:pt x="2885" y="4633"/>
                  <a:pt x="2520" y="4633"/>
                </a:cubicBezTo>
                <a:cubicBezTo>
                  <a:pt x="2313" y="4633"/>
                  <a:pt x="2104" y="4603"/>
                  <a:pt x="1900" y="4543"/>
                </a:cubicBezTo>
                <a:cubicBezTo>
                  <a:pt x="1333" y="4382"/>
                  <a:pt x="866" y="4005"/>
                  <a:pt x="586" y="3492"/>
                </a:cubicBezTo>
                <a:cubicBezTo>
                  <a:pt x="302" y="2975"/>
                  <a:pt x="238" y="2379"/>
                  <a:pt x="402" y="1816"/>
                </a:cubicBezTo>
                <a:cubicBezTo>
                  <a:pt x="564" y="1253"/>
                  <a:pt x="941" y="786"/>
                  <a:pt x="1454" y="502"/>
                </a:cubicBezTo>
                <a:cubicBezTo>
                  <a:pt x="1785" y="319"/>
                  <a:pt x="2147" y="229"/>
                  <a:pt x="2509" y="229"/>
                </a:cubicBezTo>
                <a:close/>
                <a:moveTo>
                  <a:pt x="2508" y="1"/>
                </a:moveTo>
                <a:cubicBezTo>
                  <a:pt x="2106" y="1"/>
                  <a:pt x="1708" y="102"/>
                  <a:pt x="1347" y="301"/>
                </a:cubicBezTo>
                <a:cubicBezTo>
                  <a:pt x="776" y="613"/>
                  <a:pt x="364" y="1130"/>
                  <a:pt x="184" y="1751"/>
                </a:cubicBezTo>
                <a:cubicBezTo>
                  <a:pt x="1" y="2376"/>
                  <a:pt x="72" y="3032"/>
                  <a:pt x="385" y="3600"/>
                </a:cubicBezTo>
                <a:cubicBezTo>
                  <a:pt x="697" y="4170"/>
                  <a:pt x="1210" y="4583"/>
                  <a:pt x="1835" y="4763"/>
                </a:cubicBezTo>
                <a:cubicBezTo>
                  <a:pt x="2061" y="4831"/>
                  <a:pt x="2291" y="4863"/>
                  <a:pt x="2517" y="4863"/>
                </a:cubicBezTo>
                <a:cubicBezTo>
                  <a:pt x="2922" y="4863"/>
                  <a:pt x="3321" y="4759"/>
                  <a:pt x="3684" y="4561"/>
                </a:cubicBezTo>
                <a:cubicBezTo>
                  <a:pt x="4250" y="4250"/>
                  <a:pt x="4666" y="3736"/>
                  <a:pt x="4847" y="3112"/>
                </a:cubicBezTo>
                <a:cubicBezTo>
                  <a:pt x="5223" y="1826"/>
                  <a:pt x="4480" y="473"/>
                  <a:pt x="3195" y="100"/>
                </a:cubicBezTo>
                <a:cubicBezTo>
                  <a:pt x="2969" y="34"/>
                  <a:pt x="2738" y="1"/>
                  <a:pt x="25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4"/>
          <p:cNvSpPr/>
          <p:nvPr/>
        </p:nvSpPr>
        <p:spPr>
          <a:xfrm>
            <a:off x="11428406" y="2940695"/>
            <a:ext cx="25718" cy="71342"/>
          </a:xfrm>
          <a:custGeom>
            <a:avLst/>
            <a:gdLst/>
            <a:ahLst/>
            <a:cxnLst/>
            <a:rect l="l" t="t" r="r" b="b"/>
            <a:pathLst>
              <a:path w="708" h="1964" extrusionOk="0">
                <a:moveTo>
                  <a:pt x="101" y="1"/>
                </a:moveTo>
                <a:lnTo>
                  <a:pt x="54" y="163"/>
                </a:lnTo>
                <a:lnTo>
                  <a:pt x="475" y="287"/>
                </a:lnTo>
                <a:lnTo>
                  <a:pt x="1" y="1910"/>
                </a:lnTo>
                <a:lnTo>
                  <a:pt x="183" y="1964"/>
                </a:lnTo>
                <a:lnTo>
                  <a:pt x="707" y="176"/>
                </a:lnTo>
                <a:lnTo>
                  <a:pt x="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4"/>
          <p:cNvSpPr/>
          <p:nvPr/>
        </p:nvSpPr>
        <p:spPr>
          <a:xfrm>
            <a:off x="11456304" y="2957223"/>
            <a:ext cx="59755" cy="74248"/>
          </a:xfrm>
          <a:custGeom>
            <a:avLst/>
            <a:gdLst/>
            <a:ahLst/>
            <a:cxnLst/>
            <a:rect l="l" t="t" r="r" b="b"/>
            <a:pathLst>
              <a:path w="1645" h="2044" extrusionOk="0">
                <a:moveTo>
                  <a:pt x="811" y="1"/>
                </a:moveTo>
                <a:cubicBezTo>
                  <a:pt x="656" y="1"/>
                  <a:pt x="515" y="40"/>
                  <a:pt x="399" y="117"/>
                </a:cubicBezTo>
                <a:lnTo>
                  <a:pt x="496" y="267"/>
                </a:lnTo>
                <a:cubicBezTo>
                  <a:pt x="594" y="205"/>
                  <a:pt x="699" y="175"/>
                  <a:pt x="815" y="175"/>
                </a:cubicBezTo>
                <a:cubicBezTo>
                  <a:pt x="887" y="175"/>
                  <a:pt x="962" y="186"/>
                  <a:pt x="1042" y="210"/>
                </a:cubicBezTo>
                <a:cubicBezTo>
                  <a:pt x="1314" y="289"/>
                  <a:pt x="1425" y="461"/>
                  <a:pt x="1365" y="665"/>
                </a:cubicBezTo>
                <a:cubicBezTo>
                  <a:pt x="1329" y="788"/>
                  <a:pt x="1253" y="899"/>
                  <a:pt x="994" y="1038"/>
                </a:cubicBezTo>
                <a:lnTo>
                  <a:pt x="40" y="1548"/>
                </a:lnTo>
                <a:lnTo>
                  <a:pt x="0" y="1681"/>
                </a:lnTo>
                <a:lnTo>
                  <a:pt x="1257" y="2044"/>
                </a:lnTo>
                <a:lnTo>
                  <a:pt x="1304" y="1883"/>
                </a:lnTo>
                <a:lnTo>
                  <a:pt x="320" y="1595"/>
                </a:lnTo>
                <a:lnTo>
                  <a:pt x="1102" y="1175"/>
                </a:lnTo>
                <a:cubicBezTo>
                  <a:pt x="1411" y="1010"/>
                  <a:pt x="1508" y="874"/>
                  <a:pt x="1559" y="702"/>
                </a:cubicBezTo>
                <a:cubicBezTo>
                  <a:pt x="1645" y="404"/>
                  <a:pt x="1468" y="152"/>
                  <a:pt x="1106" y="44"/>
                </a:cubicBezTo>
                <a:cubicBezTo>
                  <a:pt x="1004" y="15"/>
                  <a:pt x="905" y="1"/>
                  <a:pt x="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4"/>
          <p:cNvSpPr/>
          <p:nvPr/>
        </p:nvSpPr>
        <p:spPr>
          <a:xfrm>
            <a:off x="11515513" y="2970663"/>
            <a:ext cx="61062" cy="73050"/>
          </a:xfrm>
          <a:custGeom>
            <a:avLst/>
            <a:gdLst/>
            <a:ahLst/>
            <a:cxnLst/>
            <a:rect l="l" t="t" r="r" b="b"/>
            <a:pathLst>
              <a:path w="1681" h="2011" extrusionOk="0">
                <a:moveTo>
                  <a:pt x="532" y="1"/>
                </a:moveTo>
                <a:lnTo>
                  <a:pt x="484" y="163"/>
                </a:lnTo>
                <a:lnTo>
                  <a:pt x="1400" y="428"/>
                </a:lnTo>
                <a:lnTo>
                  <a:pt x="721" y="905"/>
                </a:lnTo>
                <a:lnTo>
                  <a:pt x="682" y="1042"/>
                </a:lnTo>
                <a:lnTo>
                  <a:pt x="812" y="1078"/>
                </a:lnTo>
                <a:cubicBezTo>
                  <a:pt x="1142" y="1175"/>
                  <a:pt x="1253" y="1358"/>
                  <a:pt x="1192" y="1573"/>
                </a:cubicBezTo>
                <a:cubicBezTo>
                  <a:pt x="1141" y="1740"/>
                  <a:pt x="1016" y="1832"/>
                  <a:pt x="832" y="1832"/>
                </a:cubicBezTo>
                <a:cubicBezTo>
                  <a:pt x="769" y="1832"/>
                  <a:pt x="700" y="1821"/>
                  <a:pt x="625" y="1799"/>
                </a:cubicBezTo>
                <a:cubicBezTo>
                  <a:pt x="391" y="1731"/>
                  <a:pt x="212" y="1584"/>
                  <a:pt x="133" y="1433"/>
                </a:cubicBezTo>
                <a:lnTo>
                  <a:pt x="0" y="1551"/>
                </a:lnTo>
                <a:cubicBezTo>
                  <a:pt x="97" y="1731"/>
                  <a:pt x="320" y="1893"/>
                  <a:pt x="578" y="1968"/>
                </a:cubicBezTo>
                <a:cubicBezTo>
                  <a:pt x="677" y="1997"/>
                  <a:pt x="769" y="2011"/>
                  <a:pt x="852" y="2011"/>
                </a:cubicBezTo>
                <a:cubicBezTo>
                  <a:pt x="1129" y="2011"/>
                  <a:pt x="1312" y="1860"/>
                  <a:pt x="1379" y="1631"/>
                </a:cubicBezTo>
                <a:cubicBezTo>
                  <a:pt x="1461" y="1344"/>
                  <a:pt x="1329" y="1085"/>
                  <a:pt x="951" y="953"/>
                </a:cubicBezTo>
                <a:lnTo>
                  <a:pt x="1644" y="464"/>
                </a:lnTo>
                <a:lnTo>
                  <a:pt x="1680" y="335"/>
                </a:lnTo>
                <a:lnTo>
                  <a:pt x="5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TextBox 13">
            <a:extLst>
              <a:ext uri="{FF2B5EF4-FFF2-40B4-BE49-F238E27FC236}">
                <a16:creationId xmlns:a16="http://schemas.microsoft.com/office/drawing/2014/main" id="{3DB7FB15-DCD6-602B-ADC0-70AC4997F7A0}"/>
              </a:ext>
            </a:extLst>
          </p:cNvPr>
          <p:cNvSpPr txBox="1"/>
          <p:nvPr/>
        </p:nvSpPr>
        <p:spPr>
          <a:xfrm>
            <a:off x="6521698" y="3524662"/>
            <a:ext cx="2354463" cy="954107"/>
          </a:xfrm>
          <a:prstGeom prst="rect">
            <a:avLst/>
          </a:prstGeom>
          <a:noFill/>
        </p:spPr>
        <p:txBody>
          <a:bodyPr wrap="square" rtlCol="0">
            <a:spAutoFit/>
          </a:bodyPr>
          <a:lstStyle/>
          <a:p>
            <a:r>
              <a:rPr lang="vi-VN" dirty="0">
                <a:latin typeface="Lato" panose="020F0502020204030203" pitchFamily="34" charset="0"/>
                <a:ea typeface="Lato" panose="020F0502020204030203" pitchFamily="34" charset="0"/>
                <a:cs typeface="Lato" panose="020F0502020204030203" pitchFamily="34" charset="0"/>
              </a:rPr>
              <a:t>Sử dụng phương pháp Under Sampling.</a:t>
            </a:r>
          </a:p>
          <a:p>
            <a:r>
              <a:rPr lang="vi-VN" dirty="0">
                <a:latin typeface="Lato" panose="020F0502020204030203" pitchFamily="34" charset="0"/>
                <a:ea typeface="Lato" panose="020F0502020204030203" pitchFamily="34" charset="0"/>
                <a:cs typeface="Lato" panose="020F0502020204030203" pitchFamily="34" charset="0"/>
              </a:rPr>
              <a:t>Khoản vay trả đầy đủ: 50%</a:t>
            </a:r>
          </a:p>
          <a:p>
            <a:r>
              <a:rPr lang="vi-VN" dirty="0">
                <a:latin typeface="Lato" panose="020F0502020204030203" pitchFamily="34" charset="0"/>
                <a:ea typeface="Lato" panose="020F0502020204030203" pitchFamily="34" charset="0"/>
                <a:cs typeface="Lato" panose="020F0502020204030203" pitchFamily="34" charset="0"/>
              </a:rPr>
              <a:t>Khoản nợ: 50%</a:t>
            </a:r>
            <a:endParaRPr lang="en-US" dirty="0">
              <a:latin typeface="Lato" panose="020F0502020204030203" pitchFamily="34" charset="0"/>
              <a:ea typeface="Lato" panose="020F0502020204030203" pitchFamily="34" charset="0"/>
              <a:cs typeface="Lato" panose="020F0502020204030203" pitchFamily="34" charset="0"/>
            </a:endParaRPr>
          </a:p>
        </p:txBody>
      </p:sp>
      <p:grpSp>
        <p:nvGrpSpPr>
          <p:cNvPr id="834" name="Google Shape;3485;p48">
            <a:extLst>
              <a:ext uri="{FF2B5EF4-FFF2-40B4-BE49-F238E27FC236}">
                <a16:creationId xmlns:a16="http://schemas.microsoft.com/office/drawing/2014/main" id="{47A49B52-1340-5D35-1D54-9B8B2FEC4485}"/>
              </a:ext>
            </a:extLst>
          </p:cNvPr>
          <p:cNvGrpSpPr/>
          <p:nvPr/>
        </p:nvGrpSpPr>
        <p:grpSpPr>
          <a:xfrm>
            <a:off x="6954369" y="459859"/>
            <a:ext cx="1459173" cy="1520642"/>
            <a:chOff x="411603" y="2906997"/>
            <a:chExt cx="1735458" cy="1808566"/>
          </a:xfrm>
        </p:grpSpPr>
        <p:grpSp>
          <p:nvGrpSpPr>
            <p:cNvPr id="1088" name="Google Shape;3486;p48">
              <a:extLst>
                <a:ext uri="{FF2B5EF4-FFF2-40B4-BE49-F238E27FC236}">
                  <a16:creationId xmlns:a16="http://schemas.microsoft.com/office/drawing/2014/main" id="{F77462A1-E940-74AA-0278-0A6D894A1448}"/>
                </a:ext>
              </a:extLst>
            </p:cNvPr>
            <p:cNvGrpSpPr/>
            <p:nvPr/>
          </p:nvGrpSpPr>
          <p:grpSpPr>
            <a:xfrm>
              <a:off x="570964" y="2906997"/>
              <a:ext cx="1506308" cy="920209"/>
              <a:chOff x="570964" y="2906997"/>
              <a:chExt cx="1506308" cy="920209"/>
            </a:xfrm>
          </p:grpSpPr>
          <p:sp>
            <p:nvSpPr>
              <p:cNvPr id="1186" name="Google Shape;3487;p48">
                <a:extLst>
                  <a:ext uri="{FF2B5EF4-FFF2-40B4-BE49-F238E27FC236}">
                    <a16:creationId xmlns:a16="http://schemas.microsoft.com/office/drawing/2014/main" id="{A4492B3F-D6CE-20D4-AE4B-49289A4BFA9B}"/>
                  </a:ext>
                </a:extLst>
              </p:cNvPr>
              <p:cNvSpPr/>
              <p:nvPr/>
            </p:nvSpPr>
            <p:spPr>
              <a:xfrm>
                <a:off x="570964" y="2951732"/>
                <a:ext cx="696766" cy="875473"/>
              </a:xfrm>
              <a:custGeom>
                <a:avLst/>
                <a:gdLst/>
                <a:ahLst/>
                <a:cxnLst/>
                <a:rect l="l" t="t" r="r" b="b"/>
                <a:pathLst>
                  <a:path w="47863" h="60139" extrusionOk="0">
                    <a:moveTo>
                      <a:pt x="1" y="0"/>
                    </a:moveTo>
                    <a:lnTo>
                      <a:pt x="1" y="60138"/>
                    </a:lnTo>
                    <a:lnTo>
                      <a:pt x="47862" y="60138"/>
                    </a:lnTo>
                    <a:lnTo>
                      <a:pt x="47862"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3488;p48">
                <a:extLst>
                  <a:ext uri="{FF2B5EF4-FFF2-40B4-BE49-F238E27FC236}">
                    <a16:creationId xmlns:a16="http://schemas.microsoft.com/office/drawing/2014/main" id="{9717EF87-5B44-5C08-1579-D74E05C71409}"/>
                  </a:ext>
                </a:extLst>
              </p:cNvPr>
              <p:cNvSpPr/>
              <p:nvPr/>
            </p:nvSpPr>
            <p:spPr>
              <a:xfrm>
                <a:off x="596484" y="2976800"/>
                <a:ext cx="650254" cy="825396"/>
              </a:xfrm>
              <a:custGeom>
                <a:avLst/>
                <a:gdLst/>
                <a:ahLst/>
                <a:cxnLst/>
                <a:rect l="l" t="t" r="r" b="b"/>
                <a:pathLst>
                  <a:path w="44668" h="56699" extrusionOk="0">
                    <a:moveTo>
                      <a:pt x="1" y="0"/>
                    </a:moveTo>
                    <a:lnTo>
                      <a:pt x="1" y="56698"/>
                    </a:lnTo>
                    <a:lnTo>
                      <a:pt x="44667" y="56698"/>
                    </a:lnTo>
                    <a:lnTo>
                      <a:pt x="44667"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3489;p48">
                <a:extLst>
                  <a:ext uri="{FF2B5EF4-FFF2-40B4-BE49-F238E27FC236}">
                    <a16:creationId xmlns:a16="http://schemas.microsoft.com/office/drawing/2014/main" id="{45F46290-E707-6248-BD25-857B3C797A03}"/>
                  </a:ext>
                </a:extLst>
              </p:cNvPr>
              <p:cNvSpPr/>
              <p:nvPr/>
            </p:nvSpPr>
            <p:spPr>
              <a:xfrm>
                <a:off x="596484" y="3293237"/>
                <a:ext cx="650254" cy="508959"/>
              </a:xfrm>
              <a:custGeom>
                <a:avLst/>
                <a:gdLst/>
                <a:ahLst/>
                <a:cxnLst/>
                <a:rect l="l" t="t" r="r" b="b"/>
                <a:pathLst>
                  <a:path w="44668" h="34962" extrusionOk="0">
                    <a:moveTo>
                      <a:pt x="28480" y="0"/>
                    </a:moveTo>
                    <a:lnTo>
                      <a:pt x="28480" y="10253"/>
                    </a:lnTo>
                    <a:lnTo>
                      <a:pt x="17363" y="10253"/>
                    </a:lnTo>
                    <a:lnTo>
                      <a:pt x="14041" y="25286"/>
                    </a:lnTo>
                    <a:lnTo>
                      <a:pt x="10143" y="25286"/>
                    </a:lnTo>
                    <a:lnTo>
                      <a:pt x="8989" y="19998"/>
                    </a:lnTo>
                    <a:lnTo>
                      <a:pt x="1" y="19998"/>
                    </a:lnTo>
                    <a:lnTo>
                      <a:pt x="1" y="34961"/>
                    </a:lnTo>
                    <a:lnTo>
                      <a:pt x="44667" y="34961"/>
                    </a:lnTo>
                    <a:lnTo>
                      <a:pt x="44667" y="17131"/>
                    </a:lnTo>
                    <a:lnTo>
                      <a:pt x="36565" y="17131"/>
                    </a:lnTo>
                    <a:lnTo>
                      <a:pt x="36565"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3490;p48">
                <a:extLst>
                  <a:ext uri="{FF2B5EF4-FFF2-40B4-BE49-F238E27FC236}">
                    <a16:creationId xmlns:a16="http://schemas.microsoft.com/office/drawing/2014/main" id="{91091E35-071A-95D5-309C-3F89E0EA33A2}"/>
                  </a:ext>
                </a:extLst>
              </p:cNvPr>
              <p:cNvSpPr/>
              <p:nvPr/>
            </p:nvSpPr>
            <p:spPr>
              <a:xfrm>
                <a:off x="910940" y="2976800"/>
                <a:ext cx="21006" cy="818583"/>
              </a:xfrm>
              <a:custGeom>
                <a:avLst/>
                <a:gdLst/>
                <a:ahLst/>
                <a:cxnLst/>
                <a:rect l="l" t="t" r="r" b="b"/>
                <a:pathLst>
                  <a:path w="1443" h="56231" extrusionOk="0">
                    <a:moveTo>
                      <a:pt x="0" y="0"/>
                    </a:moveTo>
                    <a:lnTo>
                      <a:pt x="0" y="56230"/>
                    </a:lnTo>
                    <a:lnTo>
                      <a:pt x="1442" y="56230"/>
                    </a:lnTo>
                    <a:lnTo>
                      <a:pt x="1442"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3491;p48">
                <a:extLst>
                  <a:ext uri="{FF2B5EF4-FFF2-40B4-BE49-F238E27FC236}">
                    <a16:creationId xmlns:a16="http://schemas.microsoft.com/office/drawing/2014/main" id="{45604462-8AC8-0ACA-4380-74F2ED9D2F45}"/>
                  </a:ext>
                </a:extLst>
              </p:cNvPr>
              <p:cNvSpPr/>
              <p:nvPr/>
            </p:nvSpPr>
            <p:spPr>
              <a:xfrm>
                <a:off x="596484" y="3376637"/>
                <a:ext cx="650254" cy="21589"/>
              </a:xfrm>
              <a:custGeom>
                <a:avLst/>
                <a:gdLst/>
                <a:ahLst/>
                <a:cxnLst/>
                <a:rect l="l" t="t" r="r" b="b"/>
                <a:pathLst>
                  <a:path w="44668" h="1483" extrusionOk="0">
                    <a:moveTo>
                      <a:pt x="1" y="0"/>
                    </a:moveTo>
                    <a:lnTo>
                      <a:pt x="1" y="1482"/>
                    </a:lnTo>
                    <a:lnTo>
                      <a:pt x="44667" y="1482"/>
                    </a:lnTo>
                    <a:lnTo>
                      <a:pt x="44667"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3492;p48">
                <a:extLst>
                  <a:ext uri="{FF2B5EF4-FFF2-40B4-BE49-F238E27FC236}">
                    <a16:creationId xmlns:a16="http://schemas.microsoft.com/office/drawing/2014/main" id="{828A2BB9-14C6-E8D7-7738-DEA3113B1048}"/>
                  </a:ext>
                </a:extLst>
              </p:cNvPr>
              <p:cNvSpPr/>
              <p:nvPr/>
            </p:nvSpPr>
            <p:spPr>
              <a:xfrm>
                <a:off x="1924448" y="3185147"/>
                <a:ext cx="46831" cy="107012"/>
              </a:xfrm>
              <a:custGeom>
                <a:avLst/>
                <a:gdLst/>
                <a:ahLst/>
                <a:cxnLst/>
                <a:rect l="l" t="t" r="r" b="b"/>
                <a:pathLst>
                  <a:path w="3217" h="7351" extrusionOk="0">
                    <a:moveTo>
                      <a:pt x="346" y="1"/>
                    </a:moveTo>
                    <a:lnTo>
                      <a:pt x="1" y="2823"/>
                    </a:lnTo>
                    <a:lnTo>
                      <a:pt x="1429" y="7342"/>
                    </a:lnTo>
                    <a:lnTo>
                      <a:pt x="3216" y="7351"/>
                    </a:lnTo>
                    <a:lnTo>
                      <a:pt x="346"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3493;p48">
                <a:extLst>
                  <a:ext uri="{FF2B5EF4-FFF2-40B4-BE49-F238E27FC236}">
                    <a16:creationId xmlns:a16="http://schemas.microsoft.com/office/drawing/2014/main" id="{0782C71F-64C7-69A3-F0E3-A3DA40A7DA57}"/>
                  </a:ext>
                </a:extLst>
              </p:cNvPr>
              <p:cNvSpPr/>
              <p:nvPr/>
            </p:nvSpPr>
            <p:spPr>
              <a:xfrm>
                <a:off x="1772264" y="3086287"/>
                <a:ext cx="165097" cy="208114"/>
              </a:xfrm>
              <a:custGeom>
                <a:avLst/>
                <a:gdLst/>
                <a:ahLst/>
                <a:cxnLst/>
                <a:rect l="l" t="t" r="r" b="b"/>
                <a:pathLst>
                  <a:path w="11341" h="14296" extrusionOk="0">
                    <a:moveTo>
                      <a:pt x="989" y="0"/>
                    </a:moveTo>
                    <a:lnTo>
                      <a:pt x="1" y="14081"/>
                    </a:lnTo>
                    <a:lnTo>
                      <a:pt x="10197" y="14295"/>
                    </a:lnTo>
                    <a:lnTo>
                      <a:pt x="11341"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3494;p48">
                <a:extLst>
                  <a:ext uri="{FF2B5EF4-FFF2-40B4-BE49-F238E27FC236}">
                    <a16:creationId xmlns:a16="http://schemas.microsoft.com/office/drawing/2014/main" id="{F46BE1BB-FD3D-25DF-7561-811379E88D36}"/>
                  </a:ext>
                </a:extLst>
              </p:cNvPr>
              <p:cNvSpPr/>
              <p:nvPr/>
            </p:nvSpPr>
            <p:spPr>
              <a:xfrm>
                <a:off x="1789514" y="3101806"/>
                <a:ext cx="125791" cy="176815"/>
              </a:xfrm>
              <a:custGeom>
                <a:avLst/>
                <a:gdLst/>
                <a:ahLst/>
                <a:cxnLst/>
                <a:rect l="l" t="t" r="r" b="b"/>
                <a:pathLst>
                  <a:path w="8641" h="12146" extrusionOk="0">
                    <a:moveTo>
                      <a:pt x="8640" y="0"/>
                    </a:moveTo>
                    <a:lnTo>
                      <a:pt x="821" y="70"/>
                    </a:lnTo>
                    <a:lnTo>
                      <a:pt x="0" y="11791"/>
                    </a:lnTo>
                    <a:lnTo>
                      <a:pt x="7578" y="12146"/>
                    </a:lnTo>
                    <a:lnTo>
                      <a:pt x="8640"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3495;p48">
                <a:extLst>
                  <a:ext uri="{FF2B5EF4-FFF2-40B4-BE49-F238E27FC236}">
                    <a16:creationId xmlns:a16="http://schemas.microsoft.com/office/drawing/2014/main" id="{9D262453-E995-97BF-8017-2591907620AB}"/>
                  </a:ext>
                </a:extLst>
              </p:cNvPr>
              <p:cNvSpPr/>
              <p:nvPr/>
            </p:nvSpPr>
            <p:spPr>
              <a:xfrm>
                <a:off x="1816737" y="3126932"/>
                <a:ext cx="71652" cy="119925"/>
              </a:xfrm>
              <a:custGeom>
                <a:avLst/>
                <a:gdLst/>
                <a:ahLst/>
                <a:cxnLst/>
                <a:rect l="l" t="t" r="r" b="b"/>
                <a:pathLst>
                  <a:path w="4922" h="8238" extrusionOk="0">
                    <a:moveTo>
                      <a:pt x="617" y="0"/>
                    </a:moveTo>
                    <a:lnTo>
                      <a:pt x="0" y="8238"/>
                    </a:lnTo>
                    <a:lnTo>
                      <a:pt x="4183" y="8238"/>
                    </a:lnTo>
                    <a:lnTo>
                      <a:pt x="492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3496;p48">
                <a:extLst>
                  <a:ext uri="{FF2B5EF4-FFF2-40B4-BE49-F238E27FC236}">
                    <a16:creationId xmlns:a16="http://schemas.microsoft.com/office/drawing/2014/main" id="{6158CB4F-4D95-9E0D-9F61-B1FAF91028F1}"/>
                  </a:ext>
                </a:extLst>
              </p:cNvPr>
              <p:cNvSpPr/>
              <p:nvPr/>
            </p:nvSpPr>
            <p:spPr>
              <a:xfrm>
                <a:off x="1566275" y="3124326"/>
                <a:ext cx="123433" cy="168547"/>
              </a:xfrm>
              <a:custGeom>
                <a:avLst/>
                <a:gdLst/>
                <a:ahLst/>
                <a:cxnLst/>
                <a:rect l="l" t="t" r="r" b="b"/>
                <a:pathLst>
                  <a:path w="8479" h="11578" extrusionOk="0">
                    <a:moveTo>
                      <a:pt x="0" y="0"/>
                    </a:moveTo>
                    <a:lnTo>
                      <a:pt x="0" y="11577"/>
                    </a:lnTo>
                    <a:lnTo>
                      <a:pt x="8479" y="11569"/>
                    </a:lnTo>
                    <a:lnTo>
                      <a:pt x="8479"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3497;p48">
                <a:extLst>
                  <a:ext uri="{FF2B5EF4-FFF2-40B4-BE49-F238E27FC236}">
                    <a16:creationId xmlns:a16="http://schemas.microsoft.com/office/drawing/2014/main" id="{695B7021-9B4C-7775-FA82-23861F7F72F8}"/>
                  </a:ext>
                </a:extLst>
              </p:cNvPr>
              <p:cNvSpPr/>
              <p:nvPr/>
            </p:nvSpPr>
            <p:spPr>
              <a:xfrm>
                <a:off x="1591911" y="2906997"/>
                <a:ext cx="74287" cy="217343"/>
              </a:xfrm>
              <a:custGeom>
                <a:avLst/>
                <a:gdLst/>
                <a:ahLst/>
                <a:cxnLst/>
                <a:rect l="l" t="t" r="r" b="b"/>
                <a:pathLst>
                  <a:path w="5103" h="14930" extrusionOk="0">
                    <a:moveTo>
                      <a:pt x="4533" y="1"/>
                    </a:moveTo>
                    <a:cubicBezTo>
                      <a:pt x="4533" y="1"/>
                      <a:pt x="4532" y="1"/>
                      <a:pt x="4532" y="1"/>
                    </a:cubicBezTo>
                    <a:cubicBezTo>
                      <a:pt x="3959" y="23"/>
                      <a:pt x="2517" y="13632"/>
                      <a:pt x="2517" y="13632"/>
                    </a:cubicBezTo>
                    <a:cubicBezTo>
                      <a:pt x="2517" y="13632"/>
                      <a:pt x="2461" y="2421"/>
                      <a:pt x="1924" y="2421"/>
                    </a:cubicBezTo>
                    <a:cubicBezTo>
                      <a:pt x="1922" y="2421"/>
                      <a:pt x="1921" y="2422"/>
                      <a:pt x="1919" y="2422"/>
                    </a:cubicBezTo>
                    <a:cubicBezTo>
                      <a:pt x="1381" y="2484"/>
                      <a:pt x="1919" y="14352"/>
                      <a:pt x="1919" y="14352"/>
                    </a:cubicBezTo>
                    <a:cubicBezTo>
                      <a:pt x="1919" y="14352"/>
                      <a:pt x="1018" y="4944"/>
                      <a:pt x="516" y="4944"/>
                    </a:cubicBezTo>
                    <a:cubicBezTo>
                      <a:pt x="510" y="4944"/>
                      <a:pt x="504" y="4946"/>
                      <a:pt x="498" y="4948"/>
                    </a:cubicBezTo>
                    <a:cubicBezTo>
                      <a:pt x="0" y="5180"/>
                      <a:pt x="713" y="14929"/>
                      <a:pt x="713" y="14929"/>
                    </a:cubicBezTo>
                    <a:lnTo>
                      <a:pt x="3060" y="14929"/>
                    </a:lnTo>
                    <a:cubicBezTo>
                      <a:pt x="3060" y="14929"/>
                      <a:pt x="5102" y="1"/>
                      <a:pt x="453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3498;p48">
                <a:extLst>
                  <a:ext uri="{FF2B5EF4-FFF2-40B4-BE49-F238E27FC236}">
                    <a16:creationId xmlns:a16="http://schemas.microsoft.com/office/drawing/2014/main" id="{03847B40-8795-9573-C167-2E5381D1D75E}"/>
                  </a:ext>
                </a:extLst>
              </p:cNvPr>
              <p:cNvSpPr/>
              <p:nvPr/>
            </p:nvSpPr>
            <p:spPr>
              <a:xfrm>
                <a:off x="1613980" y="2952373"/>
                <a:ext cx="65494" cy="171968"/>
              </a:xfrm>
              <a:custGeom>
                <a:avLst/>
                <a:gdLst/>
                <a:ahLst/>
                <a:cxnLst/>
                <a:rect l="l" t="t" r="r" b="b"/>
                <a:pathLst>
                  <a:path w="4499" h="11813" extrusionOk="0">
                    <a:moveTo>
                      <a:pt x="3396" y="0"/>
                    </a:moveTo>
                    <a:cubicBezTo>
                      <a:pt x="2842" y="0"/>
                      <a:pt x="945" y="9309"/>
                      <a:pt x="945" y="9309"/>
                    </a:cubicBezTo>
                    <a:cubicBezTo>
                      <a:pt x="945" y="9309"/>
                      <a:pt x="1176" y="5380"/>
                      <a:pt x="945" y="4873"/>
                    </a:cubicBezTo>
                    <a:cubicBezTo>
                      <a:pt x="937" y="4856"/>
                      <a:pt x="928" y="4848"/>
                      <a:pt x="920" y="4848"/>
                    </a:cubicBezTo>
                    <a:cubicBezTo>
                      <a:pt x="662" y="4848"/>
                      <a:pt x="1" y="11812"/>
                      <a:pt x="1" y="11812"/>
                    </a:cubicBezTo>
                    <a:lnTo>
                      <a:pt x="3375" y="11812"/>
                    </a:lnTo>
                    <a:cubicBezTo>
                      <a:pt x="3375" y="11812"/>
                      <a:pt x="4498" y="8513"/>
                      <a:pt x="4358" y="7997"/>
                    </a:cubicBezTo>
                    <a:cubicBezTo>
                      <a:pt x="4349" y="7965"/>
                      <a:pt x="4333" y="7950"/>
                      <a:pt x="4310" y="7950"/>
                    </a:cubicBezTo>
                    <a:cubicBezTo>
                      <a:pt x="3969" y="7950"/>
                      <a:pt x="2160" y="11319"/>
                      <a:pt x="2160" y="11319"/>
                    </a:cubicBezTo>
                    <a:cubicBezTo>
                      <a:pt x="2160" y="11319"/>
                      <a:pt x="4170" y="5896"/>
                      <a:pt x="3750" y="5288"/>
                    </a:cubicBezTo>
                    <a:cubicBezTo>
                      <a:pt x="3729" y="5258"/>
                      <a:pt x="3704" y="5243"/>
                      <a:pt x="3675" y="5243"/>
                    </a:cubicBezTo>
                    <a:cubicBezTo>
                      <a:pt x="3139" y="5243"/>
                      <a:pt x="1412" y="10458"/>
                      <a:pt x="1412" y="10458"/>
                    </a:cubicBezTo>
                    <a:cubicBezTo>
                      <a:pt x="1412" y="10458"/>
                      <a:pt x="3934" y="333"/>
                      <a:pt x="3423" y="8"/>
                    </a:cubicBezTo>
                    <a:cubicBezTo>
                      <a:pt x="3414" y="3"/>
                      <a:pt x="3405" y="0"/>
                      <a:pt x="3396"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3499;p48">
                <a:extLst>
                  <a:ext uri="{FF2B5EF4-FFF2-40B4-BE49-F238E27FC236}">
                    <a16:creationId xmlns:a16="http://schemas.microsoft.com/office/drawing/2014/main" id="{DCF1D0E2-1825-F481-7640-37CB2DC38873}"/>
                  </a:ext>
                </a:extLst>
              </p:cNvPr>
              <p:cNvSpPr/>
              <p:nvPr/>
            </p:nvSpPr>
            <p:spPr>
              <a:xfrm>
                <a:off x="1532385" y="2999350"/>
                <a:ext cx="78378" cy="125631"/>
              </a:xfrm>
              <a:custGeom>
                <a:avLst/>
                <a:gdLst/>
                <a:ahLst/>
                <a:cxnLst/>
                <a:rect l="l" t="t" r="r" b="b"/>
                <a:pathLst>
                  <a:path w="5384" h="8630" extrusionOk="0">
                    <a:moveTo>
                      <a:pt x="405" y="0"/>
                    </a:moveTo>
                    <a:cubicBezTo>
                      <a:pt x="0" y="0"/>
                      <a:pt x="4400" y="8629"/>
                      <a:pt x="4400" y="8629"/>
                    </a:cubicBezTo>
                    <a:lnTo>
                      <a:pt x="5383" y="8629"/>
                    </a:lnTo>
                    <a:lnTo>
                      <a:pt x="4911" y="6545"/>
                    </a:lnTo>
                    <a:cubicBezTo>
                      <a:pt x="4911" y="6545"/>
                      <a:pt x="2865" y="310"/>
                      <a:pt x="2407" y="310"/>
                    </a:cubicBezTo>
                    <a:cubicBezTo>
                      <a:pt x="2401" y="310"/>
                      <a:pt x="2396" y="311"/>
                      <a:pt x="2390" y="313"/>
                    </a:cubicBezTo>
                    <a:cubicBezTo>
                      <a:pt x="1965" y="483"/>
                      <a:pt x="3885" y="6033"/>
                      <a:pt x="3885" y="6033"/>
                    </a:cubicBezTo>
                    <a:cubicBezTo>
                      <a:pt x="3885" y="6033"/>
                      <a:pt x="987" y="282"/>
                      <a:pt x="428" y="7"/>
                    </a:cubicBezTo>
                    <a:cubicBezTo>
                      <a:pt x="419" y="2"/>
                      <a:pt x="412" y="0"/>
                      <a:pt x="405"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3500;p48">
                <a:extLst>
                  <a:ext uri="{FF2B5EF4-FFF2-40B4-BE49-F238E27FC236}">
                    <a16:creationId xmlns:a16="http://schemas.microsoft.com/office/drawing/2014/main" id="{4C4166A9-5B84-8656-55E8-B3C832FC3794}"/>
                  </a:ext>
                </a:extLst>
              </p:cNvPr>
              <p:cNvSpPr/>
              <p:nvPr/>
            </p:nvSpPr>
            <p:spPr>
              <a:xfrm>
                <a:off x="1566712" y="3124079"/>
                <a:ext cx="59817" cy="169114"/>
              </a:xfrm>
              <a:custGeom>
                <a:avLst/>
                <a:gdLst/>
                <a:ahLst/>
                <a:cxnLst/>
                <a:rect l="l" t="t" r="r" b="b"/>
                <a:pathLst>
                  <a:path w="4109" h="11617" extrusionOk="0">
                    <a:moveTo>
                      <a:pt x="1" y="0"/>
                    </a:moveTo>
                    <a:lnTo>
                      <a:pt x="79" y="11616"/>
                    </a:lnTo>
                    <a:lnTo>
                      <a:pt x="4109" y="11616"/>
                    </a:lnTo>
                    <a:lnTo>
                      <a:pt x="3895" y="39"/>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3501;p48">
                <a:extLst>
                  <a:ext uri="{FF2B5EF4-FFF2-40B4-BE49-F238E27FC236}">
                    <a16:creationId xmlns:a16="http://schemas.microsoft.com/office/drawing/2014/main" id="{81E02F66-5E16-AFB8-16EC-633E56CA05CD}"/>
                  </a:ext>
                </a:extLst>
              </p:cNvPr>
              <p:cNvSpPr/>
              <p:nvPr/>
            </p:nvSpPr>
            <p:spPr>
              <a:xfrm>
                <a:off x="1564805" y="3123118"/>
                <a:ext cx="127000" cy="17061"/>
              </a:xfrm>
              <a:custGeom>
                <a:avLst/>
                <a:gdLst/>
                <a:ahLst/>
                <a:cxnLst/>
                <a:rect l="l" t="t" r="r" b="b"/>
                <a:pathLst>
                  <a:path w="8724" h="1172" extrusionOk="0">
                    <a:moveTo>
                      <a:pt x="0" y="0"/>
                    </a:moveTo>
                    <a:lnTo>
                      <a:pt x="111" y="1106"/>
                    </a:lnTo>
                    <a:lnTo>
                      <a:pt x="4017" y="1172"/>
                    </a:lnTo>
                    <a:lnTo>
                      <a:pt x="8580" y="1106"/>
                    </a:lnTo>
                    <a:lnTo>
                      <a:pt x="872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3502;p48">
                <a:extLst>
                  <a:ext uri="{FF2B5EF4-FFF2-40B4-BE49-F238E27FC236}">
                    <a16:creationId xmlns:a16="http://schemas.microsoft.com/office/drawing/2014/main" id="{7BC58D20-46F9-9819-8E64-8CB5E91FB023}"/>
                  </a:ext>
                </a:extLst>
              </p:cNvPr>
              <p:cNvSpPr/>
              <p:nvPr/>
            </p:nvSpPr>
            <p:spPr>
              <a:xfrm>
                <a:off x="1460034" y="3290122"/>
                <a:ext cx="617238" cy="27121"/>
              </a:xfrm>
              <a:custGeom>
                <a:avLst/>
                <a:gdLst/>
                <a:ahLst/>
                <a:cxnLst/>
                <a:rect l="l" t="t" r="r" b="b"/>
                <a:pathLst>
                  <a:path w="42400" h="1863" extrusionOk="0">
                    <a:moveTo>
                      <a:pt x="0" y="0"/>
                    </a:moveTo>
                    <a:lnTo>
                      <a:pt x="0" y="1862"/>
                    </a:lnTo>
                    <a:lnTo>
                      <a:pt x="42399" y="1862"/>
                    </a:lnTo>
                    <a:lnTo>
                      <a:pt x="42399"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9" name="Google Shape;3503;p48">
              <a:extLst>
                <a:ext uri="{FF2B5EF4-FFF2-40B4-BE49-F238E27FC236}">
                  <a16:creationId xmlns:a16="http://schemas.microsoft.com/office/drawing/2014/main" id="{29C55582-A54B-89DD-B279-D8AA6E5BB6ED}"/>
                </a:ext>
              </a:extLst>
            </p:cNvPr>
            <p:cNvGrpSpPr/>
            <p:nvPr/>
          </p:nvGrpSpPr>
          <p:grpSpPr>
            <a:xfrm>
              <a:off x="1481856" y="3376710"/>
              <a:ext cx="665205" cy="406329"/>
              <a:chOff x="1481856" y="3376710"/>
              <a:chExt cx="665205" cy="406329"/>
            </a:xfrm>
          </p:grpSpPr>
          <p:sp>
            <p:nvSpPr>
              <p:cNvPr id="1168" name="Google Shape;3504;p48">
                <a:extLst>
                  <a:ext uri="{FF2B5EF4-FFF2-40B4-BE49-F238E27FC236}">
                    <a16:creationId xmlns:a16="http://schemas.microsoft.com/office/drawing/2014/main" id="{589A688D-5DA6-766C-8B10-D19D424DDBD5}"/>
                  </a:ext>
                </a:extLst>
              </p:cNvPr>
              <p:cNvSpPr/>
              <p:nvPr/>
            </p:nvSpPr>
            <p:spPr>
              <a:xfrm>
                <a:off x="1481856" y="3376710"/>
                <a:ext cx="665205" cy="406329"/>
              </a:xfrm>
              <a:custGeom>
                <a:avLst/>
                <a:gdLst/>
                <a:ahLst/>
                <a:cxnLst/>
                <a:rect l="l" t="t" r="r" b="b"/>
                <a:pathLst>
                  <a:path w="45695" h="27912" extrusionOk="0">
                    <a:moveTo>
                      <a:pt x="45695" y="0"/>
                    </a:moveTo>
                    <a:lnTo>
                      <a:pt x="4466" y="297"/>
                    </a:lnTo>
                    <a:lnTo>
                      <a:pt x="0" y="27912"/>
                    </a:lnTo>
                    <a:lnTo>
                      <a:pt x="40782" y="27912"/>
                    </a:lnTo>
                    <a:lnTo>
                      <a:pt x="4569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3505;p48">
                <a:extLst>
                  <a:ext uri="{FF2B5EF4-FFF2-40B4-BE49-F238E27FC236}">
                    <a16:creationId xmlns:a16="http://schemas.microsoft.com/office/drawing/2014/main" id="{2EB45BED-6D83-E0D9-8897-5EB93F65DDEB}"/>
                  </a:ext>
                </a:extLst>
              </p:cNvPr>
              <p:cNvSpPr/>
              <p:nvPr/>
            </p:nvSpPr>
            <p:spPr>
              <a:xfrm>
                <a:off x="1540960" y="3376710"/>
                <a:ext cx="606102" cy="40921"/>
              </a:xfrm>
              <a:custGeom>
                <a:avLst/>
                <a:gdLst/>
                <a:ahLst/>
                <a:cxnLst/>
                <a:rect l="l" t="t" r="r" b="b"/>
                <a:pathLst>
                  <a:path w="41635" h="2811" extrusionOk="0">
                    <a:moveTo>
                      <a:pt x="41635" y="0"/>
                    </a:moveTo>
                    <a:lnTo>
                      <a:pt x="406" y="297"/>
                    </a:lnTo>
                    <a:lnTo>
                      <a:pt x="0" y="2810"/>
                    </a:lnTo>
                    <a:cubicBezTo>
                      <a:pt x="18" y="2714"/>
                      <a:pt x="41167" y="2653"/>
                      <a:pt x="41167" y="2653"/>
                    </a:cubicBezTo>
                    <a:lnTo>
                      <a:pt x="41635"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3506;p48">
                <a:extLst>
                  <a:ext uri="{FF2B5EF4-FFF2-40B4-BE49-F238E27FC236}">
                    <a16:creationId xmlns:a16="http://schemas.microsoft.com/office/drawing/2014/main" id="{58788F8B-2348-185E-60C2-33F454712191}"/>
                  </a:ext>
                </a:extLst>
              </p:cNvPr>
              <p:cNvSpPr/>
              <p:nvPr/>
            </p:nvSpPr>
            <p:spPr>
              <a:xfrm>
                <a:off x="1560932" y="3393625"/>
                <a:ext cx="11020" cy="11020"/>
              </a:xfrm>
              <a:custGeom>
                <a:avLst/>
                <a:gdLst/>
                <a:ahLst/>
                <a:cxnLst/>
                <a:rect l="l" t="t" r="r" b="b"/>
                <a:pathLst>
                  <a:path w="757" h="757" extrusionOk="0">
                    <a:moveTo>
                      <a:pt x="381" y="0"/>
                    </a:moveTo>
                    <a:cubicBezTo>
                      <a:pt x="171" y="0"/>
                      <a:pt x="0" y="170"/>
                      <a:pt x="0" y="376"/>
                    </a:cubicBezTo>
                    <a:cubicBezTo>
                      <a:pt x="0" y="586"/>
                      <a:pt x="171" y="757"/>
                      <a:pt x="381" y="757"/>
                    </a:cubicBezTo>
                    <a:cubicBezTo>
                      <a:pt x="586" y="757"/>
                      <a:pt x="756" y="586"/>
                      <a:pt x="756" y="376"/>
                    </a:cubicBezTo>
                    <a:cubicBezTo>
                      <a:pt x="756" y="170"/>
                      <a:pt x="586" y="0"/>
                      <a:pt x="381"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3507;p48">
                <a:extLst>
                  <a:ext uri="{FF2B5EF4-FFF2-40B4-BE49-F238E27FC236}">
                    <a16:creationId xmlns:a16="http://schemas.microsoft.com/office/drawing/2014/main" id="{216CBB9E-D52D-88D2-9A24-52BDB4D5A430}"/>
                  </a:ext>
                </a:extLst>
              </p:cNvPr>
              <p:cNvSpPr/>
              <p:nvPr/>
            </p:nvSpPr>
            <p:spPr>
              <a:xfrm>
                <a:off x="1587966" y="3393625"/>
                <a:ext cx="11020" cy="11020"/>
              </a:xfrm>
              <a:custGeom>
                <a:avLst/>
                <a:gdLst/>
                <a:ahLst/>
                <a:cxnLst/>
                <a:rect l="l" t="t" r="r" b="b"/>
                <a:pathLst>
                  <a:path w="757" h="757" extrusionOk="0">
                    <a:moveTo>
                      <a:pt x="381" y="0"/>
                    </a:moveTo>
                    <a:cubicBezTo>
                      <a:pt x="171" y="0"/>
                      <a:pt x="1" y="170"/>
                      <a:pt x="1" y="376"/>
                    </a:cubicBezTo>
                    <a:cubicBezTo>
                      <a:pt x="1" y="586"/>
                      <a:pt x="171" y="757"/>
                      <a:pt x="381" y="757"/>
                    </a:cubicBezTo>
                    <a:cubicBezTo>
                      <a:pt x="586" y="757"/>
                      <a:pt x="757" y="586"/>
                      <a:pt x="757" y="376"/>
                    </a:cubicBezTo>
                    <a:cubicBezTo>
                      <a:pt x="757" y="170"/>
                      <a:pt x="586" y="0"/>
                      <a:pt x="381"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3508;p48">
                <a:extLst>
                  <a:ext uri="{FF2B5EF4-FFF2-40B4-BE49-F238E27FC236}">
                    <a16:creationId xmlns:a16="http://schemas.microsoft.com/office/drawing/2014/main" id="{C8DF8972-B882-4DEE-C3FF-24D7D3B91F89}"/>
                  </a:ext>
                </a:extLst>
              </p:cNvPr>
              <p:cNvSpPr/>
              <p:nvPr/>
            </p:nvSpPr>
            <p:spPr>
              <a:xfrm>
                <a:off x="1614999" y="3393625"/>
                <a:ext cx="11035" cy="11020"/>
              </a:xfrm>
              <a:custGeom>
                <a:avLst/>
                <a:gdLst/>
                <a:ahLst/>
                <a:cxnLst/>
                <a:rect l="l" t="t" r="r" b="b"/>
                <a:pathLst>
                  <a:path w="758" h="757" extrusionOk="0">
                    <a:moveTo>
                      <a:pt x="376" y="0"/>
                    </a:moveTo>
                    <a:cubicBezTo>
                      <a:pt x="171" y="0"/>
                      <a:pt x="1" y="170"/>
                      <a:pt x="1" y="376"/>
                    </a:cubicBezTo>
                    <a:cubicBezTo>
                      <a:pt x="1" y="586"/>
                      <a:pt x="171" y="757"/>
                      <a:pt x="376" y="757"/>
                    </a:cubicBezTo>
                    <a:cubicBezTo>
                      <a:pt x="586" y="757"/>
                      <a:pt x="757" y="586"/>
                      <a:pt x="757" y="376"/>
                    </a:cubicBezTo>
                    <a:cubicBezTo>
                      <a:pt x="757" y="170"/>
                      <a:pt x="586" y="0"/>
                      <a:pt x="376"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3509;p48">
                <a:extLst>
                  <a:ext uri="{FF2B5EF4-FFF2-40B4-BE49-F238E27FC236}">
                    <a16:creationId xmlns:a16="http://schemas.microsoft.com/office/drawing/2014/main" id="{CE495766-23DB-8D14-4801-E23D1DC422D4}"/>
                  </a:ext>
                </a:extLst>
              </p:cNvPr>
              <p:cNvSpPr/>
              <p:nvPr/>
            </p:nvSpPr>
            <p:spPr>
              <a:xfrm>
                <a:off x="1572578" y="3489312"/>
                <a:ext cx="241058" cy="194605"/>
              </a:xfrm>
              <a:custGeom>
                <a:avLst/>
                <a:gdLst/>
                <a:ahLst/>
                <a:cxnLst/>
                <a:rect l="l" t="t" r="r" b="b"/>
                <a:pathLst>
                  <a:path w="16559" h="13368" extrusionOk="0">
                    <a:moveTo>
                      <a:pt x="8282" y="0"/>
                    </a:moveTo>
                    <a:cubicBezTo>
                      <a:pt x="3736" y="0"/>
                      <a:pt x="0" y="3378"/>
                      <a:pt x="0" y="7478"/>
                    </a:cubicBezTo>
                    <a:cubicBezTo>
                      <a:pt x="0" y="9776"/>
                      <a:pt x="1171" y="11952"/>
                      <a:pt x="3173" y="13368"/>
                    </a:cubicBezTo>
                    <a:lnTo>
                      <a:pt x="8282" y="7478"/>
                    </a:lnTo>
                    <a:lnTo>
                      <a:pt x="16558" y="7478"/>
                    </a:lnTo>
                    <a:cubicBezTo>
                      <a:pt x="16558" y="3378"/>
                      <a:pt x="12822" y="0"/>
                      <a:pt x="8282"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3510;p48">
                <a:extLst>
                  <a:ext uri="{FF2B5EF4-FFF2-40B4-BE49-F238E27FC236}">
                    <a16:creationId xmlns:a16="http://schemas.microsoft.com/office/drawing/2014/main" id="{E10CED01-1A30-4BA9-3829-DF8B5178E6B1}"/>
                  </a:ext>
                </a:extLst>
              </p:cNvPr>
              <p:cNvSpPr/>
              <p:nvPr/>
            </p:nvSpPr>
            <p:spPr>
              <a:xfrm>
                <a:off x="1627722" y="3611639"/>
                <a:ext cx="193294" cy="107784"/>
              </a:xfrm>
              <a:custGeom>
                <a:avLst/>
                <a:gdLst/>
                <a:ahLst/>
                <a:cxnLst/>
                <a:rect l="l" t="t" r="r" b="b"/>
                <a:pathLst>
                  <a:path w="13278" h="7404" extrusionOk="0">
                    <a:moveTo>
                      <a:pt x="5144" y="14"/>
                    </a:moveTo>
                    <a:cubicBezTo>
                      <a:pt x="5149" y="19"/>
                      <a:pt x="5197" y="19"/>
                      <a:pt x="5297" y="23"/>
                    </a:cubicBezTo>
                    <a:cubicBezTo>
                      <a:pt x="5406" y="27"/>
                      <a:pt x="5551" y="31"/>
                      <a:pt x="5730" y="41"/>
                    </a:cubicBezTo>
                    <a:cubicBezTo>
                      <a:pt x="6124" y="49"/>
                      <a:pt x="6674" y="62"/>
                      <a:pt x="7373" y="75"/>
                    </a:cubicBezTo>
                    <a:cubicBezTo>
                      <a:pt x="8775" y="101"/>
                      <a:pt x="10760" y="131"/>
                      <a:pt x="13136" y="175"/>
                    </a:cubicBezTo>
                    <a:lnTo>
                      <a:pt x="13136" y="175"/>
                    </a:lnTo>
                    <a:cubicBezTo>
                      <a:pt x="13091" y="757"/>
                      <a:pt x="12994" y="1362"/>
                      <a:pt x="12788" y="1959"/>
                    </a:cubicBezTo>
                    <a:cubicBezTo>
                      <a:pt x="12570" y="2579"/>
                      <a:pt x="12259" y="3191"/>
                      <a:pt x="11862" y="3772"/>
                    </a:cubicBezTo>
                    <a:cubicBezTo>
                      <a:pt x="11044" y="4908"/>
                      <a:pt x="9878" y="5909"/>
                      <a:pt x="8462" y="6512"/>
                    </a:cubicBezTo>
                    <a:cubicBezTo>
                      <a:pt x="7317" y="7015"/>
                      <a:pt x="6098" y="7251"/>
                      <a:pt x="4929" y="7251"/>
                    </a:cubicBezTo>
                    <a:cubicBezTo>
                      <a:pt x="4593" y="7251"/>
                      <a:pt x="4262" y="7232"/>
                      <a:pt x="3938" y="7194"/>
                    </a:cubicBezTo>
                    <a:cubicBezTo>
                      <a:pt x="2508" y="7035"/>
                      <a:pt x="1215" y="6516"/>
                      <a:pt x="197" y="5820"/>
                    </a:cubicBezTo>
                    <a:lnTo>
                      <a:pt x="197" y="5820"/>
                    </a:lnTo>
                    <a:cubicBezTo>
                      <a:pt x="1679" y="4096"/>
                      <a:pt x="2908" y="2660"/>
                      <a:pt x="3781" y="1644"/>
                    </a:cubicBezTo>
                    <a:cubicBezTo>
                      <a:pt x="4214" y="1132"/>
                      <a:pt x="4555" y="731"/>
                      <a:pt x="4795" y="447"/>
                    </a:cubicBezTo>
                    <a:cubicBezTo>
                      <a:pt x="4904" y="315"/>
                      <a:pt x="4992" y="211"/>
                      <a:pt x="5057" y="128"/>
                    </a:cubicBezTo>
                    <a:cubicBezTo>
                      <a:pt x="5118" y="57"/>
                      <a:pt x="5149" y="19"/>
                      <a:pt x="5144" y="14"/>
                    </a:cubicBezTo>
                    <a:close/>
                    <a:moveTo>
                      <a:pt x="5717" y="1"/>
                    </a:moveTo>
                    <a:cubicBezTo>
                      <a:pt x="5537" y="5"/>
                      <a:pt x="5398" y="5"/>
                      <a:pt x="5289" y="5"/>
                    </a:cubicBezTo>
                    <a:cubicBezTo>
                      <a:pt x="5192" y="9"/>
                      <a:pt x="5144" y="9"/>
                      <a:pt x="5144" y="14"/>
                    </a:cubicBezTo>
                    <a:cubicBezTo>
                      <a:pt x="5144" y="14"/>
                      <a:pt x="5144" y="14"/>
                      <a:pt x="5144" y="14"/>
                    </a:cubicBezTo>
                    <a:cubicBezTo>
                      <a:pt x="5140" y="14"/>
                      <a:pt x="5106" y="49"/>
                      <a:pt x="5049" y="110"/>
                    </a:cubicBezTo>
                    <a:cubicBezTo>
                      <a:pt x="4983" y="184"/>
                      <a:pt x="4891" y="285"/>
                      <a:pt x="4777" y="412"/>
                    </a:cubicBezTo>
                    <a:cubicBezTo>
                      <a:pt x="4528" y="691"/>
                      <a:pt x="4183" y="1080"/>
                      <a:pt x="3742" y="1578"/>
                    </a:cubicBezTo>
                    <a:cubicBezTo>
                      <a:pt x="2846" y="2601"/>
                      <a:pt x="1574" y="4047"/>
                      <a:pt x="49" y="5791"/>
                    </a:cubicBezTo>
                    <a:lnTo>
                      <a:pt x="1" y="5844"/>
                    </a:lnTo>
                    <a:lnTo>
                      <a:pt x="63" y="5888"/>
                    </a:lnTo>
                    <a:cubicBezTo>
                      <a:pt x="1102" y="6622"/>
                      <a:pt x="2435" y="7173"/>
                      <a:pt x="3921" y="7343"/>
                    </a:cubicBezTo>
                    <a:cubicBezTo>
                      <a:pt x="4256" y="7383"/>
                      <a:pt x="4598" y="7404"/>
                      <a:pt x="4944" y="7404"/>
                    </a:cubicBezTo>
                    <a:cubicBezTo>
                      <a:pt x="6128" y="7404"/>
                      <a:pt x="7363" y="7163"/>
                      <a:pt x="8522" y="6652"/>
                    </a:cubicBezTo>
                    <a:cubicBezTo>
                      <a:pt x="9965" y="6040"/>
                      <a:pt x="11154" y="5017"/>
                      <a:pt x="11984" y="3855"/>
                    </a:cubicBezTo>
                    <a:cubicBezTo>
                      <a:pt x="12391" y="3266"/>
                      <a:pt x="12701" y="2641"/>
                      <a:pt x="12923" y="2007"/>
                    </a:cubicBezTo>
                    <a:cubicBezTo>
                      <a:pt x="13137" y="1368"/>
                      <a:pt x="13234" y="727"/>
                      <a:pt x="13273" y="110"/>
                    </a:cubicBezTo>
                    <a:lnTo>
                      <a:pt x="13278" y="41"/>
                    </a:lnTo>
                    <a:lnTo>
                      <a:pt x="13208" y="41"/>
                    </a:lnTo>
                    <a:cubicBezTo>
                      <a:pt x="10791" y="23"/>
                      <a:pt x="8772" y="9"/>
                      <a:pt x="73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3511;p48">
                <a:extLst>
                  <a:ext uri="{FF2B5EF4-FFF2-40B4-BE49-F238E27FC236}">
                    <a16:creationId xmlns:a16="http://schemas.microsoft.com/office/drawing/2014/main" id="{90811834-6E33-2755-1278-491D1401C069}"/>
                  </a:ext>
                </a:extLst>
              </p:cNvPr>
              <p:cNvSpPr/>
              <p:nvPr/>
            </p:nvSpPr>
            <p:spPr>
              <a:xfrm>
                <a:off x="1737602" y="3526725"/>
                <a:ext cx="13495" cy="13553"/>
              </a:xfrm>
              <a:custGeom>
                <a:avLst/>
                <a:gdLst/>
                <a:ahLst/>
                <a:cxnLst/>
                <a:rect l="l" t="t" r="r" b="b"/>
                <a:pathLst>
                  <a:path w="927" h="931" extrusionOk="0">
                    <a:moveTo>
                      <a:pt x="464" y="0"/>
                    </a:moveTo>
                    <a:cubicBezTo>
                      <a:pt x="206" y="0"/>
                      <a:pt x="0" y="210"/>
                      <a:pt x="0" y="467"/>
                    </a:cubicBezTo>
                    <a:cubicBezTo>
                      <a:pt x="0" y="721"/>
                      <a:pt x="206" y="930"/>
                      <a:pt x="464" y="930"/>
                    </a:cubicBezTo>
                    <a:cubicBezTo>
                      <a:pt x="716" y="930"/>
                      <a:pt x="926" y="721"/>
                      <a:pt x="926" y="467"/>
                    </a:cubicBezTo>
                    <a:cubicBezTo>
                      <a:pt x="926" y="210"/>
                      <a:pt x="716" y="0"/>
                      <a:pt x="46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3512;p48">
                <a:extLst>
                  <a:ext uri="{FF2B5EF4-FFF2-40B4-BE49-F238E27FC236}">
                    <a16:creationId xmlns:a16="http://schemas.microsoft.com/office/drawing/2014/main" id="{E95DBFD0-B4C5-3425-89DD-4E8917788946}"/>
                  </a:ext>
                </a:extLst>
              </p:cNvPr>
              <p:cNvSpPr/>
              <p:nvPr/>
            </p:nvSpPr>
            <p:spPr>
              <a:xfrm>
                <a:off x="1744211" y="3482950"/>
                <a:ext cx="141004" cy="50587"/>
              </a:xfrm>
              <a:custGeom>
                <a:avLst/>
                <a:gdLst/>
                <a:ahLst/>
                <a:cxnLst/>
                <a:rect l="l" t="t" r="r" b="b"/>
                <a:pathLst>
                  <a:path w="9686" h="3475" extrusionOk="0">
                    <a:moveTo>
                      <a:pt x="3374" y="0"/>
                    </a:moveTo>
                    <a:lnTo>
                      <a:pt x="3348" y="22"/>
                    </a:lnTo>
                    <a:cubicBezTo>
                      <a:pt x="2392" y="983"/>
                      <a:pt x="1547" y="1840"/>
                      <a:pt x="949" y="2461"/>
                    </a:cubicBezTo>
                    <a:cubicBezTo>
                      <a:pt x="669" y="2753"/>
                      <a:pt x="433" y="2998"/>
                      <a:pt x="250" y="3195"/>
                    </a:cubicBezTo>
                    <a:cubicBezTo>
                      <a:pt x="88" y="3365"/>
                      <a:pt x="0" y="3465"/>
                      <a:pt x="10" y="3474"/>
                    </a:cubicBezTo>
                    <a:cubicBezTo>
                      <a:pt x="10" y="3474"/>
                      <a:pt x="10" y="3474"/>
                      <a:pt x="10" y="3474"/>
                    </a:cubicBezTo>
                    <a:cubicBezTo>
                      <a:pt x="20" y="3474"/>
                      <a:pt x="120" y="3390"/>
                      <a:pt x="289" y="3234"/>
                    </a:cubicBezTo>
                    <a:cubicBezTo>
                      <a:pt x="482" y="3046"/>
                      <a:pt x="726" y="2814"/>
                      <a:pt x="1023" y="2530"/>
                    </a:cubicBezTo>
                    <a:cubicBezTo>
                      <a:pt x="1639" y="1937"/>
                      <a:pt x="2483" y="1101"/>
                      <a:pt x="3435" y="153"/>
                    </a:cubicBezTo>
                    <a:lnTo>
                      <a:pt x="4143" y="153"/>
                    </a:lnTo>
                    <a:cubicBezTo>
                      <a:pt x="5673" y="153"/>
                      <a:pt x="7059" y="144"/>
                      <a:pt x="8064" y="131"/>
                    </a:cubicBezTo>
                    <a:cubicBezTo>
                      <a:pt x="8540" y="123"/>
                      <a:pt x="8941" y="113"/>
                      <a:pt x="9252" y="105"/>
                    </a:cubicBezTo>
                    <a:cubicBezTo>
                      <a:pt x="9532" y="97"/>
                      <a:pt x="9685" y="87"/>
                      <a:pt x="9685" y="79"/>
                    </a:cubicBezTo>
                    <a:cubicBezTo>
                      <a:pt x="9685" y="65"/>
                      <a:pt x="9532" y="57"/>
                      <a:pt x="9252" y="48"/>
                    </a:cubicBezTo>
                    <a:cubicBezTo>
                      <a:pt x="8941" y="39"/>
                      <a:pt x="8540" y="31"/>
                      <a:pt x="8064" y="22"/>
                    </a:cubicBezTo>
                    <a:cubicBezTo>
                      <a:pt x="7059" y="9"/>
                      <a:pt x="5673" y="0"/>
                      <a:pt x="414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3513;p48">
                <a:extLst>
                  <a:ext uri="{FF2B5EF4-FFF2-40B4-BE49-F238E27FC236}">
                    <a16:creationId xmlns:a16="http://schemas.microsoft.com/office/drawing/2014/main" id="{CC7E9C6B-16DF-A7D3-868F-04693B692AB3}"/>
                  </a:ext>
                </a:extLst>
              </p:cNvPr>
              <p:cNvSpPr/>
              <p:nvPr/>
            </p:nvSpPr>
            <p:spPr>
              <a:xfrm>
                <a:off x="1868198" y="3447488"/>
                <a:ext cx="193484" cy="122501"/>
              </a:xfrm>
              <a:custGeom>
                <a:avLst/>
                <a:gdLst/>
                <a:ahLst/>
                <a:cxnLst/>
                <a:rect l="l" t="t" r="r" b="b"/>
                <a:pathLst>
                  <a:path w="13291" h="8415" extrusionOk="0">
                    <a:moveTo>
                      <a:pt x="1623" y="0"/>
                    </a:moveTo>
                    <a:lnTo>
                      <a:pt x="1623" y="0"/>
                    </a:lnTo>
                    <a:cubicBezTo>
                      <a:pt x="1618" y="0"/>
                      <a:pt x="1522" y="80"/>
                      <a:pt x="1526" y="80"/>
                    </a:cubicBezTo>
                    <a:cubicBezTo>
                      <a:pt x="1527" y="80"/>
                      <a:pt x="1532" y="76"/>
                      <a:pt x="1544" y="68"/>
                    </a:cubicBezTo>
                    <a:lnTo>
                      <a:pt x="1544" y="72"/>
                    </a:lnTo>
                    <a:lnTo>
                      <a:pt x="1539" y="80"/>
                    </a:lnTo>
                    <a:lnTo>
                      <a:pt x="1539" y="98"/>
                    </a:lnTo>
                    <a:lnTo>
                      <a:pt x="1531" y="133"/>
                    </a:lnTo>
                    <a:lnTo>
                      <a:pt x="1517" y="203"/>
                    </a:lnTo>
                    <a:lnTo>
                      <a:pt x="1491" y="338"/>
                    </a:lnTo>
                    <a:lnTo>
                      <a:pt x="1443" y="618"/>
                    </a:lnTo>
                    <a:cubicBezTo>
                      <a:pt x="1408" y="802"/>
                      <a:pt x="1374" y="986"/>
                      <a:pt x="1338" y="1169"/>
                    </a:cubicBezTo>
                    <a:cubicBezTo>
                      <a:pt x="1273" y="1531"/>
                      <a:pt x="1203" y="1894"/>
                      <a:pt x="1138" y="2257"/>
                    </a:cubicBezTo>
                    <a:cubicBezTo>
                      <a:pt x="1007" y="2973"/>
                      <a:pt x="875" y="3681"/>
                      <a:pt x="749" y="4372"/>
                    </a:cubicBezTo>
                    <a:cubicBezTo>
                      <a:pt x="491" y="5758"/>
                      <a:pt x="246" y="7086"/>
                      <a:pt x="19" y="8332"/>
                    </a:cubicBezTo>
                    <a:lnTo>
                      <a:pt x="1" y="8414"/>
                    </a:lnTo>
                    <a:lnTo>
                      <a:pt x="89" y="8414"/>
                    </a:lnTo>
                    <a:cubicBezTo>
                      <a:pt x="3519" y="8401"/>
                      <a:pt x="6421" y="8388"/>
                      <a:pt x="8474" y="8380"/>
                    </a:cubicBezTo>
                    <a:cubicBezTo>
                      <a:pt x="9484" y="8370"/>
                      <a:pt x="10289" y="8366"/>
                      <a:pt x="10848" y="8362"/>
                    </a:cubicBezTo>
                    <a:cubicBezTo>
                      <a:pt x="11110" y="8358"/>
                      <a:pt x="11320" y="8354"/>
                      <a:pt x="11469" y="8354"/>
                    </a:cubicBezTo>
                    <a:cubicBezTo>
                      <a:pt x="11534" y="8348"/>
                      <a:pt x="11586" y="8348"/>
                      <a:pt x="11630" y="8348"/>
                    </a:cubicBezTo>
                    <a:cubicBezTo>
                      <a:pt x="11665" y="8344"/>
                      <a:pt x="11683" y="8344"/>
                      <a:pt x="11678" y="8344"/>
                    </a:cubicBezTo>
                    <a:cubicBezTo>
                      <a:pt x="11678" y="8340"/>
                      <a:pt x="11661" y="8340"/>
                      <a:pt x="11621" y="8340"/>
                    </a:cubicBezTo>
                    <a:cubicBezTo>
                      <a:pt x="11578" y="8336"/>
                      <a:pt x="11525" y="8336"/>
                      <a:pt x="11455" y="8336"/>
                    </a:cubicBezTo>
                    <a:cubicBezTo>
                      <a:pt x="11302" y="8332"/>
                      <a:pt x="11088" y="8327"/>
                      <a:pt x="10822" y="8327"/>
                    </a:cubicBezTo>
                    <a:cubicBezTo>
                      <a:pt x="10257" y="8322"/>
                      <a:pt x="9450" y="8314"/>
                      <a:pt x="8435" y="8305"/>
                    </a:cubicBezTo>
                    <a:cubicBezTo>
                      <a:pt x="6407" y="8296"/>
                      <a:pt x="3549" y="8288"/>
                      <a:pt x="173" y="8275"/>
                    </a:cubicBezTo>
                    <a:lnTo>
                      <a:pt x="173" y="8275"/>
                    </a:lnTo>
                    <a:cubicBezTo>
                      <a:pt x="401" y="7053"/>
                      <a:pt x="645" y="5754"/>
                      <a:pt x="896" y="4403"/>
                    </a:cubicBezTo>
                    <a:cubicBezTo>
                      <a:pt x="1023" y="3707"/>
                      <a:pt x="1154" y="3005"/>
                      <a:pt x="1290" y="2283"/>
                    </a:cubicBezTo>
                    <a:cubicBezTo>
                      <a:pt x="1356" y="1924"/>
                      <a:pt x="1426" y="1562"/>
                      <a:pt x="1491" y="1195"/>
                    </a:cubicBezTo>
                    <a:cubicBezTo>
                      <a:pt x="1526" y="1012"/>
                      <a:pt x="1561" y="828"/>
                      <a:pt x="1596" y="645"/>
                    </a:cubicBezTo>
                    <a:lnTo>
                      <a:pt x="1644" y="369"/>
                    </a:lnTo>
                    <a:lnTo>
                      <a:pt x="1671" y="229"/>
                    </a:lnTo>
                    <a:lnTo>
                      <a:pt x="1683" y="159"/>
                    </a:lnTo>
                    <a:lnTo>
                      <a:pt x="1684" y="155"/>
                    </a:lnTo>
                    <a:lnTo>
                      <a:pt x="1684" y="155"/>
                    </a:lnTo>
                    <a:cubicBezTo>
                      <a:pt x="5958" y="151"/>
                      <a:pt x="9915" y="147"/>
                      <a:pt x="13138" y="141"/>
                    </a:cubicBezTo>
                    <a:lnTo>
                      <a:pt x="13138" y="141"/>
                    </a:lnTo>
                    <a:cubicBezTo>
                      <a:pt x="12694" y="2603"/>
                      <a:pt x="12326" y="4635"/>
                      <a:pt x="12072" y="6067"/>
                    </a:cubicBezTo>
                    <a:cubicBezTo>
                      <a:pt x="11945" y="6785"/>
                      <a:pt x="11844" y="7348"/>
                      <a:pt x="11774" y="7741"/>
                    </a:cubicBezTo>
                    <a:cubicBezTo>
                      <a:pt x="11743" y="7929"/>
                      <a:pt x="11717" y="8078"/>
                      <a:pt x="11699" y="8187"/>
                    </a:cubicBezTo>
                    <a:cubicBezTo>
                      <a:pt x="11687" y="8288"/>
                      <a:pt x="11678" y="8340"/>
                      <a:pt x="11678" y="8344"/>
                    </a:cubicBezTo>
                    <a:cubicBezTo>
                      <a:pt x="11683" y="8344"/>
                      <a:pt x="11691" y="8296"/>
                      <a:pt x="11713" y="8201"/>
                    </a:cubicBezTo>
                    <a:cubicBezTo>
                      <a:pt x="11735" y="8096"/>
                      <a:pt x="11766" y="7951"/>
                      <a:pt x="11800" y="7772"/>
                    </a:cubicBezTo>
                    <a:cubicBezTo>
                      <a:pt x="11879" y="7378"/>
                      <a:pt x="11988" y="6823"/>
                      <a:pt x="12124" y="6115"/>
                    </a:cubicBezTo>
                    <a:cubicBezTo>
                      <a:pt x="12403" y="4661"/>
                      <a:pt x="12797" y="2593"/>
                      <a:pt x="13273" y="89"/>
                    </a:cubicBezTo>
                    <a:lnTo>
                      <a:pt x="13291" y="15"/>
                    </a:lnTo>
                    <a:lnTo>
                      <a:pt x="13212" y="15"/>
                    </a:lnTo>
                    <a:cubicBezTo>
                      <a:pt x="9960" y="10"/>
                      <a:pt x="5953" y="6"/>
                      <a:pt x="1622" y="2"/>
                    </a:cubicBezTo>
                    <a:cubicBezTo>
                      <a:pt x="1623" y="1"/>
                      <a:pt x="1623" y="0"/>
                      <a:pt x="162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3514;p48">
                <a:extLst>
                  <a:ext uri="{FF2B5EF4-FFF2-40B4-BE49-F238E27FC236}">
                    <a16:creationId xmlns:a16="http://schemas.microsoft.com/office/drawing/2014/main" id="{41F17F52-7564-45BB-59CF-EAAEA48A2FED}"/>
                  </a:ext>
                </a:extLst>
              </p:cNvPr>
              <p:cNvSpPr/>
              <p:nvPr/>
            </p:nvSpPr>
            <p:spPr>
              <a:xfrm>
                <a:off x="1748157" y="3662604"/>
                <a:ext cx="13495" cy="13495"/>
              </a:xfrm>
              <a:custGeom>
                <a:avLst/>
                <a:gdLst/>
                <a:ahLst/>
                <a:cxnLst/>
                <a:rect l="l" t="t" r="r" b="b"/>
                <a:pathLst>
                  <a:path w="927" h="927" extrusionOk="0">
                    <a:moveTo>
                      <a:pt x="463" y="1"/>
                    </a:moveTo>
                    <a:cubicBezTo>
                      <a:pt x="206" y="1"/>
                      <a:pt x="1" y="205"/>
                      <a:pt x="1" y="463"/>
                    </a:cubicBezTo>
                    <a:cubicBezTo>
                      <a:pt x="1" y="717"/>
                      <a:pt x="206" y="927"/>
                      <a:pt x="463" y="927"/>
                    </a:cubicBezTo>
                    <a:cubicBezTo>
                      <a:pt x="721" y="927"/>
                      <a:pt x="927" y="717"/>
                      <a:pt x="927" y="463"/>
                    </a:cubicBezTo>
                    <a:cubicBezTo>
                      <a:pt x="927" y="205"/>
                      <a:pt x="721" y="1"/>
                      <a:pt x="46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3515;p48">
                <a:extLst>
                  <a:ext uri="{FF2B5EF4-FFF2-40B4-BE49-F238E27FC236}">
                    <a16:creationId xmlns:a16="http://schemas.microsoft.com/office/drawing/2014/main" id="{79BC3AD3-87C9-C8D8-601F-844262C37D59}"/>
                  </a:ext>
                </a:extLst>
              </p:cNvPr>
              <p:cNvSpPr/>
              <p:nvPr/>
            </p:nvSpPr>
            <p:spPr>
              <a:xfrm>
                <a:off x="1754897" y="3668194"/>
                <a:ext cx="122618" cy="2300"/>
              </a:xfrm>
              <a:custGeom>
                <a:avLst/>
                <a:gdLst/>
                <a:ahLst/>
                <a:cxnLst/>
                <a:rect l="l" t="t" r="r" b="b"/>
                <a:pathLst>
                  <a:path w="8423" h="158" extrusionOk="0">
                    <a:moveTo>
                      <a:pt x="4214" y="1"/>
                    </a:moveTo>
                    <a:cubicBezTo>
                      <a:pt x="1884" y="1"/>
                      <a:pt x="0" y="36"/>
                      <a:pt x="0" y="79"/>
                    </a:cubicBezTo>
                    <a:cubicBezTo>
                      <a:pt x="0" y="123"/>
                      <a:pt x="1884" y="158"/>
                      <a:pt x="4214" y="158"/>
                    </a:cubicBezTo>
                    <a:cubicBezTo>
                      <a:pt x="6539" y="158"/>
                      <a:pt x="8423" y="123"/>
                      <a:pt x="8423" y="79"/>
                    </a:cubicBezTo>
                    <a:cubicBezTo>
                      <a:pt x="8423" y="36"/>
                      <a:pt x="6539" y="1"/>
                      <a:pt x="42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3516;p48">
                <a:extLst>
                  <a:ext uri="{FF2B5EF4-FFF2-40B4-BE49-F238E27FC236}">
                    <a16:creationId xmlns:a16="http://schemas.microsoft.com/office/drawing/2014/main" id="{2C249D91-E4C2-8B90-01A4-0743049B04CD}"/>
                  </a:ext>
                </a:extLst>
              </p:cNvPr>
              <p:cNvSpPr/>
              <p:nvPr/>
            </p:nvSpPr>
            <p:spPr>
              <a:xfrm>
                <a:off x="1862855" y="3632266"/>
                <a:ext cx="198768" cy="90795"/>
              </a:xfrm>
              <a:custGeom>
                <a:avLst/>
                <a:gdLst/>
                <a:ahLst/>
                <a:cxnLst/>
                <a:rect l="l" t="t" r="r" b="b"/>
                <a:pathLst>
                  <a:path w="13654" h="6237" extrusionOk="0">
                    <a:moveTo>
                      <a:pt x="1702" y="108"/>
                    </a:moveTo>
                    <a:lnTo>
                      <a:pt x="1702" y="108"/>
                    </a:lnTo>
                    <a:cubicBezTo>
                      <a:pt x="1702" y="108"/>
                      <a:pt x="1702" y="108"/>
                      <a:pt x="1701" y="109"/>
                    </a:cubicBezTo>
                    <a:lnTo>
                      <a:pt x="1701" y="109"/>
                    </a:lnTo>
                    <a:lnTo>
                      <a:pt x="1701" y="109"/>
                    </a:lnTo>
                    <a:cubicBezTo>
                      <a:pt x="1702" y="108"/>
                      <a:pt x="1702" y="108"/>
                      <a:pt x="1702" y="108"/>
                    </a:cubicBezTo>
                    <a:close/>
                    <a:moveTo>
                      <a:pt x="13504" y="149"/>
                    </a:moveTo>
                    <a:cubicBezTo>
                      <a:pt x="13058" y="1976"/>
                      <a:pt x="12692" y="3462"/>
                      <a:pt x="12434" y="4505"/>
                    </a:cubicBezTo>
                    <a:cubicBezTo>
                      <a:pt x="12312" y="5026"/>
                      <a:pt x="12211" y="5436"/>
                      <a:pt x="12141" y="5724"/>
                    </a:cubicBezTo>
                    <a:cubicBezTo>
                      <a:pt x="12110" y="5861"/>
                      <a:pt x="12088" y="5965"/>
                      <a:pt x="12066" y="6048"/>
                    </a:cubicBezTo>
                    <a:cubicBezTo>
                      <a:pt x="12054" y="6123"/>
                      <a:pt x="12045" y="6157"/>
                      <a:pt x="12045" y="6162"/>
                    </a:cubicBezTo>
                    <a:cubicBezTo>
                      <a:pt x="12045" y="6162"/>
                      <a:pt x="12023" y="6157"/>
                      <a:pt x="11984" y="6157"/>
                    </a:cubicBezTo>
                    <a:cubicBezTo>
                      <a:pt x="11941" y="6157"/>
                      <a:pt x="11883" y="6153"/>
                      <a:pt x="11814" y="6153"/>
                    </a:cubicBezTo>
                    <a:cubicBezTo>
                      <a:pt x="11652" y="6149"/>
                      <a:pt x="11429" y="6144"/>
                      <a:pt x="11149" y="6144"/>
                    </a:cubicBezTo>
                    <a:cubicBezTo>
                      <a:pt x="10559" y="6135"/>
                      <a:pt x="9720" y="6131"/>
                      <a:pt x="8671" y="6123"/>
                    </a:cubicBezTo>
                    <a:cubicBezTo>
                      <a:pt x="6571" y="6113"/>
                      <a:pt x="3624" y="6101"/>
                      <a:pt x="186" y="6087"/>
                    </a:cubicBezTo>
                    <a:lnTo>
                      <a:pt x="186" y="6087"/>
                    </a:lnTo>
                    <a:cubicBezTo>
                      <a:pt x="420" y="5180"/>
                      <a:pt x="660" y="4228"/>
                      <a:pt x="910" y="3247"/>
                    </a:cubicBezTo>
                    <a:cubicBezTo>
                      <a:pt x="1037" y="2735"/>
                      <a:pt x="1168" y="2220"/>
                      <a:pt x="1299" y="1700"/>
                    </a:cubicBezTo>
                    <a:cubicBezTo>
                      <a:pt x="1364" y="1438"/>
                      <a:pt x="1434" y="1171"/>
                      <a:pt x="1499" y="909"/>
                    </a:cubicBezTo>
                    <a:lnTo>
                      <a:pt x="1600" y="512"/>
                    </a:lnTo>
                    <a:lnTo>
                      <a:pt x="1653" y="310"/>
                    </a:lnTo>
                    <a:lnTo>
                      <a:pt x="1675" y="209"/>
                    </a:lnTo>
                    <a:lnTo>
                      <a:pt x="1685" y="171"/>
                    </a:lnTo>
                    <a:lnTo>
                      <a:pt x="1685" y="171"/>
                    </a:lnTo>
                    <a:cubicBezTo>
                      <a:pt x="6219" y="161"/>
                      <a:pt x="10362" y="153"/>
                      <a:pt x="13504" y="149"/>
                    </a:cubicBezTo>
                    <a:close/>
                    <a:moveTo>
                      <a:pt x="1643" y="0"/>
                    </a:moveTo>
                    <a:cubicBezTo>
                      <a:pt x="1642" y="0"/>
                      <a:pt x="1546" y="75"/>
                      <a:pt x="1547" y="75"/>
                    </a:cubicBezTo>
                    <a:cubicBezTo>
                      <a:pt x="1547" y="75"/>
                      <a:pt x="1547" y="74"/>
                      <a:pt x="1548" y="74"/>
                    </a:cubicBezTo>
                    <a:lnTo>
                      <a:pt x="1548" y="78"/>
                    </a:lnTo>
                    <a:lnTo>
                      <a:pt x="1548" y="83"/>
                    </a:lnTo>
                    <a:lnTo>
                      <a:pt x="1544" y="96"/>
                    </a:lnTo>
                    <a:lnTo>
                      <a:pt x="1539" y="122"/>
                    </a:lnTo>
                    <a:lnTo>
                      <a:pt x="1526" y="171"/>
                    </a:lnTo>
                    <a:lnTo>
                      <a:pt x="1499" y="270"/>
                    </a:lnTo>
                    <a:lnTo>
                      <a:pt x="1447" y="472"/>
                    </a:lnTo>
                    <a:lnTo>
                      <a:pt x="1347" y="869"/>
                    </a:lnTo>
                    <a:cubicBezTo>
                      <a:pt x="1281" y="1136"/>
                      <a:pt x="1216" y="1398"/>
                      <a:pt x="1150" y="1660"/>
                    </a:cubicBezTo>
                    <a:cubicBezTo>
                      <a:pt x="1019" y="2184"/>
                      <a:pt x="888" y="2700"/>
                      <a:pt x="761" y="3207"/>
                    </a:cubicBezTo>
                    <a:cubicBezTo>
                      <a:pt x="503" y="4225"/>
                      <a:pt x="259" y="5205"/>
                      <a:pt x="23" y="6144"/>
                    </a:cubicBezTo>
                    <a:lnTo>
                      <a:pt x="1" y="6236"/>
                    </a:lnTo>
                    <a:lnTo>
                      <a:pt x="93" y="6236"/>
                    </a:lnTo>
                    <a:cubicBezTo>
                      <a:pt x="3589" y="6222"/>
                      <a:pt x="6582" y="6210"/>
                      <a:pt x="8710" y="6201"/>
                    </a:cubicBezTo>
                    <a:cubicBezTo>
                      <a:pt x="9759" y="6192"/>
                      <a:pt x="10590" y="6188"/>
                      <a:pt x="11175" y="6179"/>
                    </a:cubicBezTo>
                    <a:cubicBezTo>
                      <a:pt x="11451" y="6179"/>
                      <a:pt x="11669" y="6175"/>
                      <a:pt x="11826" y="6170"/>
                    </a:cubicBezTo>
                    <a:cubicBezTo>
                      <a:pt x="11897" y="6170"/>
                      <a:pt x="11949" y="6166"/>
                      <a:pt x="11993" y="6166"/>
                    </a:cubicBezTo>
                    <a:cubicBezTo>
                      <a:pt x="12026" y="6166"/>
                      <a:pt x="12044" y="6163"/>
                      <a:pt x="12046" y="6162"/>
                    </a:cubicBezTo>
                    <a:lnTo>
                      <a:pt x="12046" y="6162"/>
                    </a:lnTo>
                    <a:cubicBezTo>
                      <a:pt x="12046" y="6162"/>
                      <a:pt x="12046" y="6162"/>
                      <a:pt x="12046" y="6162"/>
                    </a:cubicBezTo>
                    <a:cubicBezTo>
                      <a:pt x="12051" y="6162"/>
                      <a:pt x="12059" y="6127"/>
                      <a:pt x="12080" y="6061"/>
                    </a:cubicBezTo>
                    <a:cubicBezTo>
                      <a:pt x="12102" y="5982"/>
                      <a:pt x="12128" y="5882"/>
                      <a:pt x="12163" y="5750"/>
                    </a:cubicBezTo>
                    <a:cubicBezTo>
                      <a:pt x="12242" y="5467"/>
                      <a:pt x="12346" y="5065"/>
                      <a:pt x="12482" y="4550"/>
                    </a:cubicBezTo>
                    <a:cubicBezTo>
                      <a:pt x="12758" y="3487"/>
                      <a:pt x="13151" y="1970"/>
                      <a:pt x="13635" y="105"/>
                    </a:cubicBezTo>
                    <a:lnTo>
                      <a:pt x="13653" y="30"/>
                    </a:lnTo>
                    <a:lnTo>
                      <a:pt x="13579" y="30"/>
                    </a:lnTo>
                    <a:cubicBezTo>
                      <a:pt x="10415" y="26"/>
                      <a:pt x="6219" y="22"/>
                      <a:pt x="1626" y="13"/>
                    </a:cubicBezTo>
                    <a:cubicBezTo>
                      <a:pt x="1638" y="4"/>
                      <a:pt x="1643" y="0"/>
                      <a:pt x="164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3517;p48">
                <a:extLst>
                  <a:ext uri="{FF2B5EF4-FFF2-40B4-BE49-F238E27FC236}">
                    <a16:creationId xmlns:a16="http://schemas.microsoft.com/office/drawing/2014/main" id="{D2C02847-3BDA-FAA9-3BE6-2A23C6CB14E5}"/>
                  </a:ext>
                </a:extLst>
              </p:cNvPr>
              <p:cNvSpPr/>
              <p:nvPr/>
            </p:nvSpPr>
            <p:spPr>
              <a:xfrm>
                <a:off x="1909046" y="3484479"/>
                <a:ext cx="115485" cy="2300"/>
              </a:xfrm>
              <a:custGeom>
                <a:avLst/>
                <a:gdLst/>
                <a:ahLst/>
                <a:cxnLst/>
                <a:rect l="l" t="t" r="r" b="b"/>
                <a:pathLst>
                  <a:path w="7933" h="158" extrusionOk="0">
                    <a:moveTo>
                      <a:pt x="3969" y="0"/>
                    </a:moveTo>
                    <a:cubicBezTo>
                      <a:pt x="1775" y="0"/>
                      <a:pt x="0" y="35"/>
                      <a:pt x="0" y="79"/>
                    </a:cubicBezTo>
                    <a:cubicBezTo>
                      <a:pt x="0" y="123"/>
                      <a:pt x="1775" y="157"/>
                      <a:pt x="3969" y="157"/>
                    </a:cubicBezTo>
                    <a:cubicBezTo>
                      <a:pt x="6158" y="157"/>
                      <a:pt x="7933" y="123"/>
                      <a:pt x="7933" y="79"/>
                    </a:cubicBezTo>
                    <a:cubicBezTo>
                      <a:pt x="7933" y="35"/>
                      <a:pt x="6158" y="0"/>
                      <a:pt x="3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3518;p48">
                <a:extLst>
                  <a:ext uri="{FF2B5EF4-FFF2-40B4-BE49-F238E27FC236}">
                    <a16:creationId xmlns:a16="http://schemas.microsoft.com/office/drawing/2014/main" id="{8AB6AA6F-0324-D733-B149-F30C9B03AB8E}"/>
                  </a:ext>
                </a:extLst>
              </p:cNvPr>
              <p:cNvSpPr/>
              <p:nvPr/>
            </p:nvSpPr>
            <p:spPr>
              <a:xfrm>
                <a:off x="1907008" y="3503360"/>
                <a:ext cx="116183" cy="2300"/>
              </a:xfrm>
              <a:custGeom>
                <a:avLst/>
                <a:gdLst/>
                <a:ahLst/>
                <a:cxnLst/>
                <a:rect l="l" t="t" r="r" b="b"/>
                <a:pathLst>
                  <a:path w="7981" h="158" extrusionOk="0">
                    <a:moveTo>
                      <a:pt x="3991" y="0"/>
                    </a:moveTo>
                    <a:cubicBezTo>
                      <a:pt x="1788" y="0"/>
                      <a:pt x="1" y="36"/>
                      <a:pt x="1" y="79"/>
                    </a:cubicBezTo>
                    <a:cubicBezTo>
                      <a:pt x="1" y="123"/>
                      <a:pt x="1788" y="158"/>
                      <a:pt x="3991" y="158"/>
                    </a:cubicBezTo>
                    <a:cubicBezTo>
                      <a:pt x="6193" y="158"/>
                      <a:pt x="7980" y="123"/>
                      <a:pt x="7980" y="79"/>
                    </a:cubicBezTo>
                    <a:cubicBezTo>
                      <a:pt x="7980" y="36"/>
                      <a:pt x="6193" y="0"/>
                      <a:pt x="399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3519;p48">
                <a:extLst>
                  <a:ext uri="{FF2B5EF4-FFF2-40B4-BE49-F238E27FC236}">
                    <a16:creationId xmlns:a16="http://schemas.microsoft.com/office/drawing/2014/main" id="{0277A33A-0F7F-10A0-3557-3002715B7B58}"/>
                  </a:ext>
                </a:extLst>
              </p:cNvPr>
              <p:cNvSpPr/>
              <p:nvPr/>
            </p:nvSpPr>
            <p:spPr>
              <a:xfrm>
                <a:off x="1907721" y="3521615"/>
                <a:ext cx="112093" cy="2242"/>
              </a:xfrm>
              <a:custGeom>
                <a:avLst/>
                <a:gdLst/>
                <a:ahLst/>
                <a:cxnLst/>
                <a:rect l="l" t="t" r="r" b="b"/>
                <a:pathLst>
                  <a:path w="7700" h="154" extrusionOk="0">
                    <a:moveTo>
                      <a:pt x="3850" y="1"/>
                    </a:moveTo>
                    <a:cubicBezTo>
                      <a:pt x="1721" y="1"/>
                      <a:pt x="0" y="36"/>
                      <a:pt x="0" y="79"/>
                    </a:cubicBezTo>
                    <a:cubicBezTo>
                      <a:pt x="0" y="119"/>
                      <a:pt x="1721" y="154"/>
                      <a:pt x="3850" y="154"/>
                    </a:cubicBezTo>
                    <a:cubicBezTo>
                      <a:pt x="5974" y="154"/>
                      <a:pt x="7700" y="119"/>
                      <a:pt x="7700" y="79"/>
                    </a:cubicBezTo>
                    <a:cubicBezTo>
                      <a:pt x="7700" y="36"/>
                      <a:pt x="5974" y="1"/>
                      <a:pt x="385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3520;p48">
                <a:extLst>
                  <a:ext uri="{FF2B5EF4-FFF2-40B4-BE49-F238E27FC236}">
                    <a16:creationId xmlns:a16="http://schemas.microsoft.com/office/drawing/2014/main" id="{E7C6F3EF-5651-A960-4241-235937B9A5DC}"/>
                  </a:ext>
                </a:extLst>
              </p:cNvPr>
              <p:cNvSpPr/>
              <p:nvPr/>
            </p:nvSpPr>
            <p:spPr>
              <a:xfrm>
                <a:off x="1911783" y="3666098"/>
                <a:ext cx="110084" cy="2315"/>
              </a:xfrm>
              <a:custGeom>
                <a:avLst/>
                <a:gdLst/>
                <a:ahLst/>
                <a:cxnLst/>
                <a:rect l="l" t="t" r="r" b="b"/>
                <a:pathLst>
                  <a:path w="7562" h="159" extrusionOk="0">
                    <a:moveTo>
                      <a:pt x="3781" y="1"/>
                    </a:moveTo>
                    <a:cubicBezTo>
                      <a:pt x="1692" y="1"/>
                      <a:pt x="0" y="36"/>
                      <a:pt x="0" y="80"/>
                    </a:cubicBezTo>
                    <a:cubicBezTo>
                      <a:pt x="0" y="123"/>
                      <a:pt x="1692" y="158"/>
                      <a:pt x="3781" y="158"/>
                    </a:cubicBezTo>
                    <a:cubicBezTo>
                      <a:pt x="5865" y="158"/>
                      <a:pt x="7561" y="123"/>
                      <a:pt x="7561" y="80"/>
                    </a:cubicBezTo>
                    <a:cubicBezTo>
                      <a:pt x="7561" y="36"/>
                      <a:pt x="5865" y="1"/>
                      <a:pt x="378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3521;p48">
                <a:extLst>
                  <a:ext uri="{FF2B5EF4-FFF2-40B4-BE49-F238E27FC236}">
                    <a16:creationId xmlns:a16="http://schemas.microsoft.com/office/drawing/2014/main" id="{EF4723E1-05DC-EC92-12FD-480489C0D794}"/>
                  </a:ext>
                </a:extLst>
              </p:cNvPr>
              <p:cNvSpPr/>
              <p:nvPr/>
            </p:nvSpPr>
            <p:spPr>
              <a:xfrm>
                <a:off x="1921202" y="3687032"/>
                <a:ext cx="93852" cy="2315"/>
              </a:xfrm>
              <a:custGeom>
                <a:avLst/>
                <a:gdLst/>
                <a:ahLst/>
                <a:cxnLst/>
                <a:rect l="l" t="t" r="r" b="b"/>
                <a:pathLst>
                  <a:path w="6447" h="159" extrusionOk="0">
                    <a:moveTo>
                      <a:pt x="3225" y="1"/>
                    </a:moveTo>
                    <a:cubicBezTo>
                      <a:pt x="1442" y="1"/>
                      <a:pt x="0" y="36"/>
                      <a:pt x="0" y="80"/>
                    </a:cubicBezTo>
                    <a:cubicBezTo>
                      <a:pt x="0" y="123"/>
                      <a:pt x="1442" y="158"/>
                      <a:pt x="3225" y="158"/>
                    </a:cubicBezTo>
                    <a:cubicBezTo>
                      <a:pt x="5004" y="158"/>
                      <a:pt x="6446" y="123"/>
                      <a:pt x="6446" y="80"/>
                    </a:cubicBezTo>
                    <a:cubicBezTo>
                      <a:pt x="6446" y="36"/>
                      <a:pt x="5004" y="1"/>
                      <a:pt x="322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0" name="Google Shape;3522;p48">
              <a:extLst>
                <a:ext uri="{FF2B5EF4-FFF2-40B4-BE49-F238E27FC236}">
                  <a16:creationId xmlns:a16="http://schemas.microsoft.com/office/drawing/2014/main" id="{7E37305C-5ACE-7887-FBA6-CA3902A55254}"/>
                </a:ext>
              </a:extLst>
            </p:cNvPr>
            <p:cNvGrpSpPr/>
            <p:nvPr/>
          </p:nvGrpSpPr>
          <p:grpSpPr>
            <a:xfrm>
              <a:off x="1114774" y="3680787"/>
              <a:ext cx="742127" cy="590438"/>
              <a:chOff x="1114774" y="3680787"/>
              <a:chExt cx="742127" cy="590438"/>
            </a:xfrm>
          </p:grpSpPr>
          <p:sp>
            <p:nvSpPr>
              <p:cNvPr id="1148" name="Google Shape;3523;p48">
                <a:extLst>
                  <a:ext uri="{FF2B5EF4-FFF2-40B4-BE49-F238E27FC236}">
                    <a16:creationId xmlns:a16="http://schemas.microsoft.com/office/drawing/2014/main" id="{80EA97F5-6F02-E735-393E-4B685801E8BD}"/>
                  </a:ext>
                </a:extLst>
              </p:cNvPr>
              <p:cNvSpPr/>
              <p:nvPr/>
            </p:nvSpPr>
            <p:spPr>
              <a:xfrm>
                <a:off x="1570526" y="4224480"/>
                <a:ext cx="152927" cy="46744"/>
              </a:xfrm>
              <a:custGeom>
                <a:avLst/>
                <a:gdLst/>
                <a:ahLst/>
                <a:cxnLst/>
                <a:rect l="l" t="t" r="r" b="b"/>
                <a:pathLst>
                  <a:path w="10505" h="3211" extrusionOk="0">
                    <a:moveTo>
                      <a:pt x="5474" y="1"/>
                    </a:moveTo>
                    <a:cubicBezTo>
                      <a:pt x="5278" y="1"/>
                      <a:pt x="5075" y="5"/>
                      <a:pt x="4865" y="14"/>
                    </a:cubicBezTo>
                    <a:cubicBezTo>
                      <a:pt x="849" y="179"/>
                      <a:pt x="1" y="2504"/>
                      <a:pt x="359" y="2898"/>
                    </a:cubicBezTo>
                    <a:cubicBezTo>
                      <a:pt x="359" y="2898"/>
                      <a:pt x="4869" y="3211"/>
                      <a:pt x="7875" y="3211"/>
                    </a:cubicBezTo>
                    <a:cubicBezTo>
                      <a:pt x="9378" y="3211"/>
                      <a:pt x="10504" y="3132"/>
                      <a:pt x="10503" y="2898"/>
                    </a:cubicBezTo>
                    <a:cubicBezTo>
                      <a:pt x="10495" y="1395"/>
                      <a:pt x="9049" y="1"/>
                      <a:pt x="5474" y="1"/>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3524;p48">
                <a:extLst>
                  <a:ext uri="{FF2B5EF4-FFF2-40B4-BE49-F238E27FC236}">
                    <a16:creationId xmlns:a16="http://schemas.microsoft.com/office/drawing/2014/main" id="{C72D370D-F8E1-2E77-A6FD-050D86B33CAA}"/>
                  </a:ext>
                </a:extLst>
              </p:cNvPr>
              <p:cNvSpPr/>
              <p:nvPr/>
            </p:nvSpPr>
            <p:spPr>
              <a:xfrm>
                <a:off x="1253595" y="4125868"/>
                <a:ext cx="265558" cy="140931"/>
              </a:xfrm>
              <a:custGeom>
                <a:avLst/>
                <a:gdLst/>
                <a:ahLst/>
                <a:cxnLst/>
                <a:rect l="l" t="t" r="r" b="b"/>
                <a:pathLst>
                  <a:path w="18242" h="9681" extrusionOk="0">
                    <a:moveTo>
                      <a:pt x="4139" y="0"/>
                    </a:moveTo>
                    <a:cubicBezTo>
                      <a:pt x="3994" y="844"/>
                      <a:pt x="0" y="9680"/>
                      <a:pt x="2578" y="9680"/>
                    </a:cubicBezTo>
                    <a:lnTo>
                      <a:pt x="15531" y="9680"/>
                    </a:lnTo>
                    <a:cubicBezTo>
                      <a:pt x="15531" y="9680"/>
                      <a:pt x="14194" y="8417"/>
                      <a:pt x="18241" y="0"/>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3525;p48">
                <a:extLst>
                  <a:ext uri="{FF2B5EF4-FFF2-40B4-BE49-F238E27FC236}">
                    <a16:creationId xmlns:a16="http://schemas.microsoft.com/office/drawing/2014/main" id="{E328AD96-59CB-3FC3-8CF3-16322B89DEC1}"/>
                  </a:ext>
                </a:extLst>
              </p:cNvPr>
              <p:cNvSpPr/>
              <p:nvPr/>
            </p:nvSpPr>
            <p:spPr>
              <a:xfrm>
                <a:off x="1114774" y="3680787"/>
                <a:ext cx="729782" cy="466233"/>
              </a:xfrm>
              <a:custGeom>
                <a:avLst/>
                <a:gdLst/>
                <a:ahLst/>
                <a:cxnLst/>
                <a:rect l="l" t="t" r="r" b="b"/>
                <a:pathLst>
                  <a:path w="50131" h="32027" extrusionOk="0">
                    <a:moveTo>
                      <a:pt x="50130" y="1"/>
                    </a:moveTo>
                    <a:lnTo>
                      <a:pt x="5293" y="1085"/>
                    </a:lnTo>
                    <a:lnTo>
                      <a:pt x="0" y="32026"/>
                    </a:lnTo>
                    <a:lnTo>
                      <a:pt x="44654" y="32026"/>
                    </a:lnTo>
                    <a:lnTo>
                      <a:pt x="50130"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3526;p48">
                <a:extLst>
                  <a:ext uri="{FF2B5EF4-FFF2-40B4-BE49-F238E27FC236}">
                    <a16:creationId xmlns:a16="http://schemas.microsoft.com/office/drawing/2014/main" id="{918C34A6-B518-32E6-8B19-1569FEBE002E}"/>
                  </a:ext>
                </a:extLst>
              </p:cNvPr>
              <p:cNvSpPr/>
              <p:nvPr/>
            </p:nvSpPr>
            <p:spPr>
              <a:xfrm>
                <a:off x="1148941" y="3714254"/>
                <a:ext cx="665205" cy="406343"/>
              </a:xfrm>
              <a:custGeom>
                <a:avLst/>
                <a:gdLst/>
                <a:ahLst/>
                <a:cxnLst/>
                <a:rect l="l" t="t" r="r" b="b"/>
                <a:pathLst>
                  <a:path w="45695" h="27913" extrusionOk="0">
                    <a:moveTo>
                      <a:pt x="45695" y="1"/>
                    </a:moveTo>
                    <a:lnTo>
                      <a:pt x="4466" y="298"/>
                    </a:lnTo>
                    <a:lnTo>
                      <a:pt x="0" y="27913"/>
                    </a:lnTo>
                    <a:lnTo>
                      <a:pt x="40782" y="27913"/>
                    </a:lnTo>
                    <a:lnTo>
                      <a:pt x="4569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3527;p48">
                <a:extLst>
                  <a:ext uri="{FF2B5EF4-FFF2-40B4-BE49-F238E27FC236}">
                    <a16:creationId xmlns:a16="http://schemas.microsoft.com/office/drawing/2014/main" id="{B4F10D7A-8CBA-71CE-DFE6-6C8E6FD9EEF8}"/>
                  </a:ext>
                </a:extLst>
              </p:cNvPr>
              <p:cNvSpPr/>
              <p:nvPr/>
            </p:nvSpPr>
            <p:spPr>
              <a:xfrm>
                <a:off x="1114774" y="3680787"/>
                <a:ext cx="742127" cy="478505"/>
              </a:xfrm>
              <a:custGeom>
                <a:avLst/>
                <a:gdLst/>
                <a:ahLst/>
                <a:cxnLst/>
                <a:rect l="l" t="t" r="r" b="b"/>
                <a:pathLst>
                  <a:path w="50979" h="32870" extrusionOk="0">
                    <a:moveTo>
                      <a:pt x="50130" y="1"/>
                    </a:moveTo>
                    <a:lnTo>
                      <a:pt x="44654" y="32026"/>
                    </a:lnTo>
                    <a:lnTo>
                      <a:pt x="0" y="32026"/>
                    </a:lnTo>
                    <a:lnTo>
                      <a:pt x="1176" y="32869"/>
                    </a:lnTo>
                    <a:lnTo>
                      <a:pt x="45293" y="32869"/>
                    </a:lnTo>
                    <a:lnTo>
                      <a:pt x="50979" y="569"/>
                    </a:lnTo>
                    <a:lnTo>
                      <a:pt x="5013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3528;p48">
                <a:extLst>
                  <a:ext uri="{FF2B5EF4-FFF2-40B4-BE49-F238E27FC236}">
                    <a16:creationId xmlns:a16="http://schemas.microsoft.com/office/drawing/2014/main" id="{AD61B187-4465-08A0-CBDB-D945DCF26809}"/>
                  </a:ext>
                </a:extLst>
              </p:cNvPr>
              <p:cNvSpPr/>
              <p:nvPr/>
            </p:nvSpPr>
            <p:spPr>
              <a:xfrm>
                <a:off x="1208044" y="3714254"/>
                <a:ext cx="606102" cy="40921"/>
              </a:xfrm>
              <a:custGeom>
                <a:avLst/>
                <a:gdLst/>
                <a:ahLst/>
                <a:cxnLst/>
                <a:rect l="l" t="t" r="r" b="b"/>
                <a:pathLst>
                  <a:path w="41635" h="2811" extrusionOk="0">
                    <a:moveTo>
                      <a:pt x="41635" y="1"/>
                    </a:moveTo>
                    <a:lnTo>
                      <a:pt x="406" y="298"/>
                    </a:lnTo>
                    <a:lnTo>
                      <a:pt x="0" y="2811"/>
                    </a:lnTo>
                    <a:cubicBezTo>
                      <a:pt x="13" y="2714"/>
                      <a:pt x="41167" y="2653"/>
                      <a:pt x="41167" y="2653"/>
                    </a:cubicBezTo>
                    <a:lnTo>
                      <a:pt x="41635"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3529;p48">
                <a:extLst>
                  <a:ext uri="{FF2B5EF4-FFF2-40B4-BE49-F238E27FC236}">
                    <a16:creationId xmlns:a16="http://schemas.microsoft.com/office/drawing/2014/main" id="{C2521FA4-BD50-B66D-6A36-D83BFA533328}"/>
                  </a:ext>
                </a:extLst>
              </p:cNvPr>
              <p:cNvSpPr/>
              <p:nvPr/>
            </p:nvSpPr>
            <p:spPr>
              <a:xfrm>
                <a:off x="1649034" y="3849071"/>
                <a:ext cx="90038" cy="236545"/>
              </a:xfrm>
              <a:custGeom>
                <a:avLst/>
                <a:gdLst/>
                <a:ahLst/>
                <a:cxnLst/>
                <a:rect l="l" t="t" r="r" b="b"/>
                <a:pathLst>
                  <a:path w="6185" h="16249" extrusionOk="0">
                    <a:moveTo>
                      <a:pt x="6066" y="0"/>
                    </a:moveTo>
                    <a:cubicBezTo>
                      <a:pt x="4974" y="4"/>
                      <a:pt x="3904" y="4"/>
                      <a:pt x="2881" y="4"/>
                    </a:cubicBezTo>
                    <a:lnTo>
                      <a:pt x="2815" y="4"/>
                    </a:lnTo>
                    <a:lnTo>
                      <a:pt x="2802" y="66"/>
                    </a:lnTo>
                    <a:cubicBezTo>
                      <a:pt x="1998" y="4655"/>
                      <a:pt x="1290" y="8693"/>
                      <a:pt x="783" y="11598"/>
                    </a:cubicBezTo>
                    <a:cubicBezTo>
                      <a:pt x="534" y="13032"/>
                      <a:pt x="338" y="14186"/>
                      <a:pt x="198" y="14990"/>
                    </a:cubicBezTo>
                    <a:cubicBezTo>
                      <a:pt x="132" y="15374"/>
                      <a:pt x="84" y="15680"/>
                      <a:pt x="45" y="15894"/>
                    </a:cubicBezTo>
                    <a:cubicBezTo>
                      <a:pt x="31" y="15991"/>
                      <a:pt x="19" y="16069"/>
                      <a:pt x="9" y="16130"/>
                    </a:cubicBezTo>
                    <a:cubicBezTo>
                      <a:pt x="1" y="16178"/>
                      <a:pt x="1" y="16205"/>
                      <a:pt x="1" y="16205"/>
                    </a:cubicBezTo>
                    <a:cubicBezTo>
                      <a:pt x="1" y="16205"/>
                      <a:pt x="9" y="16174"/>
                      <a:pt x="23" y="16118"/>
                    </a:cubicBezTo>
                    <a:cubicBezTo>
                      <a:pt x="31" y="16056"/>
                      <a:pt x="49" y="15977"/>
                      <a:pt x="67" y="15877"/>
                    </a:cubicBezTo>
                    <a:cubicBezTo>
                      <a:pt x="110" y="15658"/>
                      <a:pt x="167" y="15348"/>
                      <a:pt x="241" y="14954"/>
                    </a:cubicBezTo>
                    <a:cubicBezTo>
                      <a:pt x="394" y="14147"/>
                      <a:pt x="608" y="12993"/>
                      <a:pt x="870" y="11555"/>
                    </a:cubicBezTo>
                    <a:cubicBezTo>
                      <a:pt x="1396" y="8680"/>
                      <a:pt x="2118" y="4688"/>
                      <a:pt x="2944" y="157"/>
                    </a:cubicBezTo>
                    <a:lnTo>
                      <a:pt x="5997" y="157"/>
                    </a:lnTo>
                    <a:cubicBezTo>
                      <a:pt x="4794" y="6866"/>
                      <a:pt x="3733" y="12753"/>
                      <a:pt x="3123" y="16161"/>
                    </a:cubicBezTo>
                    <a:lnTo>
                      <a:pt x="3123" y="16161"/>
                    </a:lnTo>
                    <a:cubicBezTo>
                      <a:pt x="2152" y="16174"/>
                      <a:pt x="1380" y="16183"/>
                      <a:pt x="840" y="16187"/>
                    </a:cubicBezTo>
                    <a:cubicBezTo>
                      <a:pt x="578" y="16192"/>
                      <a:pt x="368" y="16196"/>
                      <a:pt x="219" y="16196"/>
                    </a:cubicBezTo>
                    <a:cubicBezTo>
                      <a:pt x="154" y="16200"/>
                      <a:pt x="102" y="16200"/>
                      <a:pt x="57" y="16200"/>
                    </a:cubicBezTo>
                    <a:cubicBezTo>
                      <a:pt x="23" y="16200"/>
                      <a:pt x="1" y="16205"/>
                      <a:pt x="1" y="16205"/>
                    </a:cubicBezTo>
                    <a:cubicBezTo>
                      <a:pt x="1" y="16205"/>
                      <a:pt x="14" y="16209"/>
                      <a:pt x="49" y="16209"/>
                    </a:cubicBezTo>
                    <a:cubicBezTo>
                      <a:pt x="93" y="16209"/>
                      <a:pt x="140" y="16209"/>
                      <a:pt x="202" y="16213"/>
                    </a:cubicBezTo>
                    <a:cubicBezTo>
                      <a:pt x="350" y="16213"/>
                      <a:pt x="551" y="16218"/>
                      <a:pt x="814" y="16222"/>
                    </a:cubicBezTo>
                    <a:cubicBezTo>
                      <a:pt x="1364" y="16227"/>
                      <a:pt x="2155" y="16235"/>
                      <a:pt x="3156" y="16249"/>
                    </a:cubicBezTo>
                    <a:lnTo>
                      <a:pt x="3191" y="16249"/>
                    </a:lnTo>
                    <a:lnTo>
                      <a:pt x="3200" y="16213"/>
                    </a:lnTo>
                    <a:cubicBezTo>
                      <a:pt x="3829" y="12796"/>
                      <a:pt x="4922" y="6857"/>
                      <a:pt x="6167" y="92"/>
                    </a:cubicBezTo>
                    <a:lnTo>
                      <a:pt x="618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3530;p48">
                <a:extLst>
                  <a:ext uri="{FF2B5EF4-FFF2-40B4-BE49-F238E27FC236}">
                    <a16:creationId xmlns:a16="http://schemas.microsoft.com/office/drawing/2014/main" id="{397D1D5D-408B-5607-3096-1D23D5453767}"/>
                  </a:ext>
                </a:extLst>
              </p:cNvPr>
              <p:cNvSpPr/>
              <p:nvPr/>
            </p:nvSpPr>
            <p:spPr>
              <a:xfrm>
                <a:off x="1573525" y="3916312"/>
                <a:ext cx="80750" cy="169362"/>
              </a:xfrm>
              <a:custGeom>
                <a:avLst/>
                <a:gdLst/>
                <a:ahLst/>
                <a:cxnLst/>
                <a:rect l="l" t="t" r="r" b="b"/>
                <a:pathLst>
                  <a:path w="5547" h="11634" extrusionOk="0">
                    <a:moveTo>
                      <a:pt x="2300" y="153"/>
                    </a:moveTo>
                    <a:cubicBezTo>
                      <a:pt x="3282" y="153"/>
                      <a:pt x="4307" y="153"/>
                      <a:pt x="5357" y="157"/>
                    </a:cubicBezTo>
                    <a:lnTo>
                      <a:pt x="5357" y="157"/>
                    </a:lnTo>
                    <a:cubicBezTo>
                      <a:pt x="4447" y="4793"/>
                      <a:pt x="3637" y="8906"/>
                      <a:pt x="3120" y="11538"/>
                    </a:cubicBezTo>
                    <a:lnTo>
                      <a:pt x="3120" y="11538"/>
                    </a:lnTo>
                    <a:cubicBezTo>
                      <a:pt x="2159" y="11551"/>
                      <a:pt x="1392" y="11560"/>
                      <a:pt x="849" y="11564"/>
                    </a:cubicBezTo>
                    <a:cubicBezTo>
                      <a:pt x="587" y="11568"/>
                      <a:pt x="381" y="11573"/>
                      <a:pt x="228" y="11577"/>
                    </a:cubicBezTo>
                    <a:cubicBezTo>
                      <a:pt x="83" y="11581"/>
                      <a:pt x="10" y="11581"/>
                      <a:pt x="5" y="11586"/>
                    </a:cubicBezTo>
                    <a:cubicBezTo>
                      <a:pt x="5" y="11586"/>
                      <a:pt x="14" y="11564"/>
                      <a:pt x="22" y="11525"/>
                    </a:cubicBezTo>
                    <a:cubicBezTo>
                      <a:pt x="31" y="11477"/>
                      <a:pt x="44" y="11420"/>
                      <a:pt x="57" y="11354"/>
                    </a:cubicBezTo>
                    <a:cubicBezTo>
                      <a:pt x="93" y="11192"/>
                      <a:pt x="141" y="10974"/>
                      <a:pt x="197" y="10698"/>
                    </a:cubicBezTo>
                    <a:cubicBezTo>
                      <a:pt x="315" y="10117"/>
                      <a:pt x="482" y="9300"/>
                      <a:pt x="686" y="8278"/>
                    </a:cubicBezTo>
                    <a:cubicBezTo>
                      <a:pt x="1095" y="6237"/>
                      <a:pt x="1659" y="3396"/>
                      <a:pt x="2300" y="153"/>
                    </a:cubicBezTo>
                    <a:close/>
                    <a:moveTo>
                      <a:pt x="2177" y="0"/>
                    </a:moveTo>
                    <a:lnTo>
                      <a:pt x="2164" y="62"/>
                    </a:lnTo>
                    <a:cubicBezTo>
                      <a:pt x="1539" y="3361"/>
                      <a:pt x="993" y="6245"/>
                      <a:pt x="599" y="8322"/>
                    </a:cubicBezTo>
                    <a:cubicBezTo>
                      <a:pt x="411" y="9335"/>
                      <a:pt x="258" y="10152"/>
                      <a:pt x="153" y="10729"/>
                    </a:cubicBezTo>
                    <a:cubicBezTo>
                      <a:pt x="105" y="11000"/>
                      <a:pt x="66" y="11214"/>
                      <a:pt x="40" y="11372"/>
                    </a:cubicBezTo>
                    <a:cubicBezTo>
                      <a:pt x="15" y="11512"/>
                      <a:pt x="1" y="11586"/>
                      <a:pt x="4" y="11586"/>
                    </a:cubicBezTo>
                    <a:cubicBezTo>
                      <a:pt x="4" y="11586"/>
                      <a:pt x="4" y="11586"/>
                      <a:pt x="5" y="11586"/>
                    </a:cubicBezTo>
                    <a:lnTo>
                      <a:pt x="5" y="11586"/>
                    </a:lnTo>
                    <a:cubicBezTo>
                      <a:pt x="0" y="11590"/>
                      <a:pt x="71" y="11590"/>
                      <a:pt x="206" y="11594"/>
                    </a:cubicBezTo>
                    <a:cubicBezTo>
                      <a:pt x="359" y="11599"/>
                      <a:pt x="560" y="11599"/>
                      <a:pt x="817" y="11608"/>
                    </a:cubicBezTo>
                    <a:cubicBezTo>
                      <a:pt x="1377" y="11612"/>
                      <a:pt x="2168" y="11620"/>
                      <a:pt x="3160" y="11634"/>
                    </a:cubicBezTo>
                    <a:lnTo>
                      <a:pt x="3199" y="11634"/>
                    </a:lnTo>
                    <a:lnTo>
                      <a:pt x="3209" y="11594"/>
                    </a:lnTo>
                    <a:cubicBezTo>
                      <a:pt x="3741" y="8951"/>
                      <a:pt x="4581" y="4786"/>
                      <a:pt x="5529" y="93"/>
                    </a:cubicBezTo>
                    <a:lnTo>
                      <a:pt x="554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3531;p48">
                <a:extLst>
                  <a:ext uri="{FF2B5EF4-FFF2-40B4-BE49-F238E27FC236}">
                    <a16:creationId xmlns:a16="http://schemas.microsoft.com/office/drawing/2014/main" id="{621D3BF3-0332-9DEC-42DC-C96E0A486814}"/>
                  </a:ext>
                </a:extLst>
              </p:cNvPr>
              <p:cNvSpPr/>
              <p:nvPr/>
            </p:nvSpPr>
            <p:spPr>
              <a:xfrm>
                <a:off x="1498146" y="3794291"/>
                <a:ext cx="100199" cy="291266"/>
              </a:xfrm>
              <a:custGeom>
                <a:avLst/>
                <a:gdLst/>
                <a:ahLst/>
                <a:cxnLst/>
                <a:rect l="l" t="t" r="r" b="b"/>
                <a:pathLst>
                  <a:path w="6883" h="20008" extrusionOk="0">
                    <a:moveTo>
                      <a:pt x="6696" y="158"/>
                    </a:moveTo>
                    <a:cubicBezTo>
                      <a:pt x="5142" y="8650"/>
                      <a:pt x="3807" y="16058"/>
                      <a:pt x="3126" y="19929"/>
                    </a:cubicBezTo>
                    <a:lnTo>
                      <a:pt x="3126" y="19929"/>
                    </a:lnTo>
                    <a:cubicBezTo>
                      <a:pt x="2135" y="19937"/>
                      <a:pt x="1358" y="19946"/>
                      <a:pt x="826" y="19950"/>
                    </a:cubicBezTo>
                    <a:cubicBezTo>
                      <a:pt x="563" y="19955"/>
                      <a:pt x="358" y="19959"/>
                      <a:pt x="214" y="19959"/>
                    </a:cubicBezTo>
                    <a:cubicBezTo>
                      <a:pt x="77" y="19963"/>
                      <a:pt x="3" y="19968"/>
                      <a:pt x="0" y="19968"/>
                    </a:cubicBezTo>
                    <a:lnTo>
                      <a:pt x="0" y="19968"/>
                    </a:lnTo>
                    <a:cubicBezTo>
                      <a:pt x="4" y="19967"/>
                      <a:pt x="9" y="19933"/>
                      <a:pt x="26" y="19863"/>
                    </a:cubicBezTo>
                    <a:cubicBezTo>
                      <a:pt x="39" y="19788"/>
                      <a:pt x="57" y="19693"/>
                      <a:pt x="83" y="19566"/>
                    </a:cubicBezTo>
                    <a:cubicBezTo>
                      <a:pt x="131" y="19294"/>
                      <a:pt x="206" y="18915"/>
                      <a:pt x="297" y="18425"/>
                    </a:cubicBezTo>
                    <a:cubicBezTo>
                      <a:pt x="481" y="17428"/>
                      <a:pt x="747" y="16000"/>
                      <a:pt x="1075" y="14217"/>
                    </a:cubicBezTo>
                    <a:cubicBezTo>
                      <a:pt x="1724" y="10669"/>
                      <a:pt x="2624" y="5738"/>
                      <a:pt x="3641" y="158"/>
                    </a:cubicBezTo>
                    <a:close/>
                    <a:moveTo>
                      <a:pt x="6765" y="1"/>
                    </a:moveTo>
                    <a:cubicBezTo>
                      <a:pt x="5672" y="1"/>
                      <a:pt x="4597" y="1"/>
                      <a:pt x="3579" y="5"/>
                    </a:cubicBezTo>
                    <a:lnTo>
                      <a:pt x="3514" y="5"/>
                    </a:lnTo>
                    <a:lnTo>
                      <a:pt x="3500" y="66"/>
                    </a:lnTo>
                    <a:cubicBezTo>
                      <a:pt x="2504" y="5699"/>
                      <a:pt x="1622" y="10681"/>
                      <a:pt x="983" y="14265"/>
                    </a:cubicBezTo>
                    <a:cubicBezTo>
                      <a:pt x="673" y="16039"/>
                      <a:pt x="424" y="17464"/>
                      <a:pt x="253" y="18460"/>
                    </a:cubicBezTo>
                    <a:cubicBezTo>
                      <a:pt x="170" y="18941"/>
                      <a:pt x="105" y="19316"/>
                      <a:pt x="61" y="19583"/>
                    </a:cubicBezTo>
                    <a:cubicBezTo>
                      <a:pt x="39" y="19705"/>
                      <a:pt x="26" y="19802"/>
                      <a:pt x="13" y="19871"/>
                    </a:cubicBezTo>
                    <a:cubicBezTo>
                      <a:pt x="4" y="19937"/>
                      <a:pt x="0" y="19968"/>
                      <a:pt x="0" y="19968"/>
                    </a:cubicBezTo>
                    <a:cubicBezTo>
                      <a:pt x="0" y="19968"/>
                      <a:pt x="65" y="19972"/>
                      <a:pt x="201" y="19976"/>
                    </a:cubicBezTo>
                    <a:cubicBezTo>
                      <a:pt x="341" y="19976"/>
                      <a:pt x="541" y="19981"/>
                      <a:pt x="799" y="19985"/>
                    </a:cubicBezTo>
                    <a:cubicBezTo>
                      <a:pt x="1346" y="19990"/>
                      <a:pt x="2137" y="19998"/>
                      <a:pt x="3155" y="20008"/>
                    </a:cubicBezTo>
                    <a:lnTo>
                      <a:pt x="3190" y="20008"/>
                    </a:lnTo>
                    <a:lnTo>
                      <a:pt x="3195" y="19976"/>
                    </a:lnTo>
                    <a:cubicBezTo>
                      <a:pt x="3924" y="16105"/>
                      <a:pt x="5301" y="8649"/>
                      <a:pt x="6866" y="92"/>
                    </a:cubicBezTo>
                    <a:lnTo>
                      <a:pt x="688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3532;p48">
                <a:extLst>
                  <a:ext uri="{FF2B5EF4-FFF2-40B4-BE49-F238E27FC236}">
                    <a16:creationId xmlns:a16="http://schemas.microsoft.com/office/drawing/2014/main" id="{B75CCC82-1461-FEFF-95EA-AD3423BDCE8A}"/>
                  </a:ext>
                </a:extLst>
              </p:cNvPr>
              <p:cNvSpPr/>
              <p:nvPr/>
            </p:nvSpPr>
            <p:spPr>
              <a:xfrm>
                <a:off x="1422622" y="3964410"/>
                <a:ext cx="69934" cy="121337"/>
              </a:xfrm>
              <a:custGeom>
                <a:avLst/>
                <a:gdLst/>
                <a:ahLst/>
                <a:cxnLst/>
                <a:rect l="l" t="t" r="r" b="b"/>
                <a:pathLst>
                  <a:path w="4804" h="8335" extrusionOk="0">
                    <a:moveTo>
                      <a:pt x="1558" y="153"/>
                    </a:moveTo>
                    <a:lnTo>
                      <a:pt x="1558" y="153"/>
                    </a:lnTo>
                    <a:cubicBezTo>
                      <a:pt x="2517" y="153"/>
                      <a:pt x="3548" y="157"/>
                      <a:pt x="4616" y="157"/>
                    </a:cubicBezTo>
                    <a:lnTo>
                      <a:pt x="4616" y="157"/>
                    </a:lnTo>
                    <a:cubicBezTo>
                      <a:pt x="4029" y="3332"/>
                      <a:pt x="3496" y="6193"/>
                      <a:pt x="3115" y="8230"/>
                    </a:cubicBezTo>
                    <a:lnTo>
                      <a:pt x="3115" y="8230"/>
                    </a:lnTo>
                    <a:cubicBezTo>
                      <a:pt x="2175" y="8243"/>
                      <a:pt x="1412" y="8251"/>
                      <a:pt x="866" y="8260"/>
                    </a:cubicBezTo>
                    <a:cubicBezTo>
                      <a:pt x="604" y="8264"/>
                      <a:pt x="394" y="8269"/>
                      <a:pt x="232" y="8273"/>
                    </a:cubicBezTo>
                    <a:cubicBezTo>
                      <a:pt x="88" y="8273"/>
                      <a:pt x="9" y="8277"/>
                      <a:pt x="5" y="8282"/>
                    </a:cubicBezTo>
                    <a:cubicBezTo>
                      <a:pt x="9" y="8277"/>
                      <a:pt x="23" y="8221"/>
                      <a:pt x="45" y="8116"/>
                    </a:cubicBezTo>
                    <a:cubicBezTo>
                      <a:pt x="71" y="7997"/>
                      <a:pt x="101" y="7844"/>
                      <a:pt x="136" y="7652"/>
                    </a:cubicBezTo>
                    <a:cubicBezTo>
                      <a:pt x="219" y="7237"/>
                      <a:pt x="333" y="6660"/>
                      <a:pt x="473" y="5940"/>
                    </a:cubicBezTo>
                    <a:cubicBezTo>
                      <a:pt x="745" y="4488"/>
                      <a:pt x="1122" y="2478"/>
                      <a:pt x="1558" y="153"/>
                    </a:cubicBezTo>
                    <a:close/>
                    <a:moveTo>
                      <a:pt x="4686" y="0"/>
                    </a:moveTo>
                    <a:cubicBezTo>
                      <a:pt x="3571" y="0"/>
                      <a:pt x="2496" y="4"/>
                      <a:pt x="1499" y="4"/>
                    </a:cubicBezTo>
                    <a:lnTo>
                      <a:pt x="1434" y="4"/>
                    </a:lnTo>
                    <a:lnTo>
                      <a:pt x="1425" y="66"/>
                    </a:lnTo>
                    <a:cubicBezTo>
                      <a:pt x="1005" y="2443"/>
                      <a:pt x="648" y="4502"/>
                      <a:pt x="386" y="5983"/>
                    </a:cubicBezTo>
                    <a:cubicBezTo>
                      <a:pt x="263" y="6696"/>
                      <a:pt x="166" y="7267"/>
                      <a:pt x="97" y="7683"/>
                    </a:cubicBezTo>
                    <a:cubicBezTo>
                      <a:pt x="66" y="7866"/>
                      <a:pt x="45" y="8015"/>
                      <a:pt x="23" y="8133"/>
                    </a:cubicBezTo>
                    <a:cubicBezTo>
                      <a:pt x="10" y="8230"/>
                      <a:pt x="1" y="8282"/>
                      <a:pt x="4" y="8282"/>
                    </a:cubicBezTo>
                    <a:cubicBezTo>
                      <a:pt x="5" y="8282"/>
                      <a:pt x="5" y="8282"/>
                      <a:pt x="5" y="8282"/>
                    </a:cubicBezTo>
                    <a:lnTo>
                      <a:pt x="5" y="8282"/>
                    </a:lnTo>
                    <a:cubicBezTo>
                      <a:pt x="1" y="8286"/>
                      <a:pt x="71" y="8286"/>
                      <a:pt x="210" y="8290"/>
                    </a:cubicBezTo>
                    <a:cubicBezTo>
                      <a:pt x="368" y="8295"/>
                      <a:pt x="573" y="8299"/>
                      <a:pt x="831" y="8304"/>
                    </a:cubicBezTo>
                    <a:cubicBezTo>
                      <a:pt x="1395" y="8312"/>
                      <a:pt x="2185" y="8322"/>
                      <a:pt x="3160" y="8334"/>
                    </a:cubicBezTo>
                    <a:lnTo>
                      <a:pt x="3204" y="8334"/>
                    </a:lnTo>
                    <a:lnTo>
                      <a:pt x="3212" y="8290"/>
                    </a:lnTo>
                    <a:cubicBezTo>
                      <a:pt x="3606" y="6236"/>
                      <a:pt x="4166" y="3326"/>
                      <a:pt x="4785" y="92"/>
                    </a:cubicBezTo>
                    <a:lnTo>
                      <a:pt x="480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3533;p48">
                <a:extLst>
                  <a:ext uri="{FF2B5EF4-FFF2-40B4-BE49-F238E27FC236}">
                    <a16:creationId xmlns:a16="http://schemas.microsoft.com/office/drawing/2014/main" id="{32EFE5DE-4250-98B4-DD13-26386BD1996F}"/>
                  </a:ext>
                </a:extLst>
              </p:cNvPr>
              <p:cNvSpPr/>
              <p:nvPr/>
            </p:nvSpPr>
            <p:spPr>
              <a:xfrm>
                <a:off x="1347228" y="3887052"/>
                <a:ext cx="81697" cy="198564"/>
              </a:xfrm>
              <a:custGeom>
                <a:avLst/>
                <a:gdLst/>
                <a:ahLst/>
                <a:cxnLst/>
                <a:rect l="l" t="t" r="r" b="b"/>
                <a:pathLst>
                  <a:path w="5612" h="13640" extrusionOk="0">
                    <a:moveTo>
                      <a:pt x="5494" y="1"/>
                    </a:moveTo>
                    <a:cubicBezTo>
                      <a:pt x="4401" y="1"/>
                      <a:pt x="3336" y="1"/>
                      <a:pt x="2308" y="5"/>
                    </a:cubicBezTo>
                    <a:lnTo>
                      <a:pt x="2243" y="5"/>
                    </a:lnTo>
                    <a:lnTo>
                      <a:pt x="2229" y="66"/>
                    </a:lnTo>
                    <a:cubicBezTo>
                      <a:pt x="1587" y="3924"/>
                      <a:pt x="1023" y="7311"/>
                      <a:pt x="617" y="9745"/>
                    </a:cubicBezTo>
                    <a:cubicBezTo>
                      <a:pt x="420" y="10943"/>
                      <a:pt x="268" y="11909"/>
                      <a:pt x="154" y="12581"/>
                    </a:cubicBezTo>
                    <a:cubicBezTo>
                      <a:pt x="105" y="12906"/>
                      <a:pt x="67" y="13154"/>
                      <a:pt x="36" y="13338"/>
                    </a:cubicBezTo>
                    <a:cubicBezTo>
                      <a:pt x="27" y="13416"/>
                      <a:pt x="14" y="13482"/>
                      <a:pt x="10" y="13535"/>
                    </a:cubicBezTo>
                    <a:cubicBezTo>
                      <a:pt x="1" y="13574"/>
                      <a:pt x="1" y="13596"/>
                      <a:pt x="1" y="13596"/>
                    </a:cubicBezTo>
                    <a:cubicBezTo>
                      <a:pt x="6" y="13596"/>
                      <a:pt x="10" y="13569"/>
                      <a:pt x="18" y="13525"/>
                    </a:cubicBezTo>
                    <a:cubicBezTo>
                      <a:pt x="32" y="13469"/>
                      <a:pt x="40" y="13404"/>
                      <a:pt x="58" y="13321"/>
                    </a:cubicBezTo>
                    <a:cubicBezTo>
                      <a:pt x="93" y="13137"/>
                      <a:pt x="141" y="12879"/>
                      <a:pt x="198" y="12551"/>
                    </a:cubicBezTo>
                    <a:cubicBezTo>
                      <a:pt x="320" y="11873"/>
                      <a:pt x="490" y="10903"/>
                      <a:pt x="709" y="9702"/>
                    </a:cubicBezTo>
                    <a:cubicBezTo>
                      <a:pt x="1126" y="7299"/>
                      <a:pt x="1708" y="3959"/>
                      <a:pt x="2371" y="158"/>
                    </a:cubicBezTo>
                    <a:lnTo>
                      <a:pt x="5426" y="158"/>
                    </a:lnTo>
                    <a:cubicBezTo>
                      <a:pt x="4475" y="5679"/>
                      <a:pt x="3636" y="10558"/>
                      <a:pt x="3119" y="13552"/>
                    </a:cubicBezTo>
                    <a:lnTo>
                      <a:pt x="3119" y="13552"/>
                    </a:lnTo>
                    <a:cubicBezTo>
                      <a:pt x="2153" y="13561"/>
                      <a:pt x="1388" y="13570"/>
                      <a:pt x="845" y="13578"/>
                    </a:cubicBezTo>
                    <a:cubicBezTo>
                      <a:pt x="583" y="13583"/>
                      <a:pt x="377" y="13583"/>
                      <a:pt x="224" y="13587"/>
                    </a:cubicBezTo>
                    <a:cubicBezTo>
                      <a:pt x="158" y="13587"/>
                      <a:pt x="105" y="13591"/>
                      <a:pt x="62" y="13591"/>
                    </a:cubicBezTo>
                    <a:cubicBezTo>
                      <a:pt x="23" y="13591"/>
                      <a:pt x="6" y="13596"/>
                      <a:pt x="1" y="13596"/>
                    </a:cubicBezTo>
                    <a:cubicBezTo>
                      <a:pt x="1" y="13600"/>
                      <a:pt x="67" y="13600"/>
                      <a:pt x="206" y="13604"/>
                    </a:cubicBezTo>
                    <a:cubicBezTo>
                      <a:pt x="355" y="13604"/>
                      <a:pt x="556" y="13609"/>
                      <a:pt x="819" y="13613"/>
                    </a:cubicBezTo>
                    <a:cubicBezTo>
                      <a:pt x="1369" y="13622"/>
                      <a:pt x="2160" y="13630"/>
                      <a:pt x="3157" y="13640"/>
                    </a:cubicBezTo>
                    <a:lnTo>
                      <a:pt x="3195" y="13640"/>
                    </a:lnTo>
                    <a:lnTo>
                      <a:pt x="3205" y="13604"/>
                    </a:lnTo>
                    <a:cubicBezTo>
                      <a:pt x="3733" y="10598"/>
                      <a:pt x="4607" y="5669"/>
                      <a:pt x="5595" y="92"/>
                    </a:cubicBezTo>
                    <a:lnTo>
                      <a:pt x="561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3534;p48">
                <a:extLst>
                  <a:ext uri="{FF2B5EF4-FFF2-40B4-BE49-F238E27FC236}">
                    <a16:creationId xmlns:a16="http://schemas.microsoft.com/office/drawing/2014/main" id="{FBA4EDB3-C958-9189-B90C-60307029C710}"/>
                  </a:ext>
                </a:extLst>
              </p:cNvPr>
              <p:cNvSpPr/>
              <p:nvPr/>
            </p:nvSpPr>
            <p:spPr>
              <a:xfrm>
                <a:off x="1271791" y="3818850"/>
                <a:ext cx="94915" cy="266708"/>
              </a:xfrm>
              <a:custGeom>
                <a:avLst/>
                <a:gdLst/>
                <a:ahLst/>
                <a:cxnLst/>
                <a:rect l="l" t="t" r="r" b="b"/>
                <a:pathLst>
                  <a:path w="6520" h="18321" extrusionOk="0">
                    <a:moveTo>
                      <a:pt x="6402" y="1"/>
                    </a:moveTo>
                    <a:cubicBezTo>
                      <a:pt x="5309" y="1"/>
                      <a:pt x="4234" y="1"/>
                      <a:pt x="3212" y="5"/>
                    </a:cubicBezTo>
                    <a:lnTo>
                      <a:pt x="3147" y="5"/>
                    </a:lnTo>
                    <a:lnTo>
                      <a:pt x="3137" y="66"/>
                    </a:lnTo>
                    <a:cubicBezTo>
                      <a:pt x="2242" y="5231"/>
                      <a:pt x="1451" y="9789"/>
                      <a:pt x="878" y="13067"/>
                    </a:cubicBezTo>
                    <a:cubicBezTo>
                      <a:pt x="603" y="14688"/>
                      <a:pt x="380" y="15995"/>
                      <a:pt x="227" y="16905"/>
                    </a:cubicBezTo>
                    <a:cubicBezTo>
                      <a:pt x="153" y="17341"/>
                      <a:pt x="96" y="17686"/>
                      <a:pt x="53" y="17931"/>
                    </a:cubicBezTo>
                    <a:cubicBezTo>
                      <a:pt x="35" y="18040"/>
                      <a:pt x="22" y="18128"/>
                      <a:pt x="13" y="18194"/>
                    </a:cubicBezTo>
                    <a:cubicBezTo>
                      <a:pt x="4" y="18254"/>
                      <a:pt x="0" y="18281"/>
                      <a:pt x="0" y="18281"/>
                    </a:cubicBezTo>
                    <a:cubicBezTo>
                      <a:pt x="4" y="18281"/>
                      <a:pt x="9" y="18246"/>
                      <a:pt x="22" y="18184"/>
                    </a:cubicBezTo>
                    <a:cubicBezTo>
                      <a:pt x="35" y="18115"/>
                      <a:pt x="53" y="18027"/>
                      <a:pt x="75" y="17914"/>
                    </a:cubicBezTo>
                    <a:cubicBezTo>
                      <a:pt x="122" y="17665"/>
                      <a:pt x="188" y="17315"/>
                      <a:pt x="271" y="16869"/>
                    </a:cubicBezTo>
                    <a:cubicBezTo>
                      <a:pt x="437" y="15961"/>
                      <a:pt x="673" y="14650"/>
                      <a:pt x="970" y="13024"/>
                    </a:cubicBezTo>
                    <a:cubicBezTo>
                      <a:pt x="1553" y="9777"/>
                      <a:pt x="2362" y="5266"/>
                      <a:pt x="3279" y="158"/>
                    </a:cubicBezTo>
                    <a:lnTo>
                      <a:pt x="6333" y="158"/>
                    </a:lnTo>
                    <a:cubicBezTo>
                      <a:pt x="4950" y="7855"/>
                      <a:pt x="3758" y="14587"/>
                      <a:pt x="3122" y="18242"/>
                    </a:cubicBezTo>
                    <a:lnTo>
                      <a:pt x="3122" y="18242"/>
                    </a:lnTo>
                    <a:cubicBezTo>
                      <a:pt x="2137" y="18250"/>
                      <a:pt x="1366" y="18259"/>
                      <a:pt x="830" y="18263"/>
                    </a:cubicBezTo>
                    <a:cubicBezTo>
                      <a:pt x="568" y="18268"/>
                      <a:pt x="363" y="18272"/>
                      <a:pt x="218" y="18272"/>
                    </a:cubicBezTo>
                    <a:cubicBezTo>
                      <a:pt x="153" y="18276"/>
                      <a:pt x="101" y="18276"/>
                      <a:pt x="57" y="18276"/>
                    </a:cubicBezTo>
                    <a:cubicBezTo>
                      <a:pt x="22" y="18276"/>
                      <a:pt x="4" y="18281"/>
                      <a:pt x="0" y="18281"/>
                    </a:cubicBezTo>
                    <a:cubicBezTo>
                      <a:pt x="0" y="18281"/>
                      <a:pt x="17" y="18281"/>
                      <a:pt x="49" y="18285"/>
                    </a:cubicBezTo>
                    <a:cubicBezTo>
                      <a:pt x="92" y="18285"/>
                      <a:pt x="140" y="18285"/>
                      <a:pt x="201" y="18289"/>
                    </a:cubicBezTo>
                    <a:cubicBezTo>
                      <a:pt x="345" y="18289"/>
                      <a:pt x="547" y="18294"/>
                      <a:pt x="804" y="18298"/>
                    </a:cubicBezTo>
                    <a:cubicBezTo>
                      <a:pt x="1354" y="18303"/>
                      <a:pt x="2146" y="18311"/>
                      <a:pt x="3155" y="18321"/>
                    </a:cubicBezTo>
                    <a:lnTo>
                      <a:pt x="3190" y="18321"/>
                    </a:lnTo>
                    <a:lnTo>
                      <a:pt x="3195" y="18289"/>
                    </a:lnTo>
                    <a:cubicBezTo>
                      <a:pt x="3877" y="14632"/>
                      <a:pt x="5109" y="7849"/>
                      <a:pt x="6503" y="92"/>
                    </a:cubicBezTo>
                    <a:lnTo>
                      <a:pt x="652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3535;p48">
                <a:extLst>
                  <a:ext uri="{FF2B5EF4-FFF2-40B4-BE49-F238E27FC236}">
                    <a16:creationId xmlns:a16="http://schemas.microsoft.com/office/drawing/2014/main" id="{C820DA1B-9299-9532-A78A-A2AA41997C70}"/>
                  </a:ext>
                </a:extLst>
              </p:cNvPr>
              <p:cNvSpPr/>
              <p:nvPr/>
            </p:nvSpPr>
            <p:spPr>
              <a:xfrm>
                <a:off x="1228017" y="3731185"/>
                <a:ext cx="11020" cy="11020"/>
              </a:xfrm>
              <a:custGeom>
                <a:avLst/>
                <a:gdLst/>
                <a:ahLst/>
                <a:cxnLst/>
                <a:rect l="l" t="t" r="r" b="b"/>
                <a:pathLst>
                  <a:path w="757" h="757" extrusionOk="0">
                    <a:moveTo>
                      <a:pt x="376" y="0"/>
                    </a:moveTo>
                    <a:cubicBezTo>
                      <a:pt x="166" y="0"/>
                      <a:pt x="0" y="171"/>
                      <a:pt x="0" y="377"/>
                    </a:cubicBezTo>
                    <a:cubicBezTo>
                      <a:pt x="0" y="586"/>
                      <a:pt x="166" y="756"/>
                      <a:pt x="376" y="756"/>
                    </a:cubicBezTo>
                    <a:cubicBezTo>
                      <a:pt x="586" y="756"/>
                      <a:pt x="756" y="586"/>
                      <a:pt x="756" y="377"/>
                    </a:cubicBezTo>
                    <a:cubicBezTo>
                      <a:pt x="756" y="171"/>
                      <a:pt x="586" y="0"/>
                      <a:pt x="3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3536;p48">
                <a:extLst>
                  <a:ext uri="{FF2B5EF4-FFF2-40B4-BE49-F238E27FC236}">
                    <a16:creationId xmlns:a16="http://schemas.microsoft.com/office/drawing/2014/main" id="{5F631DDE-0479-AEDF-B33E-FCCCA00F2618}"/>
                  </a:ext>
                </a:extLst>
              </p:cNvPr>
              <p:cNvSpPr/>
              <p:nvPr/>
            </p:nvSpPr>
            <p:spPr>
              <a:xfrm>
                <a:off x="1255050" y="3731185"/>
                <a:ext cx="11020" cy="11020"/>
              </a:xfrm>
              <a:custGeom>
                <a:avLst/>
                <a:gdLst/>
                <a:ahLst/>
                <a:cxnLst/>
                <a:rect l="l" t="t" r="r" b="b"/>
                <a:pathLst>
                  <a:path w="757" h="757" extrusionOk="0">
                    <a:moveTo>
                      <a:pt x="376" y="0"/>
                    </a:moveTo>
                    <a:cubicBezTo>
                      <a:pt x="166" y="0"/>
                      <a:pt x="1" y="171"/>
                      <a:pt x="1" y="377"/>
                    </a:cubicBezTo>
                    <a:cubicBezTo>
                      <a:pt x="1" y="586"/>
                      <a:pt x="166" y="756"/>
                      <a:pt x="376" y="756"/>
                    </a:cubicBezTo>
                    <a:cubicBezTo>
                      <a:pt x="586" y="756"/>
                      <a:pt x="757" y="586"/>
                      <a:pt x="757" y="377"/>
                    </a:cubicBezTo>
                    <a:cubicBezTo>
                      <a:pt x="757" y="171"/>
                      <a:pt x="586" y="0"/>
                      <a:pt x="3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3537;p48">
                <a:extLst>
                  <a:ext uri="{FF2B5EF4-FFF2-40B4-BE49-F238E27FC236}">
                    <a16:creationId xmlns:a16="http://schemas.microsoft.com/office/drawing/2014/main" id="{87F24529-1F09-168D-62CF-204F2604CEA7}"/>
                  </a:ext>
                </a:extLst>
              </p:cNvPr>
              <p:cNvSpPr/>
              <p:nvPr/>
            </p:nvSpPr>
            <p:spPr>
              <a:xfrm>
                <a:off x="1282098" y="3731185"/>
                <a:ext cx="11020" cy="11020"/>
              </a:xfrm>
              <a:custGeom>
                <a:avLst/>
                <a:gdLst/>
                <a:ahLst/>
                <a:cxnLst/>
                <a:rect l="l" t="t" r="r" b="b"/>
                <a:pathLst>
                  <a:path w="757" h="757" extrusionOk="0">
                    <a:moveTo>
                      <a:pt x="376" y="0"/>
                    </a:moveTo>
                    <a:cubicBezTo>
                      <a:pt x="166" y="0"/>
                      <a:pt x="0" y="171"/>
                      <a:pt x="0" y="377"/>
                    </a:cubicBezTo>
                    <a:cubicBezTo>
                      <a:pt x="0" y="586"/>
                      <a:pt x="166" y="756"/>
                      <a:pt x="376" y="756"/>
                    </a:cubicBezTo>
                    <a:cubicBezTo>
                      <a:pt x="586" y="756"/>
                      <a:pt x="756" y="586"/>
                      <a:pt x="756" y="377"/>
                    </a:cubicBezTo>
                    <a:cubicBezTo>
                      <a:pt x="756" y="171"/>
                      <a:pt x="586" y="0"/>
                      <a:pt x="3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3538;p48">
                <a:extLst>
                  <a:ext uri="{FF2B5EF4-FFF2-40B4-BE49-F238E27FC236}">
                    <a16:creationId xmlns:a16="http://schemas.microsoft.com/office/drawing/2014/main" id="{361B172E-38A1-47F9-2EEA-5D453681B87C}"/>
                  </a:ext>
                </a:extLst>
              </p:cNvPr>
              <p:cNvSpPr/>
              <p:nvPr/>
            </p:nvSpPr>
            <p:spPr>
              <a:xfrm>
                <a:off x="1196325" y="3906515"/>
                <a:ext cx="79804" cy="179159"/>
              </a:xfrm>
              <a:custGeom>
                <a:avLst/>
                <a:gdLst/>
                <a:ahLst/>
                <a:cxnLst/>
                <a:rect l="l" t="t" r="r" b="b"/>
                <a:pathLst>
                  <a:path w="5482" h="12307" extrusionOk="0">
                    <a:moveTo>
                      <a:pt x="5364" y="1"/>
                    </a:moveTo>
                    <a:cubicBezTo>
                      <a:pt x="4271" y="1"/>
                      <a:pt x="3204" y="1"/>
                      <a:pt x="2177" y="5"/>
                    </a:cubicBezTo>
                    <a:lnTo>
                      <a:pt x="2112" y="5"/>
                    </a:lnTo>
                    <a:lnTo>
                      <a:pt x="2103" y="66"/>
                    </a:lnTo>
                    <a:cubicBezTo>
                      <a:pt x="1496" y="3549"/>
                      <a:pt x="963" y="6603"/>
                      <a:pt x="578" y="8798"/>
                    </a:cubicBezTo>
                    <a:cubicBezTo>
                      <a:pt x="398" y="9877"/>
                      <a:pt x="251" y="10742"/>
                      <a:pt x="146" y="11349"/>
                    </a:cubicBezTo>
                    <a:cubicBezTo>
                      <a:pt x="97" y="11638"/>
                      <a:pt x="62" y="11861"/>
                      <a:pt x="36" y="12027"/>
                    </a:cubicBezTo>
                    <a:cubicBezTo>
                      <a:pt x="11" y="12176"/>
                      <a:pt x="2" y="12255"/>
                      <a:pt x="1" y="12259"/>
                    </a:cubicBezTo>
                    <a:lnTo>
                      <a:pt x="1" y="12259"/>
                    </a:lnTo>
                    <a:cubicBezTo>
                      <a:pt x="5" y="12258"/>
                      <a:pt x="9" y="12236"/>
                      <a:pt x="19" y="12194"/>
                    </a:cubicBezTo>
                    <a:cubicBezTo>
                      <a:pt x="27" y="12145"/>
                      <a:pt x="41" y="12084"/>
                      <a:pt x="58" y="12014"/>
                    </a:cubicBezTo>
                    <a:cubicBezTo>
                      <a:pt x="88" y="11843"/>
                      <a:pt x="132" y="11612"/>
                      <a:pt x="189" y="11319"/>
                    </a:cubicBezTo>
                    <a:cubicBezTo>
                      <a:pt x="303" y="10707"/>
                      <a:pt x="465" y="9838"/>
                      <a:pt x="670" y="8753"/>
                    </a:cubicBezTo>
                    <a:cubicBezTo>
                      <a:pt x="1065" y="6591"/>
                      <a:pt x="1611" y="3588"/>
                      <a:pt x="2240" y="158"/>
                    </a:cubicBezTo>
                    <a:lnTo>
                      <a:pt x="5295" y="158"/>
                    </a:lnTo>
                    <a:cubicBezTo>
                      <a:pt x="4405" y="5087"/>
                      <a:pt x="3615" y="9459"/>
                      <a:pt x="3120" y="12211"/>
                    </a:cubicBezTo>
                    <a:lnTo>
                      <a:pt x="3120" y="12211"/>
                    </a:lnTo>
                    <a:cubicBezTo>
                      <a:pt x="2155" y="12224"/>
                      <a:pt x="1387" y="12233"/>
                      <a:pt x="848" y="12237"/>
                    </a:cubicBezTo>
                    <a:cubicBezTo>
                      <a:pt x="582" y="12241"/>
                      <a:pt x="376" y="12246"/>
                      <a:pt x="224" y="12250"/>
                    </a:cubicBezTo>
                    <a:cubicBezTo>
                      <a:pt x="158" y="12250"/>
                      <a:pt x="106" y="12254"/>
                      <a:pt x="62" y="12254"/>
                    </a:cubicBezTo>
                    <a:cubicBezTo>
                      <a:pt x="23" y="12254"/>
                      <a:pt x="5" y="12259"/>
                      <a:pt x="1" y="12259"/>
                    </a:cubicBezTo>
                    <a:lnTo>
                      <a:pt x="1" y="12259"/>
                    </a:lnTo>
                    <a:cubicBezTo>
                      <a:pt x="1" y="12259"/>
                      <a:pt x="1" y="12259"/>
                      <a:pt x="1" y="12259"/>
                    </a:cubicBezTo>
                    <a:lnTo>
                      <a:pt x="1" y="12259"/>
                    </a:lnTo>
                    <a:cubicBezTo>
                      <a:pt x="1" y="12259"/>
                      <a:pt x="1" y="12259"/>
                      <a:pt x="1" y="12259"/>
                    </a:cubicBezTo>
                    <a:cubicBezTo>
                      <a:pt x="1" y="12259"/>
                      <a:pt x="1" y="12259"/>
                      <a:pt x="1" y="12259"/>
                    </a:cubicBezTo>
                    <a:lnTo>
                      <a:pt x="1" y="12259"/>
                    </a:lnTo>
                    <a:cubicBezTo>
                      <a:pt x="1" y="12259"/>
                      <a:pt x="1" y="12259"/>
                      <a:pt x="1" y="12259"/>
                    </a:cubicBezTo>
                    <a:lnTo>
                      <a:pt x="1" y="12259"/>
                    </a:lnTo>
                    <a:cubicBezTo>
                      <a:pt x="1" y="12259"/>
                      <a:pt x="1" y="12259"/>
                      <a:pt x="1" y="12259"/>
                    </a:cubicBezTo>
                    <a:lnTo>
                      <a:pt x="1" y="12259"/>
                    </a:lnTo>
                    <a:cubicBezTo>
                      <a:pt x="1" y="12259"/>
                      <a:pt x="1" y="12259"/>
                      <a:pt x="1" y="12259"/>
                    </a:cubicBezTo>
                    <a:cubicBezTo>
                      <a:pt x="1" y="12259"/>
                      <a:pt x="1" y="12259"/>
                      <a:pt x="1" y="12259"/>
                    </a:cubicBezTo>
                    <a:lnTo>
                      <a:pt x="1" y="12259"/>
                    </a:lnTo>
                    <a:cubicBezTo>
                      <a:pt x="3" y="12263"/>
                      <a:pt x="69" y="12263"/>
                      <a:pt x="207" y="12267"/>
                    </a:cubicBezTo>
                    <a:cubicBezTo>
                      <a:pt x="355" y="12272"/>
                      <a:pt x="560" y="12272"/>
                      <a:pt x="818" y="12281"/>
                    </a:cubicBezTo>
                    <a:cubicBezTo>
                      <a:pt x="1373" y="12285"/>
                      <a:pt x="2165" y="12293"/>
                      <a:pt x="3161" y="12307"/>
                    </a:cubicBezTo>
                    <a:lnTo>
                      <a:pt x="3196" y="12307"/>
                    </a:lnTo>
                    <a:lnTo>
                      <a:pt x="3204" y="12267"/>
                    </a:lnTo>
                    <a:cubicBezTo>
                      <a:pt x="3716" y="9501"/>
                      <a:pt x="4537" y="5078"/>
                      <a:pt x="5463" y="92"/>
                    </a:cubicBezTo>
                    <a:lnTo>
                      <a:pt x="548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3539;p48">
                <a:extLst>
                  <a:ext uri="{FF2B5EF4-FFF2-40B4-BE49-F238E27FC236}">
                    <a16:creationId xmlns:a16="http://schemas.microsoft.com/office/drawing/2014/main" id="{2D337BC9-35AA-E0BF-8B6C-7CAAFC4AA102}"/>
                  </a:ext>
                </a:extLst>
              </p:cNvPr>
              <p:cNvSpPr/>
              <p:nvPr/>
            </p:nvSpPr>
            <p:spPr>
              <a:xfrm>
                <a:off x="1456919" y="3824193"/>
                <a:ext cx="264655" cy="83487"/>
              </a:xfrm>
              <a:custGeom>
                <a:avLst/>
                <a:gdLst/>
                <a:ahLst/>
                <a:cxnLst/>
                <a:rect l="l" t="t" r="r" b="b"/>
                <a:pathLst>
                  <a:path w="18180" h="5735" extrusionOk="0">
                    <a:moveTo>
                      <a:pt x="975" y="1"/>
                    </a:moveTo>
                    <a:lnTo>
                      <a:pt x="0" y="5735"/>
                    </a:lnTo>
                    <a:lnTo>
                      <a:pt x="17083" y="5735"/>
                    </a:lnTo>
                    <a:lnTo>
                      <a:pt x="18180"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3540;p48">
                <a:extLst>
                  <a:ext uri="{FF2B5EF4-FFF2-40B4-BE49-F238E27FC236}">
                    <a16:creationId xmlns:a16="http://schemas.microsoft.com/office/drawing/2014/main" id="{5162E659-E78D-1C6A-9F74-1E3FE3EAEC24}"/>
                  </a:ext>
                </a:extLst>
              </p:cNvPr>
              <p:cNvSpPr/>
              <p:nvPr/>
            </p:nvSpPr>
            <p:spPr>
              <a:xfrm>
                <a:off x="1452144" y="3906515"/>
                <a:ext cx="32652" cy="30294"/>
              </a:xfrm>
              <a:custGeom>
                <a:avLst/>
                <a:gdLst/>
                <a:ahLst/>
                <a:cxnLst/>
                <a:rect l="l" t="t" r="r" b="b"/>
                <a:pathLst>
                  <a:path w="2243" h="2081" extrusionOk="0">
                    <a:moveTo>
                      <a:pt x="341" y="1"/>
                    </a:moveTo>
                    <a:lnTo>
                      <a:pt x="328" y="80"/>
                    </a:lnTo>
                    <a:lnTo>
                      <a:pt x="0" y="2081"/>
                    </a:lnTo>
                    <a:cubicBezTo>
                      <a:pt x="0" y="2081"/>
                      <a:pt x="2242" y="1"/>
                      <a:pt x="2207"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3541;p48">
                <a:extLst>
                  <a:ext uri="{FF2B5EF4-FFF2-40B4-BE49-F238E27FC236}">
                    <a16:creationId xmlns:a16="http://schemas.microsoft.com/office/drawing/2014/main" id="{B6643F1C-A4F3-B9C4-7A98-4C1EBFB0C30B}"/>
                  </a:ext>
                </a:extLst>
              </p:cNvPr>
              <p:cNvSpPr/>
              <p:nvPr/>
            </p:nvSpPr>
            <p:spPr>
              <a:xfrm>
                <a:off x="1499034" y="3852056"/>
                <a:ext cx="185011" cy="2315"/>
              </a:xfrm>
              <a:custGeom>
                <a:avLst/>
                <a:gdLst/>
                <a:ahLst/>
                <a:cxnLst/>
                <a:rect l="l" t="t" r="r" b="b"/>
                <a:pathLst>
                  <a:path w="12709" h="159" extrusionOk="0">
                    <a:moveTo>
                      <a:pt x="6354" y="1"/>
                    </a:moveTo>
                    <a:cubicBezTo>
                      <a:pt x="2846" y="1"/>
                      <a:pt x="0" y="35"/>
                      <a:pt x="0" y="79"/>
                    </a:cubicBezTo>
                    <a:cubicBezTo>
                      <a:pt x="0" y="123"/>
                      <a:pt x="2846" y="158"/>
                      <a:pt x="6354" y="158"/>
                    </a:cubicBezTo>
                    <a:cubicBezTo>
                      <a:pt x="9863" y="158"/>
                      <a:pt x="12709" y="123"/>
                      <a:pt x="12709" y="79"/>
                    </a:cubicBezTo>
                    <a:cubicBezTo>
                      <a:pt x="12709" y="35"/>
                      <a:pt x="9863" y="1"/>
                      <a:pt x="6354"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3542;p48">
                <a:extLst>
                  <a:ext uri="{FF2B5EF4-FFF2-40B4-BE49-F238E27FC236}">
                    <a16:creationId xmlns:a16="http://schemas.microsoft.com/office/drawing/2014/main" id="{B43E6FC1-8752-3FF1-F9FE-F9018E1D9DB8}"/>
                  </a:ext>
                </a:extLst>
              </p:cNvPr>
              <p:cNvSpPr/>
              <p:nvPr/>
            </p:nvSpPr>
            <p:spPr>
              <a:xfrm>
                <a:off x="1496617" y="3872232"/>
                <a:ext cx="184997" cy="2242"/>
              </a:xfrm>
              <a:custGeom>
                <a:avLst/>
                <a:gdLst/>
                <a:ahLst/>
                <a:cxnLst/>
                <a:rect l="l" t="t" r="r" b="b"/>
                <a:pathLst>
                  <a:path w="12708" h="154" extrusionOk="0">
                    <a:moveTo>
                      <a:pt x="6354" y="0"/>
                    </a:moveTo>
                    <a:cubicBezTo>
                      <a:pt x="2845" y="0"/>
                      <a:pt x="0" y="35"/>
                      <a:pt x="0" y="79"/>
                    </a:cubicBezTo>
                    <a:cubicBezTo>
                      <a:pt x="0" y="118"/>
                      <a:pt x="2845" y="153"/>
                      <a:pt x="6354" y="153"/>
                    </a:cubicBezTo>
                    <a:cubicBezTo>
                      <a:pt x="9864" y="153"/>
                      <a:pt x="12708" y="118"/>
                      <a:pt x="12708" y="79"/>
                    </a:cubicBezTo>
                    <a:cubicBezTo>
                      <a:pt x="12708" y="35"/>
                      <a:pt x="9864" y="0"/>
                      <a:pt x="635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1" name="Google Shape;3543;p48">
              <a:extLst>
                <a:ext uri="{FF2B5EF4-FFF2-40B4-BE49-F238E27FC236}">
                  <a16:creationId xmlns:a16="http://schemas.microsoft.com/office/drawing/2014/main" id="{F8E452F0-B168-77EA-B084-29B1126B9003}"/>
                </a:ext>
              </a:extLst>
            </p:cNvPr>
            <p:cNvGrpSpPr/>
            <p:nvPr/>
          </p:nvGrpSpPr>
          <p:grpSpPr>
            <a:xfrm>
              <a:off x="411603" y="4266784"/>
              <a:ext cx="1702500" cy="442228"/>
              <a:chOff x="411603" y="4266784"/>
              <a:chExt cx="1702500" cy="442228"/>
            </a:xfrm>
          </p:grpSpPr>
          <p:sp>
            <p:nvSpPr>
              <p:cNvPr id="1137" name="Google Shape;3544;p48">
                <a:extLst>
                  <a:ext uri="{FF2B5EF4-FFF2-40B4-BE49-F238E27FC236}">
                    <a16:creationId xmlns:a16="http://schemas.microsoft.com/office/drawing/2014/main" id="{62E686C7-2736-D02B-8436-64A92E9BD5CD}"/>
                  </a:ext>
                </a:extLst>
              </p:cNvPr>
              <p:cNvSpPr/>
              <p:nvPr/>
            </p:nvSpPr>
            <p:spPr>
              <a:xfrm>
                <a:off x="1379866" y="4295608"/>
                <a:ext cx="708470" cy="413404"/>
              </a:xfrm>
              <a:custGeom>
                <a:avLst/>
                <a:gdLst/>
                <a:ahLst/>
                <a:cxnLst/>
                <a:rect l="l" t="t" r="r" b="b"/>
                <a:pathLst>
                  <a:path w="48667" h="28398" extrusionOk="0">
                    <a:moveTo>
                      <a:pt x="1" y="0"/>
                    </a:moveTo>
                    <a:lnTo>
                      <a:pt x="1" y="28398"/>
                    </a:lnTo>
                    <a:lnTo>
                      <a:pt x="48667" y="28398"/>
                    </a:lnTo>
                    <a:lnTo>
                      <a:pt x="4866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3545;p48">
                <a:extLst>
                  <a:ext uri="{FF2B5EF4-FFF2-40B4-BE49-F238E27FC236}">
                    <a16:creationId xmlns:a16="http://schemas.microsoft.com/office/drawing/2014/main" id="{7930EFFA-EB24-6FC8-317B-EB36F41F0A54}"/>
                  </a:ext>
                </a:extLst>
              </p:cNvPr>
              <p:cNvSpPr/>
              <p:nvPr/>
            </p:nvSpPr>
            <p:spPr>
              <a:xfrm>
                <a:off x="1379866" y="4295608"/>
                <a:ext cx="322754" cy="413404"/>
              </a:xfrm>
              <a:custGeom>
                <a:avLst/>
                <a:gdLst/>
                <a:ahLst/>
                <a:cxnLst/>
                <a:rect l="l" t="t" r="r" b="b"/>
                <a:pathLst>
                  <a:path w="22171" h="28398" extrusionOk="0">
                    <a:moveTo>
                      <a:pt x="1" y="0"/>
                    </a:moveTo>
                    <a:lnTo>
                      <a:pt x="1" y="28398"/>
                    </a:lnTo>
                    <a:lnTo>
                      <a:pt x="22170" y="28398"/>
                    </a:lnTo>
                    <a:lnTo>
                      <a:pt x="2217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3546;p48">
                <a:extLst>
                  <a:ext uri="{FF2B5EF4-FFF2-40B4-BE49-F238E27FC236}">
                    <a16:creationId xmlns:a16="http://schemas.microsoft.com/office/drawing/2014/main" id="{587C1454-8685-072E-D4DC-71918D8DCA6A}"/>
                  </a:ext>
                </a:extLst>
              </p:cNvPr>
              <p:cNvSpPr/>
              <p:nvPr/>
            </p:nvSpPr>
            <p:spPr>
              <a:xfrm>
                <a:off x="1408938" y="4320036"/>
                <a:ext cx="261613" cy="117071"/>
              </a:xfrm>
              <a:custGeom>
                <a:avLst/>
                <a:gdLst/>
                <a:ahLst/>
                <a:cxnLst/>
                <a:rect l="l" t="t" r="r" b="b"/>
                <a:pathLst>
                  <a:path w="17971" h="8042" extrusionOk="0">
                    <a:moveTo>
                      <a:pt x="17858" y="136"/>
                    </a:moveTo>
                    <a:lnTo>
                      <a:pt x="17858" y="136"/>
                    </a:lnTo>
                    <a:cubicBezTo>
                      <a:pt x="17871" y="2535"/>
                      <a:pt x="17884" y="4477"/>
                      <a:pt x="17888" y="5834"/>
                    </a:cubicBezTo>
                    <a:cubicBezTo>
                      <a:pt x="17897" y="6512"/>
                      <a:pt x="17901" y="7040"/>
                      <a:pt x="17906" y="7407"/>
                    </a:cubicBezTo>
                    <a:cubicBezTo>
                      <a:pt x="17906" y="7587"/>
                      <a:pt x="17910" y="7722"/>
                      <a:pt x="17910" y="7823"/>
                    </a:cubicBezTo>
                    <a:cubicBezTo>
                      <a:pt x="17910" y="7915"/>
                      <a:pt x="17914" y="7967"/>
                      <a:pt x="17914" y="7967"/>
                    </a:cubicBezTo>
                    <a:cubicBezTo>
                      <a:pt x="17914" y="7967"/>
                      <a:pt x="17884" y="7963"/>
                      <a:pt x="17823" y="7963"/>
                    </a:cubicBezTo>
                    <a:cubicBezTo>
                      <a:pt x="17761" y="7963"/>
                      <a:pt x="17674" y="7958"/>
                      <a:pt x="17565" y="7958"/>
                    </a:cubicBezTo>
                    <a:cubicBezTo>
                      <a:pt x="17333" y="7958"/>
                      <a:pt x="17000" y="7954"/>
                      <a:pt x="16572" y="7950"/>
                    </a:cubicBezTo>
                    <a:cubicBezTo>
                      <a:pt x="15699" y="7945"/>
                      <a:pt x="14440" y="7937"/>
                      <a:pt x="12863" y="7928"/>
                    </a:cubicBezTo>
                    <a:cubicBezTo>
                      <a:pt x="9714" y="7919"/>
                      <a:pt x="5292" y="7906"/>
                      <a:pt x="154" y="7893"/>
                    </a:cubicBezTo>
                    <a:lnTo>
                      <a:pt x="154" y="7893"/>
                    </a:lnTo>
                    <a:cubicBezTo>
                      <a:pt x="154" y="6692"/>
                      <a:pt x="154" y="5436"/>
                      <a:pt x="158" y="4143"/>
                    </a:cubicBezTo>
                    <a:lnTo>
                      <a:pt x="158" y="2133"/>
                    </a:lnTo>
                    <a:lnTo>
                      <a:pt x="158" y="1110"/>
                    </a:lnTo>
                    <a:lnTo>
                      <a:pt x="158" y="595"/>
                    </a:lnTo>
                    <a:lnTo>
                      <a:pt x="158" y="337"/>
                    </a:lnTo>
                    <a:lnTo>
                      <a:pt x="158" y="206"/>
                    </a:lnTo>
                    <a:lnTo>
                      <a:pt x="158" y="158"/>
                    </a:lnTo>
                    <a:lnTo>
                      <a:pt x="158" y="158"/>
                    </a:lnTo>
                    <a:cubicBezTo>
                      <a:pt x="7035" y="149"/>
                      <a:pt x="13275" y="140"/>
                      <a:pt x="17858" y="136"/>
                    </a:cubicBezTo>
                    <a:close/>
                    <a:moveTo>
                      <a:pt x="80" y="1"/>
                    </a:moveTo>
                    <a:cubicBezTo>
                      <a:pt x="54" y="26"/>
                      <a:pt x="9" y="71"/>
                      <a:pt x="1" y="79"/>
                    </a:cubicBezTo>
                    <a:lnTo>
                      <a:pt x="1" y="79"/>
                    </a:lnTo>
                    <a:lnTo>
                      <a:pt x="1" y="83"/>
                    </a:lnTo>
                    <a:lnTo>
                      <a:pt x="1" y="92"/>
                    </a:lnTo>
                    <a:lnTo>
                      <a:pt x="1" y="110"/>
                    </a:lnTo>
                    <a:lnTo>
                      <a:pt x="1" y="140"/>
                    </a:lnTo>
                    <a:lnTo>
                      <a:pt x="1" y="206"/>
                    </a:lnTo>
                    <a:lnTo>
                      <a:pt x="1" y="337"/>
                    </a:lnTo>
                    <a:lnTo>
                      <a:pt x="1" y="595"/>
                    </a:lnTo>
                    <a:lnTo>
                      <a:pt x="1" y="1110"/>
                    </a:lnTo>
                    <a:lnTo>
                      <a:pt x="1" y="2133"/>
                    </a:lnTo>
                    <a:lnTo>
                      <a:pt x="1" y="4143"/>
                    </a:lnTo>
                    <a:cubicBezTo>
                      <a:pt x="5" y="5463"/>
                      <a:pt x="5" y="6744"/>
                      <a:pt x="5" y="7967"/>
                    </a:cubicBezTo>
                    <a:lnTo>
                      <a:pt x="5" y="8042"/>
                    </a:lnTo>
                    <a:lnTo>
                      <a:pt x="80" y="8042"/>
                    </a:lnTo>
                    <a:cubicBezTo>
                      <a:pt x="5271" y="8028"/>
                      <a:pt x="9737" y="8016"/>
                      <a:pt x="12910" y="8006"/>
                    </a:cubicBezTo>
                    <a:cubicBezTo>
                      <a:pt x="14483" y="7998"/>
                      <a:pt x="15738" y="7990"/>
                      <a:pt x="16603" y="7984"/>
                    </a:cubicBezTo>
                    <a:cubicBezTo>
                      <a:pt x="17027" y="7980"/>
                      <a:pt x="17355" y="7980"/>
                      <a:pt x="17583" y="7976"/>
                    </a:cubicBezTo>
                    <a:cubicBezTo>
                      <a:pt x="17687" y="7976"/>
                      <a:pt x="17770" y="7972"/>
                      <a:pt x="17835" y="7972"/>
                    </a:cubicBezTo>
                    <a:cubicBezTo>
                      <a:pt x="17882" y="7972"/>
                      <a:pt x="17911" y="7968"/>
                      <a:pt x="17914" y="7968"/>
                    </a:cubicBezTo>
                    <a:lnTo>
                      <a:pt x="17914" y="7968"/>
                    </a:lnTo>
                    <a:cubicBezTo>
                      <a:pt x="17914" y="7968"/>
                      <a:pt x="17914" y="7968"/>
                      <a:pt x="17914" y="7968"/>
                    </a:cubicBezTo>
                    <a:cubicBezTo>
                      <a:pt x="17918" y="7968"/>
                      <a:pt x="17918" y="7920"/>
                      <a:pt x="17923" y="7836"/>
                    </a:cubicBezTo>
                    <a:cubicBezTo>
                      <a:pt x="17923" y="7736"/>
                      <a:pt x="17923" y="7605"/>
                      <a:pt x="17928" y="7429"/>
                    </a:cubicBezTo>
                    <a:cubicBezTo>
                      <a:pt x="17932" y="7067"/>
                      <a:pt x="17936" y="6542"/>
                      <a:pt x="17940" y="5870"/>
                    </a:cubicBezTo>
                    <a:cubicBezTo>
                      <a:pt x="17950" y="4493"/>
                      <a:pt x="17958" y="2518"/>
                      <a:pt x="17971" y="79"/>
                    </a:cubicBezTo>
                    <a:lnTo>
                      <a:pt x="17971" y="23"/>
                    </a:lnTo>
                    <a:lnTo>
                      <a:pt x="17914" y="23"/>
                    </a:lnTo>
                    <a:cubicBezTo>
                      <a:pt x="13309" y="18"/>
                      <a:pt x="7016" y="9"/>
                      <a:pt x="8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3547;p48">
                <a:extLst>
                  <a:ext uri="{FF2B5EF4-FFF2-40B4-BE49-F238E27FC236}">
                    <a16:creationId xmlns:a16="http://schemas.microsoft.com/office/drawing/2014/main" id="{7AB06A1E-94AF-F8D0-C445-BBC0F93D7E7B}"/>
                  </a:ext>
                </a:extLst>
              </p:cNvPr>
              <p:cNvSpPr/>
              <p:nvPr/>
            </p:nvSpPr>
            <p:spPr>
              <a:xfrm>
                <a:off x="1527654" y="4366590"/>
                <a:ext cx="23670" cy="24034"/>
              </a:xfrm>
              <a:custGeom>
                <a:avLst/>
                <a:gdLst/>
                <a:ahLst/>
                <a:cxnLst/>
                <a:rect l="l" t="t" r="r" b="b"/>
                <a:pathLst>
                  <a:path w="1626" h="1651" extrusionOk="0">
                    <a:moveTo>
                      <a:pt x="854" y="134"/>
                    </a:moveTo>
                    <a:cubicBezTo>
                      <a:pt x="1014" y="134"/>
                      <a:pt x="1163" y="190"/>
                      <a:pt x="1268" y="268"/>
                    </a:cubicBezTo>
                    <a:cubicBezTo>
                      <a:pt x="1434" y="381"/>
                      <a:pt x="1513" y="538"/>
                      <a:pt x="1548" y="649"/>
                    </a:cubicBezTo>
                    <a:cubicBezTo>
                      <a:pt x="1581" y="754"/>
                      <a:pt x="1587" y="823"/>
                      <a:pt x="1599" y="827"/>
                    </a:cubicBezTo>
                    <a:lnTo>
                      <a:pt x="1599" y="827"/>
                    </a:lnTo>
                    <a:cubicBezTo>
                      <a:pt x="1587" y="827"/>
                      <a:pt x="1581" y="896"/>
                      <a:pt x="1548" y="1002"/>
                    </a:cubicBezTo>
                    <a:cubicBezTo>
                      <a:pt x="1513" y="1111"/>
                      <a:pt x="1434" y="1268"/>
                      <a:pt x="1268" y="1383"/>
                    </a:cubicBezTo>
                    <a:cubicBezTo>
                      <a:pt x="1163" y="1461"/>
                      <a:pt x="1014" y="1516"/>
                      <a:pt x="854" y="1516"/>
                    </a:cubicBezTo>
                    <a:cubicBezTo>
                      <a:pt x="774" y="1516"/>
                      <a:pt x="690" y="1502"/>
                      <a:pt x="608" y="1470"/>
                    </a:cubicBezTo>
                    <a:cubicBezTo>
                      <a:pt x="368" y="1383"/>
                      <a:pt x="158" y="1125"/>
                      <a:pt x="162" y="823"/>
                    </a:cubicBezTo>
                    <a:cubicBezTo>
                      <a:pt x="158" y="526"/>
                      <a:pt x="368" y="268"/>
                      <a:pt x="608" y="181"/>
                    </a:cubicBezTo>
                    <a:cubicBezTo>
                      <a:pt x="690" y="148"/>
                      <a:pt x="774" y="134"/>
                      <a:pt x="854" y="134"/>
                    </a:cubicBezTo>
                    <a:close/>
                    <a:moveTo>
                      <a:pt x="824" y="0"/>
                    </a:moveTo>
                    <a:cubicBezTo>
                      <a:pt x="738" y="0"/>
                      <a:pt x="649" y="14"/>
                      <a:pt x="560" y="46"/>
                    </a:cubicBezTo>
                    <a:cubicBezTo>
                      <a:pt x="263" y="141"/>
                      <a:pt x="1" y="456"/>
                      <a:pt x="5" y="823"/>
                    </a:cubicBezTo>
                    <a:cubicBezTo>
                      <a:pt x="1" y="1194"/>
                      <a:pt x="263" y="1509"/>
                      <a:pt x="560" y="1605"/>
                    </a:cubicBezTo>
                    <a:cubicBezTo>
                      <a:pt x="649" y="1637"/>
                      <a:pt x="739" y="1650"/>
                      <a:pt x="825" y="1650"/>
                    </a:cubicBezTo>
                    <a:cubicBezTo>
                      <a:pt x="1027" y="1650"/>
                      <a:pt x="1211" y="1575"/>
                      <a:pt x="1334" y="1474"/>
                    </a:cubicBezTo>
                    <a:cubicBezTo>
                      <a:pt x="1517" y="1325"/>
                      <a:pt x="1587" y="1137"/>
                      <a:pt x="1604" y="1020"/>
                    </a:cubicBezTo>
                    <a:cubicBezTo>
                      <a:pt x="1626" y="897"/>
                      <a:pt x="1609" y="827"/>
                      <a:pt x="1601" y="827"/>
                    </a:cubicBezTo>
                    <a:lnTo>
                      <a:pt x="1601" y="827"/>
                    </a:lnTo>
                    <a:cubicBezTo>
                      <a:pt x="1609" y="823"/>
                      <a:pt x="1626" y="754"/>
                      <a:pt x="1604" y="631"/>
                    </a:cubicBezTo>
                    <a:cubicBezTo>
                      <a:pt x="1587" y="512"/>
                      <a:pt x="1517" y="325"/>
                      <a:pt x="1334" y="181"/>
                    </a:cubicBezTo>
                    <a:cubicBezTo>
                      <a:pt x="1211" y="76"/>
                      <a:pt x="1026" y="0"/>
                      <a:pt x="82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3548;p48">
                <a:extLst>
                  <a:ext uri="{FF2B5EF4-FFF2-40B4-BE49-F238E27FC236}">
                    <a16:creationId xmlns:a16="http://schemas.microsoft.com/office/drawing/2014/main" id="{25584602-58B5-4288-9526-145AAB4E616B}"/>
                  </a:ext>
                </a:extLst>
              </p:cNvPr>
              <p:cNvSpPr/>
              <p:nvPr/>
            </p:nvSpPr>
            <p:spPr>
              <a:xfrm>
                <a:off x="1408938" y="4446438"/>
                <a:ext cx="261613" cy="117086"/>
              </a:xfrm>
              <a:custGeom>
                <a:avLst/>
                <a:gdLst/>
                <a:ahLst/>
                <a:cxnLst/>
                <a:rect l="l" t="t" r="r" b="b"/>
                <a:pathLst>
                  <a:path w="17971" h="8043" extrusionOk="0">
                    <a:moveTo>
                      <a:pt x="17858" y="136"/>
                    </a:moveTo>
                    <a:lnTo>
                      <a:pt x="17858" y="136"/>
                    </a:lnTo>
                    <a:cubicBezTo>
                      <a:pt x="17871" y="2536"/>
                      <a:pt x="17884" y="4477"/>
                      <a:pt x="17888" y="5836"/>
                    </a:cubicBezTo>
                    <a:cubicBezTo>
                      <a:pt x="17897" y="6512"/>
                      <a:pt x="17901" y="7042"/>
                      <a:pt x="17906" y="7413"/>
                    </a:cubicBezTo>
                    <a:cubicBezTo>
                      <a:pt x="17906" y="7587"/>
                      <a:pt x="17910" y="7723"/>
                      <a:pt x="17910" y="7823"/>
                    </a:cubicBezTo>
                    <a:cubicBezTo>
                      <a:pt x="17910" y="7920"/>
                      <a:pt x="17914" y="7968"/>
                      <a:pt x="17914" y="7968"/>
                    </a:cubicBezTo>
                    <a:cubicBezTo>
                      <a:pt x="17914" y="7968"/>
                      <a:pt x="17884" y="7968"/>
                      <a:pt x="17823" y="7964"/>
                    </a:cubicBezTo>
                    <a:cubicBezTo>
                      <a:pt x="17761" y="7964"/>
                      <a:pt x="17674" y="7964"/>
                      <a:pt x="17565" y="7959"/>
                    </a:cubicBezTo>
                    <a:cubicBezTo>
                      <a:pt x="17333" y="7959"/>
                      <a:pt x="17000" y="7954"/>
                      <a:pt x="16572" y="7950"/>
                    </a:cubicBezTo>
                    <a:cubicBezTo>
                      <a:pt x="15699" y="7946"/>
                      <a:pt x="14440" y="7937"/>
                      <a:pt x="12863" y="7928"/>
                    </a:cubicBezTo>
                    <a:cubicBezTo>
                      <a:pt x="9714" y="7920"/>
                      <a:pt x="5292" y="7911"/>
                      <a:pt x="154" y="7894"/>
                    </a:cubicBezTo>
                    <a:lnTo>
                      <a:pt x="154" y="7894"/>
                    </a:lnTo>
                    <a:cubicBezTo>
                      <a:pt x="154" y="6692"/>
                      <a:pt x="154" y="5437"/>
                      <a:pt x="158" y="4144"/>
                    </a:cubicBezTo>
                    <a:lnTo>
                      <a:pt x="158" y="2138"/>
                    </a:lnTo>
                    <a:lnTo>
                      <a:pt x="158" y="1111"/>
                    </a:lnTo>
                    <a:lnTo>
                      <a:pt x="158" y="596"/>
                    </a:lnTo>
                    <a:lnTo>
                      <a:pt x="158" y="338"/>
                    </a:lnTo>
                    <a:lnTo>
                      <a:pt x="158" y="206"/>
                    </a:lnTo>
                    <a:lnTo>
                      <a:pt x="158" y="158"/>
                    </a:lnTo>
                    <a:lnTo>
                      <a:pt x="158" y="158"/>
                    </a:lnTo>
                    <a:cubicBezTo>
                      <a:pt x="7035" y="150"/>
                      <a:pt x="13275" y="140"/>
                      <a:pt x="17858" y="136"/>
                    </a:cubicBezTo>
                    <a:close/>
                    <a:moveTo>
                      <a:pt x="80" y="1"/>
                    </a:moveTo>
                    <a:lnTo>
                      <a:pt x="1" y="80"/>
                    </a:lnTo>
                    <a:lnTo>
                      <a:pt x="1" y="84"/>
                    </a:lnTo>
                    <a:lnTo>
                      <a:pt x="1" y="88"/>
                    </a:lnTo>
                    <a:lnTo>
                      <a:pt x="1" y="93"/>
                    </a:lnTo>
                    <a:lnTo>
                      <a:pt x="1" y="110"/>
                    </a:lnTo>
                    <a:lnTo>
                      <a:pt x="1" y="146"/>
                    </a:lnTo>
                    <a:lnTo>
                      <a:pt x="1" y="206"/>
                    </a:lnTo>
                    <a:lnTo>
                      <a:pt x="1" y="338"/>
                    </a:lnTo>
                    <a:lnTo>
                      <a:pt x="1" y="596"/>
                    </a:lnTo>
                    <a:lnTo>
                      <a:pt x="1" y="1111"/>
                    </a:lnTo>
                    <a:lnTo>
                      <a:pt x="1" y="2138"/>
                    </a:lnTo>
                    <a:lnTo>
                      <a:pt x="1" y="4144"/>
                    </a:lnTo>
                    <a:cubicBezTo>
                      <a:pt x="5" y="5463"/>
                      <a:pt x="5" y="6744"/>
                      <a:pt x="5" y="7968"/>
                    </a:cubicBezTo>
                    <a:lnTo>
                      <a:pt x="5" y="8042"/>
                    </a:lnTo>
                    <a:lnTo>
                      <a:pt x="80" y="8042"/>
                    </a:lnTo>
                    <a:cubicBezTo>
                      <a:pt x="5271" y="8029"/>
                      <a:pt x="9737" y="8016"/>
                      <a:pt x="12910" y="8007"/>
                    </a:cubicBezTo>
                    <a:cubicBezTo>
                      <a:pt x="14483" y="7998"/>
                      <a:pt x="15738" y="7994"/>
                      <a:pt x="16603" y="7986"/>
                    </a:cubicBezTo>
                    <a:cubicBezTo>
                      <a:pt x="17027" y="7986"/>
                      <a:pt x="17355" y="7980"/>
                      <a:pt x="17583" y="7976"/>
                    </a:cubicBezTo>
                    <a:cubicBezTo>
                      <a:pt x="17687" y="7976"/>
                      <a:pt x="17770" y="7976"/>
                      <a:pt x="17835" y="7972"/>
                    </a:cubicBezTo>
                    <a:cubicBezTo>
                      <a:pt x="17888" y="7972"/>
                      <a:pt x="17918" y="7972"/>
                      <a:pt x="17914" y="7968"/>
                    </a:cubicBezTo>
                    <a:lnTo>
                      <a:pt x="17914" y="7968"/>
                    </a:lnTo>
                    <a:cubicBezTo>
                      <a:pt x="17914" y="7968"/>
                      <a:pt x="17914" y="7968"/>
                      <a:pt x="17914" y="7968"/>
                    </a:cubicBezTo>
                    <a:cubicBezTo>
                      <a:pt x="17918" y="7968"/>
                      <a:pt x="17918" y="7920"/>
                      <a:pt x="17923" y="7837"/>
                    </a:cubicBezTo>
                    <a:cubicBezTo>
                      <a:pt x="17923" y="7736"/>
                      <a:pt x="17923" y="7605"/>
                      <a:pt x="17928" y="7430"/>
                    </a:cubicBezTo>
                    <a:cubicBezTo>
                      <a:pt x="17932" y="7068"/>
                      <a:pt x="17936" y="6543"/>
                      <a:pt x="17940" y="5870"/>
                    </a:cubicBezTo>
                    <a:cubicBezTo>
                      <a:pt x="17950" y="4493"/>
                      <a:pt x="17958" y="2518"/>
                      <a:pt x="17971" y="80"/>
                    </a:cubicBezTo>
                    <a:lnTo>
                      <a:pt x="17971" y="23"/>
                    </a:lnTo>
                    <a:lnTo>
                      <a:pt x="17914" y="23"/>
                    </a:lnTo>
                    <a:cubicBezTo>
                      <a:pt x="13309" y="19"/>
                      <a:pt x="7016" y="9"/>
                      <a:pt x="8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3549;p48">
                <a:extLst>
                  <a:ext uri="{FF2B5EF4-FFF2-40B4-BE49-F238E27FC236}">
                    <a16:creationId xmlns:a16="http://schemas.microsoft.com/office/drawing/2014/main" id="{66CF9AA3-EF7A-31D2-1EE9-19B196DF6949}"/>
                  </a:ext>
                </a:extLst>
              </p:cNvPr>
              <p:cNvSpPr/>
              <p:nvPr/>
            </p:nvSpPr>
            <p:spPr>
              <a:xfrm>
                <a:off x="1527654" y="4492993"/>
                <a:ext cx="23685" cy="24034"/>
              </a:xfrm>
              <a:custGeom>
                <a:avLst/>
                <a:gdLst/>
                <a:ahLst/>
                <a:cxnLst/>
                <a:rect l="l" t="t" r="r" b="b"/>
                <a:pathLst>
                  <a:path w="1627" h="1651" extrusionOk="0">
                    <a:moveTo>
                      <a:pt x="824" y="1"/>
                    </a:moveTo>
                    <a:cubicBezTo>
                      <a:pt x="738" y="1"/>
                      <a:pt x="649" y="14"/>
                      <a:pt x="560" y="46"/>
                    </a:cubicBezTo>
                    <a:cubicBezTo>
                      <a:pt x="263" y="141"/>
                      <a:pt x="1" y="456"/>
                      <a:pt x="5" y="828"/>
                    </a:cubicBezTo>
                    <a:cubicBezTo>
                      <a:pt x="1" y="1195"/>
                      <a:pt x="263" y="1510"/>
                      <a:pt x="560" y="1605"/>
                    </a:cubicBezTo>
                    <a:cubicBezTo>
                      <a:pt x="649" y="1637"/>
                      <a:pt x="739" y="1651"/>
                      <a:pt x="825" y="1651"/>
                    </a:cubicBezTo>
                    <a:cubicBezTo>
                      <a:pt x="1027" y="1651"/>
                      <a:pt x="1211" y="1576"/>
                      <a:pt x="1334" y="1474"/>
                    </a:cubicBezTo>
                    <a:cubicBezTo>
                      <a:pt x="1517" y="1326"/>
                      <a:pt x="1587" y="1143"/>
                      <a:pt x="1604" y="1020"/>
                    </a:cubicBezTo>
                    <a:cubicBezTo>
                      <a:pt x="1626" y="893"/>
                      <a:pt x="1608" y="828"/>
                      <a:pt x="1600" y="828"/>
                    </a:cubicBezTo>
                    <a:cubicBezTo>
                      <a:pt x="1587" y="828"/>
                      <a:pt x="1582" y="893"/>
                      <a:pt x="1548" y="1002"/>
                    </a:cubicBezTo>
                    <a:cubicBezTo>
                      <a:pt x="1513" y="1111"/>
                      <a:pt x="1434" y="1269"/>
                      <a:pt x="1268" y="1387"/>
                    </a:cubicBezTo>
                    <a:cubicBezTo>
                      <a:pt x="1163" y="1462"/>
                      <a:pt x="1015" y="1517"/>
                      <a:pt x="856" y="1517"/>
                    </a:cubicBezTo>
                    <a:cubicBezTo>
                      <a:pt x="775" y="1517"/>
                      <a:pt x="691" y="1503"/>
                      <a:pt x="608" y="1470"/>
                    </a:cubicBezTo>
                    <a:cubicBezTo>
                      <a:pt x="368" y="1383"/>
                      <a:pt x="158" y="1125"/>
                      <a:pt x="162" y="828"/>
                    </a:cubicBezTo>
                    <a:cubicBezTo>
                      <a:pt x="158" y="526"/>
                      <a:pt x="368" y="268"/>
                      <a:pt x="608" y="181"/>
                    </a:cubicBezTo>
                    <a:cubicBezTo>
                      <a:pt x="690" y="150"/>
                      <a:pt x="774" y="137"/>
                      <a:pt x="854" y="137"/>
                    </a:cubicBezTo>
                    <a:cubicBezTo>
                      <a:pt x="1014" y="137"/>
                      <a:pt x="1163" y="190"/>
                      <a:pt x="1268" y="268"/>
                    </a:cubicBezTo>
                    <a:cubicBezTo>
                      <a:pt x="1434" y="383"/>
                      <a:pt x="1513" y="540"/>
                      <a:pt x="1548" y="649"/>
                    </a:cubicBezTo>
                    <a:cubicBezTo>
                      <a:pt x="1582" y="758"/>
                      <a:pt x="1587" y="828"/>
                      <a:pt x="1600" y="828"/>
                    </a:cubicBezTo>
                    <a:cubicBezTo>
                      <a:pt x="1608" y="828"/>
                      <a:pt x="1626" y="758"/>
                      <a:pt x="1604" y="635"/>
                    </a:cubicBezTo>
                    <a:cubicBezTo>
                      <a:pt x="1587" y="514"/>
                      <a:pt x="1517" y="325"/>
                      <a:pt x="1334" y="181"/>
                    </a:cubicBezTo>
                    <a:cubicBezTo>
                      <a:pt x="1211" y="77"/>
                      <a:pt x="1026" y="1"/>
                      <a:pt x="82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3550;p48">
                <a:extLst>
                  <a:ext uri="{FF2B5EF4-FFF2-40B4-BE49-F238E27FC236}">
                    <a16:creationId xmlns:a16="http://schemas.microsoft.com/office/drawing/2014/main" id="{4F088E87-87F1-BAE5-2F0F-144452E91D10}"/>
                  </a:ext>
                </a:extLst>
              </p:cNvPr>
              <p:cNvSpPr/>
              <p:nvPr/>
            </p:nvSpPr>
            <p:spPr>
              <a:xfrm>
                <a:off x="1408923" y="4572608"/>
                <a:ext cx="261627" cy="117319"/>
              </a:xfrm>
              <a:custGeom>
                <a:avLst/>
                <a:gdLst/>
                <a:ahLst/>
                <a:cxnLst/>
                <a:rect l="l" t="t" r="r" b="b"/>
                <a:pathLst>
                  <a:path w="17972" h="8059" extrusionOk="0">
                    <a:moveTo>
                      <a:pt x="98" y="0"/>
                    </a:moveTo>
                    <a:cubicBezTo>
                      <a:pt x="98" y="0"/>
                      <a:pt x="93" y="5"/>
                      <a:pt x="81" y="17"/>
                    </a:cubicBezTo>
                    <a:cubicBezTo>
                      <a:pt x="81" y="17"/>
                      <a:pt x="81" y="17"/>
                      <a:pt x="81" y="17"/>
                    </a:cubicBezTo>
                    <a:lnTo>
                      <a:pt x="81" y="17"/>
                    </a:lnTo>
                    <a:cubicBezTo>
                      <a:pt x="91" y="7"/>
                      <a:pt x="98" y="0"/>
                      <a:pt x="98" y="0"/>
                    </a:cubicBezTo>
                    <a:close/>
                    <a:moveTo>
                      <a:pt x="161" y="95"/>
                    </a:moveTo>
                    <a:cubicBezTo>
                      <a:pt x="161" y="95"/>
                      <a:pt x="160" y="95"/>
                      <a:pt x="159" y="96"/>
                    </a:cubicBezTo>
                    <a:lnTo>
                      <a:pt x="159" y="96"/>
                    </a:lnTo>
                    <a:lnTo>
                      <a:pt x="159" y="96"/>
                    </a:lnTo>
                    <a:cubicBezTo>
                      <a:pt x="160" y="95"/>
                      <a:pt x="161" y="95"/>
                      <a:pt x="161" y="95"/>
                    </a:cubicBezTo>
                    <a:close/>
                    <a:moveTo>
                      <a:pt x="2" y="96"/>
                    </a:moveTo>
                    <a:cubicBezTo>
                      <a:pt x="1" y="97"/>
                      <a:pt x="1" y="97"/>
                      <a:pt x="1" y="97"/>
                    </a:cubicBezTo>
                    <a:cubicBezTo>
                      <a:pt x="1" y="97"/>
                      <a:pt x="1" y="97"/>
                      <a:pt x="2" y="96"/>
                    </a:cubicBezTo>
                    <a:lnTo>
                      <a:pt x="2" y="96"/>
                    </a:lnTo>
                    <a:lnTo>
                      <a:pt x="2" y="96"/>
                    </a:lnTo>
                    <a:close/>
                    <a:moveTo>
                      <a:pt x="81" y="174"/>
                    </a:moveTo>
                    <a:lnTo>
                      <a:pt x="81" y="174"/>
                    </a:lnTo>
                    <a:cubicBezTo>
                      <a:pt x="70" y="185"/>
                      <a:pt x="63" y="192"/>
                      <a:pt x="63" y="192"/>
                    </a:cubicBezTo>
                    <a:cubicBezTo>
                      <a:pt x="63" y="192"/>
                      <a:pt x="68" y="187"/>
                      <a:pt x="81" y="174"/>
                    </a:cubicBezTo>
                    <a:cubicBezTo>
                      <a:pt x="81" y="174"/>
                      <a:pt x="81" y="174"/>
                      <a:pt x="81" y="174"/>
                    </a:cubicBezTo>
                    <a:close/>
                    <a:moveTo>
                      <a:pt x="17859" y="153"/>
                    </a:moveTo>
                    <a:cubicBezTo>
                      <a:pt x="17872" y="2552"/>
                      <a:pt x="17885" y="4495"/>
                      <a:pt x="17889" y="5852"/>
                    </a:cubicBezTo>
                    <a:cubicBezTo>
                      <a:pt x="17898" y="6529"/>
                      <a:pt x="17902" y="7058"/>
                      <a:pt x="17907" y="7429"/>
                    </a:cubicBezTo>
                    <a:cubicBezTo>
                      <a:pt x="17907" y="7604"/>
                      <a:pt x="17911" y="7740"/>
                      <a:pt x="17911" y="7840"/>
                    </a:cubicBezTo>
                    <a:cubicBezTo>
                      <a:pt x="17911" y="7936"/>
                      <a:pt x="17915" y="7984"/>
                      <a:pt x="17915" y="7984"/>
                    </a:cubicBezTo>
                    <a:cubicBezTo>
                      <a:pt x="17915" y="7984"/>
                      <a:pt x="17885" y="7984"/>
                      <a:pt x="17824" y="7980"/>
                    </a:cubicBezTo>
                    <a:cubicBezTo>
                      <a:pt x="17762" y="7980"/>
                      <a:pt x="17675" y="7980"/>
                      <a:pt x="17566" y="7976"/>
                    </a:cubicBezTo>
                    <a:cubicBezTo>
                      <a:pt x="17334" y="7976"/>
                      <a:pt x="17001" y="7972"/>
                      <a:pt x="16573" y="7966"/>
                    </a:cubicBezTo>
                    <a:cubicBezTo>
                      <a:pt x="15700" y="7962"/>
                      <a:pt x="14441" y="7954"/>
                      <a:pt x="12864" y="7945"/>
                    </a:cubicBezTo>
                    <a:cubicBezTo>
                      <a:pt x="9715" y="7936"/>
                      <a:pt x="5293" y="7928"/>
                      <a:pt x="155" y="7910"/>
                    </a:cubicBezTo>
                    <a:lnTo>
                      <a:pt x="155" y="7910"/>
                    </a:lnTo>
                    <a:cubicBezTo>
                      <a:pt x="155" y="6708"/>
                      <a:pt x="155" y="5454"/>
                      <a:pt x="159" y="4160"/>
                    </a:cubicBezTo>
                    <a:lnTo>
                      <a:pt x="159" y="2155"/>
                    </a:lnTo>
                    <a:lnTo>
                      <a:pt x="159" y="1128"/>
                    </a:lnTo>
                    <a:lnTo>
                      <a:pt x="159" y="612"/>
                    </a:lnTo>
                    <a:lnTo>
                      <a:pt x="159" y="354"/>
                    </a:lnTo>
                    <a:lnTo>
                      <a:pt x="159" y="227"/>
                    </a:lnTo>
                    <a:lnTo>
                      <a:pt x="159" y="174"/>
                    </a:lnTo>
                    <a:lnTo>
                      <a:pt x="159" y="174"/>
                    </a:lnTo>
                    <a:cubicBezTo>
                      <a:pt x="7036" y="166"/>
                      <a:pt x="13276" y="158"/>
                      <a:pt x="17859" y="153"/>
                    </a:cubicBezTo>
                    <a:close/>
                    <a:moveTo>
                      <a:pt x="81" y="17"/>
                    </a:moveTo>
                    <a:cubicBezTo>
                      <a:pt x="56" y="42"/>
                      <a:pt x="10" y="88"/>
                      <a:pt x="2" y="96"/>
                    </a:cubicBezTo>
                    <a:lnTo>
                      <a:pt x="2" y="96"/>
                    </a:lnTo>
                    <a:lnTo>
                      <a:pt x="2" y="100"/>
                    </a:lnTo>
                    <a:lnTo>
                      <a:pt x="2" y="105"/>
                    </a:lnTo>
                    <a:lnTo>
                      <a:pt x="2" y="114"/>
                    </a:lnTo>
                    <a:lnTo>
                      <a:pt x="2" y="126"/>
                    </a:lnTo>
                    <a:lnTo>
                      <a:pt x="2" y="162"/>
                    </a:lnTo>
                    <a:lnTo>
                      <a:pt x="2" y="227"/>
                    </a:lnTo>
                    <a:lnTo>
                      <a:pt x="2" y="354"/>
                    </a:lnTo>
                    <a:lnTo>
                      <a:pt x="2" y="612"/>
                    </a:lnTo>
                    <a:lnTo>
                      <a:pt x="2" y="1128"/>
                    </a:lnTo>
                    <a:lnTo>
                      <a:pt x="2" y="2155"/>
                    </a:lnTo>
                    <a:lnTo>
                      <a:pt x="2" y="4160"/>
                    </a:lnTo>
                    <a:cubicBezTo>
                      <a:pt x="6" y="5481"/>
                      <a:pt x="6" y="6760"/>
                      <a:pt x="6" y="7984"/>
                    </a:cubicBezTo>
                    <a:lnTo>
                      <a:pt x="6" y="8059"/>
                    </a:lnTo>
                    <a:lnTo>
                      <a:pt x="81" y="8059"/>
                    </a:lnTo>
                    <a:cubicBezTo>
                      <a:pt x="5272" y="8045"/>
                      <a:pt x="9738" y="8032"/>
                      <a:pt x="12911" y="8024"/>
                    </a:cubicBezTo>
                    <a:cubicBezTo>
                      <a:pt x="14484" y="8015"/>
                      <a:pt x="15739" y="8010"/>
                      <a:pt x="16604" y="8006"/>
                    </a:cubicBezTo>
                    <a:cubicBezTo>
                      <a:pt x="17028" y="8002"/>
                      <a:pt x="17356" y="7998"/>
                      <a:pt x="17584" y="7993"/>
                    </a:cubicBezTo>
                    <a:cubicBezTo>
                      <a:pt x="17688" y="7993"/>
                      <a:pt x="17771" y="7993"/>
                      <a:pt x="17836" y="7988"/>
                    </a:cubicBezTo>
                    <a:cubicBezTo>
                      <a:pt x="17889" y="7988"/>
                      <a:pt x="17919" y="7988"/>
                      <a:pt x="17915" y="7984"/>
                    </a:cubicBezTo>
                    <a:lnTo>
                      <a:pt x="17915" y="7984"/>
                    </a:lnTo>
                    <a:cubicBezTo>
                      <a:pt x="17915" y="7984"/>
                      <a:pt x="17915" y="7984"/>
                      <a:pt x="17915" y="7984"/>
                    </a:cubicBezTo>
                    <a:cubicBezTo>
                      <a:pt x="17919" y="7984"/>
                      <a:pt x="17919" y="7937"/>
                      <a:pt x="17924" y="7853"/>
                    </a:cubicBezTo>
                    <a:cubicBezTo>
                      <a:pt x="17924" y="7752"/>
                      <a:pt x="17924" y="7621"/>
                      <a:pt x="17929" y="7451"/>
                    </a:cubicBezTo>
                    <a:cubicBezTo>
                      <a:pt x="17933" y="7084"/>
                      <a:pt x="17937" y="6560"/>
                      <a:pt x="17941" y="5886"/>
                    </a:cubicBezTo>
                    <a:cubicBezTo>
                      <a:pt x="17951" y="4510"/>
                      <a:pt x="17959" y="2534"/>
                      <a:pt x="17972" y="96"/>
                    </a:cubicBezTo>
                    <a:lnTo>
                      <a:pt x="17972" y="39"/>
                    </a:lnTo>
                    <a:lnTo>
                      <a:pt x="17915" y="39"/>
                    </a:lnTo>
                    <a:cubicBezTo>
                      <a:pt x="13310" y="35"/>
                      <a:pt x="7017" y="27"/>
                      <a:pt x="81" y="17"/>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3551;p48">
                <a:extLst>
                  <a:ext uri="{FF2B5EF4-FFF2-40B4-BE49-F238E27FC236}">
                    <a16:creationId xmlns:a16="http://schemas.microsoft.com/office/drawing/2014/main" id="{62605BAF-A85D-9E74-21D1-B442D1485651}"/>
                  </a:ext>
                </a:extLst>
              </p:cNvPr>
              <p:cNvSpPr/>
              <p:nvPr/>
            </p:nvSpPr>
            <p:spPr>
              <a:xfrm>
                <a:off x="1527654" y="4619396"/>
                <a:ext cx="23685" cy="24049"/>
              </a:xfrm>
              <a:custGeom>
                <a:avLst/>
                <a:gdLst/>
                <a:ahLst/>
                <a:cxnLst/>
                <a:rect l="l" t="t" r="r" b="b"/>
                <a:pathLst>
                  <a:path w="1627" h="1652" extrusionOk="0">
                    <a:moveTo>
                      <a:pt x="824" y="1"/>
                    </a:moveTo>
                    <a:cubicBezTo>
                      <a:pt x="738" y="1"/>
                      <a:pt x="649" y="15"/>
                      <a:pt x="560" y="46"/>
                    </a:cubicBezTo>
                    <a:cubicBezTo>
                      <a:pt x="263" y="143"/>
                      <a:pt x="1" y="457"/>
                      <a:pt x="5" y="829"/>
                    </a:cubicBezTo>
                    <a:cubicBezTo>
                      <a:pt x="1" y="1196"/>
                      <a:pt x="263" y="1510"/>
                      <a:pt x="560" y="1606"/>
                    </a:cubicBezTo>
                    <a:cubicBezTo>
                      <a:pt x="650" y="1638"/>
                      <a:pt x="741" y="1652"/>
                      <a:pt x="829" y="1652"/>
                    </a:cubicBezTo>
                    <a:cubicBezTo>
                      <a:pt x="1029" y="1652"/>
                      <a:pt x="1212" y="1578"/>
                      <a:pt x="1334" y="1475"/>
                    </a:cubicBezTo>
                    <a:cubicBezTo>
                      <a:pt x="1517" y="1327"/>
                      <a:pt x="1587" y="1143"/>
                      <a:pt x="1604" y="1021"/>
                    </a:cubicBezTo>
                    <a:cubicBezTo>
                      <a:pt x="1626" y="894"/>
                      <a:pt x="1608" y="829"/>
                      <a:pt x="1600" y="829"/>
                    </a:cubicBezTo>
                    <a:cubicBezTo>
                      <a:pt x="1587" y="829"/>
                      <a:pt x="1582" y="894"/>
                      <a:pt x="1548" y="1003"/>
                    </a:cubicBezTo>
                    <a:cubicBezTo>
                      <a:pt x="1513" y="1113"/>
                      <a:pt x="1434" y="1270"/>
                      <a:pt x="1268" y="1388"/>
                    </a:cubicBezTo>
                    <a:cubicBezTo>
                      <a:pt x="1164" y="1465"/>
                      <a:pt x="1018" y="1518"/>
                      <a:pt x="861" y="1518"/>
                    </a:cubicBezTo>
                    <a:cubicBezTo>
                      <a:pt x="778" y="1518"/>
                      <a:pt x="692" y="1504"/>
                      <a:pt x="608" y="1470"/>
                    </a:cubicBezTo>
                    <a:cubicBezTo>
                      <a:pt x="368" y="1388"/>
                      <a:pt x="158" y="1125"/>
                      <a:pt x="162" y="829"/>
                    </a:cubicBezTo>
                    <a:cubicBezTo>
                      <a:pt x="158" y="527"/>
                      <a:pt x="368" y="269"/>
                      <a:pt x="608" y="181"/>
                    </a:cubicBezTo>
                    <a:cubicBezTo>
                      <a:pt x="690" y="151"/>
                      <a:pt x="774" y="137"/>
                      <a:pt x="854" y="137"/>
                    </a:cubicBezTo>
                    <a:cubicBezTo>
                      <a:pt x="1014" y="137"/>
                      <a:pt x="1163" y="190"/>
                      <a:pt x="1268" y="269"/>
                    </a:cubicBezTo>
                    <a:cubicBezTo>
                      <a:pt x="1434" y="387"/>
                      <a:pt x="1513" y="540"/>
                      <a:pt x="1548" y="649"/>
                    </a:cubicBezTo>
                    <a:cubicBezTo>
                      <a:pt x="1582" y="758"/>
                      <a:pt x="1587" y="829"/>
                      <a:pt x="1600" y="829"/>
                    </a:cubicBezTo>
                    <a:cubicBezTo>
                      <a:pt x="1608" y="829"/>
                      <a:pt x="1626" y="758"/>
                      <a:pt x="1604" y="636"/>
                    </a:cubicBezTo>
                    <a:cubicBezTo>
                      <a:pt x="1587" y="514"/>
                      <a:pt x="1517" y="330"/>
                      <a:pt x="1334" y="181"/>
                    </a:cubicBezTo>
                    <a:cubicBezTo>
                      <a:pt x="1211" y="77"/>
                      <a:pt x="1026" y="1"/>
                      <a:pt x="82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3552;p48">
                <a:extLst>
                  <a:ext uri="{FF2B5EF4-FFF2-40B4-BE49-F238E27FC236}">
                    <a16:creationId xmlns:a16="http://schemas.microsoft.com/office/drawing/2014/main" id="{96BC1682-80DE-E67B-0116-82F147CDB379}"/>
                  </a:ext>
                </a:extLst>
              </p:cNvPr>
              <p:cNvSpPr/>
              <p:nvPr/>
            </p:nvSpPr>
            <p:spPr>
              <a:xfrm>
                <a:off x="434444" y="4295608"/>
                <a:ext cx="595984" cy="413404"/>
              </a:xfrm>
              <a:custGeom>
                <a:avLst/>
                <a:gdLst/>
                <a:ahLst/>
                <a:cxnLst/>
                <a:rect l="l" t="t" r="r" b="b"/>
                <a:pathLst>
                  <a:path w="40940" h="28398" extrusionOk="0">
                    <a:moveTo>
                      <a:pt x="0" y="0"/>
                    </a:moveTo>
                    <a:lnTo>
                      <a:pt x="0" y="28398"/>
                    </a:lnTo>
                    <a:lnTo>
                      <a:pt x="40939" y="28398"/>
                    </a:lnTo>
                    <a:lnTo>
                      <a:pt x="4093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3553;p48">
                <a:extLst>
                  <a:ext uri="{FF2B5EF4-FFF2-40B4-BE49-F238E27FC236}">
                    <a16:creationId xmlns:a16="http://schemas.microsoft.com/office/drawing/2014/main" id="{9E3B4A69-6204-DABC-42A5-EF227825EBD5}"/>
                  </a:ext>
                </a:extLst>
              </p:cNvPr>
              <p:cNvSpPr/>
              <p:nvPr/>
            </p:nvSpPr>
            <p:spPr>
              <a:xfrm>
                <a:off x="411603" y="4266784"/>
                <a:ext cx="1702500" cy="39262"/>
              </a:xfrm>
              <a:custGeom>
                <a:avLst/>
                <a:gdLst/>
                <a:ahLst/>
                <a:cxnLst/>
                <a:rect l="l" t="t" r="r" b="b"/>
                <a:pathLst>
                  <a:path w="116950" h="2697" extrusionOk="0">
                    <a:moveTo>
                      <a:pt x="0" y="0"/>
                    </a:moveTo>
                    <a:lnTo>
                      <a:pt x="0" y="2697"/>
                    </a:lnTo>
                    <a:lnTo>
                      <a:pt x="116949" y="2697"/>
                    </a:lnTo>
                    <a:lnTo>
                      <a:pt x="11694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3554;p48">
                <a:extLst>
                  <a:ext uri="{FF2B5EF4-FFF2-40B4-BE49-F238E27FC236}">
                    <a16:creationId xmlns:a16="http://schemas.microsoft.com/office/drawing/2014/main" id="{D638896C-54B0-43C2-F1DB-977ED00B3EE0}"/>
                  </a:ext>
                </a:extLst>
              </p:cNvPr>
              <p:cNvSpPr/>
              <p:nvPr/>
            </p:nvSpPr>
            <p:spPr>
              <a:xfrm>
                <a:off x="434444" y="4306031"/>
                <a:ext cx="52815" cy="402981"/>
              </a:xfrm>
              <a:custGeom>
                <a:avLst/>
                <a:gdLst/>
                <a:ahLst/>
                <a:cxnLst/>
                <a:rect l="l" t="t" r="r" b="b"/>
                <a:pathLst>
                  <a:path w="3628" h="27682" extrusionOk="0">
                    <a:moveTo>
                      <a:pt x="0" y="1"/>
                    </a:moveTo>
                    <a:lnTo>
                      <a:pt x="0" y="27682"/>
                    </a:lnTo>
                    <a:lnTo>
                      <a:pt x="3627" y="27682"/>
                    </a:lnTo>
                    <a:lnTo>
                      <a:pt x="3627"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2" name="Google Shape;3555;p48">
              <a:extLst>
                <a:ext uri="{FF2B5EF4-FFF2-40B4-BE49-F238E27FC236}">
                  <a16:creationId xmlns:a16="http://schemas.microsoft.com/office/drawing/2014/main" id="{BDB9ABE0-9320-0CE6-E773-C510AAF794A8}"/>
                </a:ext>
              </a:extLst>
            </p:cNvPr>
            <p:cNvSpPr/>
            <p:nvPr/>
          </p:nvSpPr>
          <p:spPr>
            <a:xfrm>
              <a:off x="1415110" y="3972533"/>
              <a:ext cx="32216" cy="42712"/>
            </a:xfrm>
            <a:custGeom>
              <a:avLst/>
              <a:gdLst/>
              <a:ahLst/>
              <a:cxnLst/>
              <a:rect l="l" t="t" r="r" b="b"/>
              <a:pathLst>
                <a:path w="2213" h="2934" extrusionOk="0">
                  <a:moveTo>
                    <a:pt x="2174" y="0"/>
                  </a:moveTo>
                  <a:cubicBezTo>
                    <a:pt x="2104" y="0"/>
                    <a:pt x="1912" y="33"/>
                    <a:pt x="1648" y="133"/>
                  </a:cubicBezTo>
                  <a:cubicBezTo>
                    <a:pt x="1483" y="202"/>
                    <a:pt x="1295" y="312"/>
                    <a:pt x="1120" y="474"/>
                  </a:cubicBezTo>
                  <a:cubicBezTo>
                    <a:pt x="936" y="644"/>
                    <a:pt x="814" y="884"/>
                    <a:pt x="709" y="1130"/>
                  </a:cubicBezTo>
                  <a:cubicBezTo>
                    <a:pt x="299" y="2112"/>
                    <a:pt x="1" y="2921"/>
                    <a:pt x="41" y="2934"/>
                  </a:cubicBezTo>
                  <a:cubicBezTo>
                    <a:pt x="41" y="2934"/>
                    <a:pt x="41" y="2934"/>
                    <a:pt x="42" y="2934"/>
                  </a:cubicBezTo>
                  <a:cubicBezTo>
                    <a:pt x="87" y="2934"/>
                    <a:pt x="447" y="2158"/>
                    <a:pt x="853" y="1190"/>
                  </a:cubicBezTo>
                  <a:cubicBezTo>
                    <a:pt x="954" y="950"/>
                    <a:pt x="1063" y="731"/>
                    <a:pt x="1216" y="579"/>
                  </a:cubicBezTo>
                  <a:cubicBezTo>
                    <a:pt x="1374" y="422"/>
                    <a:pt x="1544" y="307"/>
                    <a:pt x="1692" y="233"/>
                  </a:cubicBezTo>
                  <a:cubicBezTo>
                    <a:pt x="1998" y="85"/>
                    <a:pt x="2213" y="28"/>
                    <a:pt x="2203" y="6"/>
                  </a:cubicBezTo>
                  <a:cubicBezTo>
                    <a:pt x="2202" y="3"/>
                    <a:pt x="2192" y="0"/>
                    <a:pt x="2174" y="0"/>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3556;p48">
              <a:extLst>
                <a:ext uri="{FF2B5EF4-FFF2-40B4-BE49-F238E27FC236}">
                  <a16:creationId xmlns:a16="http://schemas.microsoft.com/office/drawing/2014/main" id="{2C0F00F4-A69D-AA9B-4FF3-96CFFF13D48F}"/>
                </a:ext>
              </a:extLst>
            </p:cNvPr>
            <p:cNvSpPr/>
            <p:nvPr/>
          </p:nvSpPr>
          <p:spPr>
            <a:xfrm>
              <a:off x="1432492" y="3986916"/>
              <a:ext cx="14383" cy="28474"/>
            </a:xfrm>
            <a:custGeom>
              <a:avLst/>
              <a:gdLst/>
              <a:ahLst/>
              <a:cxnLst/>
              <a:rect l="l" t="t" r="r" b="b"/>
              <a:pathLst>
                <a:path w="988" h="1956" extrusionOk="0">
                  <a:moveTo>
                    <a:pt x="883" y="1"/>
                  </a:moveTo>
                  <a:cubicBezTo>
                    <a:pt x="817" y="1"/>
                    <a:pt x="722" y="45"/>
                    <a:pt x="656" y="132"/>
                  </a:cubicBezTo>
                  <a:cubicBezTo>
                    <a:pt x="529" y="312"/>
                    <a:pt x="406" y="556"/>
                    <a:pt x="289" y="850"/>
                  </a:cubicBezTo>
                  <a:cubicBezTo>
                    <a:pt x="57" y="1435"/>
                    <a:pt x="0" y="1946"/>
                    <a:pt x="39" y="1955"/>
                  </a:cubicBezTo>
                  <a:cubicBezTo>
                    <a:pt x="39" y="1955"/>
                    <a:pt x="40" y="1955"/>
                    <a:pt x="40" y="1955"/>
                  </a:cubicBezTo>
                  <a:cubicBezTo>
                    <a:pt x="85" y="1955"/>
                    <a:pt x="208" y="1474"/>
                    <a:pt x="432" y="906"/>
                  </a:cubicBezTo>
                  <a:cubicBezTo>
                    <a:pt x="547" y="626"/>
                    <a:pt x="660" y="360"/>
                    <a:pt x="747" y="194"/>
                  </a:cubicBezTo>
                  <a:cubicBezTo>
                    <a:pt x="839" y="32"/>
                    <a:pt x="979" y="54"/>
                    <a:pt x="983" y="37"/>
                  </a:cubicBezTo>
                  <a:cubicBezTo>
                    <a:pt x="987" y="27"/>
                    <a:pt x="957" y="1"/>
                    <a:pt x="892" y="1"/>
                  </a:cubicBezTo>
                  <a:cubicBezTo>
                    <a:pt x="889" y="1"/>
                    <a:pt x="886" y="1"/>
                    <a:pt x="883"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4" name="Google Shape;3557;p48">
              <a:extLst>
                <a:ext uri="{FF2B5EF4-FFF2-40B4-BE49-F238E27FC236}">
                  <a16:creationId xmlns:a16="http://schemas.microsoft.com/office/drawing/2014/main" id="{7F35303B-E312-D05F-C431-EA4E7211DC34}"/>
                </a:ext>
              </a:extLst>
            </p:cNvPr>
            <p:cNvGrpSpPr/>
            <p:nvPr/>
          </p:nvGrpSpPr>
          <p:grpSpPr>
            <a:xfrm>
              <a:off x="684717" y="3495251"/>
              <a:ext cx="774124" cy="1220312"/>
              <a:chOff x="684717" y="3495251"/>
              <a:chExt cx="774124" cy="1220312"/>
            </a:xfrm>
          </p:grpSpPr>
          <p:sp>
            <p:nvSpPr>
              <p:cNvPr id="1116" name="Google Shape;3558;p48">
                <a:extLst>
                  <a:ext uri="{FF2B5EF4-FFF2-40B4-BE49-F238E27FC236}">
                    <a16:creationId xmlns:a16="http://schemas.microsoft.com/office/drawing/2014/main" id="{DED4E376-3E82-C102-3FA3-CE615075166E}"/>
                  </a:ext>
                </a:extLst>
              </p:cNvPr>
              <p:cNvSpPr/>
              <p:nvPr/>
            </p:nvSpPr>
            <p:spPr>
              <a:xfrm>
                <a:off x="1065788" y="3618219"/>
                <a:ext cx="30935" cy="52975"/>
              </a:xfrm>
              <a:custGeom>
                <a:avLst/>
                <a:gdLst/>
                <a:ahLst/>
                <a:cxnLst/>
                <a:rect l="l" t="t" r="r" b="b"/>
                <a:pathLst>
                  <a:path w="2125" h="3639" extrusionOk="0">
                    <a:moveTo>
                      <a:pt x="1100" y="135"/>
                    </a:moveTo>
                    <a:cubicBezTo>
                      <a:pt x="1175" y="135"/>
                      <a:pt x="1248" y="151"/>
                      <a:pt x="1316" y="182"/>
                    </a:cubicBezTo>
                    <a:cubicBezTo>
                      <a:pt x="1513" y="265"/>
                      <a:pt x="1652" y="440"/>
                      <a:pt x="1753" y="602"/>
                    </a:cubicBezTo>
                    <a:cubicBezTo>
                      <a:pt x="1949" y="938"/>
                      <a:pt x="2015" y="1262"/>
                      <a:pt x="2050" y="1477"/>
                    </a:cubicBezTo>
                    <a:cubicBezTo>
                      <a:pt x="2085" y="1691"/>
                      <a:pt x="2090" y="1817"/>
                      <a:pt x="2102" y="1821"/>
                    </a:cubicBezTo>
                    <a:lnTo>
                      <a:pt x="2102" y="1821"/>
                    </a:lnTo>
                    <a:cubicBezTo>
                      <a:pt x="2090" y="1822"/>
                      <a:pt x="2085" y="1947"/>
                      <a:pt x="2050" y="2162"/>
                    </a:cubicBezTo>
                    <a:cubicBezTo>
                      <a:pt x="2015" y="2376"/>
                      <a:pt x="1949" y="2699"/>
                      <a:pt x="1753" y="3036"/>
                    </a:cubicBezTo>
                    <a:cubicBezTo>
                      <a:pt x="1652" y="3198"/>
                      <a:pt x="1513" y="3373"/>
                      <a:pt x="1316" y="3456"/>
                    </a:cubicBezTo>
                    <a:cubicBezTo>
                      <a:pt x="1249" y="3488"/>
                      <a:pt x="1176" y="3503"/>
                      <a:pt x="1102" y="3503"/>
                    </a:cubicBezTo>
                    <a:cubicBezTo>
                      <a:pt x="959" y="3503"/>
                      <a:pt x="811" y="3447"/>
                      <a:pt x="691" y="3338"/>
                    </a:cubicBezTo>
                    <a:cubicBezTo>
                      <a:pt x="319" y="3002"/>
                      <a:pt x="162" y="2407"/>
                      <a:pt x="158" y="1817"/>
                    </a:cubicBezTo>
                    <a:cubicBezTo>
                      <a:pt x="162" y="1231"/>
                      <a:pt x="319" y="637"/>
                      <a:pt x="691" y="301"/>
                    </a:cubicBezTo>
                    <a:cubicBezTo>
                      <a:pt x="811" y="191"/>
                      <a:pt x="958" y="135"/>
                      <a:pt x="1100" y="135"/>
                    </a:cubicBezTo>
                    <a:close/>
                    <a:moveTo>
                      <a:pt x="1076" y="0"/>
                    </a:moveTo>
                    <a:cubicBezTo>
                      <a:pt x="1043" y="0"/>
                      <a:pt x="1009" y="3"/>
                      <a:pt x="975" y="8"/>
                    </a:cubicBezTo>
                    <a:cubicBezTo>
                      <a:pt x="835" y="29"/>
                      <a:pt x="708" y="99"/>
                      <a:pt x="599" y="192"/>
                    </a:cubicBezTo>
                    <a:cubicBezTo>
                      <a:pt x="166" y="576"/>
                      <a:pt x="9" y="1201"/>
                      <a:pt x="0" y="1817"/>
                    </a:cubicBezTo>
                    <a:cubicBezTo>
                      <a:pt x="9" y="2437"/>
                      <a:pt x="166" y="3062"/>
                      <a:pt x="599" y="3447"/>
                    </a:cubicBezTo>
                    <a:cubicBezTo>
                      <a:pt x="708" y="3539"/>
                      <a:pt x="835" y="3609"/>
                      <a:pt x="975" y="3631"/>
                    </a:cubicBezTo>
                    <a:cubicBezTo>
                      <a:pt x="1009" y="3636"/>
                      <a:pt x="1043" y="3639"/>
                      <a:pt x="1076" y="3639"/>
                    </a:cubicBezTo>
                    <a:cubicBezTo>
                      <a:pt x="1181" y="3639"/>
                      <a:pt x="1282" y="3614"/>
                      <a:pt x="1368" y="3574"/>
                    </a:cubicBezTo>
                    <a:cubicBezTo>
                      <a:pt x="1604" y="3464"/>
                      <a:pt x="1745" y="3268"/>
                      <a:pt x="1850" y="3093"/>
                    </a:cubicBezTo>
                    <a:cubicBezTo>
                      <a:pt x="2046" y="2726"/>
                      <a:pt x="2090" y="2394"/>
                      <a:pt x="2112" y="2171"/>
                    </a:cubicBezTo>
                    <a:cubicBezTo>
                      <a:pt x="2124" y="1947"/>
                      <a:pt x="2107" y="1822"/>
                      <a:pt x="2103" y="1821"/>
                    </a:cubicBezTo>
                    <a:lnTo>
                      <a:pt x="2103" y="1821"/>
                    </a:lnTo>
                    <a:cubicBezTo>
                      <a:pt x="2107" y="1817"/>
                      <a:pt x="2124" y="1691"/>
                      <a:pt x="2112" y="1467"/>
                    </a:cubicBezTo>
                    <a:cubicBezTo>
                      <a:pt x="2090" y="1245"/>
                      <a:pt x="2046" y="912"/>
                      <a:pt x="1850" y="545"/>
                    </a:cubicBezTo>
                    <a:cubicBezTo>
                      <a:pt x="1745" y="370"/>
                      <a:pt x="1604" y="174"/>
                      <a:pt x="1368" y="65"/>
                    </a:cubicBezTo>
                    <a:cubicBezTo>
                      <a:pt x="1282" y="25"/>
                      <a:pt x="1181" y="0"/>
                      <a:pt x="10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3559;p48">
                <a:extLst>
                  <a:ext uri="{FF2B5EF4-FFF2-40B4-BE49-F238E27FC236}">
                    <a16:creationId xmlns:a16="http://schemas.microsoft.com/office/drawing/2014/main" id="{948B4298-0E0D-5D64-F34C-AC0E9A5E18DC}"/>
                  </a:ext>
                </a:extLst>
              </p:cNvPr>
              <p:cNvSpPr/>
              <p:nvPr/>
            </p:nvSpPr>
            <p:spPr>
              <a:xfrm>
                <a:off x="895364" y="3535415"/>
                <a:ext cx="183803" cy="295925"/>
              </a:xfrm>
              <a:custGeom>
                <a:avLst/>
                <a:gdLst/>
                <a:ahLst/>
                <a:cxnLst/>
                <a:rect l="l" t="t" r="r" b="b"/>
                <a:pathLst>
                  <a:path w="12626" h="20328" extrusionOk="0">
                    <a:moveTo>
                      <a:pt x="12625" y="1"/>
                    </a:moveTo>
                    <a:lnTo>
                      <a:pt x="887" y="1671"/>
                    </a:lnTo>
                    <a:lnTo>
                      <a:pt x="0" y="19602"/>
                    </a:lnTo>
                    <a:lnTo>
                      <a:pt x="7678" y="20327"/>
                    </a:lnTo>
                    <a:lnTo>
                      <a:pt x="8103" y="15975"/>
                    </a:lnTo>
                    <a:cubicBezTo>
                      <a:pt x="8103" y="15975"/>
                      <a:pt x="8431" y="16056"/>
                      <a:pt x="8893" y="16056"/>
                    </a:cubicBezTo>
                    <a:cubicBezTo>
                      <a:pt x="9760" y="16056"/>
                      <a:pt x="11098" y="15772"/>
                      <a:pt x="11633" y="14139"/>
                    </a:cubicBezTo>
                    <a:cubicBezTo>
                      <a:pt x="12157" y="12535"/>
                      <a:pt x="12625" y="1"/>
                      <a:pt x="12625"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3560;p48">
                <a:extLst>
                  <a:ext uri="{FF2B5EF4-FFF2-40B4-BE49-F238E27FC236}">
                    <a16:creationId xmlns:a16="http://schemas.microsoft.com/office/drawing/2014/main" id="{D5C64ADD-9D28-48B0-FE07-0D0ED7F3B1A8}"/>
                  </a:ext>
                </a:extLst>
              </p:cNvPr>
              <p:cNvSpPr/>
              <p:nvPr/>
            </p:nvSpPr>
            <p:spPr>
              <a:xfrm>
                <a:off x="861255" y="3495251"/>
                <a:ext cx="258119" cy="269023"/>
              </a:xfrm>
              <a:custGeom>
                <a:avLst/>
                <a:gdLst/>
                <a:ahLst/>
                <a:cxnLst/>
                <a:rect l="l" t="t" r="r" b="b"/>
                <a:pathLst>
                  <a:path w="17731" h="18480" extrusionOk="0">
                    <a:moveTo>
                      <a:pt x="12669" y="0"/>
                    </a:moveTo>
                    <a:cubicBezTo>
                      <a:pt x="11645" y="0"/>
                      <a:pt x="10594" y="302"/>
                      <a:pt x="9716" y="982"/>
                    </a:cubicBezTo>
                    <a:cubicBezTo>
                      <a:pt x="9716" y="982"/>
                      <a:pt x="9143" y="890"/>
                      <a:pt x="8280" y="890"/>
                    </a:cubicBezTo>
                    <a:cubicBezTo>
                      <a:pt x="5851" y="890"/>
                      <a:pt x="1121" y="1618"/>
                      <a:pt x="363" y="7170"/>
                    </a:cubicBezTo>
                    <a:cubicBezTo>
                      <a:pt x="0" y="9813"/>
                      <a:pt x="1273" y="11951"/>
                      <a:pt x="1482" y="13577"/>
                    </a:cubicBezTo>
                    <a:cubicBezTo>
                      <a:pt x="1919" y="16963"/>
                      <a:pt x="2517" y="18397"/>
                      <a:pt x="2517" y="18397"/>
                    </a:cubicBezTo>
                    <a:lnTo>
                      <a:pt x="4196" y="18472"/>
                    </a:lnTo>
                    <a:cubicBezTo>
                      <a:pt x="4351" y="18476"/>
                      <a:pt x="4499" y="18479"/>
                      <a:pt x="4641" y="18479"/>
                    </a:cubicBezTo>
                    <a:cubicBezTo>
                      <a:pt x="5886" y="18479"/>
                      <a:pt x="6659" y="18244"/>
                      <a:pt x="7985" y="16902"/>
                    </a:cubicBezTo>
                    <a:cubicBezTo>
                      <a:pt x="9349" y="15521"/>
                      <a:pt x="9738" y="14743"/>
                      <a:pt x="10698" y="13270"/>
                    </a:cubicBezTo>
                    <a:cubicBezTo>
                      <a:pt x="10698" y="13270"/>
                      <a:pt x="9304" y="12458"/>
                      <a:pt x="9540" y="11235"/>
                    </a:cubicBezTo>
                    <a:cubicBezTo>
                      <a:pt x="9665" y="10585"/>
                      <a:pt x="10352" y="10173"/>
                      <a:pt x="10968" y="10173"/>
                    </a:cubicBezTo>
                    <a:cubicBezTo>
                      <a:pt x="11558" y="10173"/>
                      <a:pt x="12084" y="10552"/>
                      <a:pt x="11987" y="11465"/>
                    </a:cubicBezTo>
                    <a:cubicBezTo>
                      <a:pt x="11987" y="11465"/>
                      <a:pt x="12286" y="11449"/>
                      <a:pt x="12591" y="11449"/>
                    </a:cubicBezTo>
                    <a:cubicBezTo>
                      <a:pt x="12777" y="11449"/>
                      <a:pt x="12965" y="11455"/>
                      <a:pt x="13089" y="11475"/>
                    </a:cubicBezTo>
                    <a:lnTo>
                      <a:pt x="13500" y="7502"/>
                    </a:lnTo>
                    <a:cubicBezTo>
                      <a:pt x="13500" y="7502"/>
                      <a:pt x="15969" y="6169"/>
                      <a:pt x="16624" y="4609"/>
                    </a:cubicBezTo>
                    <a:cubicBezTo>
                      <a:pt x="17731" y="1973"/>
                      <a:pt x="15290" y="0"/>
                      <a:pt x="126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3561;p48">
                <a:extLst>
                  <a:ext uri="{FF2B5EF4-FFF2-40B4-BE49-F238E27FC236}">
                    <a16:creationId xmlns:a16="http://schemas.microsoft.com/office/drawing/2014/main" id="{28795DF4-7A17-4493-2265-AC570D12E9FE}"/>
                  </a:ext>
                </a:extLst>
              </p:cNvPr>
              <p:cNvSpPr/>
              <p:nvPr/>
            </p:nvSpPr>
            <p:spPr>
              <a:xfrm>
                <a:off x="1046005" y="3644786"/>
                <a:ext cx="50398" cy="3392"/>
              </a:xfrm>
              <a:custGeom>
                <a:avLst/>
                <a:gdLst/>
                <a:ahLst/>
                <a:cxnLst/>
                <a:rect l="l" t="t" r="r" b="b"/>
                <a:pathLst>
                  <a:path w="3462" h="233" extrusionOk="0">
                    <a:moveTo>
                      <a:pt x="3019" y="1"/>
                    </a:moveTo>
                    <a:cubicBezTo>
                      <a:pt x="2702" y="1"/>
                      <a:pt x="2241" y="14"/>
                      <a:pt x="1727" y="40"/>
                    </a:cubicBezTo>
                    <a:cubicBezTo>
                      <a:pt x="774" y="88"/>
                      <a:pt x="0" y="162"/>
                      <a:pt x="4" y="206"/>
                    </a:cubicBezTo>
                    <a:cubicBezTo>
                      <a:pt x="7" y="224"/>
                      <a:pt x="164" y="233"/>
                      <a:pt x="422" y="233"/>
                    </a:cubicBezTo>
                    <a:cubicBezTo>
                      <a:pt x="740" y="233"/>
                      <a:pt x="1210" y="219"/>
                      <a:pt x="1735" y="193"/>
                    </a:cubicBezTo>
                    <a:cubicBezTo>
                      <a:pt x="2688" y="144"/>
                      <a:pt x="3461" y="71"/>
                      <a:pt x="3461" y="31"/>
                    </a:cubicBezTo>
                    <a:cubicBezTo>
                      <a:pt x="3459" y="11"/>
                      <a:pt x="3293" y="1"/>
                      <a:pt x="30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3562;p48">
                <a:extLst>
                  <a:ext uri="{FF2B5EF4-FFF2-40B4-BE49-F238E27FC236}">
                    <a16:creationId xmlns:a16="http://schemas.microsoft.com/office/drawing/2014/main" id="{84325E91-CDD3-9990-48BF-77FBDFEAEFFD}"/>
                  </a:ext>
                </a:extLst>
              </p:cNvPr>
              <p:cNvSpPr/>
              <p:nvPr/>
            </p:nvSpPr>
            <p:spPr>
              <a:xfrm>
                <a:off x="1088818" y="3939430"/>
                <a:ext cx="370023" cy="291834"/>
              </a:xfrm>
              <a:custGeom>
                <a:avLst/>
                <a:gdLst/>
                <a:ahLst/>
                <a:cxnLst/>
                <a:rect l="l" t="t" r="r" b="b"/>
                <a:pathLst>
                  <a:path w="25418" h="20047" extrusionOk="0">
                    <a:moveTo>
                      <a:pt x="22593" y="0"/>
                    </a:moveTo>
                    <a:cubicBezTo>
                      <a:pt x="22259" y="0"/>
                      <a:pt x="19762" y="2900"/>
                      <a:pt x="19762" y="2900"/>
                    </a:cubicBezTo>
                    <a:lnTo>
                      <a:pt x="19762" y="4688"/>
                    </a:lnTo>
                    <a:cubicBezTo>
                      <a:pt x="19103" y="3876"/>
                      <a:pt x="18630" y="3641"/>
                      <a:pt x="18302" y="3641"/>
                    </a:cubicBezTo>
                    <a:cubicBezTo>
                      <a:pt x="18010" y="3641"/>
                      <a:pt x="17834" y="3827"/>
                      <a:pt x="17743" y="3958"/>
                    </a:cubicBezTo>
                    <a:cubicBezTo>
                      <a:pt x="17551" y="4237"/>
                      <a:pt x="19762" y="6318"/>
                      <a:pt x="19762" y="6318"/>
                    </a:cubicBezTo>
                    <a:lnTo>
                      <a:pt x="19762" y="6956"/>
                    </a:lnTo>
                    <a:lnTo>
                      <a:pt x="8789" y="12856"/>
                    </a:lnTo>
                    <a:lnTo>
                      <a:pt x="5900" y="5671"/>
                    </a:lnTo>
                    <a:lnTo>
                      <a:pt x="0" y="8765"/>
                    </a:lnTo>
                    <a:lnTo>
                      <a:pt x="3523" y="17291"/>
                    </a:lnTo>
                    <a:cubicBezTo>
                      <a:pt x="4241" y="19028"/>
                      <a:pt x="5910" y="20046"/>
                      <a:pt x="7644" y="20046"/>
                    </a:cubicBezTo>
                    <a:cubicBezTo>
                      <a:pt x="8409" y="20046"/>
                      <a:pt x="9188" y="19848"/>
                      <a:pt x="9903" y="19425"/>
                    </a:cubicBezTo>
                    <a:lnTo>
                      <a:pt x="22817" y="11794"/>
                    </a:lnTo>
                    <a:lnTo>
                      <a:pt x="23677" y="10361"/>
                    </a:lnTo>
                    <a:cubicBezTo>
                      <a:pt x="23975" y="9867"/>
                      <a:pt x="24149" y="9308"/>
                      <a:pt x="24189" y="8731"/>
                    </a:cubicBezTo>
                    <a:lnTo>
                      <a:pt x="24617" y="2280"/>
                    </a:lnTo>
                    <a:cubicBezTo>
                      <a:pt x="25417" y="1791"/>
                      <a:pt x="25063" y="855"/>
                      <a:pt x="25063" y="855"/>
                    </a:cubicBezTo>
                    <a:lnTo>
                      <a:pt x="25063" y="855"/>
                    </a:lnTo>
                    <a:lnTo>
                      <a:pt x="22262" y="2591"/>
                    </a:lnTo>
                    <a:lnTo>
                      <a:pt x="21235" y="4989"/>
                    </a:lnTo>
                    <a:lnTo>
                      <a:pt x="21235" y="2900"/>
                    </a:lnTo>
                    <a:cubicBezTo>
                      <a:pt x="21235" y="2900"/>
                      <a:pt x="21995" y="2014"/>
                      <a:pt x="22620" y="1345"/>
                    </a:cubicBezTo>
                    <a:cubicBezTo>
                      <a:pt x="23241" y="681"/>
                      <a:pt x="22795" y="235"/>
                      <a:pt x="22620" y="12"/>
                    </a:cubicBezTo>
                    <a:cubicBezTo>
                      <a:pt x="22614" y="4"/>
                      <a:pt x="22605" y="0"/>
                      <a:pt x="22593"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3563;p48">
                <a:extLst>
                  <a:ext uri="{FF2B5EF4-FFF2-40B4-BE49-F238E27FC236}">
                    <a16:creationId xmlns:a16="http://schemas.microsoft.com/office/drawing/2014/main" id="{265CA478-4EA2-63F5-574F-2F1FBD4BF4CD}"/>
                  </a:ext>
                </a:extLst>
              </p:cNvPr>
              <p:cNvSpPr/>
              <p:nvPr/>
            </p:nvSpPr>
            <p:spPr>
              <a:xfrm>
                <a:off x="1201173" y="4126625"/>
                <a:ext cx="16989" cy="42653"/>
              </a:xfrm>
              <a:custGeom>
                <a:avLst/>
                <a:gdLst/>
                <a:ahLst/>
                <a:cxnLst/>
                <a:rect l="l" t="t" r="r" b="b"/>
                <a:pathLst>
                  <a:path w="1167" h="2930" extrusionOk="0">
                    <a:moveTo>
                      <a:pt x="1126" y="1"/>
                    </a:moveTo>
                    <a:cubicBezTo>
                      <a:pt x="1077" y="1"/>
                      <a:pt x="805" y="636"/>
                      <a:pt x="511" y="1435"/>
                    </a:cubicBezTo>
                    <a:cubicBezTo>
                      <a:pt x="210" y="2243"/>
                      <a:pt x="0" y="2911"/>
                      <a:pt x="39" y="2929"/>
                    </a:cubicBezTo>
                    <a:cubicBezTo>
                      <a:pt x="40" y="2929"/>
                      <a:pt x="40" y="2929"/>
                      <a:pt x="41" y="2929"/>
                    </a:cubicBezTo>
                    <a:cubicBezTo>
                      <a:pt x="89" y="2929"/>
                      <a:pt x="361" y="2292"/>
                      <a:pt x="656" y="1491"/>
                    </a:cubicBezTo>
                    <a:cubicBezTo>
                      <a:pt x="957" y="683"/>
                      <a:pt x="1167" y="15"/>
                      <a:pt x="1128" y="1"/>
                    </a:cubicBezTo>
                    <a:cubicBezTo>
                      <a:pt x="1127" y="1"/>
                      <a:pt x="1127" y="1"/>
                      <a:pt x="1126"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3564;p48">
                <a:extLst>
                  <a:ext uri="{FF2B5EF4-FFF2-40B4-BE49-F238E27FC236}">
                    <a16:creationId xmlns:a16="http://schemas.microsoft.com/office/drawing/2014/main" id="{DC2C642E-FA63-93D0-6A39-D29770F623B5}"/>
                  </a:ext>
                </a:extLst>
              </p:cNvPr>
              <p:cNvSpPr/>
              <p:nvPr/>
            </p:nvSpPr>
            <p:spPr>
              <a:xfrm>
                <a:off x="762774" y="3790652"/>
                <a:ext cx="434541" cy="576026"/>
              </a:xfrm>
              <a:custGeom>
                <a:avLst/>
                <a:gdLst/>
                <a:ahLst/>
                <a:cxnLst/>
                <a:rect l="l" t="t" r="r" b="b"/>
                <a:pathLst>
                  <a:path w="29850" h="39569" extrusionOk="0">
                    <a:moveTo>
                      <a:pt x="10060" y="0"/>
                    </a:moveTo>
                    <a:cubicBezTo>
                      <a:pt x="9991" y="0"/>
                      <a:pt x="9923" y="1"/>
                      <a:pt x="9855" y="1"/>
                    </a:cubicBezTo>
                    <a:cubicBezTo>
                      <a:pt x="5393" y="54"/>
                      <a:pt x="1557" y="3200"/>
                      <a:pt x="674" y="7575"/>
                    </a:cubicBezTo>
                    <a:cubicBezTo>
                      <a:pt x="0" y="10913"/>
                      <a:pt x="1180" y="13116"/>
                      <a:pt x="420" y="20423"/>
                    </a:cubicBezTo>
                    <a:lnTo>
                      <a:pt x="175" y="38786"/>
                    </a:lnTo>
                    <a:lnTo>
                      <a:pt x="21423" y="39569"/>
                    </a:lnTo>
                    <a:lnTo>
                      <a:pt x="20636" y="17892"/>
                    </a:lnTo>
                    <a:lnTo>
                      <a:pt x="21891" y="22140"/>
                    </a:lnTo>
                    <a:lnTo>
                      <a:pt x="29849" y="18535"/>
                    </a:lnTo>
                    <a:cubicBezTo>
                      <a:pt x="29561" y="17648"/>
                      <a:pt x="28244" y="13684"/>
                      <a:pt x="25723" y="7400"/>
                    </a:cubicBezTo>
                    <a:cubicBezTo>
                      <a:pt x="24321" y="3896"/>
                      <a:pt x="21200" y="1369"/>
                      <a:pt x="17477" y="749"/>
                    </a:cubicBezTo>
                    <a:cubicBezTo>
                      <a:pt x="14953" y="329"/>
                      <a:pt x="12212" y="0"/>
                      <a:pt x="10060"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3565;p48">
                <a:extLst>
                  <a:ext uri="{FF2B5EF4-FFF2-40B4-BE49-F238E27FC236}">
                    <a16:creationId xmlns:a16="http://schemas.microsoft.com/office/drawing/2014/main" id="{910C8CB6-ADC8-828F-77CE-F46CB7E59D90}"/>
                  </a:ext>
                </a:extLst>
              </p:cNvPr>
              <p:cNvSpPr/>
              <p:nvPr/>
            </p:nvSpPr>
            <p:spPr>
              <a:xfrm>
                <a:off x="723338" y="3863891"/>
                <a:ext cx="62495" cy="221449"/>
              </a:xfrm>
              <a:custGeom>
                <a:avLst/>
                <a:gdLst/>
                <a:ahLst/>
                <a:cxnLst/>
                <a:rect l="l" t="t" r="r" b="b"/>
                <a:pathLst>
                  <a:path w="4293" h="15212" extrusionOk="0">
                    <a:moveTo>
                      <a:pt x="4292" y="1"/>
                    </a:moveTo>
                    <a:cubicBezTo>
                      <a:pt x="3181" y="1386"/>
                      <a:pt x="0" y="13146"/>
                      <a:pt x="0" y="13146"/>
                    </a:cubicBezTo>
                    <a:cubicBezTo>
                      <a:pt x="1005" y="15081"/>
                      <a:pt x="3347" y="15212"/>
                      <a:pt x="3962" y="15212"/>
                    </a:cubicBezTo>
                    <a:cubicBezTo>
                      <a:pt x="4059" y="15212"/>
                      <a:pt x="4113" y="15209"/>
                      <a:pt x="4113" y="15209"/>
                    </a:cubicBezTo>
                    <a:lnTo>
                      <a:pt x="4292"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3566;p48">
                <a:extLst>
                  <a:ext uri="{FF2B5EF4-FFF2-40B4-BE49-F238E27FC236}">
                    <a16:creationId xmlns:a16="http://schemas.microsoft.com/office/drawing/2014/main" id="{10E8BF62-F82F-3C25-3E46-CACE3F3E6332}"/>
                  </a:ext>
                </a:extLst>
              </p:cNvPr>
              <p:cNvSpPr/>
              <p:nvPr/>
            </p:nvSpPr>
            <p:spPr>
              <a:xfrm>
                <a:off x="774420" y="3885756"/>
                <a:ext cx="368741" cy="81129"/>
              </a:xfrm>
              <a:custGeom>
                <a:avLst/>
                <a:gdLst/>
                <a:ahLst/>
                <a:cxnLst/>
                <a:rect l="l" t="t" r="r" b="b"/>
                <a:pathLst>
                  <a:path w="25330" h="5573" extrusionOk="0">
                    <a:moveTo>
                      <a:pt x="862" y="0"/>
                    </a:moveTo>
                    <a:cubicBezTo>
                      <a:pt x="617" y="0"/>
                      <a:pt x="420" y="19"/>
                      <a:pt x="280" y="46"/>
                    </a:cubicBezTo>
                    <a:cubicBezTo>
                      <a:pt x="96" y="80"/>
                      <a:pt x="1" y="106"/>
                      <a:pt x="5" y="116"/>
                    </a:cubicBezTo>
                    <a:cubicBezTo>
                      <a:pt x="5" y="122"/>
                      <a:pt x="16" y="124"/>
                      <a:pt x="37" y="124"/>
                    </a:cubicBezTo>
                    <a:cubicBezTo>
                      <a:pt x="105" y="124"/>
                      <a:pt x="282" y="99"/>
                      <a:pt x="557" y="99"/>
                    </a:cubicBezTo>
                    <a:cubicBezTo>
                      <a:pt x="706" y="99"/>
                      <a:pt x="884" y="107"/>
                      <a:pt x="1088" y="128"/>
                    </a:cubicBezTo>
                    <a:cubicBezTo>
                      <a:pt x="1779" y="207"/>
                      <a:pt x="2750" y="548"/>
                      <a:pt x="3772" y="1270"/>
                    </a:cubicBezTo>
                    <a:cubicBezTo>
                      <a:pt x="4283" y="1627"/>
                      <a:pt x="4812" y="2065"/>
                      <a:pt x="5358" y="2563"/>
                    </a:cubicBezTo>
                    <a:cubicBezTo>
                      <a:pt x="5904" y="3061"/>
                      <a:pt x="6486" y="3607"/>
                      <a:pt x="7155" y="4122"/>
                    </a:cubicBezTo>
                    <a:cubicBezTo>
                      <a:pt x="7823" y="4634"/>
                      <a:pt x="8587" y="5124"/>
                      <a:pt x="9493" y="5390"/>
                    </a:cubicBezTo>
                    <a:cubicBezTo>
                      <a:pt x="9908" y="5514"/>
                      <a:pt x="10349" y="5572"/>
                      <a:pt x="10795" y="5572"/>
                    </a:cubicBezTo>
                    <a:cubicBezTo>
                      <a:pt x="11315" y="5572"/>
                      <a:pt x="11843" y="5493"/>
                      <a:pt x="12351" y="5342"/>
                    </a:cubicBezTo>
                    <a:cubicBezTo>
                      <a:pt x="13299" y="5066"/>
                      <a:pt x="14142" y="4604"/>
                      <a:pt x="14929" y="4149"/>
                    </a:cubicBezTo>
                    <a:cubicBezTo>
                      <a:pt x="15715" y="3690"/>
                      <a:pt x="16454" y="3223"/>
                      <a:pt x="17179" y="2825"/>
                    </a:cubicBezTo>
                    <a:cubicBezTo>
                      <a:pt x="17900" y="2423"/>
                      <a:pt x="18622" y="2109"/>
                      <a:pt x="19325" y="1934"/>
                    </a:cubicBezTo>
                    <a:cubicBezTo>
                      <a:pt x="19675" y="1824"/>
                      <a:pt x="20029" y="1807"/>
                      <a:pt x="20361" y="1763"/>
                    </a:cubicBezTo>
                    <a:cubicBezTo>
                      <a:pt x="20693" y="1776"/>
                      <a:pt x="21020" y="1758"/>
                      <a:pt x="21322" y="1811"/>
                    </a:cubicBezTo>
                    <a:cubicBezTo>
                      <a:pt x="21934" y="1916"/>
                      <a:pt x="22484" y="2077"/>
                      <a:pt x="22974" y="2192"/>
                    </a:cubicBezTo>
                    <a:cubicBezTo>
                      <a:pt x="23425" y="2295"/>
                      <a:pt x="23828" y="2355"/>
                      <a:pt x="24168" y="2355"/>
                    </a:cubicBezTo>
                    <a:cubicBezTo>
                      <a:pt x="24200" y="2355"/>
                      <a:pt x="24232" y="2354"/>
                      <a:pt x="24263" y="2353"/>
                    </a:cubicBezTo>
                    <a:cubicBezTo>
                      <a:pt x="24626" y="2345"/>
                      <a:pt x="24897" y="2266"/>
                      <a:pt x="25076" y="2200"/>
                    </a:cubicBezTo>
                    <a:cubicBezTo>
                      <a:pt x="25247" y="2121"/>
                      <a:pt x="25330" y="2073"/>
                      <a:pt x="25326" y="2065"/>
                    </a:cubicBezTo>
                    <a:cubicBezTo>
                      <a:pt x="25325" y="2062"/>
                      <a:pt x="25322" y="2061"/>
                      <a:pt x="25318" y="2061"/>
                    </a:cubicBezTo>
                    <a:cubicBezTo>
                      <a:pt x="25265" y="2061"/>
                      <a:pt x="24941" y="2231"/>
                      <a:pt x="24344" y="2231"/>
                    </a:cubicBezTo>
                    <a:cubicBezTo>
                      <a:pt x="24318" y="2231"/>
                      <a:pt x="24291" y="2231"/>
                      <a:pt x="24263" y="2230"/>
                    </a:cubicBezTo>
                    <a:cubicBezTo>
                      <a:pt x="23918" y="2226"/>
                      <a:pt x="23499" y="2147"/>
                      <a:pt x="23018" y="2021"/>
                    </a:cubicBezTo>
                    <a:cubicBezTo>
                      <a:pt x="22533" y="1894"/>
                      <a:pt x="21990" y="1715"/>
                      <a:pt x="21361" y="1597"/>
                    </a:cubicBezTo>
                    <a:cubicBezTo>
                      <a:pt x="21042" y="1532"/>
                      <a:pt x="20701" y="1544"/>
                      <a:pt x="20352" y="1522"/>
                    </a:cubicBezTo>
                    <a:cubicBezTo>
                      <a:pt x="20003" y="1562"/>
                      <a:pt x="19631" y="1575"/>
                      <a:pt x="19263" y="1680"/>
                    </a:cubicBezTo>
                    <a:cubicBezTo>
                      <a:pt x="18529" y="1855"/>
                      <a:pt x="17778" y="2170"/>
                      <a:pt x="17044" y="2571"/>
                    </a:cubicBezTo>
                    <a:cubicBezTo>
                      <a:pt x="16300" y="2969"/>
                      <a:pt x="15558" y="3432"/>
                      <a:pt x="14775" y="3886"/>
                    </a:cubicBezTo>
                    <a:cubicBezTo>
                      <a:pt x="13993" y="4332"/>
                      <a:pt x="13168" y="4778"/>
                      <a:pt x="12262" y="5045"/>
                    </a:cubicBezTo>
                    <a:cubicBezTo>
                      <a:pt x="11779" y="5189"/>
                      <a:pt x="11284" y="5264"/>
                      <a:pt x="10797" y="5264"/>
                    </a:cubicBezTo>
                    <a:cubicBezTo>
                      <a:pt x="10379" y="5264"/>
                      <a:pt x="9967" y="5208"/>
                      <a:pt x="9575" y="5093"/>
                    </a:cubicBezTo>
                    <a:cubicBezTo>
                      <a:pt x="8728" y="4852"/>
                      <a:pt x="7988" y="4385"/>
                      <a:pt x="7329" y="3896"/>
                    </a:cubicBezTo>
                    <a:cubicBezTo>
                      <a:pt x="6673" y="3398"/>
                      <a:pt x="6088" y="2864"/>
                      <a:pt x="5529" y="2371"/>
                    </a:cubicBezTo>
                    <a:cubicBezTo>
                      <a:pt x="4973" y="1877"/>
                      <a:pt x="4428" y="1440"/>
                      <a:pt x="3898" y="1086"/>
                    </a:cubicBezTo>
                    <a:cubicBezTo>
                      <a:pt x="2837" y="373"/>
                      <a:pt x="1814" y="50"/>
                      <a:pt x="1102" y="6"/>
                    </a:cubicBezTo>
                    <a:cubicBezTo>
                      <a:pt x="1018" y="2"/>
                      <a:pt x="938" y="0"/>
                      <a:pt x="86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3567;p48">
                <a:extLst>
                  <a:ext uri="{FF2B5EF4-FFF2-40B4-BE49-F238E27FC236}">
                    <a16:creationId xmlns:a16="http://schemas.microsoft.com/office/drawing/2014/main" id="{8376C93D-4B71-2496-39E6-6FE335BF210F}"/>
                  </a:ext>
                </a:extLst>
              </p:cNvPr>
              <p:cNvSpPr/>
              <p:nvPr/>
            </p:nvSpPr>
            <p:spPr>
              <a:xfrm>
                <a:off x="925381" y="4118036"/>
                <a:ext cx="140043" cy="15926"/>
              </a:xfrm>
              <a:custGeom>
                <a:avLst/>
                <a:gdLst/>
                <a:ahLst/>
                <a:cxnLst/>
                <a:rect l="l" t="t" r="r" b="b"/>
                <a:pathLst>
                  <a:path w="9620" h="1094" extrusionOk="0">
                    <a:moveTo>
                      <a:pt x="7606" y="0"/>
                    </a:moveTo>
                    <a:cubicBezTo>
                      <a:pt x="7324" y="0"/>
                      <a:pt x="7024" y="27"/>
                      <a:pt x="6713" y="84"/>
                    </a:cubicBezTo>
                    <a:cubicBezTo>
                      <a:pt x="6119" y="189"/>
                      <a:pt x="5490" y="391"/>
                      <a:pt x="4839" y="556"/>
                    </a:cubicBezTo>
                    <a:cubicBezTo>
                      <a:pt x="4137" y="739"/>
                      <a:pt x="3456" y="807"/>
                      <a:pt x="2841" y="807"/>
                    </a:cubicBezTo>
                    <a:cubicBezTo>
                      <a:pt x="2310" y="807"/>
                      <a:pt x="1829" y="756"/>
                      <a:pt x="1426" y="687"/>
                    </a:cubicBezTo>
                    <a:cubicBezTo>
                      <a:pt x="638" y="557"/>
                      <a:pt x="142" y="374"/>
                      <a:pt x="38" y="374"/>
                    </a:cubicBezTo>
                    <a:cubicBezTo>
                      <a:pt x="27" y="374"/>
                      <a:pt x="20" y="376"/>
                      <a:pt x="18" y="381"/>
                    </a:cubicBezTo>
                    <a:cubicBezTo>
                      <a:pt x="0" y="412"/>
                      <a:pt x="494" y="696"/>
                      <a:pt x="1382" y="906"/>
                    </a:cubicBezTo>
                    <a:cubicBezTo>
                      <a:pt x="1839" y="1015"/>
                      <a:pt x="2411" y="1093"/>
                      <a:pt x="3045" y="1093"/>
                    </a:cubicBezTo>
                    <a:cubicBezTo>
                      <a:pt x="3628" y="1093"/>
                      <a:pt x="4264" y="1027"/>
                      <a:pt x="4913" y="857"/>
                    </a:cubicBezTo>
                    <a:cubicBezTo>
                      <a:pt x="5581" y="687"/>
                      <a:pt x="6198" y="482"/>
                      <a:pt x="6765" y="369"/>
                    </a:cubicBezTo>
                    <a:cubicBezTo>
                      <a:pt x="7131" y="290"/>
                      <a:pt x="7477" y="252"/>
                      <a:pt x="7793" y="252"/>
                    </a:cubicBezTo>
                    <a:cubicBezTo>
                      <a:pt x="7967" y="252"/>
                      <a:pt x="8132" y="264"/>
                      <a:pt x="8286" y="286"/>
                    </a:cubicBezTo>
                    <a:cubicBezTo>
                      <a:pt x="9114" y="389"/>
                      <a:pt x="9529" y="770"/>
                      <a:pt x="9598" y="770"/>
                    </a:cubicBezTo>
                    <a:cubicBezTo>
                      <a:pt x="9602" y="770"/>
                      <a:pt x="9605" y="769"/>
                      <a:pt x="9607" y="766"/>
                    </a:cubicBezTo>
                    <a:cubicBezTo>
                      <a:pt x="9619" y="752"/>
                      <a:pt x="9536" y="635"/>
                      <a:pt x="9327" y="482"/>
                    </a:cubicBezTo>
                    <a:cubicBezTo>
                      <a:pt x="9121" y="329"/>
                      <a:pt x="8780" y="155"/>
                      <a:pt x="8322" y="67"/>
                    </a:cubicBezTo>
                    <a:cubicBezTo>
                      <a:pt x="8104" y="23"/>
                      <a:pt x="7863" y="0"/>
                      <a:pt x="760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3568;p48">
                <a:extLst>
                  <a:ext uri="{FF2B5EF4-FFF2-40B4-BE49-F238E27FC236}">
                    <a16:creationId xmlns:a16="http://schemas.microsoft.com/office/drawing/2014/main" id="{360D8E8F-BDD8-EB2D-4787-9147A9E24431}"/>
                  </a:ext>
                </a:extLst>
              </p:cNvPr>
              <p:cNvSpPr/>
              <p:nvPr/>
            </p:nvSpPr>
            <p:spPr>
              <a:xfrm>
                <a:off x="922266" y="4285316"/>
                <a:ext cx="146405" cy="24180"/>
              </a:xfrm>
              <a:custGeom>
                <a:avLst/>
                <a:gdLst/>
                <a:ahLst/>
                <a:cxnLst/>
                <a:rect l="l" t="t" r="r" b="b"/>
                <a:pathLst>
                  <a:path w="10057" h="1661" extrusionOk="0">
                    <a:moveTo>
                      <a:pt x="1914" y="1"/>
                    </a:moveTo>
                    <a:cubicBezTo>
                      <a:pt x="1736" y="1"/>
                      <a:pt x="1566" y="12"/>
                      <a:pt x="1408" y="34"/>
                    </a:cubicBezTo>
                    <a:cubicBezTo>
                      <a:pt x="910" y="104"/>
                      <a:pt x="529" y="292"/>
                      <a:pt x="307" y="463"/>
                    </a:cubicBezTo>
                    <a:cubicBezTo>
                      <a:pt x="83" y="633"/>
                      <a:pt x="0" y="768"/>
                      <a:pt x="14" y="778"/>
                    </a:cubicBezTo>
                    <a:cubicBezTo>
                      <a:pt x="16" y="779"/>
                      <a:pt x="18" y="780"/>
                      <a:pt x="20" y="780"/>
                    </a:cubicBezTo>
                    <a:cubicBezTo>
                      <a:pt x="51" y="780"/>
                      <a:pt x="160" y="682"/>
                      <a:pt x="376" y="563"/>
                    </a:cubicBezTo>
                    <a:cubicBezTo>
                      <a:pt x="604" y="432"/>
                      <a:pt x="966" y="292"/>
                      <a:pt x="1434" y="253"/>
                    </a:cubicBezTo>
                    <a:cubicBezTo>
                      <a:pt x="1529" y="245"/>
                      <a:pt x="1627" y="241"/>
                      <a:pt x="1730" y="241"/>
                    </a:cubicBezTo>
                    <a:cubicBezTo>
                      <a:pt x="2134" y="241"/>
                      <a:pt x="2595" y="305"/>
                      <a:pt x="3077" y="445"/>
                    </a:cubicBezTo>
                    <a:cubicBezTo>
                      <a:pt x="3676" y="615"/>
                      <a:pt x="4318" y="921"/>
                      <a:pt x="5013" y="1192"/>
                    </a:cubicBezTo>
                    <a:cubicBezTo>
                      <a:pt x="5692" y="1462"/>
                      <a:pt x="6392" y="1660"/>
                      <a:pt x="7052" y="1660"/>
                    </a:cubicBezTo>
                    <a:cubicBezTo>
                      <a:pt x="7067" y="1660"/>
                      <a:pt x="7083" y="1660"/>
                      <a:pt x="7098" y="1660"/>
                    </a:cubicBezTo>
                    <a:cubicBezTo>
                      <a:pt x="7770" y="1656"/>
                      <a:pt x="8352" y="1450"/>
                      <a:pt x="8798" y="1228"/>
                    </a:cubicBezTo>
                    <a:cubicBezTo>
                      <a:pt x="9244" y="1000"/>
                      <a:pt x="9558" y="746"/>
                      <a:pt x="9759" y="563"/>
                    </a:cubicBezTo>
                    <a:cubicBezTo>
                      <a:pt x="9960" y="375"/>
                      <a:pt x="10057" y="253"/>
                      <a:pt x="10039" y="240"/>
                    </a:cubicBezTo>
                    <a:cubicBezTo>
                      <a:pt x="10037" y="238"/>
                      <a:pt x="10035" y="237"/>
                      <a:pt x="10031" y="237"/>
                    </a:cubicBezTo>
                    <a:cubicBezTo>
                      <a:pt x="9963" y="237"/>
                      <a:pt x="9530" y="652"/>
                      <a:pt x="8702" y="1030"/>
                    </a:cubicBezTo>
                    <a:cubicBezTo>
                      <a:pt x="8285" y="1211"/>
                      <a:pt x="7760" y="1372"/>
                      <a:pt x="7169" y="1372"/>
                    </a:cubicBezTo>
                    <a:cubicBezTo>
                      <a:pt x="7145" y="1372"/>
                      <a:pt x="7122" y="1372"/>
                      <a:pt x="7098" y="1371"/>
                    </a:cubicBezTo>
                    <a:cubicBezTo>
                      <a:pt x="6477" y="1367"/>
                      <a:pt x="5809" y="1175"/>
                      <a:pt x="5127" y="904"/>
                    </a:cubicBezTo>
                    <a:cubicBezTo>
                      <a:pt x="4440" y="637"/>
                      <a:pt x="3794" y="336"/>
                      <a:pt x="3151" y="169"/>
                    </a:cubicBezTo>
                    <a:cubicBezTo>
                      <a:pt x="2716" y="53"/>
                      <a:pt x="2295" y="1"/>
                      <a:pt x="19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3569;p48">
                <a:extLst>
                  <a:ext uri="{FF2B5EF4-FFF2-40B4-BE49-F238E27FC236}">
                    <a16:creationId xmlns:a16="http://schemas.microsoft.com/office/drawing/2014/main" id="{1CCC1A05-2A2F-4C0A-E00E-9578FC29B30F}"/>
                  </a:ext>
                </a:extLst>
              </p:cNvPr>
              <p:cNvSpPr/>
              <p:nvPr/>
            </p:nvSpPr>
            <p:spPr>
              <a:xfrm>
                <a:off x="732815" y="4088280"/>
                <a:ext cx="36015" cy="178519"/>
              </a:xfrm>
              <a:custGeom>
                <a:avLst/>
                <a:gdLst/>
                <a:ahLst/>
                <a:cxnLst/>
                <a:rect l="l" t="t" r="r" b="b"/>
                <a:pathLst>
                  <a:path w="2474" h="12263" extrusionOk="0">
                    <a:moveTo>
                      <a:pt x="1" y="0"/>
                    </a:moveTo>
                    <a:lnTo>
                      <a:pt x="2094" y="12262"/>
                    </a:lnTo>
                    <a:lnTo>
                      <a:pt x="2316" y="12262"/>
                    </a:lnTo>
                    <a:lnTo>
                      <a:pt x="2474" y="245"/>
                    </a:lnTo>
                    <a:cubicBezTo>
                      <a:pt x="1643" y="236"/>
                      <a:pt x="818" y="170"/>
                      <a:pt x="1"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3570;p48">
                <a:extLst>
                  <a:ext uri="{FF2B5EF4-FFF2-40B4-BE49-F238E27FC236}">
                    <a16:creationId xmlns:a16="http://schemas.microsoft.com/office/drawing/2014/main" id="{A6A4B273-68E9-2B8F-CAFA-EE04F73E3E3D}"/>
                  </a:ext>
                </a:extLst>
              </p:cNvPr>
              <p:cNvSpPr/>
              <p:nvPr/>
            </p:nvSpPr>
            <p:spPr>
              <a:xfrm>
                <a:off x="778481" y="4355789"/>
                <a:ext cx="201112" cy="8603"/>
              </a:xfrm>
              <a:custGeom>
                <a:avLst/>
                <a:gdLst/>
                <a:ahLst/>
                <a:cxnLst/>
                <a:rect l="l" t="t" r="r" b="b"/>
                <a:pathLst>
                  <a:path w="13815" h="591" extrusionOk="0">
                    <a:moveTo>
                      <a:pt x="1" y="1"/>
                    </a:moveTo>
                    <a:lnTo>
                      <a:pt x="49" y="294"/>
                    </a:lnTo>
                    <a:lnTo>
                      <a:pt x="13815" y="590"/>
                    </a:lnTo>
                    <a:cubicBezTo>
                      <a:pt x="13815" y="564"/>
                      <a:pt x="13815" y="538"/>
                      <a:pt x="13811" y="507"/>
                    </a:cubicBezTo>
                    <a:lnTo>
                      <a:pt x="1" y="1"/>
                    </a:ln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3571;p48">
                <a:extLst>
                  <a:ext uri="{FF2B5EF4-FFF2-40B4-BE49-F238E27FC236}">
                    <a16:creationId xmlns:a16="http://schemas.microsoft.com/office/drawing/2014/main" id="{E53030D6-BA92-9167-2A06-A3ACBAF59555}"/>
                  </a:ext>
                </a:extLst>
              </p:cNvPr>
              <p:cNvSpPr/>
              <p:nvPr/>
            </p:nvSpPr>
            <p:spPr>
              <a:xfrm>
                <a:off x="763283" y="4266784"/>
                <a:ext cx="3261" cy="17513"/>
              </a:xfrm>
              <a:custGeom>
                <a:avLst/>
                <a:gdLst/>
                <a:ahLst/>
                <a:cxnLst/>
                <a:rect l="l" t="t" r="r" b="b"/>
                <a:pathLst>
                  <a:path w="224" h="1203" extrusionOk="0">
                    <a:moveTo>
                      <a:pt x="1" y="0"/>
                    </a:moveTo>
                    <a:lnTo>
                      <a:pt x="206" y="1202"/>
                    </a:lnTo>
                    <a:lnTo>
                      <a:pt x="223" y="0"/>
                    </a:ln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3572;p48">
                <a:extLst>
                  <a:ext uri="{FF2B5EF4-FFF2-40B4-BE49-F238E27FC236}">
                    <a16:creationId xmlns:a16="http://schemas.microsoft.com/office/drawing/2014/main" id="{07CF018A-4E96-E73F-F359-A27B9A1A9E61}"/>
                  </a:ext>
                </a:extLst>
              </p:cNvPr>
              <p:cNvSpPr/>
              <p:nvPr/>
            </p:nvSpPr>
            <p:spPr>
              <a:xfrm>
                <a:off x="766268" y="4084583"/>
                <a:ext cx="213267" cy="278601"/>
              </a:xfrm>
              <a:custGeom>
                <a:avLst/>
                <a:gdLst/>
                <a:ahLst/>
                <a:cxnLst/>
                <a:rect l="l" t="t" r="r" b="b"/>
                <a:pathLst>
                  <a:path w="14650" h="19138" extrusionOk="0">
                    <a:moveTo>
                      <a:pt x="8007" y="0"/>
                    </a:moveTo>
                    <a:cubicBezTo>
                      <a:pt x="7395" y="0"/>
                      <a:pt x="6775" y="49"/>
                      <a:pt x="6176" y="83"/>
                    </a:cubicBezTo>
                    <a:cubicBezTo>
                      <a:pt x="4240" y="198"/>
                      <a:pt x="2295" y="503"/>
                      <a:pt x="368" y="503"/>
                    </a:cubicBezTo>
                    <a:cubicBezTo>
                      <a:pt x="303" y="503"/>
                      <a:pt x="237" y="503"/>
                      <a:pt x="176" y="499"/>
                    </a:cubicBezTo>
                    <a:lnTo>
                      <a:pt x="18" y="12516"/>
                    </a:lnTo>
                    <a:lnTo>
                      <a:pt x="1" y="13718"/>
                    </a:lnTo>
                    <a:lnTo>
                      <a:pt x="840" y="18631"/>
                    </a:lnTo>
                    <a:lnTo>
                      <a:pt x="14650" y="19137"/>
                    </a:lnTo>
                    <a:cubicBezTo>
                      <a:pt x="14567" y="17516"/>
                      <a:pt x="14488" y="15965"/>
                      <a:pt x="14383" y="14436"/>
                    </a:cubicBezTo>
                    <a:cubicBezTo>
                      <a:pt x="14182" y="14357"/>
                      <a:pt x="13986" y="14291"/>
                      <a:pt x="13793" y="14234"/>
                    </a:cubicBezTo>
                    <a:cubicBezTo>
                      <a:pt x="13308" y="14095"/>
                      <a:pt x="12845" y="14029"/>
                      <a:pt x="12443" y="14029"/>
                    </a:cubicBezTo>
                    <a:cubicBezTo>
                      <a:pt x="12342" y="14029"/>
                      <a:pt x="12241" y="14033"/>
                      <a:pt x="12150" y="14042"/>
                    </a:cubicBezTo>
                    <a:cubicBezTo>
                      <a:pt x="11682" y="14081"/>
                      <a:pt x="11320" y="14221"/>
                      <a:pt x="11092" y="14352"/>
                    </a:cubicBezTo>
                    <a:cubicBezTo>
                      <a:pt x="10878" y="14470"/>
                      <a:pt x="10769" y="14571"/>
                      <a:pt x="10734" y="14571"/>
                    </a:cubicBezTo>
                    <a:lnTo>
                      <a:pt x="10730" y="14567"/>
                    </a:lnTo>
                    <a:cubicBezTo>
                      <a:pt x="10716" y="14557"/>
                      <a:pt x="10799" y="14422"/>
                      <a:pt x="11023" y="14252"/>
                    </a:cubicBezTo>
                    <a:cubicBezTo>
                      <a:pt x="11245" y="14081"/>
                      <a:pt x="11626" y="13893"/>
                      <a:pt x="12124" y="13823"/>
                    </a:cubicBezTo>
                    <a:cubicBezTo>
                      <a:pt x="12285" y="13801"/>
                      <a:pt x="12451" y="13788"/>
                      <a:pt x="12631" y="13788"/>
                    </a:cubicBezTo>
                    <a:cubicBezTo>
                      <a:pt x="13011" y="13788"/>
                      <a:pt x="13435" y="13841"/>
                      <a:pt x="13867" y="13958"/>
                    </a:cubicBezTo>
                    <a:cubicBezTo>
                      <a:pt x="14034" y="13998"/>
                      <a:pt x="14195" y="14051"/>
                      <a:pt x="14361" y="14107"/>
                    </a:cubicBezTo>
                    <a:cubicBezTo>
                      <a:pt x="14129" y="10886"/>
                      <a:pt x="13772" y="7775"/>
                      <a:pt x="12985" y="4428"/>
                    </a:cubicBezTo>
                    <a:cubicBezTo>
                      <a:pt x="12897" y="4047"/>
                      <a:pt x="12796" y="3659"/>
                      <a:pt x="12675" y="3278"/>
                    </a:cubicBezTo>
                    <a:cubicBezTo>
                      <a:pt x="12548" y="3256"/>
                      <a:pt x="12425" y="3230"/>
                      <a:pt x="12312" y="3204"/>
                    </a:cubicBezTo>
                    <a:cubicBezTo>
                      <a:pt x="11424" y="2994"/>
                      <a:pt x="10930" y="2710"/>
                      <a:pt x="10948" y="2679"/>
                    </a:cubicBezTo>
                    <a:cubicBezTo>
                      <a:pt x="10948" y="2675"/>
                      <a:pt x="10957" y="2671"/>
                      <a:pt x="10970" y="2671"/>
                    </a:cubicBezTo>
                    <a:cubicBezTo>
                      <a:pt x="11075" y="2671"/>
                      <a:pt x="11573" y="2854"/>
                      <a:pt x="12356" y="2985"/>
                    </a:cubicBezTo>
                    <a:cubicBezTo>
                      <a:pt x="12429" y="2998"/>
                      <a:pt x="12508" y="3012"/>
                      <a:pt x="12592" y="3024"/>
                    </a:cubicBezTo>
                    <a:cubicBezTo>
                      <a:pt x="12290" y="2177"/>
                      <a:pt x="11862" y="1394"/>
                      <a:pt x="11162" y="853"/>
                    </a:cubicBezTo>
                    <a:cubicBezTo>
                      <a:pt x="10275" y="162"/>
                      <a:pt x="9157" y="0"/>
                      <a:pt x="8007"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3573;p48">
                <a:extLst>
                  <a:ext uri="{FF2B5EF4-FFF2-40B4-BE49-F238E27FC236}">
                    <a16:creationId xmlns:a16="http://schemas.microsoft.com/office/drawing/2014/main" id="{BB065446-906F-1CE8-9422-6ACA50B3F9A5}"/>
                  </a:ext>
                </a:extLst>
              </p:cNvPr>
              <p:cNvSpPr/>
              <p:nvPr/>
            </p:nvSpPr>
            <p:spPr>
              <a:xfrm>
                <a:off x="925381" y="4123451"/>
                <a:ext cx="25403" cy="8866"/>
              </a:xfrm>
              <a:custGeom>
                <a:avLst/>
                <a:gdLst/>
                <a:ahLst/>
                <a:cxnLst/>
                <a:rect l="l" t="t" r="r" b="b"/>
                <a:pathLst>
                  <a:path w="1745" h="609" extrusionOk="0">
                    <a:moveTo>
                      <a:pt x="40" y="1"/>
                    </a:moveTo>
                    <a:cubicBezTo>
                      <a:pt x="27" y="1"/>
                      <a:pt x="18" y="5"/>
                      <a:pt x="18" y="9"/>
                    </a:cubicBezTo>
                    <a:cubicBezTo>
                      <a:pt x="0" y="40"/>
                      <a:pt x="494" y="324"/>
                      <a:pt x="1382" y="534"/>
                    </a:cubicBezTo>
                    <a:cubicBezTo>
                      <a:pt x="1495" y="560"/>
                      <a:pt x="1618" y="586"/>
                      <a:pt x="1745" y="608"/>
                    </a:cubicBezTo>
                    <a:cubicBezTo>
                      <a:pt x="1718" y="521"/>
                      <a:pt x="1688" y="438"/>
                      <a:pt x="1662" y="354"/>
                    </a:cubicBezTo>
                    <a:cubicBezTo>
                      <a:pt x="1578" y="342"/>
                      <a:pt x="1499" y="328"/>
                      <a:pt x="1426" y="315"/>
                    </a:cubicBezTo>
                    <a:cubicBezTo>
                      <a:pt x="643" y="184"/>
                      <a:pt x="145" y="1"/>
                      <a:pt x="40" y="1"/>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3574;p48">
                <a:extLst>
                  <a:ext uri="{FF2B5EF4-FFF2-40B4-BE49-F238E27FC236}">
                    <a16:creationId xmlns:a16="http://schemas.microsoft.com/office/drawing/2014/main" id="{B391F9C8-7DA5-B043-6E1C-F026E42EF43F}"/>
                  </a:ext>
                </a:extLst>
              </p:cNvPr>
              <p:cNvSpPr/>
              <p:nvPr/>
            </p:nvSpPr>
            <p:spPr>
              <a:xfrm>
                <a:off x="922266" y="4285301"/>
                <a:ext cx="53397" cy="11399"/>
              </a:xfrm>
              <a:custGeom>
                <a:avLst/>
                <a:gdLst/>
                <a:ahLst/>
                <a:cxnLst/>
                <a:rect l="l" t="t" r="r" b="b"/>
                <a:pathLst>
                  <a:path w="3668" h="783" extrusionOk="0">
                    <a:moveTo>
                      <a:pt x="1915" y="0"/>
                    </a:moveTo>
                    <a:cubicBezTo>
                      <a:pt x="1735" y="0"/>
                      <a:pt x="1569" y="13"/>
                      <a:pt x="1408" y="35"/>
                    </a:cubicBezTo>
                    <a:cubicBezTo>
                      <a:pt x="910" y="105"/>
                      <a:pt x="529" y="293"/>
                      <a:pt x="307" y="464"/>
                    </a:cubicBezTo>
                    <a:cubicBezTo>
                      <a:pt x="83" y="634"/>
                      <a:pt x="0" y="769"/>
                      <a:pt x="14" y="779"/>
                    </a:cubicBezTo>
                    <a:lnTo>
                      <a:pt x="18" y="783"/>
                    </a:lnTo>
                    <a:cubicBezTo>
                      <a:pt x="53" y="783"/>
                      <a:pt x="162" y="682"/>
                      <a:pt x="376" y="564"/>
                    </a:cubicBezTo>
                    <a:cubicBezTo>
                      <a:pt x="604" y="433"/>
                      <a:pt x="966" y="293"/>
                      <a:pt x="1434" y="254"/>
                    </a:cubicBezTo>
                    <a:cubicBezTo>
                      <a:pt x="1525" y="245"/>
                      <a:pt x="1626" y="241"/>
                      <a:pt x="1727" y="241"/>
                    </a:cubicBezTo>
                    <a:cubicBezTo>
                      <a:pt x="2129" y="241"/>
                      <a:pt x="2592" y="307"/>
                      <a:pt x="3077" y="446"/>
                    </a:cubicBezTo>
                    <a:cubicBezTo>
                      <a:pt x="3270" y="503"/>
                      <a:pt x="3466" y="569"/>
                      <a:pt x="3667" y="648"/>
                    </a:cubicBezTo>
                    <a:cubicBezTo>
                      <a:pt x="3659" y="537"/>
                      <a:pt x="3654" y="428"/>
                      <a:pt x="3645" y="319"/>
                    </a:cubicBezTo>
                    <a:cubicBezTo>
                      <a:pt x="3479" y="263"/>
                      <a:pt x="3318" y="210"/>
                      <a:pt x="3151" y="170"/>
                    </a:cubicBezTo>
                    <a:cubicBezTo>
                      <a:pt x="2719" y="53"/>
                      <a:pt x="2295" y="0"/>
                      <a:pt x="1915" y="0"/>
                    </a:cubicBezTo>
                    <a:close/>
                  </a:path>
                </a:pathLst>
              </a:custGeom>
              <a:solidFill>
                <a:srgbClr val="1B2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3575;p48">
                <a:extLst>
                  <a:ext uri="{FF2B5EF4-FFF2-40B4-BE49-F238E27FC236}">
                    <a16:creationId xmlns:a16="http://schemas.microsoft.com/office/drawing/2014/main" id="{E434F8D4-5F88-2DF3-B8D5-C22E3618F997}"/>
                  </a:ext>
                </a:extLst>
              </p:cNvPr>
              <p:cNvSpPr/>
              <p:nvPr/>
            </p:nvSpPr>
            <p:spPr>
              <a:xfrm>
                <a:off x="783329" y="3949329"/>
                <a:ext cx="11195" cy="124962"/>
              </a:xfrm>
              <a:custGeom>
                <a:avLst/>
                <a:gdLst/>
                <a:ahLst/>
                <a:cxnLst/>
                <a:rect l="l" t="t" r="r" b="b"/>
                <a:pathLst>
                  <a:path w="769" h="8584" extrusionOk="0">
                    <a:moveTo>
                      <a:pt x="171" y="1"/>
                    </a:moveTo>
                    <a:lnTo>
                      <a:pt x="97" y="525"/>
                    </a:lnTo>
                    <a:lnTo>
                      <a:pt x="0" y="8583"/>
                    </a:lnTo>
                    <a:lnTo>
                      <a:pt x="769" y="8583"/>
                    </a:lnTo>
                    <a:lnTo>
                      <a:pt x="171"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3576;p48">
                <a:extLst>
                  <a:ext uri="{FF2B5EF4-FFF2-40B4-BE49-F238E27FC236}">
                    <a16:creationId xmlns:a16="http://schemas.microsoft.com/office/drawing/2014/main" id="{A5912C32-D432-0255-A6CF-BC61C95A5E92}"/>
                  </a:ext>
                </a:extLst>
              </p:cNvPr>
              <p:cNvSpPr/>
              <p:nvPr/>
            </p:nvSpPr>
            <p:spPr>
              <a:xfrm>
                <a:off x="842112" y="4355279"/>
                <a:ext cx="513225" cy="360284"/>
              </a:xfrm>
              <a:custGeom>
                <a:avLst/>
                <a:gdLst/>
                <a:ahLst/>
                <a:cxnLst/>
                <a:rect l="l" t="t" r="r" b="b"/>
                <a:pathLst>
                  <a:path w="35255" h="24749" extrusionOk="0">
                    <a:moveTo>
                      <a:pt x="0" y="0"/>
                    </a:moveTo>
                    <a:lnTo>
                      <a:pt x="0" y="10738"/>
                    </a:lnTo>
                    <a:lnTo>
                      <a:pt x="24281" y="11376"/>
                    </a:lnTo>
                    <a:lnTo>
                      <a:pt x="24923" y="24749"/>
                    </a:lnTo>
                    <a:lnTo>
                      <a:pt x="34944" y="24749"/>
                    </a:lnTo>
                    <a:lnTo>
                      <a:pt x="35184" y="9239"/>
                    </a:lnTo>
                    <a:cubicBezTo>
                      <a:pt x="35254" y="4803"/>
                      <a:pt x="31758" y="1128"/>
                      <a:pt x="27322" y="970"/>
                    </a:cubicBezTo>
                    <a:lnTo>
                      <a:pt x="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3577;p48">
                <a:extLst>
                  <a:ext uri="{FF2B5EF4-FFF2-40B4-BE49-F238E27FC236}">
                    <a16:creationId xmlns:a16="http://schemas.microsoft.com/office/drawing/2014/main" id="{16D67A3B-6BC2-ED88-7267-5A6F94B5D1B7}"/>
                  </a:ext>
                </a:extLst>
              </p:cNvPr>
              <p:cNvSpPr/>
              <p:nvPr/>
            </p:nvSpPr>
            <p:spPr>
              <a:xfrm>
                <a:off x="684717" y="4492891"/>
                <a:ext cx="235657" cy="42057"/>
              </a:xfrm>
              <a:custGeom>
                <a:avLst/>
                <a:gdLst/>
                <a:ahLst/>
                <a:cxnLst/>
                <a:rect l="l" t="t" r="r" b="b"/>
                <a:pathLst>
                  <a:path w="16188" h="2889" extrusionOk="0">
                    <a:moveTo>
                      <a:pt x="16149" y="0"/>
                    </a:moveTo>
                    <a:cubicBezTo>
                      <a:pt x="16131" y="0"/>
                      <a:pt x="16143" y="253"/>
                      <a:pt x="16030" y="682"/>
                    </a:cubicBezTo>
                    <a:cubicBezTo>
                      <a:pt x="15921" y="1106"/>
                      <a:pt x="15632" y="1722"/>
                      <a:pt x="14995" y="2199"/>
                    </a:cubicBezTo>
                    <a:cubicBezTo>
                      <a:pt x="14675" y="2430"/>
                      <a:pt x="14277" y="2627"/>
                      <a:pt x="13823" y="2697"/>
                    </a:cubicBezTo>
                    <a:cubicBezTo>
                      <a:pt x="13633" y="2733"/>
                      <a:pt x="13437" y="2736"/>
                      <a:pt x="13229" y="2736"/>
                    </a:cubicBezTo>
                    <a:cubicBezTo>
                      <a:pt x="13189" y="2736"/>
                      <a:pt x="13148" y="2736"/>
                      <a:pt x="13107" y="2736"/>
                    </a:cubicBezTo>
                    <a:lnTo>
                      <a:pt x="12329" y="2736"/>
                    </a:lnTo>
                    <a:cubicBezTo>
                      <a:pt x="11266" y="2732"/>
                      <a:pt x="10100" y="2732"/>
                      <a:pt x="8876" y="2732"/>
                    </a:cubicBezTo>
                    <a:cubicBezTo>
                      <a:pt x="6433" y="2744"/>
                      <a:pt x="4222" y="2754"/>
                      <a:pt x="2601" y="2762"/>
                    </a:cubicBezTo>
                    <a:cubicBezTo>
                      <a:pt x="1810" y="2770"/>
                      <a:pt x="1167" y="2780"/>
                      <a:pt x="699" y="2788"/>
                    </a:cubicBezTo>
                    <a:cubicBezTo>
                      <a:pt x="485" y="2792"/>
                      <a:pt x="315" y="2802"/>
                      <a:pt x="180" y="2802"/>
                    </a:cubicBezTo>
                    <a:cubicBezTo>
                      <a:pt x="62" y="2810"/>
                      <a:pt x="1" y="2814"/>
                      <a:pt x="1" y="2819"/>
                    </a:cubicBezTo>
                    <a:cubicBezTo>
                      <a:pt x="1" y="2823"/>
                      <a:pt x="62" y="2828"/>
                      <a:pt x="180" y="2836"/>
                    </a:cubicBezTo>
                    <a:cubicBezTo>
                      <a:pt x="315" y="2836"/>
                      <a:pt x="485" y="2845"/>
                      <a:pt x="699" y="2849"/>
                    </a:cubicBezTo>
                    <a:cubicBezTo>
                      <a:pt x="1167" y="2854"/>
                      <a:pt x="1814" y="2863"/>
                      <a:pt x="2601" y="2871"/>
                    </a:cubicBezTo>
                    <a:cubicBezTo>
                      <a:pt x="4222" y="2875"/>
                      <a:pt x="6433" y="2881"/>
                      <a:pt x="8876" y="2889"/>
                    </a:cubicBezTo>
                    <a:cubicBezTo>
                      <a:pt x="10100" y="2885"/>
                      <a:pt x="11266" y="2881"/>
                      <a:pt x="12329" y="2881"/>
                    </a:cubicBezTo>
                    <a:cubicBezTo>
                      <a:pt x="12595" y="2875"/>
                      <a:pt x="12853" y="2875"/>
                      <a:pt x="13107" y="2875"/>
                    </a:cubicBezTo>
                    <a:cubicBezTo>
                      <a:pt x="13351" y="2871"/>
                      <a:pt x="13609" y="2871"/>
                      <a:pt x="13845" y="2823"/>
                    </a:cubicBezTo>
                    <a:cubicBezTo>
                      <a:pt x="14321" y="2744"/>
                      <a:pt x="14737" y="2530"/>
                      <a:pt x="15060" y="2286"/>
                    </a:cubicBezTo>
                    <a:cubicBezTo>
                      <a:pt x="15715" y="1779"/>
                      <a:pt x="15995" y="1132"/>
                      <a:pt x="16091" y="699"/>
                    </a:cubicBezTo>
                    <a:cubicBezTo>
                      <a:pt x="16187" y="253"/>
                      <a:pt x="16149" y="0"/>
                      <a:pt x="1614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3578;p48">
                <a:extLst>
                  <a:ext uri="{FF2B5EF4-FFF2-40B4-BE49-F238E27FC236}">
                    <a16:creationId xmlns:a16="http://schemas.microsoft.com/office/drawing/2014/main" id="{B4A4CCCB-8A0A-3382-CFB6-B3DECFCACB0E}"/>
                  </a:ext>
                </a:extLst>
              </p:cNvPr>
              <p:cNvSpPr/>
              <p:nvPr/>
            </p:nvSpPr>
            <p:spPr>
              <a:xfrm>
                <a:off x="921625" y="4561777"/>
                <a:ext cx="68653" cy="2242"/>
              </a:xfrm>
              <a:custGeom>
                <a:avLst/>
                <a:gdLst/>
                <a:ahLst/>
                <a:cxnLst/>
                <a:rect l="l" t="t" r="r" b="b"/>
                <a:pathLst>
                  <a:path w="4716" h="154" extrusionOk="0">
                    <a:moveTo>
                      <a:pt x="2356" y="1"/>
                    </a:moveTo>
                    <a:cubicBezTo>
                      <a:pt x="1054" y="1"/>
                      <a:pt x="0" y="36"/>
                      <a:pt x="0" y="75"/>
                    </a:cubicBezTo>
                    <a:cubicBezTo>
                      <a:pt x="0" y="119"/>
                      <a:pt x="1054" y="154"/>
                      <a:pt x="2356" y="154"/>
                    </a:cubicBezTo>
                    <a:cubicBezTo>
                      <a:pt x="3659" y="154"/>
                      <a:pt x="4716" y="119"/>
                      <a:pt x="4716" y="75"/>
                    </a:cubicBezTo>
                    <a:cubicBezTo>
                      <a:pt x="4716" y="36"/>
                      <a:pt x="3659" y="1"/>
                      <a:pt x="235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5" name="Google Shape;3579;p48">
              <a:extLst>
                <a:ext uri="{FF2B5EF4-FFF2-40B4-BE49-F238E27FC236}">
                  <a16:creationId xmlns:a16="http://schemas.microsoft.com/office/drawing/2014/main" id="{CB2717A2-0B99-35B6-0949-916AA14DF2DA}"/>
                </a:ext>
              </a:extLst>
            </p:cNvPr>
            <p:cNvGrpSpPr/>
            <p:nvPr/>
          </p:nvGrpSpPr>
          <p:grpSpPr>
            <a:xfrm>
              <a:off x="608057" y="4070142"/>
              <a:ext cx="621052" cy="634794"/>
              <a:chOff x="608057" y="4070142"/>
              <a:chExt cx="621052" cy="634794"/>
            </a:xfrm>
          </p:grpSpPr>
          <p:sp>
            <p:nvSpPr>
              <p:cNvPr id="1112" name="Google Shape;3580;p48">
                <a:extLst>
                  <a:ext uri="{FF2B5EF4-FFF2-40B4-BE49-F238E27FC236}">
                    <a16:creationId xmlns:a16="http://schemas.microsoft.com/office/drawing/2014/main" id="{2E2B314E-D0FE-3C0E-F393-BFB7569A29E4}"/>
                  </a:ext>
                </a:extLst>
              </p:cNvPr>
              <p:cNvSpPr/>
              <p:nvPr/>
            </p:nvSpPr>
            <p:spPr>
              <a:xfrm>
                <a:off x="936387" y="4561719"/>
                <a:ext cx="39145" cy="143217"/>
              </a:xfrm>
              <a:custGeom>
                <a:avLst/>
                <a:gdLst/>
                <a:ahLst/>
                <a:cxnLst/>
                <a:rect l="l" t="t" r="r" b="b"/>
                <a:pathLst>
                  <a:path w="2689" h="9838" extrusionOk="0">
                    <a:moveTo>
                      <a:pt x="1" y="1"/>
                    </a:moveTo>
                    <a:lnTo>
                      <a:pt x="1" y="9838"/>
                    </a:lnTo>
                    <a:lnTo>
                      <a:pt x="2689" y="9838"/>
                    </a:lnTo>
                    <a:lnTo>
                      <a:pt x="2689"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3581;p48">
                <a:extLst>
                  <a:ext uri="{FF2B5EF4-FFF2-40B4-BE49-F238E27FC236}">
                    <a16:creationId xmlns:a16="http://schemas.microsoft.com/office/drawing/2014/main" id="{092623B3-FC12-21F7-15E4-BD48D990C38A}"/>
                  </a:ext>
                </a:extLst>
              </p:cNvPr>
              <p:cNvSpPr/>
              <p:nvPr/>
            </p:nvSpPr>
            <p:spPr>
              <a:xfrm>
                <a:off x="608057" y="4070142"/>
                <a:ext cx="311749" cy="463613"/>
              </a:xfrm>
              <a:custGeom>
                <a:avLst/>
                <a:gdLst/>
                <a:ahLst/>
                <a:cxnLst/>
                <a:rect l="l" t="t" r="r" b="b"/>
                <a:pathLst>
                  <a:path w="21415" h="31847" extrusionOk="0">
                    <a:moveTo>
                      <a:pt x="2514" y="0"/>
                    </a:moveTo>
                    <a:cubicBezTo>
                      <a:pt x="1124" y="0"/>
                      <a:pt x="1" y="1124"/>
                      <a:pt x="1" y="2509"/>
                    </a:cubicBezTo>
                    <a:lnTo>
                      <a:pt x="1" y="26217"/>
                    </a:lnTo>
                    <a:cubicBezTo>
                      <a:pt x="1" y="29325"/>
                      <a:pt x="2522" y="31846"/>
                      <a:pt x="5634" y="31846"/>
                    </a:cubicBezTo>
                    <a:lnTo>
                      <a:pt x="21415" y="31846"/>
                    </a:lnTo>
                    <a:lnTo>
                      <a:pt x="21415" y="2509"/>
                    </a:lnTo>
                    <a:cubicBezTo>
                      <a:pt x="21415" y="1124"/>
                      <a:pt x="20291" y="0"/>
                      <a:pt x="18906" y="0"/>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3582;p48">
                <a:extLst>
                  <a:ext uri="{FF2B5EF4-FFF2-40B4-BE49-F238E27FC236}">
                    <a16:creationId xmlns:a16="http://schemas.microsoft.com/office/drawing/2014/main" id="{143BCC58-70DB-7065-CC54-BD2765C8A545}"/>
                  </a:ext>
                </a:extLst>
              </p:cNvPr>
              <p:cNvSpPr/>
              <p:nvPr/>
            </p:nvSpPr>
            <p:spPr>
              <a:xfrm>
                <a:off x="669519" y="4500971"/>
                <a:ext cx="559590" cy="60763"/>
              </a:xfrm>
              <a:custGeom>
                <a:avLst/>
                <a:gdLst/>
                <a:ahLst/>
                <a:cxnLst/>
                <a:rect l="l" t="t" r="r" b="b"/>
                <a:pathLst>
                  <a:path w="38440" h="4174" extrusionOk="0">
                    <a:moveTo>
                      <a:pt x="4173" y="0"/>
                    </a:moveTo>
                    <a:cubicBezTo>
                      <a:pt x="1866" y="0"/>
                      <a:pt x="0" y="1866"/>
                      <a:pt x="0" y="4174"/>
                    </a:cubicBezTo>
                    <a:lnTo>
                      <a:pt x="38440" y="4174"/>
                    </a:lnTo>
                    <a:cubicBezTo>
                      <a:pt x="38440" y="1866"/>
                      <a:pt x="36570" y="0"/>
                      <a:pt x="34266" y="0"/>
                    </a:cubicBez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3583;p48">
                <a:extLst>
                  <a:ext uri="{FF2B5EF4-FFF2-40B4-BE49-F238E27FC236}">
                    <a16:creationId xmlns:a16="http://schemas.microsoft.com/office/drawing/2014/main" id="{B0588AAF-C7D7-787C-0ED8-E109307E7474}"/>
                  </a:ext>
                </a:extLst>
              </p:cNvPr>
              <p:cNvSpPr/>
              <p:nvPr/>
            </p:nvSpPr>
            <p:spPr>
              <a:xfrm>
                <a:off x="875638" y="4319162"/>
                <a:ext cx="285021" cy="217576"/>
              </a:xfrm>
              <a:custGeom>
                <a:avLst/>
                <a:gdLst/>
                <a:ahLst/>
                <a:cxnLst/>
                <a:rect l="l" t="t" r="r" b="b"/>
                <a:pathLst>
                  <a:path w="19579" h="14946" extrusionOk="0">
                    <a:moveTo>
                      <a:pt x="7730" y="1"/>
                    </a:moveTo>
                    <a:cubicBezTo>
                      <a:pt x="6457" y="1"/>
                      <a:pt x="5302" y="22"/>
                      <a:pt x="4292" y="26"/>
                    </a:cubicBezTo>
                    <a:cubicBezTo>
                      <a:pt x="2967" y="39"/>
                      <a:pt x="1892" y="56"/>
                      <a:pt x="1154" y="78"/>
                    </a:cubicBezTo>
                    <a:cubicBezTo>
                      <a:pt x="783" y="87"/>
                      <a:pt x="494" y="95"/>
                      <a:pt x="297" y="105"/>
                    </a:cubicBezTo>
                    <a:cubicBezTo>
                      <a:pt x="105" y="117"/>
                      <a:pt x="0" y="126"/>
                      <a:pt x="0" y="135"/>
                    </a:cubicBezTo>
                    <a:cubicBezTo>
                      <a:pt x="0" y="148"/>
                      <a:pt x="105" y="157"/>
                      <a:pt x="297" y="170"/>
                    </a:cubicBezTo>
                    <a:cubicBezTo>
                      <a:pt x="494" y="178"/>
                      <a:pt x="783" y="187"/>
                      <a:pt x="1154" y="196"/>
                    </a:cubicBezTo>
                    <a:cubicBezTo>
                      <a:pt x="1892" y="218"/>
                      <a:pt x="2967" y="230"/>
                      <a:pt x="4292" y="248"/>
                    </a:cubicBezTo>
                    <a:cubicBezTo>
                      <a:pt x="5616" y="266"/>
                      <a:pt x="7197" y="257"/>
                      <a:pt x="8942" y="297"/>
                    </a:cubicBezTo>
                    <a:cubicBezTo>
                      <a:pt x="9807" y="309"/>
                      <a:pt x="10707" y="480"/>
                      <a:pt x="11602" y="751"/>
                    </a:cubicBezTo>
                    <a:cubicBezTo>
                      <a:pt x="12503" y="1022"/>
                      <a:pt x="13385" y="1450"/>
                      <a:pt x="14212" y="2009"/>
                    </a:cubicBezTo>
                    <a:cubicBezTo>
                      <a:pt x="15033" y="2569"/>
                      <a:pt x="15763" y="3220"/>
                      <a:pt x="16362" y="3945"/>
                    </a:cubicBezTo>
                    <a:cubicBezTo>
                      <a:pt x="16957" y="4675"/>
                      <a:pt x="17433" y="5454"/>
                      <a:pt x="17796" y="6240"/>
                    </a:cubicBezTo>
                    <a:cubicBezTo>
                      <a:pt x="17883" y="6436"/>
                      <a:pt x="17953" y="6638"/>
                      <a:pt x="18032" y="6830"/>
                    </a:cubicBezTo>
                    <a:cubicBezTo>
                      <a:pt x="18071" y="6930"/>
                      <a:pt x="18110" y="7027"/>
                      <a:pt x="18145" y="7122"/>
                    </a:cubicBezTo>
                    <a:cubicBezTo>
                      <a:pt x="18176" y="7223"/>
                      <a:pt x="18206" y="7324"/>
                      <a:pt x="18232" y="7420"/>
                    </a:cubicBezTo>
                    <a:cubicBezTo>
                      <a:pt x="18289" y="7616"/>
                      <a:pt x="18346" y="7808"/>
                      <a:pt x="18403" y="8001"/>
                    </a:cubicBezTo>
                    <a:cubicBezTo>
                      <a:pt x="18442" y="8197"/>
                      <a:pt x="18482" y="8390"/>
                      <a:pt x="18516" y="8578"/>
                    </a:cubicBezTo>
                    <a:cubicBezTo>
                      <a:pt x="18661" y="9334"/>
                      <a:pt x="18748" y="10059"/>
                      <a:pt x="18857" y="10715"/>
                    </a:cubicBezTo>
                    <a:cubicBezTo>
                      <a:pt x="19059" y="12021"/>
                      <a:pt x="19224" y="13084"/>
                      <a:pt x="19347" y="13813"/>
                    </a:cubicBezTo>
                    <a:cubicBezTo>
                      <a:pt x="19408" y="14180"/>
                      <a:pt x="19460" y="14464"/>
                      <a:pt x="19495" y="14657"/>
                    </a:cubicBezTo>
                    <a:cubicBezTo>
                      <a:pt x="19535" y="14845"/>
                      <a:pt x="19557" y="14946"/>
                      <a:pt x="19569" y="14946"/>
                    </a:cubicBezTo>
                    <a:cubicBezTo>
                      <a:pt x="19579" y="14946"/>
                      <a:pt x="19574" y="14841"/>
                      <a:pt x="19557" y="14648"/>
                    </a:cubicBezTo>
                    <a:cubicBezTo>
                      <a:pt x="19539" y="14452"/>
                      <a:pt x="19509" y="14163"/>
                      <a:pt x="19465" y="13796"/>
                    </a:cubicBezTo>
                    <a:cubicBezTo>
                      <a:pt x="19382" y="13062"/>
                      <a:pt x="19246" y="11995"/>
                      <a:pt x="19075" y="10684"/>
                    </a:cubicBezTo>
                    <a:cubicBezTo>
                      <a:pt x="18980" y="10024"/>
                      <a:pt x="18910" y="9308"/>
                      <a:pt x="18770" y="8530"/>
                    </a:cubicBezTo>
                    <a:cubicBezTo>
                      <a:pt x="18735" y="8338"/>
                      <a:pt x="18700" y="8141"/>
                      <a:pt x="18665" y="7939"/>
                    </a:cubicBezTo>
                    <a:cubicBezTo>
                      <a:pt x="18609" y="7743"/>
                      <a:pt x="18551" y="7542"/>
                      <a:pt x="18494" y="7342"/>
                    </a:cubicBezTo>
                    <a:cubicBezTo>
                      <a:pt x="18468" y="7241"/>
                      <a:pt x="18438" y="7136"/>
                      <a:pt x="18411" y="7035"/>
                    </a:cubicBezTo>
                    <a:cubicBezTo>
                      <a:pt x="18373" y="6935"/>
                      <a:pt x="18333" y="6834"/>
                      <a:pt x="18294" y="6733"/>
                    </a:cubicBezTo>
                    <a:cubicBezTo>
                      <a:pt x="18215" y="6533"/>
                      <a:pt x="18145" y="6323"/>
                      <a:pt x="18058" y="6122"/>
                    </a:cubicBezTo>
                    <a:cubicBezTo>
                      <a:pt x="17691" y="5309"/>
                      <a:pt x="17205" y="4510"/>
                      <a:pt x="16598" y="3753"/>
                    </a:cubicBezTo>
                    <a:cubicBezTo>
                      <a:pt x="15987" y="3001"/>
                      <a:pt x="15235" y="2324"/>
                      <a:pt x="14387" y="1751"/>
                    </a:cubicBezTo>
                    <a:cubicBezTo>
                      <a:pt x="13534" y="1174"/>
                      <a:pt x="12621" y="734"/>
                      <a:pt x="11695" y="462"/>
                    </a:cubicBezTo>
                    <a:cubicBezTo>
                      <a:pt x="10769" y="183"/>
                      <a:pt x="9841" y="12"/>
                      <a:pt x="8950" y="8"/>
                    </a:cubicBezTo>
                    <a:cubicBezTo>
                      <a:pt x="8532" y="3"/>
                      <a:pt x="8125" y="1"/>
                      <a:pt x="773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6" name="Google Shape;3584;p48">
              <a:extLst>
                <a:ext uri="{FF2B5EF4-FFF2-40B4-BE49-F238E27FC236}">
                  <a16:creationId xmlns:a16="http://schemas.microsoft.com/office/drawing/2014/main" id="{9C6E4D38-4A81-BD0F-DF8F-C73DD0A383EF}"/>
                </a:ext>
              </a:extLst>
            </p:cNvPr>
            <p:cNvGrpSpPr/>
            <p:nvPr/>
          </p:nvGrpSpPr>
          <p:grpSpPr>
            <a:xfrm>
              <a:off x="428010" y="4078498"/>
              <a:ext cx="147613" cy="188301"/>
              <a:chOff x="428010" y="4078498"/>
              <a:chExt cx="147613" cy="188301"/>
            </a:xfrm>
          </p:grpSpPr>
          <p:sp>
            <p:nvSpPr>
              <p:cNvPr id="1102" name="Google Shape;3585;p48">
                <a:extLst>
                  <a:ext uri="{FF2B5EF4-FFF2-40B4-BE49-F238E27FC236}">
                    <a16:creationId xmlns:a16="http://schemas.microsoft.com/office/drawing/2014/main" id="{F6DA970C-E702-70D5-4698-B34DEFE5765E}"/>
                  </a:ext>
                </a:extLst>
              </p:cNvPr>
              <p:cNvSpPr/>
              <p:nvPr/>
            </p:nvSpPr>
            <p:spPr>
              <a:xfrm>
                <a:off x="447298" y="4119200"/>
                <a:ext cx="41736" cy="34050"/>
              </a:xfrm>
              <a:custGeom>
                <a:avLst/>
                <a:gdLst/>
                <a:ahLst/>
                <a:cxnLst/>
                <a:rect l="l" t="t" r="r" b="b"/>
                <a:pathLst>
                  <a:path w="2867" h="2339" extrusionOk="0">
                    <a:moveTo>
                      <a:pt x="481" y="0"/>
                    </a:moveTo>
                    <a:cubicBezTo>
                      <a:pt x="481" y="0"/>
                      <a:pt x="0" y="1354"/>
                      <a:pt x="926" y="2338"/>
                    </a:cubicBezTo>
                    <a:lnTo>
                      <a:pt x="2867" y="2338"/>
                    </a:lnTo>
                    <a:cubicBezTo>
                      <a:pt x="2867" y="2338"/>
                      <a:pt x="2687" y="144"/>
                      <a:pt x="481" y="0"/>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3586;p48">
                <a:extLst>
                  <a:ext uri="{FF2B5EF4-FFF2-40B4-BE49-F238E27FC236}">
                    <a16:creationId xmlns:a16="http://schemas.microsoft.com/office/drawing/2014/main" id="{26796D2A-F6D5-284E-CF66-CCFD5E2C2707}"/>
                  </a:ext>
                </a:extLst>
              </p:cNvPr>
              <p:cNvSpPr/>
              <p:nvPr/>
            </p:nvSpPr>
            <p:spPr>
              <a:xfrm>
                <a:off x="452510" y="4119200"/>
                <a:ext cx="36525" cy="34050"/>
              </a:xfrm>
              <a:custGeom>
                <a:avLst/>
                <a:gdLst/>
                <a:ahLst/>
                <a:cxnLst/>
                <a:rect l="l" t="t" r="r" b="b"/>
                <a:pathLst>
                  <a:path w="2509" h="2339" extrusionOk="0">
                    <a:moveTo>
                      <a:pt x="123" y="0"/>
                    </a:moveTo>
                    <a:cubicBezTo>
                      <a:pt x="123" y="0"/>
                      <a:pt x="0" y="349"/>
                      <a:pt x="0" y="826"/>
                    </a:cubicBezTo>
                    <a:cubicBezTo>
                      <a:pt x="0" y="1285"/>
                      <a:pt x="114" y="1858"/>
                      <a:pt x="568" y="2338"/>
                    </a:cubicBezTo>
                    <a:lnTo>
                      <a:pt x="2509" y="2338"/>
                    </a:lnTo>
                    <a:cubicBezTo>
                      <a:pt x="2509" y="2338"/>
                      <a:pt x="2329" y="144"/>
                      <a:pt x="123"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3587;p48">
                <a:extLst>
                  <a:ext uri="{FF2B5EF4-FFF2-40B4-BE49-F238E27FC236}">
                    <a16:creationId xmlns:a16="http://schemas.microsoft.com/office/drawing/2014/main" id="{2E902C27-A1C5-B0F7-E243-3525D0E42A3E}"/>
                  </a:ext>
                </a:extLst>
              </p:cNvPr>
              <p:cNvSpPr/>
              <p:nvPr/>
            </p:nvSpPr>
            <p:spPr>
              <a:xfrm>
                <a:off x="477258" y="4078498"/>
                <a:ext cx="50078" cy="74753"/>
              </a:xfrm>
              <a:custGeom>
                <a:avLst/>
                <a:gdLst/>
                <a:ahLst/>
                <a:cxnLst/>
                <a:rect l="l" t="t" r="r" b="b"/>
                <a:pathLst>
                  <a:path w="3440" h="5135" extrusionOk="0">
                    <a:moveTo>
                      <a:pt x="1708" y="1"/>
                    </a:moveTo>
                    <a:cubicBezTo>
                      <a:pt x="1577" y="1"/>
                      <a:pt x="0" y="2541"/>
                      <a:pt x="910" y="5134"/>
                    </a:cubicBezTo>
                    <a:lnTo>
                      <a:pt x="2727" y="5134"/>
                    </a:lnTo>
                    <a:cubicBezTo>
                      <a:pt x="2727" y="5134"/>
                      <a:pt x="3439" y="2062"/>
                      <a:pt x="1714" y="3"/>
                    </a:cubicBezTo>
                    <a:cubicBezTo>
                      <a:pt x="1713" y="1"/>
                      <a:pt x="1711" y="1"/>
                      <a:pt x="1708"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3588;p48">
                <a:extLst>
                  <a:ext uri="{FF2B5EF4-FFF2-40B4-BE49-F238E27FC236}">
                    <a16:creationId xmlns:a16="http://schemas.microsoft.com/office/drawing/2014/main" id="{93225C4A-7A74-5813-BC78-D7458239DE61}"/>
                  </a:ext>
                </a:extLst>
              </p:cNvPr>
              <p:cNvSpPr/>
              <p:nvPr/>
            </p:nvSpPr>
            <p:spPr>
              <a:xfrm>
                <a:off x="516956" y="4119200"/>
                <a:ext cx="38053" cy="34050"/>
              </a:xfrm>
              <a:custGeom>
                <a:avLst/>
                <a:gdLst/>
                <a:ahLst/>
                <a:cxnLst/>
                <a:rect l="l" t="t" r="r" b="b"/>
                <a:pathLst>
                  <a:path w="2614" h="2339" extrusionOk="0">
                    <a:moveTo>
                      <a:pt x="2212" y="0"/>
                    </a:moveTo>
                    <a:cubicBezTo>
                      <a:pt x="2212" y="0"/>
                      <a:pt x="135" y="96"/>
                      <a:pt x="0" y="2338"/>
                    </a:cubicBezTo>
                    <a:lnTo>
                      <a:pt x="1823" y="2338"/>
                    </a:lnTo>
                    <a:cubicBezTo>
                      <a:pt x="1823" y="2338"/>
                      <a:pt x="2614" y="1219"/>
                      <a:pt x="2212"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3589;p48">
                <a:extLst>
                  <a:ext uri="{FF2B5EF4-FFF2-40B4-BE49-F238E27FC236}">
                    <a16:creationId xmlns:a16="http://schemas.microsoft.com/office/drawing/2014/main" id="{E80A77F1-881A-E296-158E-44827168D2CE}"/>
                  </a:ext>
                </a:extLst>
              </p:cNvPr>
              <p:cNvSpPr/>
              <p:nvPr/>
            </p:nvSpPr>
            <p:spPr>
              <a:xfrm>
                <a:off x="428010" y="4151707"/>
                <a:ext cx="147613" cy="115092"/>
              </a:xfrm>
              <a:custGeom>
                <a:avLst/>
                <a:gdLst/>
                <a:ahLst/>
                <a:cxnLst/>
                <a:rect l="l" t="t" r="r" b="b"/>
                <a:pathLst>
                  <a:path w="10140" h="7906" extrusionOk="0">
                    <a:moveTo>
                      <a:pt x="2103" y="0"/>
                    </a:moveTo>
                    <a:cubicBezTo>
                      <a:pt x="2103" y="0"/>
                      <a:pt x="1" y="1364"/>
                      <a:pt x="468" y="4051"/>
                    </a:cubicBezTo>
                    <a:cubicBezTo>
                      <a:pt x="936" y="6735"/>
                      <a:pt x="3776" y="7905"/>
                      <a:pt x="3776" y="7905"/>
                    </a:cubicBezTo>
                    <a:lnTo>
                      <a:pt x="6932" y="7905"/>
                    </a:lnTo>
                    <a:cubicBezTo>
                      <a:pt x="6932" y="7905"/>
                      <a:pt x="10140" y="6495"/>
                      <a:pt x="10061" y="3575"/>
                    </a:cubicBezTo>
                    <a:cubicBezTo>
                      <a:pt x="9982" y="656"/>
                      <a:pt x="8073" y="44"/>
                      <a:pt x="8073" y="44"/>
                    </a:cubicBezTo>
                    <a:lnTo>
                      <a:pt x="2103"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3590;p48">
                <a:extLst>
                  <a:ext uri="{FF2B5EF4-FFF2-40B4-BE49-F238E27FC236}">
                    <a16:creationId xmlns:a16="http://schemas.microsoft.com/office/drawing/2014/main" id="{B743B2F5-4724-F5AF-F7F9-9E6A570788DB}"/>
                  </a:ext>
                </a:extLst>
              </p:cNvPr>
              <p:cNvSpPr/>
              <p:nvPr/>
            </p:nvSpPr>
            <p:spPr>
              <a:xfrm>
                <a:off x="433745" y="4188232"/>
                <a:ext cx="140611" cy="20308"/>
              </a:xfrm>
              <a:custGeom>
                <a:avLst/>
                <a:gdLst/>
                <a:ahLst/>
                <a:cxnLst/>
                <a:rect l="l" t="t" r="r" b="b"/>
                <a:pathLst>
                  <a:path w="9659" h="1395" extrusionOk="0">
                    <a:moveTo>
                      <a:pt x="8452" y="0"/>
                    </a:moveTo>
                    <a:cubicBezTo>
                      <a:pt x="8413" y="0"/>
                      <a:pt x="8374" y="1"/>
                      <a:pt x="8334" y="4"/>
                    </a:cubicBezTo>
                    <a:cubicBezTo>
                      <a:pt x="7818" y="35"/>
                      <a:pt x="7277" y="323"/>
                      <a:pt x="6730" y="660"/>
                    </a:cubicBezTo>
                    <a:cubicBezTo>
                      <a:pt x="6450" y="821"/>
                      <a:pt x="6158" y="996"/>
                      <a:pt x="5835" y="1110"/>
                    </a:cubicBezTo>
                    <a:cubicBezTo>
                      <a:pt x="5609" y="1191"/>
                      <a:pt x="5369" y="1238"/>
                      <a:pt x="5123" y="1238"/>
                    </a:cubicBezTo>
                    <a:cubicBezTo>
                      <a:pt x="5016" y="1238"/>
                      <a:pt x="4907" y="1229"/>
                      <a:pt x="4798" y="1210"/>
                    </a:cubicBezTo>
                    <a:cubicBezTo>
                      <a:pt x="4078" y="1092"/>
                      <a:pt x="3471" y="690"/>
                      <a:pt x="2880" y="414"/>
                    </a:cubicBezTo>
                    <a:cubicBezTo>
                      <a:pt x="2402" y="181"/>
                      <a:pt x="1909" y="24"/>
                      <a:pt x="1468" y="24"/>
                    </a:cubicBezTo>
                    <a:cubicBezTo>
                      <a:pt x="1372" y="24"/>
                      <a:pt x="1279" y="32"/>
                      <a:pt x="1189" y="47"/>
                    </a:cubicBezTo>
                    <a:cubicBezTo>
                      <a:pt x="686" y="126"/>
                      <a:pt x="332" y="388"/>
                      <a:pt x="171" y="616"/>
                    </a:cubicBezTo>
                    <a:cubicBezTo>
                      <a:pt x="88" y="729"/>
                      <a:pt x="48" y="834"/>
                      <a:pt x="26" y="904"/>
                    </a:cubicBezTo>
                    <a:cubicBezTo>
                      <a:pt x="9" y="974"/>
                      <a:pt x="0" y="1013"/>
                      <a:pt x="4" y="1013"/>
                    </a:cubicBezTo>
                    <a:cubicBezTo>
                      <a:pt x="5" y="1013"/>
                      <a:pt x="5" y="1014"/>
                      <a:pt x="6" y="1014"/>
                    </a:cubicBezTo>
                    <a:cubicBezTo>
                      <a:pt x="24" y="1014"/>
                      <a:pt x="53" y="854"/>
                      <a:pt x="219" y="655"/>
                    </a:cubicBezTo>
                    <a:cubicBezTo>
                      <a:pt x="389" y="450"/>
                      <a:pt x="726" y="218"/>
                      <a:pt x="1202" y="157"/>
                    </a:cubicBezTo>
                    <a:cubicBezTo>
                      <a:pt x="1274" y="147"/>
                      <a:pt x="1349" y="141"/>
                      <a:pt x="1425" y="141"/>
                    </a:cubicBezTo>
                    <a:cubicBezTo>
                      <a:pt x="1851" y="141"/>
                      <a:pt x="2334" y="301"/>
                      <a:pt x="2819" y="545"/>
                    </a:cubicBezTo>
                    <a:cubicBezTo>
                      <a:pt x="3392" y="821"/>
                      <a:pt x="4008" y="1237"/>
                      <a:pt x="4776" y="1363"/>
                    </a:cubicBezTo>
                    <a:cubicBezTo>
                      <a:pt x="4891" y="1384"/>
                      <a:pt x="5008" y="1394"/>
                      <a:pt x="5123" y="1394"/>
                    </a:cubicBezTo>
                    <a:cubicBezTo>
                      <a:pt x="5390" y="1394"/>
                      <a:pt x="5652" y="1342"/>
                      <a:pt x="5887" y="1253"/>
                    </a:cubicBezTo>
                    <a:cubicBezTo>
                      <a:pt x="6228" y="1127"/>
                      <a:pt x="6525" y="948"/>
                      <a:pt x="6801" y="781"/>
                    </a:cubicBezTo>
                    <a:cubicBezTo>
                      <a:pt x="7346" y="440"/>
                      <a:pt x="7862" y="157"/>
                      <a:pt x="8342" y="113"/>
                    </a:cubicBezTo>
                    <a:cubicBezTo>
                      <a:pt x="8397" y="108"/>
                      <a:pt x="8450" y="105"/>
                      <a:pt x="8502" y="105"/>
                    </a:cubicBezTo>
                    <a:cubicBezTo>
                      <a:pt x="8904" y="105"/>
                      <a:pt x="9222" y="260"/>
                      <a:pt x="9396" y="414"/>
                    </a:cubicBezTo>
                    <a:cubicBezTo>
                      <a:pt x="9592" y="589"/>
                      <a:pt x="9638" y="739"/>
                      <a:pt x="9652" y="739"/>
                    </a:cubicBezTo>
                    <a:cubicBezTo>
                      <a:pt x="9653" y="739"/>
                      <a:pt x="9653" y="739"/>
                      <a:pt x="9653" y="738"/>
                    </a:cubicBezTo>
                    <a:cubicBezTo>
                      <a:pt x="9659" y="738"/>
                      <a:pt x="9649" y="698"/>
                      <a:pt x="9623" y="633"/>
                    </a:cubicBezTo>
                    <a:cubicBezTo>
                      <a:pt x="9593" y="567"/>
                      <a:pt x="9536" y="467"/>
                      <a:pt x="9435" y="371"/>
                    </a:cubicBezTo>
                    <a:cubicBezTo>
                      <a:pt x="9255" y="186"/>
                      <a:pt x="8906" y="0"/>
                      <a:pt x="84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3591;p48">
                <a:extLst>
                  <a:ext uri="{FF2B5EF4-FFF2-40B4-BE49-F238E27FC236}">
                    <a16:creationId xmlns:a16="http://schemas.microsoft.com/office/drawing/2014/main" id="{E0D036CC-FC9C-2FFA-247C-EA83A9783B4D}"/>
                  </a:ext>
                </a:extLst>
              </p:cNvPr>
              <p:cNvSpPr/>
              <p:nvPr/>
            </p:nvSpPr>
            <p:spPr>
              <a:xfrm>
                <a:off x="435900" y="4198466"/>
                <a:ext cx="139082" cy="20308"/>
              </a:xfrm>
              <a:custGeom>
                <a:avLst/>
                <a:gdLst/>
                <a:ahLst/>
                <a:cxnLst/>
                <a:rect l="l" t="t" r="r" b="b"/>
                <a:pathLst>
                  <a:path w="9554" h="1395" extrusionOk="0">
                    <a:moveTo>
                      <a:pt x="8358" y="1"/>
                    </a:moveTo>
                    <a:cubicBezTo>
                      <a:pt x="8320" y="1"/>
                      <a:pt x="8282" y="2"/>
                      <a:pt x="8243" y="5"/>
                    </a:cubicBezTo>
                    <a:cubicBezTo>
                      <a:pt x="7736" y="35"/>
                      <a:pt x="7198" y="324"/>
                      <a:pt x="6657" y="660"/>
                    </a:cubicBezTo>
                    <a:cubicBezTo>
                      <a:pt x="6381" y="822"/>
                      <a:pt x="6093" y="992"/>
                      <a:pt x="5774" y="1110"/>
                    </a:cubicBezTo>
                    <a:cubicBezTo>
                      <a:pt x="5552" y="1192"/>
                      <a:pt x="5312" y="1238"/>
                      <a:pt x="5068" y="1238"/>
                    </a:cubicBezTo>
                    <a:cubicBezTo>
                      <a:pt x="4962" y="1238"/>
                      <a:pt x="4854" y="1230"/>
                      <a:pt x="4747" y="1211"/>
                    </a:cubicBezTo>
                    <a:cubicBezTo>
                      <a:pt x="4031" y="1093"/>
                      <a:pt x="3432" y="691"/>
                      <a:pt x="2851" y="415"/>
                    </a:cubicBezTo>
                    <a:cubicBezTo>
                      <a:pt x="2379" y="182"/>
                      <a:pt x="1892" y="24"/>
                      <a:pt x="1455" y="24"/>
                    </a:cubicBezTo>
                    <a:cubicBezTo>
                      <a:pt x="1358" y="24"/>
                      <a:pt x="1264" y="31"/>
                      <a:pt x="1172" y="48"/>
                    </a:cubicBezTo>
                    <a:cubicBezTo>
                      <a:pt x="674" y="127"/>
                      <a:pt x="328" y="393"/>
                      <a:pt x="171" y="621"/>
                    </a:cubicBezTo>
                    <a:cubicBezTo>
                      <a:pt x="88" y="734"/>
                      <a:pt x="49" y="835"/>
                      <a:pt x="27" y="905"/>
                    </a:cubicBezTo>
                    <a:cubicBezTo>
                      <a:pt x="9" y="975"/>
                      <a:pt x="1" y="1014"/>
                      <a:pt x="5" y="1014"/>
                    </a:cubicBezTo>
                    <a:cubicBezTo>
                      <a:pt x="6" y="1014"/>
                      <a:pt x="6" y="1014"/>
                      <a:pt x="7" y="1014"/>
                    </a:cubicBezTo>
                    <a:cubicBezTo>
                      <a:pt x="24" y="1014"/>
                      <a:pt x="49" y="860"/>
                      <a:pt x="219" y="660"/>
                    </a:cubicBezTo>
                    <a:cubicBezTo>
                      <a:pt x="381" y="455"/>
                      <a:pt x="717" y="219"/>
                      <a:pt x="1189" y="157"/>
                    </a:cubicBezTo>
                    <a:cubicBezTo>
                      <a:pt x="1260" y="147"/>
                      <a:pt x="1332" y="142"/>
                      <a:pt x="1407" y="142"/>
                    </a:cubicBezTo>
                    <a:cubicBezTo>
                      <a:pt x="1827" y="142"/>
                      <a:pt x="2306" y="301"/>
                      <a:pt x="2785" y="546"/>
                    </a:cubicBezTo>
                    <a:cubicBezTo>
                      <a:pt x="3353" y="822"/>
                      <a:pt x="3960" y="1237"/>
                      <a:pt x="4721" y="1363"/>
                    </a:cubicBezTo>
                    <a:cubicBezTo>
                      <a:pt x="4836" y="1385"/>
                      <a:pt x="4953" y="1395"/>
                      <a:pt x="5068" y="1395"/>
                    </a:cubicBezTo>
                    <a:cubicBezTo>
                      <a:pt x="5333" y="1395"/>
                      <a:pt x="5592" y="1342"/>
                      <a:pt x="5826" y="1254"/>
                    </a:cubicBezTo>
                    <a:cubicBezTo>
                      <a:pt x="6163" y="1127"/>
                      <a:pt x="6455" y="949"/>
                      <a:pt x="6731" y="782"/>
                    </a:cubicBezTo>
                    <a:cubicBezTo>
                      <a:pt x="7268" y="441"/>
                      <a:pt x="7780" y="157"/>
                      <a:pt x="8252" y="114"/>
                    </a:cubicBezTo>
                    <a:cubicBezTo>
                      <a:pt x="8305" y="109"/>
                      <a:pt x="8357" y="106"/>
                      <a:pt x="8408" y="106"/>
                    </a:cubicBezTo>
                    <a:cubicBezTo>
                      <a:pt x="8806" y="106"/>
                      <a:pt x="9122" y="264"/>
                      <a:pt x="9296" y="415"/>
                    </a:cubicBezTo>
                    <a:cubicBezTo>
                      <a:pt x="9488" y="590"/>
                      <a:pt x="9534" y="739"/>
                      <a:pt x="9548" y="739"/>
                    </a:cubicBezTo>
                    <a:cubicBezTo>
                      <a:pt x="9549" y="739"/>
                      <a:pt x="9549" y="739"/>
                      <a:pt x="9550" y="739"/>
                    </a:cubicBezTo>
                    <a:cubicBezTo>
                      <a:pt x="9554" y="739"/>
                      <a:pt x="9545" y="699"/>
                      <a:pt x="9519" y="634"/>
                    </a:cubicBezTo>
                    <a:cubicBezTo>
                      <a:pt x="9489" y="568"/>
                      <a:pt x="9436" y="472"/>
                      <a:pt x="9336" y="372"/>
                    </a:cubicBezTo>
                    <a:cubicBezTo>
                      <a:pt x="9158" y="190"/>
                      <a:pt x="8810" y="1"/>
                      <a:pt x="835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3592;p48">
                <a:extLst>
                  <a:ext uri="{FF2B5EF4-FFF2-40B4-BE49-F238E27FC236}">
                    <a16:creationId xmlns:a16="http://schemas.microsoft.com/office/drawing/2014/main" id="{58FBCB41-99C1-23A1-B414-F2E34801B5F8}"/>
                  </a:ext>
                </a:extLst>
              </p:cNvPr>
              <p:cNvSpPr/>
              <p:nvPr/>
            </p:nvSpPr>
            <p:spPr>
              <a:xfrm>
                <a:off x="452204" y="4208103"/>
                <a:ext cx="7948" cy="7046"/>
              </a:xfrm>
              <a:custGeom>
                <a:avLst/>
                <a:gdLst/>
                <a:ahLst/>
                <a:cxnLst/>
                <a:rect l="l" t="t" r="r" b="b"/>
                <a:pathLst>
                  <a:path w="546" h="484" extrusionOk="0">
                    <a:moveTo>
                      <a:pt x="253" y="59"/>
                    </a:moveTo>
                    <a:lnTo>
                      <a:pt x="253" y="59"/>
                    </a:lnTo>
                    <a:cubicBezTo>
                      <a:pt x="253" y="59"/>
                      <a:pt x="253" y="59"/>
                      <a:pt x="253" y="59"/>
                    </a:cubicBezTo>
                    <a:cubicBezTo>
                      <a:pt x="257" y="81"/>
                      <a:pt x="323" y="85"/>
                      <a:pt x="367" y="156"/>
                    </a:cubicBezTo>
                    <a:cubicBezTo>
                      <a:pt x="388" y="186"/>
                      <a:pt x="393" y="225"/>
                      <a:pt x="376" y="261"/>
                    </a:cubicBezTo>
                    <a:cubicBezTo>
                      <a:pt x="359" y="297"/>
                      <a:pt x="311" y="330"/>
                      <a:pt x="273" y="330"/>
                    </a:cubicBezTo>
                    <a:cubicBezTo>
                      <a:pt x="271" y="330"/>
                      <a:pt x="269" y="330"/>
                      <a:pt x="266" y="330"/>
                    </a:cubicBezTo>
                    <a:cubicBezTo>
                      <a:pt x="227" y="326"/>
                      <a:pt x="178" y="287"/>
                      <a:pt x="166" y="247"/>
                    </a:cubicBezTo>
                    <a:cubicBezTo>
                      <a:pt x="148" y="208"/>
                      <a:pt x="157" y="164"/>
                      <a:pt x="178" y="134"/>
                    </a:cubicBezTo>
                    <a:cubicBezTo>
                      <a:pt x="201" y="96"/>
                      <a:pt x="229" y="74"/>
                      <a:pt x="253" y="59"/>
                    </a:cubicBezTo>
                    <a:close/>
                    <a:moveTo>
                      <a:pt x="234" y="1"/>
                    </a:moveTo>
                    <a:cubicBezTo>
                      <a:pt x="198" y="1"/>
                      <a:pt x="149" y="14"/>
                      <a:pt x="95" y="59"/>
                    </a:cubicBezTo>
                    <a:cubicBezTo>
                      <a:pt x="47" y="98"/>
                      <a:pt x="0" y="190"/>
                      <a:pt x="26" y="287"/>
                    </a:cubicBezTo>
                    <a:cubicBezTo>
                      <a:pt x="52" y="382"/>
                      <a:pt x="131" y="475"/>
                      <a:pt x="257" y="483"/>
                    </a:cubicBezTo>
                    <a:cubicBezTo>
                      <a:pt x="263" y="483"/>
                      <a:pt x="268" y="484"/>
                      <a:pt x="274" y="484"/>
                    </a:cubicBezTo>
                    <a:cubicBezTo>
                      <a:pt x="389" y="484"/>
                      <a:pt x="478" y="404"/>
                      <a:pt x="507" y="317"/>
                    </a:cubicBezTo>
                    <a:cubicBezTo>
                      <a:pt x="545" y="221"/>
                      <a:pt x="498" y="120"/>
                      <a:pt x="446" y="77"/>
                    </a:cubicBezTo>
                    <a:cubicBezTo>
                      <a:pt x="399" y="38"/>
                      <a:pt x="355" y="26"/>
                      <a:pt x="321" y="26"/>
                    </a:cubicBezTo>
                    <a:cubicBezTo>
                      <a:pt x="310" y="26"/>
                      <a:pt x="300" y="27"/>
                      <a:pt x="292" y="29"/>
                    </a:cubicBezTo>
                    <a:lnTo>
                      <a:pt x="292" y="29"/>
                    </a:lnTo>
                    <a:cubicBezTo>
                      <a:pt x="292" y="28"/>
                      <a:pt x="293" y="26"/>
                      <a:pt x="293" y="25"/>
                    </a:cubicBezTo>
                    <a:cubicBezTo>
                      <a:pt x="295" y="16"/>
                      <a:pt x="272" y="1"/>
                      <a:pt x="2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3593;p48">
                <a:extLst>
                  <a:ext uri="{FF2B5EF4-FFF2-40B4-BE49-F238E27FC236}">
                    <a16:creationId xmlns:a16="http://schemas.microsoft.com/office/drawing/2014/main" id="{6FBFD1ED-3FD5-F45C-6F03-3A0E8A7D39A3}"/>
                  </a:ext>
                </a:extLst>
              </p:cNvPr>
              <p:cNvSpPr/>
              <p:nvPr/>
            </p:nvSpPr>
            <p:spPr>
              <a:xfrm>
                <a:off x="504174" y="4191551"/>
                <a:ext cx="7963" cy="7060"/>
              </a:xfrm>
              <a:custGeom>
                <a:avLst/>
                <a:gdLst/>
                <a:ahLst/>
                <a:cxnLst/>
                <a:rect l="l" t="t" r="r" b="b"/>
                <a:pathLst>
                  <a:path w="547" h="485" extrusionOk="0">
                    <a:moveTo>
                      <a:pt x="252" y="59"/>
                    </a:moveTo>
                    <a:lnTo>
                      <a:pt x="252" y="59"/>
                    </a:lnTo>
                    <a:cubicBezTo>
                      <a:pt x="253" y="60"/>
                      <a:pt x="253" y="60"/>
                      <a:pt x="253" y="60"/>
                    </a:cubicBezTo>
                    <a:cubicBezTo>
                      <a:pt x="258" y="81"/>
                      <a:pt x="323" y="87"/>
                      <a:pt x="367" y="152"/>
                    </a:cubicBezTo>
                    <a:cubicBezTo>
                      <a:pt x="389" y="186"/>
                      <a:pt x="398" y="226"/>
                      <a:pt x="376" y="261"/>
                    </a:cubicBezTo>
                    <a:cubicBezTo>
                      <a:pt x="359" y="298"/>
                      <a:pt x="316" y="327"/>
                      <a:pt x="275" y="327"/>
                    </a:cubicBezTo>
                    <a:cubicBezTo>
                      <a:pt x="272" y="327"/>
                      <a:pt x="269" y="327"/>
                      <a:pt x="267" y="327"/>
                    </a:cubicBezTo>
                    <a:cubicBezTo>
                      <a:pt x="227" y="327"/>
                      <a:pt x="184" y="287"/>
                      <a:pt x="166" y="248"/>
                    </a:cubicBezTo>
                    <a:cubicBezTo>
                      <a:pt x="148" y="208"/>
                      <a:pt x="158" y="165"/>
                      <a:pt x="180" y="130"/>
                    </a:cubicBezTo>
                    <a:cubicBezTo>
                      <a:pt x="201" y="95"/>
                      <a:pt x="230" y="74"/>
                      <a:pt x="252" y="59"/>
                    </a:cubicBezTo>
                    <a:close/>
                    <a:moveTo>
                      <a:pt x="233" y="1"/>
                    </a:moveTo>
                    <a:cubicBezTo>
                      <a:pt x="198" y="1"/>
                      <a:pt x="151" y="14"/>
                      <a:pt x="101" y="55"/>
                    </a:cubicBezTo>
                    <a:cubicBezTo>
                      <a:pt x="49" y="99"/>
                      <a:pt x="0" y="191"/>
                      <a:pt x="31" y="287"/>
                    </a:cubicBezTo>
                    <a:cubicBezTo>
                      <a:pt x="53" y="379"/>
                      <a:pt x="136" y="470"/>
                      <a:pt x="258" y="484"/>
                    </a:cubicBezTo>
                    <a:cubicBezTo>
                      <a:pt x="261" y="484"/>
                      <a:pt x="264" y="484"/>
                      <a:pt x="267" y="484"/>
                    </a:cubicBezTo>
                    <a:cubicBezTo>
                      <a:pt x="389" y="484"/>
                      <a:pt x="477" y="403"/>
                      <a:pt x="507" y="317"/>
                    </a:cubicBezTo>
                    <a:cubicBezTo>
                      <a:pt x="547" y="218"/>
                      <a:pt x="498" y="117"/>
                      <a:pt x="450" y="77"/>
                    </a:cubicBezTo>
                    <a:cubicBezTo>
                      <a:pt x="403" y="39"/>
                      <a:pt x="358" y="27"/>
                      <a:pt x="323" y="27"/>
                    </a:cubicBezTo>
                    <a:cubicBezTo>
                      <a:pt x="311" y="27"/>
                      <a:pt x="301" y="28"/>
                      <a:pt x="291" y="30"/>
                    </a:cubicBezTo>
                    <a:lnTo>
                      <a:pt x="291" y="30"/>
                    </a:lnTo>
                    <a:cubicBezTo>
                      <a:pt x="292" y="28"/>
                      <a:pt x="293" y="27"/>
                      <a:pt x="293" y="25"/>
                    </a:cubicBezTo>
                    <a:cubicBezTo>
                      <a:pt x="295" y="16"/>
                      <a:pt x="271" y="1"/>
                      <a:pt x="23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3594;p48">
                <a:extLst>
                  <a:ext uri="{FF2B5EF4-FFF2-40B4-BE49-F238E27FC236}">
                    <a16:creationId xmlns:a16="http://schemas.microsoft.com/office/drawing/2014/main" id="{27E6BCCA-F845-701E-35CC-EBB6F5BF5856}"/>
                  </a:ext>
                </a:extLst>
              </p:cNvPr>
              <p:cNvSpPr/>
              <p:nvPr/>
            </p:nvSpPr>
            <p:spPr>
              <a:xfrm>
                <a:off x="554616" y="4208860"/>
                <a:ext cx="7905" cy="7046"/>
              </a:xfrm>
              <a:custGeom>
                <a:avLst/>
                <a:gdLst/>
                <a:ahLst/>
                <a:cxnLst/>
                <a:rect l="l" t="t" r="r" b="b"/>
                <a:pathLst>
                  <a:path w="543" h="484" extrusionOk="0">
                    <a:moveTo>
                      <a:pt x="249" y="60"/>
                    </a:moveTo>
                    <a:cubicBezTo>
                      <a:pt x="255" y="82"/>
                      <a:pt x="320" y="86"/>
                      <a:pt x="364" y="151"/>
                    </a:cubicBezTo>
                    <a:cubicBezTo>
                      <a:pt x="386" y="187"/>
                      <a:pt x="394" y="225"/>
                      <a:pt x="372" y="261"/>
                    </a:cubicBezTo>
                    <a:cubicBezTo>
                      <a:pt x="355" y="297"/>
                      <a:pt x="313" y="326"/>
                      <a:pt x="275" y="326"/>
                    </a:cubicBezTo>
                    <a:cubicBezTo>
                      <a:pt x="272" y="326"/>
                      <a:pt x="269" y="326"/>
                      <a:pt x="267" y="326"/>
                    </a:cubicBezTo>
                    <a:cubicBezTo>
                      <a:pt x="223" y="326"/>
                      <a:pt x="180" y="287"/>
                      <a:pt x="162" y="247"/>
                    </a:cubicBezTo>
                    <a:cubicBezTo>
                      <a:pt x="150" y="209"/>
                      <a:pt x="158" y="165"/>
                      <a:pt x="180" y="130"/>
                    </a:cubicBezTo>
                    <a:cubicBezTo>
                      <a:pt x="201" y="96"/>
                      <a:pt x="228" y="75"/>
                      <a:pt x="249" y="60"/>
                    </a:cubicBezTo>
                    <a:close/>
                    <a:moveTo>
                      <a:pt x="232" y="0"/>
                    </a:moveTo>
                    <a:cubicBezTo>
                      <a:pt x="197" y="0"/>
                      <a:pt x="149" y="13"/>
                      <a:pt x="97" y="56"/>
                    </a:cubicBezTo>
                    <a:cubicBezTo>
                      <a:pt x="49" y="99"/>
                      <a:pt x="1" y="191"/>
                      <a:pt x="27" y="287"/>
                    </a:cubicBezTo>
                    <a:cubicBezTo>
                      <a:pt x="49" y="379"/>
                      <a:pt x="132" y="471"/>
                      <a:pt x="254" y="483"/>
                    </a:cubicBezTo>
                    <a:cubicBezTo>
                      <a:pt x="258" y="484"/>
                      <a:pt x="261" y="484"/>
                      <a:pt x="264" y="484"/>
                    </a:cubicBezTo>
                    <a:cubicBezTo>
                      <a:pt x="385" y="484"/>
                      <a:pt x="473" y="407"/>
                      <a:pt x="507" y="318"/>
                    </a:cubicBezTo>
                    <a:cubicBezTo>
                      <a:pt x="543" y="217"/>
                      <a:pt x="499" y="116"/>
                      <a:pt x="446" y="78"/>
                    </a:cubicBezTo>
                    <a:cubicBezTo>
                      <a:pt x="399" y="39"/>
                      <a:pt x="354" y="26"/>
                      <a:pt x="319" y="26"/>
                    </a:cubicBezTo>
                    <a:cubicBezTo>
                      <a:pt x="307" y="26"/>
                      <a:pt x="297" y="27"/>
                      <a:pt x="288" y="30"/>
                    </a:cubicBezTo>
                    <a:lnTo>
                      <a:pt x="288" y="30"/>
                    </a:lnTo>
                    <a:cubicBezTo>
                      <a:pt x="289" y="28"/>
                      <a:pt x="289" y="27"/>
                      <a:pt x="289" y="25"/>
                    </a:cubicBezTo>
                    <a:cubicBezTo>
                      <a:pt x="293" y="16"/>
                      <a:pt x="271" y="0"/>
                      <a:pt x="23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7" name="Google Shape;3595;p48">
              <a:extLst>
                <a:ext uri="{FF2B5EF4-FFF2-40B4-BE49-F238E27FC236}">
                  <a16:creationId xmlns:a16="http://schemas.microsoft.com/office/drawing/2014/main" id="{6E56991C-CC8C-DDAD-1CB0-39E2BA390137}"/>
                </a:ext>
              </a:extLst>
            </p:cNvPr>
            <p:cNvGrpSpPr/>
            <p:nvPr/>
          </p:nvGrpSpPr>
          <p:grpSpPr>
            <a:xfrm>
              <a:off x="1877369" y="4077333"/>
              <a:ext cx="125151" cy="189466"/>
              <a:chOff x="1877369" y="4077333"/>
              <a:chExt cx="125151" cy="189466"/>
            </a:xfrm>
          </p:grpSpPr>
          <p:sp>
            <p:nvSpPr>
              <p:cNvPr id="1098" name="Google Shape;3596;p48">
                <a:extLst>
                  <a:ext uri="{FF2B5EF4-FFF2-40B4-BE49-F238E27FC236}">
                    <a16:creationId xmlns:a16="http://schemas.microsoft.com/office/drawing/2014/main" id="{8C769019-45DD-D8CB-E6FA-DEC9ECDBE247}"/>
                  </a:ext>
                </a:extLst>
              </p:cNvPr>
              <p:cNvSpPr/>
              <p:nvPr/>
            </p:nvSpPr>
            <p:spPr>
              <a:xfrm>
                <a:off x="1884487" y="4111747"/>
                <a:ext cx="108614" cy="155052"/>
              </a:xfrm>
              <a:custGeom>
                <a:avLst/>
                <a:gdLst/>
                <a:ahLst/>
                <a:cxnLst/>
                <a:rect l="l" t="t" r="r" b="b"/>
                <a:pathLst>
                  <a:path w="7461" h="10651" extrusionOk="0">
                    <a:moveTo>
                      <a:pt x="1" y="0"/>
                    </a:moveTo>
                    <a:lnTo>
                      <a:pt x="1028" y="10650"/>
                    </a:lnTo>
                    <a:lnTo>
                      <a:pt x="6215" y="10650"/>
                    </a:lnTo>
                    <a:lnTo>
                      <a:pt x="746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3597;p48">
                <a:extLst>
                  <a:ext uri="{FF2B5EF4-FFF2-40B4-BE49-F238E27FC236}">
                    <a16:creationId xmlns:a16="http://schemas.microsoft.com/office/drawing/2014/main" id="{E83D359F-B91C-E588-226A-F2C8A7A53407}"/>
                  </a:ext>
                </a:extLst>
              </p:cNvPr>
              <p:cNvSpPr/>
              <p:nvPr/>
            </p:nvSpPr>
            <p:spPr>
              <a:xfrm>
                <a:off x="1877369" y="4091716"/>
                <a:ext cx="125151" cy="20424"/>
              </a:xfrm>
              <a:custGeom>
                <a:avLst/>
                <a:gdLst/>
                <a:ahLst/>
                <a:cxnLst/>
                <a:rect l="l" t="t" r="r" b="b"/>
                <a:pathLst>
                  <a:path w="8597" h="1403" extrusionOk="0">
                    <a:moveTo>
                      <a:pt x="490" y="0"/>
                    </a:moveTo>
                    <a:cubicBezTo>
                      <a:pt x="490" y="0"/>
                      <a:pt x="57" y="432"/>
                      <a:pt x="0" y="1403"/>
                    </a:cubicBezTo>
                    <a:lnTo>
                      <a:pt x="8435" y="1403"/>
                    </a:lnTo>
                    <a:cubicBezTo>
                      <a:pt x="8435" y="1403"/>
                      <a:pt x="8596" y="537"/>
                      <a:pt x="794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3598;p48">
                <a:extLst>
                  <a:ext uri="{FF2B5EF4-FFF2-40B4-BE49-F238E27FC236}">
                    <a16:creationId xmlns:a16="http://schemas.microsoft.com/office/drawing/2014/main" id="{04177A19-AE73-CC2C-F150-CFC4DE6B479B}"/>
                  </a:ext>
                </a:extLst>
              </p:cNvPr>
              <p:cNvSpPr/>
              <p:nvPr/>
            </p:nvSpPr>
            <p:spPr>
              <a:xfrm>
                <a:off x="1894299" y="4077333"/>
                <a:ext cx="92688" cy="16246"/>
              </a:xfrm>
              <a:custGeom>
                <a:avLst/>
                <a:gdLst/>
                <a:ahLst/>
                <a:cxnLst/>
                <a:rect l="l" t="t" r="r" b="b"/>
                <a:pathLst>
                  <a:path w="6367" h="1116" extrusionOk="0">
                    <a:moveTo>
                      <a:pt x="5947" y="0"/>
                    </a:moveTo>
                    <a:lnTo>
                      <a:pt x="289" y="14"/>
                    </a:lnTo>
                    <a:lnTo>
                      <a:pt x="0" y="1067"/>
                    </a:lnTo>
                    <a:lnTo>
                      <a:pt x="6367" y="1115"/>
                    </a:lnTo>
                    <a:lnTo>
                      <a:pt x="594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3599;p48">
                <a:extLst>
                  <a:ext uri="{FF2B5EF4-FFF2-40B4-BE49-F238E27FC236}">
                    <a16:creationId xmlns:a16="http://schemas.microsoft.com/office/drawing/2014/main" id="{F88A54DF-F85B-FE43-EDF7-F896845D79F2}"/>
                  </a:ext>
                </a:extLst>
              </p:cNvPr>
              <p:cNvSpPr/>
              <p:nvPr/>
            </p:nvSpPr>
            <p:spPr>
              <a:xfrm>
                <a:off x="1882901" y="4150557"/>
                <a:ext cx="110200" cy="77999"/>
              </a:xfrm>
              <a:custGeom>
                <a:avLst/>
                <a:gdLst/>
                <a:ahLst/>
                <a:cxnLst/>
                <a:rect l="l" t="t" r="r" b="b"/>
                <a:pathLst>
                  <a:path w="7570" h="5358" extrusionOk="0">
                    <a:moveTo>
                      <a:pt x="1" y="0"/>
                    </a:moveTo>
                    <a:cubicBezTo>
                      <a:pt x="1" y="97"/>
                      <a:pt x="621" y="5358"/>
                      <a:pt x="621" y="5358"/>
                    </a:cubicBezTo>
                    <a:lnTo>
                      <a:pt x="6962" y="5358"/>
                    </a:lnTo>
                    <a:lnTo>
                      <a:pt x="7569" y="0"/>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8" name="Picture 7">
            <a:extLst>
              <a:ext uri="{FF2B5EF4-FFF2-40B4-BE49-F238E27FC236}">
                <a16:creationId xmlns:a16="http://schemas.microsoft.com/office/drawing/2014/main" id="{8F8FE64E-88F2-0B2A-C08B-9736F6886C1E}"/>
              </a:ext>
            </a:extLst>
          </p:cNvPr>
          <p:cNvPicPr>
            <a:picLocks noChangeAspect="1"/>
          </p:cNvPicPr>
          <p:nvPr/>
        </p:nvPicPr>
        <p:blipFill>
          <a:blip r:embed="rId3"/>
          <a:stretch>
            <a:fillRect/>
          </a:stretch>
        </p:blipFill>
        <p:spPr>
          <a:xfrm>
            <a:off x="485806" y="399768"/>
            <a:ext cx="5611008" cy="4039164"/>
          </a:xfrm>
          <a:prstGeom prst="rect">
            <a:avLst/>
          </a:prstGeom>
        </p:spPr>
      </p:pic>
    </p:spTree>
    <p:extLst>
      <p:ext uri="{BB962C8B-B14F-4D97-AF65-F5344CB8AC3E}">
        <p14:creationId xmlns:p14="http://schemas.microsoft.com/office/powerpoint/2010/main" val="3077084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AB2E4-B35C-EA35-2E51-43CBE7CDFE17}"/>
              </a:ext>
            </a:extLst>
          </p:cNvPr>
          <p:cNvSpPr>
            <a:spLocks noGrp="1"/>
          </p:cNvSpPr>
          <p:nvPr>
            <p:ph type="ctrTitle"/>
          </p:nvPr>
        </p:nvSpPr>
        <p:spPr/>
        <p:txBody>
          <a:bodyPr/>
          <a:lstStyle/>
          <a:p>
            <a:r>
              <a:rPr lang="vi-VN" sz="2000" b="1">
                <a:latin typeface="Lato" panose="020F0502020204030203" pitchFamily="34" charset="0"/>
                <a:ea typeface="Lato" panose="020F0502020204030203" pitchFamily="34" charset="0"/>
                <a:cs typeface="Lato" panose="020F0502020204030203" pitchFamily="34" charset="0"/>
              </a:rPr>
              <a:t>TIỀN XỬ LÝ DỮ LIỆU</a:t>
            </a:r>
          </a:p>
        </p:txBody>
      </p:sp>
      <p:sp>
        <p:nvSpPr>
          <p:cNvPr id="3" name="TextBox 2">
            <a:extLst>
              <a:ext uri="{FF2B5EF4-FFF2-40B4-BE49-F238E27FC236}">
                <a16:creationId xmlns:a16="http://schemas.microsoft.com/office/drawing/2014/main" id="{7DCADE38-1082-FD43-CF68-BA357E673006}"/>
              </a:ext>
            </a:extLst>
          </p:cNvPr>
          <p:cNvSpPr txBox="1"/>
          <p:nvPr/>
        </p:nvSpPr>
        <p:spPr>
          <a:xfrm>
            <a:off x="863600" y="1087120"/>
            <a:ext cx="8097520" cy="2308324"/>
          </a:xfrm>
          <a:prstGeom prst="rect">
            <a:avLst/>
          </a:prstGeom>
          <a:noFill/>
        </p:spPr>
        <p:txBody>
          <a:bodyPr wrap="square" rtlCol="0">
            <a:spAutoFit/>
          </a:bodyPr>
          <a:lstStyle/>
          <a:p>
            <a:pPr marL="285750" indent="-285750">
              <a:buFont typeface="Arial" panose="020B0604020202020204" pitchFamily="34" charset="0"/>
              <a:buChar char="•"/>
            </a:pPr>
            <a:endParaRPr lang="vi-VN" sz="18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vi-VN" sz="1800">
                <a:latin typeface="Lato" panose="020F0502020204030203" pitchFamily="34" charset="0"/>
                <a:ea typeface="Lato" panose="020F0502020204030203" pitchFamily="34" charset="0"/>
                <a:cs typeface="Lato" panose="020F0502020204030203" pitchFamily="34" charset="0"/>
              </a:rPr>
              <a:t>Loại bỏ những cột không cần thiết, những cột thừa (để tránh hiện tượng đa cộng tuyến), &amp; cột chủng tộc.</a:t>
            </a:r>
          </a:p>
          <a:p>
            <a:pPr marL="285750" indent="-285750">
              <a:buFont typeface="Arial" panose="020B0604020202020204" pitchFamily="34" charset="0"/>
              <a:buChar char="•"/>
            </a:pPr>
            <a:endParaRPr lang="vi-VN" sz="18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vi-VN" sz="1800">
                <a:latin typeface="Lato" panose="020F0502020204030203" pitchFamily="34" charset="0"/>
                <a:ea typeface="Lato" panose="020F0502020204030203" pitchFamily="34" charset="0"/>
                <a:cs typeface="Lato" panose="020F0502020204030203" pitchFamily="34" charset="0"/>
              </a:rPr>
              <a:t>Xem xét các đặc điểm có ý nghĩa thống kê (sử dụng Rừng ngẫu nhiên)</a:t>
            </a:r>
          </a:p>
          <a:p>
            <a:pPr marL="285750" indent="-285750">
              <a:buFont typeface="Arial" panose="020B0604020202020204" pitchFamily="34" charset="0"/>
              <a:buChar char="•"/>
            </a:pPr>
            <a:endParaRPr lang="vi-VN" sz="18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vi-VN" sz="1800">
                <a:latin typeface="Lato" panose="020F0502020204030203" pitchFamily="34" charset="0"/>
                <a:ea typeface="Lato" panose="020F0502020204030203" pitchFamily="34" charset="0"/>
                <a:cs typeface="Lato" panose="020F0502020204030203" pitchFamily="34" charset="0"/>
              </a:rPr>
              <a:t>EDA các cột để xem xét các đặc điểm quan trọng để xác định sự khác biệt trong phân phối theo biến mục tiêu và đề xuất các giả thuyết.</a:t>
            </a:r>
          </a:p>
        </p:txBody>
      </p:sp>
    </p:spTree>
    <p:extLst>
      <p:ext uri="{BB962C8B-B14F-4D97-AF65-F5344CB8AC3E}">
        <p14:creationId xmlns:p14="http://schemas.microsoft.com/office/powerpoint/2010/main" val="404932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81"/>
        <p:cNvGrpSpPr/>
        <p:nvPr/>
      </p:nvGrpSpPr>
      <p:grpSpPr>
        <a:xfrm>
          <a:off x="0" y="0"/>
          <a:ext cx="0" cy="0"/>
          <a:chOff x="0" y="0"/>
          <a:chExt cx="0" cy="0"/>
        </a:xfrm>
      </p:grpSpPr>
      <p:sp>
        <p:nvSpPr>
          <p:cNvPr id="2486" name="Google Shape;2486;p43"/>
          <p:cNvSpPr txBox="1">
            <a:spLocks noGrp="1"/>
          </p:cNvSpPr>
          <p:nvPr>
            <p:ph type="ctrTitle"/>
          </p:nvPr>
        </p:nvSpPr>
        <p:spPr>
          <a:xfrm>
            <a:off x="5180650" y="457300"/>
            <a:ext cx="3194700" cy="48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MỨC ĐỘ ƯU TIÊN BIẾN</a:t>
            </a:r>
            <a:endParaRPr dirty="0"/>
          </a:p>
        </p:txBody>
      </p:sp>
      <p:pic>
        <p:nvPicPr>
          <p:cNvPr id="4" name="Picture 3">
            <a:extLst>
              <a:ext uri="{FF2B5EF4-FFF2-40B4-BE49-F238E27FC236}">
                <a16:creationId xmlns:a16="http://schemas.microsoft.com/office/drawing/2014/main" id="{BAEEA171-2780-FDB3-6FCC-39DB22510CD8}"/>
              </a:ext>
            </a:extLst>
          </p:cNvPr>
          <p:cNvPicPr>
            <a:picLocks noChangeAspect="1"/>
          </p:cNvPicPr>
          <p:nvPr/>
        </p:nvPicPr>
        <p:blipFill>
          <a:blip r:embed="rId3"/>
          <a:stretch>
            <a:fillRect/>
          </a:stretch>
        </p:blipFill>
        <p:spPr>
          <a:xfrm>
            <a:off x="1617052" y="1012370"/>
            <a:ext cx="5517006" cy="4050827"/>
          </a:xfrm>
          <a:prstGeom prst="rect">
            <a:avLst/>
          </a:prstGeom>
        </p:spPr>
      </p:pic>
    </p:spTree>
    <p:extLst>
      <p:ext uri="{BB962C8B-B14F-4D97-AF65-F5344CB8AC3E}">
        <p14:creationId xmlns:p14="http://schemas.microsoft.com/office/powerpoint/2010/main" val="803943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1"/>
        <p:cNvGrpSpPr/>
        <p:nvPr/>
      </p:nvGrpSpPr>
      <p:grpSpPr>
        <a:xfrm>
          <a:off x="0" y="0"/>
          <a:ext cx="0" cy="0"/>
          <a:chOff x="0" y="0"/>
          <a:chExt cx="0" cy="0"/>
        </a:xfrm>
      </p:grpSpPr>
      <p:sp>
        <p:nvSpPr>
          <p:cNvPr id="2486" name="Google Shape;2486;p43"/>
          <p:cNvSpPr txBox="1">
            <a:spLocks noGrp="1"/>
          </p:cNvSpPr>
          <p:nvPr>
            <p:ph type="ctrTitle"/>
          </p:nvPr>
        </p:nvSpPr>
        <p:spPr>
          <a:xfrm>
            <a:off x="5180650" y="457300"/>
            <a:ext cx="3194700" cy="48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latin typeface="Lato" panose="020F0502020204030203" pitchFamily="34" charset="0"/>
                <a:ea typeface="Lato" panose="020F0502020204030203" pitchFamily="34" charset="0"/>
                <a:cs typeface="Lato" panose="020F0502020204030203" pitchFamily="34" charset="0"/>
              </a:rPr>
              <a:t>CHỌN CỘT DỮ LIỆU</a:t>
            </a:r>
            <a:endParaRPr dirty="0">
              <a:latin typeface="Lato" panose="020F0502020204030203" pitchFamily="34" charset="0"/>
              <a:ea typeface="Lato" panose="020F0502020204030203" pitchFamily="34" charset="0"/>
              <a:cs typeface="Lato" panose="020F0502020204030203" pitchFamily="34" charset="0"/>
            </a:endParaRPr>
          </a:p>
        </p:txBody>
      </p:sp>
      <p:sp>
        <p:nvSpPr>
          <p:cNvPr id="4" name="Rectangle 2">
            <a:extLst>
              <a:ext uri="{FF2B5EF4-FFF2-40B4-BE49-F238E27FC236}">
                <a16:creationId xmlns:a16="http://schemas.microsoft.com/office/drawing/2014/main" id="{73335B2A-0535-A287-10C1-79D4BC2CC5FF}"/>
              </a:ext>
            </a:extLst>
          </p:cNvPr>
          <p:cNvSpPr>
            <a:spLocks noChangeArrowheads="1"/>
          </p:cNvSpPr>
          <p:nvPr/>
        </p:nvSpPr>
        <p:spPr bwMode="auto">
          <a:xfrm>
            <a:off x="132080" y="1245750"/>
            <a:ext cx="741581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loan_amnt</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Số tiền vay ban đầu.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term</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Thời hạn cho khoản vay, thường là 36 tháng hoặc 60 tháng.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int_rate</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Lãi suất của khoản vay, thường được biểu diễn dưới dạng phần trăm.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num_op_rev_tl</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a:t>
            </a:r>
            <a:r>
              <a:rPr lang="vi-VN" sz="1300" b="0" i="0" dirty="0">
                <a:solidFill>
                  <a:srgbClr val="0D0D0D"/>
                </a:solidFill>
                <a:effectLst/>
                <a:highlight>
                  <a:srgbClr val="FFFFFF"/>
                </a:highlight>
                <a:latin typeface="Lato" panose="020F0502020204030203" pitchFamily="34" charset="0"/>
                <a:ea typeface="Lato" panose="020F0502020204030203" pitchFamily="34" charset="0"/>
                <a:cs typeface="Lato" panose="020F0502020204030203" pitchFamily="34" charset="0"/>
              </a:rPr>
              <a:t>Số lượng tài khoản tín dụng quay vòng đang mở</a:t>
            </a:r>
            <a:r>
              <a:rPr lang="vi-VN" sz="1600" b="0" i="0" dirty="0">
                <a:solidFill>
                  <a:srgbClr val="0D0D0D"/>
                </a:solidFill>
                <a:effectLst/>
                <a:highlight>
                  <a:srgbClr val="FFFFFF"/>
                </a:highlight>
                <a:latin typeface="Lato" panose="020F0502020204030203" pitchFamily="34" charset="0"/>
                <a:ea typeface="Lato" panose="020F0502020204030203" pitchFamily="34" charset="0"/>
                <a:cs typeface="Lato" panose="020F0502020204030203"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sub_grade</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a:t>
            </a:r>
            <a:r>
              <a:rPr lang="vi-VN" altLang="vi-VN" sz="1300" dirty="0">
                <a:solidFill>
                  <a:schemeClr val="accent6">
                    <a:lumMod val="10000"/>
                  </a:schemeClr>
                </a:solidFill>
                <a:latin typeface="Lato" panose="020F0502020204030203" pitchFamily="34" charset="0"/>
                <a:ea typeface="Lato" panose="020F0502020204030203" pitchFamily="34" charset="0"/>
                <a:cs typeface="Lato" panose="020F0502020204030203" pitchFamily="34" charset="0"/>
              </a:rPr>
              <a:t>Hạng </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tín dụng của khách hàng trong tổ chức cho vay.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home_ownership</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Tình trạng sở hữu nhà của khách hàng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annual_inc</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Thu nhập hàng năm của khách hàng.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purpose</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Mục đích sử dụng khoản vay.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bc_open_to_buy</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Số tiền khả dụng để mua hàng hóa hoặc dịch vụ thông qua thẻ tín dụng.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Region</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Khu vực cư trú của khách hàng.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dti</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Tỉ lệ nợ dư trên tổng thu nhập hàng tháng của khách hàng, hay còn gọi là tỉ lệ nợ dư/thu nhập.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delinq_2yrs</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Số lần bị trễ nợ trong vòng 2 năm gần đây.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earliest_cr_line</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Ngày mở tài khoản tín dụng đầu tiên.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Fico_score</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Phạm vi điểm FICO (một hệ thống đánh giá tín dụng) của khách hàng.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pub_rec</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Số lần ghi chú công khai (public record) của khách hàng, ví dụ: quyết định phá sản.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revol_bal</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Số dư nợ quay vòng hiện tại trên tài khoản tín dụng của khách hàng.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1300" b="1"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mort_acc</a:t>
            </a:r>
            <a:r>
              <a:rPr kumimoji="0" lang="vi-VN" altLang="vi-VN" sz="1300" b="0" i="0" u="none" strike="noStrike" cap="none" normalizeH="0" baseline="0" dirty="0">
                <a:ln>
                  <a:noFill/>
                </a:ln>
                <a:solidFill>
                  <a:schemeClr val="accent6">
                    <a:lumMod val="10000"/>
                  </a:schemeClr>
                </a:solidFill>
                <a:effectLst/>
                <a:latin typeface="Lato" panose="020F0502020204030203" pitchFamily="34" charset="0"/>
                <a:ea typeface="Lato" panose="020F0502020204030203" pitchFamily="34" charset="0"/>
                <a:cs typeface="Lato" panose="020F0502020204030203" pitchFamily="34" charset="0"/>
              </a:rPr>
              <a:t>: Số lượng tài khoản tín dụng liên quan đến bất động sản mà khách hàng đang giữ.</a:t>
            </a:r>
          </a:p>
        </p:txBody>
      </p:sp>
    </p:spTree>
    <p:extLst>
      <p:ext uri="{BB962C8B-B14F-4D97-AF65-F5344CB8AC3E}">
        <p14:creationId xmlns:p14="http://schemas.microsoft.com/office/powerpoint/2010/main" val="661929442"/>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1217" name="Google Shape;1217;p38"/>
          <p:cNvSpPr txBox="1"/>
          <p:nvPr/>
        </p:nvSpPr>
        <p:spPr>
          <a:xfrm flipH="1">
            <a:off x="1661813" y="1680534"/>
            <a:ext cx="2322300" cy="481200"/>
          </a:xfrm>
          <a:prstGeom prst="rect">
            <a:avLst/>
          </a:prstGeom>
          <a:noFill/>
          <a:ln>
            <a:noFill/>
          </a:ln>
        </p:spPr>
        <p:txBody>
          <a:bodyPr spcFirstLastPara="1" wrap="square" lIns="91425" tIns="212400" rIns="91425" bIns="0" anchor="ctr" anchorCtr="0">
            <a:noAutofit/>
          </a:bodyPr>
          <a:lstStyle/>
          <a:p>
            <a:pPr marL="0" lvl="0" indent="0" algn="r" rtl="0">
              <a:spcBef>
                <a:spcPts val="0"/>
              </a:spcBef>
              <a:spcAft>
                <a:spcPts val="1600"/>
              </a:spcAft>
              <a:buNone/>
            </a:pPr>
            <a:r>
              <a:rPr lang="vi-VN" sz="1100" dirty="0">
                <a:solidFill>
                  <a:srgbClr val="434343"/>
                </a:solidFill>
                <a:latin typeface="+mn-lt"/>
                <a:ea typeface="Staatliches"/>
                <a:cs typeface="Staatliches"/>
                <a:sym typeface="Staatliches"/>
              </a:rPr>
              <a:t>Đơn giản – Dễ hiểu</a:t>
            </a:r>
            <a:endParaRPr sz="1100" dirty="0">
              <a:solidFill>
                <a:srgbClr val="434343"/>
              </a:solidFill>
              <a:latin typeface="+mn-lt"/>
              <a:ea typeface="Staatliches"/>
              <a:cs typeface="Staatliches"/>
              <a:sym typeface="Staatliches"/>
            </a:endParaRPr>
          </a:p>
        </p:txBody>
      </p:sp>
      <p:sp>
        <p:nvSpPr>
          <p:cNvPr id="1218" name="Google Shape;1218;p38"/>
          <p:cNvSpPr txBox="1"/>
          <p:nvPr/>
        </p:nvSpPr>
        <p:spPr>
          <a:xfrm flipH="1">
            <a:off x="4518502" y="1197551"/>
            <a:ext cx="672600" cy="35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vi-VN" dirty="0">
                <a:solidFill>
                  <a:srgbClr val="434343"/>
                </a:solidFill>
                <a:latin typeface="Staatliches"/>
                <a:ea typeface="Staatliches"/>
                <a:cs typeface="Staatliches"/>
                <a:sym typeface="Staatliches"/>
              </a:rPr>
              <a:t>KNN</a:t>
            </a:r>
            <a:endParaRPr dirty="0">
              <a:solidFill>
                <a:srgbClr val="434343"/>
              </a:solidFill>
              <a:latin typeface="Staatliches"/>
              <a:ea typeface="Staatliches"/>
              <a:cs typeface="Staatliches"/>
              <a:sym typeface="Staatliches"/>
            </a:endParaRPr>
          </a:p>
        </p:txBody>
      </p:sp>
      <p:sp>
        <p:nvSpPr>
          <p:cNvPr id="1219" name="Google Shape;1219;p38"/>
          <p:cNvSpPr txBox="1"/>
          <p:nvPr/>
        </p:nvSpPr>
        <p:spPr>
          <a:xfrm flipH="1">
            <a:off x="5327902" y="1197551"/>
            <a:ext cx="672600" cy="35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vi-VN" dirty="0">
                <a:solidFill>
                  <a:srgbClr val="434343"/>
                </a:solidFill>
                <a:latin typeface="Staatliches"/>
                <a:ea typeface="Staatliches"/>
                <a:cs typeface="Staatliches"/>
                <a:sym typeface="Staatliches"/>
              </a:rPr>
              <a:t>LG</a:t>
            </a:r>
            <a:endParaRPr lang="en-US" dirty="0">
              <a:solidFill>
                <a:srgbClr val="434343"/>
              </a:solidFill>
              <a:latin typeface="Staatliches"/>
              <a:ea typeface="Staatliches"/>
              <a:cs typeface="Staatliches"/>
              <a:sym typeface="Staatliches"/>
            </a:endParaRPr>
          </a:p>
        </p:txBody>
      </p:sp>
      <p:sp>
        <p:nvSpPr>
          <p:cNvPr id="1220" name="Google Shape;1220;p38"/>
          <p:cNvSpPr txBox="1"/>
          <p:nvPr/>
        </p:nvSpPr>
        <p:spPr>
          <a:xfrm flipH="1">
            <a:off x="6137302" y="1197551"/>
            <a:ext cx="672600" cy="35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vi-VN" dirty="0">
                <a:solidFill>
                  <a:srgbClr val="434343"/>
                </a:solidFill>
                <a:latin typeface="Staatliches"/>
                <a:ea typeface="Staatliches"/>
                <a:cs typeface="Staatliches"/>
                <a:sym typeface="Staatliches"/>
              </a:rPr>
              <a:t>RF</a:t>
            </a:r>
            <a:endParaRPr dirty="0">
              <a:solidFill>
                <a:srgbClr val="434343"/>
              </a:solidFill>
              <a:latin typeface="Staatliches"/>
              <a:ea typeface="Staatliches"/>
              <a:cs typeface="Staatliches"/>
              <a:sym typeface="Staatliches"/>
            </a:endParaRPr>
          </a:p>
        </p:txBody>
      </p:sp>
      <p:sp>
        <p:nvSpPr>
          <p:cNvPr id="1223" name="Google Shape;1223;p38"/>
          <p:cNvSpPr txBox="1"/>
          <p:nvPr/>
        </p:nvSpPr>
        <p:spPr>
          <a:xfrm flipH="1">
            <a:off x="1661813" y="2423409"/>
            <a:ext cx="2322300" cy="481200"/>
          </a:xfrm>
          <a:prstGeom prst="rect">
            <a:avLst/>
          </a:prstGeom>
          <a:noFill/>
          <a:ln>
            <a:noFill/>
          </a:ln>
        </p:spPr>
        <p:txBody>
          <a:bodyPr spcFirstLastPara="1" wrap="square" lIns="91425" tIns="212400" rIns="91425" bIns="0" anchor="ctr" anchorCtr="0">
            <a:noAutofit/>
          </a:bodyPr>
          <a:lstStyle/>
          <a:p>
            <a:pPr marL="0" lvl="0" indent="0" algn="r" rtl="0">
              <a:spcBef>
                <a:spcPts val="0"/>
              </a:spcBef>
              <a:spcAft>
                <a:spcPts val="1600"/>
              </a:spcAft>
              <a:buNone/>
            </a:pPr>
            <a:r>
              <a:rPr lang="vi-VN" sz="1100" dirty="0">
                <a:solidFill>
                  <a:srgbClr val="434343"/>
                </a:solidFill>
                <a:latin typeface="+mn-lt"/>
                <a:ea typeface="Staatliches"/>
                <a:cs typeface="Staatliches"/>
                <a:sym typeface="Staatliches"/>
              </a:rPr>
              <a:t>Hợp với bài toán</a:t>
            </a:r>
            <a:endParaRPr sz="1100" dirty="0">
              <a:solidFill>
                <a:srgbClr val="434343"/>
              </a:solidFill>
              <a:latin typeface="+mn-lt"/>
              <a:ea typeface="Staatliches"/>
              <a:cs typeface="Staatliches"/>
              <a:sym typeface="Staatliches"/>
            </a:endParaRPr>
          </a:p>
        </p:txBody>
      </p:sp>
      <p:sp>
        <p:nvSpPr>
          <p:cNvPr id="1224" name="Google Shape;1224;p38"/>
          <p:cNvSpPr txBox="1"/>
          <p:nvPr/>
        </p:nvSpPr>
        <p:spPr>
          <a:xfrm flipH="1">
            <a:off x="1617798" y="3194196"/>
            <a:ext cx="2322300" cy="481200"/>
          </a:xfrm>
          <a:prstGeom prst="rect">
            <a:avLst/>
          </a:prstGeom>
          <a:noFill/>
          <a:ln>
            <a:noFill/>
          </a:ln>
        </p:spPr>
        <p:txBody>
          <a:bodyPr spcFirstLastPara="1" wrap="square" lIns="91425" tIns="212400" rIns="91425" bIns="0" anchor="ctr" anchorCtr="0">
            <a:noAutofit/>
          </a:bodyPr>
          <a:lstStyle/>
          <a:p>
            <a:pPr marL="0" lvl="0" indent="0" algn="r" rtl="0">
              <a:spcBef>
                <a:spcPts val="0"/>
              </a:spcBef>
              <a:spcAft>
                <a:spcPts val="1600"/>
              </a:spcAft>
              <a:buNone/>
            </a:pPr>
            <a:r>
              <a:rPr lang="vi-VN" sz="1100" dirty="0">
                <a:solidFill>
                  <a:srgbClr val="434343"/>
                </a:solidFill>
                <a:latin typeface="+mn-lt"/>
                <a:ea typeface="Staatliches"/>
                <a:cs typeface="Staatliches"/>
                <a:sym typeface="Staatliches"/>
              </a:rPr>
              <a:t>Dễ triển khai </a:t>
            </a:r>
            <a:endParaRPr sz="1100" dirty="0">
              <a:solidFill>
                <a:srgbClr val="434343"/>
              </a:solidFill>
              <a:latin typeface="+mn-lt"/>
              <a:ea typeface="Staatliches"/>
              <a:cs typeface="Staatliches"/>
              <a:sym typeface="Staatliches"/>
            </a:endParaRPr>
          </a:p>
        </p:txBody>
      </p:sp>
      <p:sp>
        <p:nvSpPr>
          <p:cNvPr id="1225" name="Google Shape;1225;p38"/>
          <p:cNvSpPr txBox="1"/>
          <p:nvPr/>
        </p:nvSpPr>
        <p:spPr>
          <a:xfrm flipH="1">
            <a:off x="1661813" y="3979909"/>
            <a:ext cx="2322300" cy="481200"/>
          </a:xfrm>
          <a:prstGeom prst="rect">
            <a:avLst/>
          </a:prstGeom>
          <a:noFill/>
          <a:ln>
            <a:noFill/>
          </a:ln>
        </p:spPr>
        <p:txBody>
          <a:bodyPr spcFirstLastPara="1" wrap="square" lIns="91425" tIns="212400" rIns="91425" bIns="0" anchor="ctr" anchorCtr="0">
            <a:noAutofit/>
          </a:bodyPr>
          <a:lstStyle/>
          <a:p>
            <a:pPr marL="0" lvl="0" indent="0" algn="r" rtl="0">
              <a:spcBef>
                <a:spcPts val="0"/>
              </a:spcBef>
              <a:spcAft>
                <a:spcPts val="1600"/>
              </a:spcAft>
              <a:buNone/>
            </a:pPr>
            <a:r>
              <a:rPr lang="vi-VN" sz="1100" dirty="0">
                <a:solidFill>
                  <a:srgbClr val="434343"/>
                </a:solidFill>
                <a:latin typeface="+mn-lt"/>
                <a:ea typeface="Staatliches"/>
                <a:cs typeface="Staatliches"/>
                <a:sym typeface="Staatliches"/>
              </a:rPr>
              <a:t>Tuân thủ quy định </a:t>
            </a:r>
            <a:endParaRPr sz="1100" dirty="0">
              <a:solidFill>
                <a:srgbClr val="434343"/>
              </a:solidFill>
              <a:latin typeface="+mn-lt"/>
              <a:ea typeface="Staatliches"/>
              <a:cs typeface="Staatliches"/>
              <a:sym typeface="Staatliches"/>
            </a:endParaRPr>
          </a:p>
        </p:txBody>
      </p:sp>
      <p:grpSp>
        <p:nvGrpSpPr>
          <p:cNvPr id="1226" name="Google Shape;1226;p38"/>
          <p:cNvGrpSpPr/>
          <p:nvPr/>
        </p:nvGrpSpPr>
        <p:grpSpPr>
          <a:xfrm>
            <a:off x="4499799" y="1637696"/>
            <a:ext cx="2311150" cy="2894550"/>
            <a:chOff x="3897636" y="1637696"/>
            <a:chExt cx="2311150" cy="2894550"/>
          </a:xfrm>
        </p:grpSpPr>
        <p:grpSp>
          <p:nvGrpSpPr>
            <p:cNvPr id="1227" name="Google Shape;1227;p38"/>
            <p:cNvGrpSpPr/>
            <p:nvPr/>
          </p:nvGrpSpPr>
          <p:grpSpPr>
            <a:xfrm>
              <a:off x="3897636" y="1637696"/>
              <a:ext cx="674675" cy="595175"/>
              <a:chOff x="3897636" y="1637696"/>
              <a:chExt cx="674675" cy="595175"/>
            </a:xfrm>
          </p:grpSpPr>
          <p:sp>
            <p:nvSpPr>
              <p:cNvPr id="1228" name="Google Shape;1228;p38"/>
              <p:cNvSpPr/>
              <p:nvPr/>
            </p:nvSpPr>
            <p:spPr>
              <a:xfrm>
                <a:off x="3897636" y="1673071"/>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9" name="Google Shape;1229;p38"/>
              <p:cNvSpPr/>
              <p:nvPr/>
            </p:nvSpPr>
            <p:spPr>
              <a:xfrm>
                <a:off x="3933011" y="1637696"/>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0" name="Google Shape;1230;p38"/>
            <p:cNvGrpSpPr/>
            <p:nvPr/>
          </p:nvGrpSpPr>
          <p:grpSpPr>
            <a:xfrm>
              <a:off x="4724724" y="1637696"/>
              <a:ext cx="674675" cy="595175"/>
              <a:chOff x="4724724" y="1637696"/>
              <a:chExt cx="674675" cy="595175"/>
            </a:xfrm>
          </p:grpSpPr>
          <p:sp>
            <p:nvSpPr>
              <p:cNvPr id="1231" name="Google Shape;1231;p38"/>
              <p:cNvSpPr/>
              <p:nvPr/>
            </p:nvSpPr>
            <p:spPr>
              <a:xfrm>
                <a:off x="4724724" y="1673071"/>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2" name="Google Shape;1232;p38"/>
              <p:cNvSpPr/>
              <p:nvPr/>
            </p:nvSpPr>
            <p:spPr>
              <a:xfrm>
                <a:off x="4760099" y="1637696"/>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3" name="Google Shape;1233;p38"/>
            <p:cNvGrpSpPr/>
            <p:nvPr/>
          </p:nvGrpSpPr>
          <p:grpSpPr>
            <a:xfrm>
              <a:off x="5534111" y="1637696"/>
              <a:ext cx="674675" cy="595175"/>
              <a:chOff x="5534111" y="1637696"/>
              <a:chExt cx="674675" cy="595175"/>
            </a:xfrm>
          </p:grpSpPr>
          <p:sp>
            <p:nvSpPr>
              <p:cNvPr id="1234" name="Google Shape;1234;p38"/>
              <p:cNvSpPr/>
              <p:nvPr/>
            </p:nvSpPr>
            <p:spPr>
              <a:xfrm>
                <a:off x="5534111" y="1673071"/>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5" name="Google Shape;1235;p38"/>
              <p:cNvSpPr/>
              <p:nvPr/>
            </p:nvSpPr>
            <p:spPr>
              <a:xfrm>
                <a:off x="5569486" y="1637696"/>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2" name="Google Shape;1242;p38"/>
            <p:cNvGrpSpPr/>
            <p:nvPr/>
          </p:nvGrpSpPr>
          <p:grpSpPr>
            <a:xfrm>
              <a:off x="3897636" y="2380571"/>
              <a:ext cx="674675" cy="572857"/>
              <a:chOff x="3897636" y="2380571"/>
              <a:chExt cx="674675" cy="572857"/>
            </a:xfrm>
          </p:grpSpPr>
          <p:sp>
            <p:nvSpPr>
              <p:cNvPr id="1243" name="Google Shape;1243;p38"/>
              <p:cNvSpPr/>
              <p:nvPr/>
            </p:nvSpPr>
            <p:spPr>
              <a:xfrm>
                <a:off x="3897636" y="2393628"/>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4" name="Google Shape;1244;p38"/>
              <p:cNvSpPr/>
              <p:nvPr/>
            </p:nvSpPr>
            <p:spPr>
              <a:xfrm>
                <a:off x="3933011" y="23805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5" name="Google Shape;1245;p38"/>
            <p:cNvGrpSpPr/>
            <p:nvPr/>
          </p:nvGrpSpPr>
          <p:grpSpPr>
            <a:xfrm>
              <a:off x="4724724" y="2380571"/>
              <a:ext cx="674675" cy="595175"/>
              <a:chOff x="4724724" y="2380571"/>
              <a:chExt cx="674675" cy="595175"/>
            </a:xfrm>
          </p:grpSpPr>
          <p:sp>
            <p:nvSpPr>
              <p:cNvPr id="1246" name="Google Shape;1246;p38"/>
              <p:cNvSpPr/>
              <p:nvPr/>
            </p:nvSpPr>
            <p:spPr>
              <a:xfrm>
                <a:off x="4724724" y="24159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8"/>
              <p:cNvSpPr/>
              <p:nvPr/>
            </p:nvSpPr>
            <p:spPr>
              <a:xfrm>
                <a:off x="4760099" y="23805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8" name="Google Shape;1248;p38"/>
            <p:cNvGrpSpPr/>
            <p:nvPr/>
          </p:nvGrpSpPr>
          <p:grpSpPr>
            <a:xfrm>
              <a:off x="5534111" y="2380571"/>
              <a:ext cx="674675" cy="595175"/>
              <a:chOff x="5534111" y="2380571"/>
              <a:chExt cx="674675" cy="595175"/>
            </a:xfrm>
          </p:grpSpPr>
          <p:sp>
            <p:nvSpPr>
              <p:cNvPr id="1249" name="Google Shape;1249;p38"/>
              <p:cNvSpPr/>
              <p:nvPr/>
            </p:nvSpPr>
            <p:spPr>
              <a:xfrm>
                <a:off x="5534111" y="24159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8"/>
              <p:cNvSpPr/>
              <p:nvPr/>
            </p:nvSpPr>
            <p:spPr>
              <a:xfrm>
                <a:off x="5569486" y="23805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38"/>
            <p:cNvGrpSpPr/>
            <p:nvPr/>
          </p:nvGrpSpPr>
          <p:grpSpPr>
            <a:xfrm>
              <a:off x="3897636" y="3158821"/>
              <a:ext cx="674675" cy="595175"/>
              <a:chOff x="3897636" y="3158821"/>
              <a:chExt cx="674675" cy="595175"/>
            </a:xfrm>
          </p:grpSpPr>
          <p:sp>
            <p:nvSpPr>
              <p:cNvPr id="1258" name="Google Shape;1258;p38"/>
              <p:cNvSpPr/>
              <p:nvPr/>
            </p:nvSpPr>
            <p:spPr>
              <a:xfrm>
                <a:off x="3897636" y="319419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9" name="Google Shape;1259;p38"/>
              <p:cNvSpPr/>
              <p:nvPr/>
            </p:nvSpPr>
            <p:spPr>
              <a:xfrm>
                <a:off x="3933011" y="315882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0" name="Google Shape;1260;p38"/>
            <p:cNvGrpSpPr/>
            <p:nvPr/>
          </p:nvGrpSpPr>
          <p:grpSpPr>
            <a:xfrm>
              <a:off x="4724724" y="3158821"/>
              <a:ext cx="674675" cy="595175"/>
              <a:chOff x="4724724" y="3158821"/>
              <a:chExt cx="674675" cy="595175"/>
            </a:xfrm>
          </p:grpSpPr>
          <p:sp>
            <p:nvSpPr>
              <p:cNvPr id="1261" name="Google Shape;1261;p38"/>
              <p:cNvSpPr/>
              <p:nvPr/>
            </p:nvSpPr>
            <p:spPr>
              <a:xfrm>
                <a:off x="4724724" y="319419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8"/>
              <p:cNvSpPr/>
              <p:nvPr/>
            </p:nvSpPr>
            <p:spPr>
              <a:xfrm>
                <a:off x="4760099" y="315882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3" name="Google Shape;1263;p38"/>
            <p:cNvGrpSpPr/>
            <p:nvPr/>
          </p:nvGrpSpPr>
          <p:grpSpPr>
            <a:xfrm>
              <a:off x="5534111" y="3158821"/>
              <a:ext cx="674675" cy="595175"/>
              <a:chOff x="5534111" y="3158821"/>
              <a:chExt cx="674675" cy="595175"/>
            </a:xfrm>
          </p:grpSpPr>
          <p:sp>
            <p:nvSpPr>
              <p:cNvPr id="1264" name="Google Shape;1264;p38"/>
              <p:cNvSpPr/>
              <p:nvPr/>
            </p:nvSpPr>
            <p:spPr>
              <a:xfrm>
                <a:off x="5534111" y="319419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8"/>
              <p:cNvSpPr/>
              <p:nvPr/>
            </p:nvSpPr>
            <p:spPr>
              <a:xfrm>
                <a:off x="5569486" y="315882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2" name="Google Shape;1272;p38"/>
            <p:cNvGrpSpPr/>
            <p:nvPr/>
          </p:nvGrpSpPr>
          <p:grpSpPr>
            <a:xfrm>
              <a:off x="3897636" y="3937071"/>
              <a:ext cx="674675" cy="595175"/>
              <a:chOff x="3897636" y="3937071"/>
              <a:chExt cx="674675" cy="595175"/>
            </a:xfrm>
          </p:grpSpPr>
          <p:sp>
            <p:nvSpPr>
              <p:cNvPr id="1273" name="Google Shape;1273;p38"/>
              <p:cNvSpPr/>
              <p:nvPr/>
            </p:nvSpPr>
            <p:spPr>
              <a:xfrm>
                <a:off x="3897636" y="39724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4" name="Google Shape;1274;p38"/>
              <p:cNvSpPr/>
              <p:nvPr/>
            </p:nvSpPr>
            <p:spPr>
              <a:xfrm>
                <a:off x="3933011" y="39370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38"/>
            <p:cNvGrpSpPr/>
            <p:nvPr/>
          </p:nvGrpSpPr>
          <p:grpSpPr>
            <a:xfrm>
              <a:off x="4724724" y="3937071"/>
              <a:ext cx="674675" cy="595175"/>
              <a:chOff x="4724724" y="3937071"/>
              <a:chExt cx="674675" cy="595175"/>
            </a:xfrm>
          </p:grpSpPr>
          <p:sp>
            <p:nvSpPr>
              <p:cNvPr id="1276" name="Google Shape;1276;p38"/>
              <p:cNvSpPr/>
              <p:nvPr/>
            </p:nvSpPr>
            <p:spPr>
              <a:xfrm>
                <a:off x="4724724" y="39724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7" name="Google Shape;1277;p38"/>
              <p:cNvSpPr/>
              <p:nvPr/>
            </p:nvSpPr>
            <p:spPr>
              <a:xfrm>
                <a:off x="4760099" y="39370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8" name="Google Shape;1278;p38"/>
            <p:cNvGrpSpPr/>
            <p:nvPr/>
          </p:nvGrpSpPr>
          <p:grpSpPr>
            <a:xfrm>
              <a:off x="5534111" y="3937071"/>
              <a:ext cx="674675" cy="595175"/>
              <a:chOff x="5534111" y="3937071"/>
              <a:chExt cx="674675" cy="595175"/>
            </a:xfrm>
          </p:grpSpPr>
          <p:sp>
            <p:nvSpPr>
              <p:cNvPr id="1279" name="Google Shape;1279;p38"/>
              <p:cNvSpPr/>
              <p:nvPr/>
            </p:nvSpPr>
            <p:spPr>
              <a:xfrm>
                <a:off x="5534111" y="39724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8"/>
              <p:cNvSpPr/>
              <p:nvPr/>
            </p:nvSpPr>
            <p:spPr>
              <a:xfrm>
                <a:off x="5569486" y="39370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1287" name="Google Shape;1287;p38"/>
          <p:cNvCxnSpPr>
            <a:cxnSpLocks/>
            <a:stCxn id="1229" idx="1"/>
          </p:cNvCxnSpPr>
          <p:nvPr/>
        </p:nvCxnSpPr>
        <p:spPr>
          <a:xfrm flipH="1">
            <a:off x="3902474" y="1917596"/>
            <a:ext cx="632700" cy="3600"/>
          </a:xfrm>
          <a:prstGeom prst="straightConnector1">
            <a:avLst/>
          </a:prstGeom>
          <a:noFill/>
          <a:ln w="9525" cap="flat" cmpd="sng">
            <a:solidFill>
              <a:srgbClr val="434343"/>
            </a:solidFill>
            <a:prstDash val="solid"/>
            <a:round/>
            <a:headEnd type="none" w="med" len="med"/>
            <a:tailEnd type="none" w="med" len="med"/>
          </a:ln>
        </p:spPr>
      </p:cxnSp>
      <p:cxnSp>
        <p:nvCxnSpPr>
          <p:cNvPr id="1288" name="Google Shape;1288;p38"/>
          <p:cNvCxnSpPr>
            <a:cxnSpLocks/>
            <a:stCxn id="1244" idx="1"/>
          </p:cNvCxnSpPr>
          <p:nvPr/>
        </p:nvCxnSpPr>
        <p:spPr>
          <a:xfrm flipH="1">
            <a:off x="3902474" y="2660471"/>
            <a:ext cx="632700" cy="3600"/>
          </a:xfrm>
          <a:prstGeom prst="straightConnector1">
            <a:avLst/>
          </a:prstGeom>
          <a:noFill/>
          <a:ln w="9525" cap="flat" cmpd="sng">
            <a:solidFill>
              <a:schemeClr val="accent3"/>
            </a:solidFill>
            <a:prstDash val="solid"/>
            <a:round/>
            <a:headEnd type="none" w="med" len="med"/>
            <a:tailEnd type="none" w="med" len="med"/>
          </a:ln>
        </p:spPr>
      </p:cxnSp>
      <p:cxnSp>
        <p:nvCxnSpPr>
          <p:cNvPr id="1289" name="Google Shape;1289;p38"/>
          <p:cNvCxnSpPr>
            <a:cxnSpLocks/>
            <a:stCxn id="1259" idx="1"/>
          </p:cNvCxnSpPr>
          <p:nvPr/>
        </p:nvCxnSpPr>
        <p:spPr>
          <a:xfrm flipH="1">
            <a:off x="3902474" y="3438721"/>
            <a:ext cx="632700" cy="3600"/>
          </a:xfrm>
          <a:prstGeom prst="straightConnector1">
            <a:avLst/>
          </a:prstGeom>
          <a:noFill/>
          <a:ln w="9525" cap="flat" cmpd="sng">
            <a:solidFill>
              <a:schemeClr val="accent3"/>
            </a:solidFill>
            <a:prstDash val="solid"/>
            <a:round/>
            <a:headEnd type="none" w="med" len="med"/>
            <a:tailEnd type="none" w="med" len="med"/>
          </a:ln>
        </p:spPr>
      </p:cxnSp>
      <p:cxnSp>
        <p:nvCxnSpPr>
          <p:cNvPr id="1290" name="Google Shape;1290;p38"/>
          <p:cNvCxnSpPr>
            <a:cxnSpLocks/>
            <a:stCxn id="1274" idx="1"/>
          </p:cNvCxnSpPr>
          <p:nvPr/>
        </p:nvCxnSpPr>
        <p:spPr>
          <a:xfrm flipH="1">
            <a:off x="3902474" y="4216971"/>
            <a:ext cx="632700" cy="3600"/>
          </a:xfrm>
          <a:prstGeom prst="straightConnector1">
            <a:avLst/>
          </a:prstGeom>
          <a:noFill/>
          <a:ln w="9525" cap="flat" cmpd="sng">
            <a:solidFill>
              <a:schemeClr val="accent3"/>
            </a:solidFill>
            <a:prstDash val="solid"/>
            <a:round/>
            <a:headEnd type="none" w="med" len="med"/>
            <a:tailEnd type="none" w="med" len="med"/>
          </a:ln>
        </p:spPr>
      </p:cxnSp>
      <p:sp>
        <p:nvSpPr>
          <p:cNvPr id="1291" name="Google Shape;1291;p38"/>
          <p:cNvSpPr txBox="1">
            <a:spLocks noGrp="1"/>
          </p:cNvSpPr>
          <p:nvPr>
            <p:ph type="ctrTitle"/>
          </p:nvPr>
        </p:nvSpPr>
        <p:spPr>
          <a:xfrm>
            <a:off x="5180650" y="457300"/>
            <a:ext cx="3194700" cy="48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vi-VN" dirty="0"/>
              <a:t>LỰA CHỌN MÔ HÌNH</a:t>
            </a:r>
            <a:endParaRPr dirty="0"/>
          </a:p>
        </p:txBody>
      </p:sp>
      <p:grpSp>
        <p:nvGrpSpPr>
          <p:cNvPr id="1292" name="Google Shape;1292;p38"/>
          <p:cNvGrpSpPr/>
          <p:nvPr/>
        </p:nvGrpSpPr>
        <p:grpSpPr>
          <a:xfrm>
            <a:off x="6391302" y="2588834"/>
            <a:ext cx="201571" cy="150320"/>
            <a:chOff x="5216456" y="3725484"/>
            <a:chExt cx="356196" cy="265631"/>
          </a:xfrm>
        </p:grpSpPr>
        <p:sp>
          <p:nvSpPr>
            <p:cNvPr id="1293" name="Google Shape;1293;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38"/>
          <p:cNvGrpSpPr/>
          <p:nvPr/>
        </p:nvGrpSpPr>
        <p:grpSpPr>
          <a:xfrm>
            <a:off x="6391302" y="4143621"/>
            <a:ext cx="201571" cy="150320"/>
            <a:chOff x="5216456" y="3725484"/>
            <a:chExt cx="356196" cy="265631"/>
          </a:xfrm>
        </p:grpSpPr>
        <p:sp>
          <p:nvSpPr>
            <p:cNvPr id="1311" name="Google Shape;1311;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1" name="Google Shape;1331;p38"/>
          <p:cNvGrpSpPr/>
          <p:nvPr/>
        </p:nvGrpSpPr>
        <p:grpSpPr>
          <a:xfrm>
            <a:off x="4772552" y="3381246"/>
            <a:ext cx="201571" cy="150320"/>
            <a:chOff x="5216456" y="3725484"/>
            <a:chExt cx="356196" cy="265631"/>
          </a:xfrm>
        </p:grpSpPr>
        <p:sp>
          <p:nvSpPr>
            <p:cNvPr id="1332" name="Google Shape;1332;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4" name="Google Shape;1334;p38"/>
          <p:cNvGrpSpPr/>
          <p:nvPr/>
        </p:nvGrpSpPr>
        <p:grpSpPr>
          <a:xfrm>
            <a:off x="5581927" y="2588834"/>
            <a:ext cx="201571" cy="150320"/>
            <a:chOff x="5216456" y="3725484"/>
            <a:chExt cx="356196" cy="265631"/>
          </a:xfrm>
        </p:grpSpPr>
        <p:sp>
          <p:nvSpPr>
            <p:cNvPr id="1335" name="Google Shape;1335;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38"/>
          <p:cNvGrpSpPr/>
          <p:nvPr/>
        </p:nvGrpSpPr>
        <p:grpSpPr>
          <a:xfrm>
            <a:off x="5573064" y="3381259"/>
            <a:ext cx="201571" cy="150320"/>
            <a:chOff x="5216456" y="3725484"/>
            <a:chExt cx="356196" cy="265631"/>
          </a:xfrm>
        </p:grpSpPr>
        <p:sp>
          <p:nvSpPr>
            <p:cNvPr id="1344" name="Google Shape;1344;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 name="Google Shape;1337;p38">
            <a:extLst>
              <a:ext uri="{FF2B5EF4-FFF2-40B4-BE49-F238E27FC236}">
                <a16:creationId xmlns:a16="http://schemas.microsoft.com/office/drawing/2014/main" id="{9714173C-9EF6-B15D-BC8E-C7DD534030AA}"/>
              </a:ext>
            </a:extLst>
          </p:cNvPr>
          <p:cNvGrpSpPr/>
          <p:nvPr/>
        </p:nvGrpSpPr>
        <p:grpSpPr>
          <a:xfrm>
            <a:off x="5563416" y="1841939"/>
            <a:ext cx="201571" cy="150320"/>
            <a:chOff x="5216456" y="3725484"/>
            <a:chExt cx="356196" cy="265631"/>
          </a:xfrm>
        </p:grpSpPr>
        <p:sp>
          <p:nvSpPr>
            <p:cNvPr id="4" name="Google Shape;1338;p38">
              <a:extLst>
                <a:ext uri="{FF2B5EF4-FFF2-40B4-BE49-F238E27FC236}">
                  <a16:creationId xmlns:a16="http://schemas.microsoft.com/office/drawing/2014/main" id="{EA564E7B-020E-5DF9-0128-823794B719B5}"/>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39;p38">
              <a:extLst>
                <a:ext uri="{FF2B5EF4-FFF2-40B4-BE49-F238E27FC236}">
                  <a16:creationId xmlns:a16="http://schemas.microsoft.com/office/drawing/2014/main" id="{100FDA8E-0C74-4771-7AFB-DD8C22D9667A}"/>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1337;p38">
            <a:extLst>
              <a:ext uri="{FF2B5EF4-FFF2-40B4-BE49-F238E27FC236}">
                <a16:creationId xmlns:a16="http://schemas.microsoft.com/office/drawing/2014/main" id="{1DEC7AD1-F927-EBDD-2B62-D6C054D8BF63}"/>
              </a:ext>
            </a:extLst>
          </p:cNvPr>
          <p:cNvGrpSpPr/>
          <p:nvPr/>
        </p:nvGrpSpPr>
        <p:grpSpPr>
          <a:xfrm>
            <a:off x="5563414" y="4143621"/>
            <a:ext cx="201572" cy="150320"/>
            <a:chOff x="5216456" y="3725484"/>
            <a:chExt cx="356198" cy="265631"/>
          </a:xfrm>
        </p:grpSpPr>
        <p:sp>
          <p:nvSpPr>
            <p:cNvPr id="7" name="Google Shape;1338;p38">
              <a:extLst>
                <a:ext uri="{FF2B5EF4-FFF2-40B4-BE49-F238E27FC236}">
                  <a16:creationId xmlns:a16="http://schemas.microsoft.com/office/drawing/2014/main" id="{FC800005-A601-7213-70C7-94E4D6D5D0C3}"/>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39;p38">
              <a:extLst>
                <a:ext uri="{FF2B5EF4-FFF2-40B4-BE49-F238E27FC236}">
                  <a16:creationId xmlns:a16="http://schemas.microsoft.com/office/drawing/2014/main" id="{E78FE4E7-74CB-47AB-E92F-1C953AE29D3C}"/>
                </a:ext>
              </a:extLst>
            </p:cNvPr>
            <p:cNvSpPr/>
            <p:nvPr/>
          </p:nvSpPr>
          <p:spPr>
            <a:xfrm>
              <a:off x="5304928"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 name="Google Shape;1337;p38">
            <a:extLst>
              <a:ext uri="{FF2B5EF4-FFF2-40B4-BE49-F238E27FC236}">
                <a16:creationId xmlns:a16="http://schemas.microsoft.com/office/drawing/2014/main" id="{FADF428E-1BE1-5B42-013F-26D3E240179E}"/>
              </a:ext>
            </a:extLst>
          </p:cNvPr>
          <p:cNvGrpSpPr/>
          <p:nvPr/>
        </p:nvGrpSpPr>
        <p:grpSpPr>
          <a:xfrm>
            <a:off x="4721025" y="1842436"/>
            <a:ext cx="201571" cy="150320"/>
            <a:chOff x="5216456" y="3725484"/>
            <a:chExt cx="356196" cy="265631"/>
          </a:xfrm>
        </p:grpSpPr>
        <p:sp>
          <p:nvSpPr>
            <p:cNvPr id="10" name="Google Shape;1338;p38">
              <a:extLst>
                <a:ext uri="{FF2B5EF4-FFF2-40B4-BE49-F238E27FC236}">
                  <a16:creationId xmlns:a16="http://schemas.microsoft.com/office/drawing/2014/main" id="{0A7242E9-5856-59BD-D74F-77FBAE44CFDF}"/>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39;p38">
              <a:extLst>
                <a:ext uri="{FF2B5EF4-FFF2-40B4-BE49-F238E27FC236}">
                  <a16:creationId xmlns:a16="http://schemas.microsoft.com/office/drawing/2014/main" id="{9425A729-4322-98DA-7CDF-24A72E124160}"/>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1349;p38">
            <a:extLst>
              <a:ext uri="{FF2B5EF4-FFF2-40B4-BE49-F238E27FC236}">
                <a16:creationId xmlns:a16="http://schemas.microsoft.com/office/drawing/2014/main" id="{3DD544C6-BC9E-6195-00B5-045E63899313}"/>
              </a:ext>
            </a:extLst>
          </p:cNvPr>
          <p:cNvGrpSpPr/>
          <p:nvPr/>
        </p:nvGrpSpPr>
        <p:grpSpPr>
          <a:xfrm>
            <a:off x="4771090" y="2595249"/>
            <a:ext cx="179755" cy="180384"/>
            <a:chOff x="5779408" y="3699191"/>
            <a:chExt cx="317645" cy="318757"/>
          </a:xfrm>
        </p:grpSpPr>
        <p:sp>
          <p:nvSpPr>
            <p:cNvPr id="13" name="Google Shape;1350;p38">
              <a:extLst>
                <a:ext uri="{FF2B5EF4-FFF2-40B4-BE49-F238E27FC236}">
                  <a16:creationId xmlns:a16="http://schemas.microsoft.com/office/drawing/2014/main" id="{F9E69C9C-0850-2B87-C4CD-B03D2328714B}"/>
                </a:ext>
              </a:extLst>
            </p:cNvPr>
            <p:cNvSpPr/>
            <p:nvPr/>
          </p:nvSpPr>
          <p:spPr>
            <a:xfrm>
              <a:off x="5892837" y="3700334"/>
              <a:ext cx="204216" cy="317614"/>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51;p38">
              <a:extLst>
                <a:ext uri="{FF2B5EF4-FFF2-40B4-BE49-F238E27FC236}">
                  <a16:creationId xmlns:a16="http://schemas.microsoft.com/office/drawing/2014/main" id="{775CD143-9023-26CC-C7E1-AD093525FF7F}"/>
                </a:ext>
              </a:extLst>
            </p:cNvPr>
            <p:cNvSpPr/>
            <p:nvPr/>
          </p:nvSpPr>
          <p:spPr>
            <a:xfrm>
              <a:off x="5779408" y="3699191"/>
              <a:ext cx="195134" cy="316883"/>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349;p38">
            <a:extLst>
              <a:ext uri="{FF2B5EF4-FFF2-40B4-BE49-F238E27FC236}">
                <a16:creationId xmlns:a16="http://schemas.microsoft.com/office/drawing/2014/main" id="{A7D60286-3DDD-4BB9-CBBA-D2C60F4B1714}"/>
              </a:ext>
            </a:extLst>
          </p:cNvPr>
          <p:cNvGrpSpPr/>
          <p:nvPr/>
        </p:nvGrpSpPr>
        <p:grpSpPr>
          <a:xfrm>
            <a:off x="6378245" y="1848354"/>
            <a:ext cx="179755" cy="180384"/>
            <a:chOff x="5779408" y="3699191"/>
            <a:chExt cx="317645" cy="318757"/>
          </a:xfrm>
        </p:grpSpPr>
        <p:sp>
          <p:nvSpPr>
            <p:cNvPr id="22" name="Google Shape;1350;p38">
              <a:extLst>
                <a:ext uri="{FF2B5EF4-FFF2-40B4-BE49-F238E27FC236}">
                  <a16:creationId xmlns:a16="http://schemas.microsoft.com/office/drawing/2014/main" id="{F6961086-1AA0-2E10-6348-7DF1A9739FA6}"/>
                </a:ext>
              </a:extLst>
            </p:cNvPr>
            <p:cNvSpPr/>
            <p:nvPr/>
          </p:nvSpPr>
          <p:spPr>
            <a:xfrm>
              <a:off x="5892837" y="3700334"/>
              <a:ext cx="204216" cy="317614"/>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51;p38">
              <a:extLst>
                <a:ext uri="{FF2B5EF4-FFF2-40B4-BE49-F238E27FC236}">
                  <a16:creationId xmlns:a16="http://schemas.microsoft.com/office/drawing/2014/main" id="{BD20E512-21B3-79DD-8388-D45BD0F18630}"/>
                </a:ext>
              </a:extLst>
            </p:cNvPr>
            <p:cNvSpPr/>
            <p:nvPr/>
          </p:nvSpPr>
          <p:spPr>
            <a:xfrm>
              <a:off x="5779408" y="3699191"/>
              <a:ext cx="195134" cy="316883"/>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1349;p38">
            <a:extLst>
              <a:ext uri="{FF2B5EF4-FFF2-40B4-BE49-F238E27FC236}">
                <a16:creationId xmlns:a16="http://schemas.microsoft.com/office/drawing/2014/main" id="{70AF15C0-C007-C520-D044-3AA50DF8CDD5}"/>
              </a:ext>
            </a:extLst>
          </p:cNvPr>
          <p:cNvGrpSpPr/>
          <p:nvPr/>
        </p:nvGrpSpPr>
        <p:grpSpPr>
          <a:xfrm>
            <a:off x="6413118" y="3352120"/>
            <a:ext cx="179755" cy="180384"/>
            <a:chOff x="5779408" y="3699191"/>
            <a:chExt cx="317645" cy="318757"/>
          </a:xfrm>
        </p:grpSpPr>
        <p:sp>
          <p:nvSpPr>
            <p:cNvPr id="25" name="Google Shape;1350;p38">
              <a:extLst>
                <a:ext uri="{FF2B5EF4-FFF2-40B4-BE49-F238E27FC236}">
                  <a16:creationId xmlns:a16="http://schemas.microsoft.com/office/drawing/2014/main" id="{2D35DBBF-DFE9-1AC5-FFAB-D415182D08EE}"/>
                </a:ext>
              </a:extLst>
            </p:cNvPr>
            <p:cNvSpPr/>
            <p:nvPr/>
          </p:nvSpPr>
          <p:spPr>
            <a:xfrm>
              <a:off x="5892837" y="3700334"/>
              <a:ext cx="204216" cy="317614"/>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51;p38">
              <a:extLst>
                <a:ext uri="{FF2B5EF4-FFF2-40B4-BE49-F238E27FC236}">
                  <a16:creationId xmlns:a16="http://schemas.microsoft.com/office/drawing/2014/main" id="{665172C3-0A39-9913-682B-7A47D98BE3FF}"/>
                </a:ext>
              </a:extLst>
            </p:cNvPr>
            <p:cNvSpPr/>
            <p:nvPr/>
          </p:nvSpPr>
          <p:spPr>
            <a:xfrm>
              <a:off x="5779408" y="3699191"/>
              <a:ext cx="195134" cy="316883"/>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337;p38">
            <a:extLst>
              <a:ext uri="{FF2B5EF4-FFF2-40B4-BE49-F238E27FC236}">
                <a16:creationId xmlns:a16="http://schemas.microsoft.com/office/drawing/2014/main" id="{2618491E-3386-43A9-1705-10CCB7FFD2E4}"/>
              </a:ext>
            </a:extLst>
          </p:cNvPr>
          <p:cNvGrpSpPr/>
          <p:nvPr/>
        </p:nvGrpSpPr>
        <p:grpSpPr>
          <a:xfrm>
            <a:off x="4762791" y="4139519"/>
            <a:ext cx="201572" cy="150320"/>
            <a:chOff x="5216456" y="3725484"/>
            <a:chExt cx="356198" cy="265631"/>
          </a:xfrm>
        </p:grpSpPr>
        <p:sp>
          <p:nvSpPr>
            <p:cNvPr id="29" name="Google Shape;1338;p38">
              <a:extLst>
                <a:ext uri="{FF2B5EF4-FFF2-40B4-BE49-F238E27FC236}">
                  <a16:creationId xmlns:a16="http://schemas.microsoft.com/office/drawing/2014/main" id="{DCDBA239-77A3-4109-0C19-2C93758EBEA9}"/>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39;p38">
              <a:extLst>
                <a:ext uri="{FF2B5EF4-FFF2-40B4-BE49-F238E27FC236}">
                  <a16:creationId xmlns:a16="http://schemas.microsoft.com/office/drawing/2014/main" id="{5B07F081-287F-232D-9658-C32873D26083}"/>
                </a:ext>
              </a:extLst>
            </p:cNvPr>
            <p:cNvSpPr/>
            <p:nvPr/>
          </p:nvSpPr>
          <p:spPr>
            <a:xfrm>
              <a:off x="5304928"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1217" name="Google Shape;1217;p38"/>
          <p:cNvSpPr txBox="1"/>
          <p:nvPr/>
        </p:nvSpPr>
        <p:spPr>
          <a:xfrm flipH="1">
            <a:off x="2828972" y="1680534"/>
            <a:ext cx="2322300" cy="481200"/>
          </a:xfrm>
          <a:prstGeom prst="rect">
            <a:avLst/>
          </a:prstGeom>
          <a:noFill/>
          <a:ln>
            <a:noFill/>
          </a:ln>
        </p:spPr>
        <p:txBody>
          <a:bodyPr spcFirstLastPara="1" wrap="square" lIns="91425" tIns="212400" rIns="91425" bIns="0" anchor="ctr" anchorCtr="0">
            <a:noAutofit/>
          </a:bodyPr>
          <a:lstStyle/>
          <a:p>
            <a:pPr marL="0" lvl="0" indent="0" algn="r" rtl="0">
              <a:spcBef>
                <a:spcPts val="0"/>
              </a:spcBef>
              <a:spcAft>
                <a:spcPts val="1600"/>
              </a:spcAft>
              <a:buNone/>
            </a:pPr>
            <a:r>
              <a:rPr lang="vi-VN" sz="1100" dirty="0">
                <a:solidFill>
                  <a:srgbClr val="434343"/>
                </a:solidFill>
                <a:latin typeface="+mn-lt"/>
                <a:ea typeface="Staatliches"/>
                <a:cs typeface="Staatliches"/>
                <a:sym typeface="Staatliches"/>
              </a:rPr>
              <a:t>Đơn giản – Dễ hiểu</a:t>
            </a:r>
            <a:endParaRPr sz="1100" dirty="0">
              <a:solidFill>
                <a:srgbClr val="434343"/>
              </a:solidFill>
              <a:latin typeface="+mn-lt"/>
              <a:ea typeface="Staatliches"/>
              <a:cs typeface="Staatliches"/>
              <a:sym typeface="Staatliches"/>
            </a:endParaRPr>
          </a:p>
        </p:txBody>
      </p:sp>
      <p:sp>
        <p:nvSpPr>
          <p:cNvPr id="1218" name="Google Shape;1218;p38"/>
          <p:cNvSpPr txBox="1"/>
          <p:nvPr/>
        </p:nvSpPr>
        <p:spPr>
          <a:xfrm flipH="1">
            <a:off x="5685661" y="1197551"/>
            <a:ext cx="672600" cy="35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vi-VN" dirty="0">
                <a:solidFill>
                  <a:srgbClr val="434343"/>
                </a:solidFill>
                <a:latin typeface="Staatliches"/>
                <a:ea typeface="Staatliches"/>
                <a:cs typeface="Staatliches"/>
                <a:sym typeface="Staatliches"/>
              </a:rPr>
              <a:t>KNN</a:t>
            </a:r>
            <a:endParaRPr dirty="0">
              <a:solidFill>
                <a:srgbClr val="434343"/>
              </a:solidFill>
              <a:latin typeface="Staatliches"/>
              <a:ea typeface="Staatliches"/>
              <a:cs typeface="Staatliches"/>
              <a:sym typeface="Staatliches"/>
            </a:endParaRPr>
          </a:p>
        </p:txBody>
      </p:sp>
      <p:sp>
        <p:nvSpPr>
          <p:cNvPr id="1219" name="Google Shape;1219;p38"/>
          <p:cNvSpPr txBox="1"/>
          <p:nvPr/>
        </p:nvSpPr>
        <p:spPr>
          <a:xfrm flipH="1">
            <a:off x="6495061" y="1197551"/>
            <a:ext cx="672600" cy="35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vi-VN" dirty="0">
                <a:solidFill>
                  <a:srgbClr val="434343"/>
                </a:solidFill>
                <a:latin typeface="Staatliches"/>
                <a:ea typeface="Staatliches"/>
                <a:cs typeface="Staatliches"/>
                <a:sym typeface="Staatliches"/>
              </a:rPr>
              <a:t>LG</a:t>
            </a:r>
            <a:endParaRPr lang="en-US" dirty="0">
              <a:solidFill>
                <a:srgbClr val="434343"/>
              </a:solidFill>
              <a:latin typeface="Staatliches"/>
              <a:ea typeface="Staatliches"/>
              <a:cs typeface="Staatliches"/>
              <a:sym typeface="Staatliches"/>
            </a:endParaRPr>
          </a:p>
        </p:txBody>
      </p:sp>
      <p:sp>
        <p:nvSpPr>
          <p:cNvPr id="1220" name="Google Shape;1220;p38"/>
          <p:cNvSpPr txBox="1"/>
          <p:nvPr/>
        </p:nvSpPr>
        <p:spPr>
          <a:xfrm flipH="1">
            <a:off x="7304461" y="1197551"/>
            <a:ext cx="672600" cy="35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vi-VN" dirty="0">
                <a:solidFill>
                  <a:srgbClr val="434343"/>
                </a:solidFill>
                <a:latin typeface="Staatliches"/>
                <a:ea typeface="Staatliches"/>
                <a:cs typeface="Staatliches"/>
                <a:sym typeface="Staatliches"/>
              </a:rPr>
              <a:t>RF</a:t>
            </a:r>
            <a:endParaRPr dirty="0">
              <a:solidFill>
                <a:srgbClr val="434343"/>
              </a:solidFill>
              <a:latin typeface="Staatliches"/>
              <a:ea typeface="Staatliches"/>
              <a:cs typeface="Staatliches"/>
              <a:sym typeface="Staatliches"/>
            </a:endParaRPr>
          </a:p>
        </p:txBody>
      </p:sp>
      <p:sp>
        <p:nvSpPr>
          <p:cNvPr id="1223" name="Google Shape;1223;p38"/>
          <p:cNvSpPr txBox="1"/>
          <p:nvPr/>
        </p:nvSpPr>
        <p:spPr>
          <a:xfrm flipH="1">
            <a:off x="2828972" y="2423409"/>
            <a:ext cx="2322300" cy="481200"/>
          </a:xfrm>
          <a:prstGeom prst="rect">
            <a:avLst/>
          </a:prstGeom>
          <a:noFill/>
          <a:ln>
            <a:noFill/>
          </a:ln>
        </p:spPr>
        <p:txBody>
          <a:bodyPr spcFirstLastPara="1" wrap="square" lIns="91425" tIns="212400" rIns="91425" bIns="0" anchor="ctr" anchorCtr="0">
            <a:noAutofit/>
          </a:bodyPr>
          <a:lstStyle/>
          <a:p>
            <a:pPr marL="0" lvl="0" indent="0" algn="r" rtl="0">
              <a:spcBef>
                <a:spcPts val="0"/>
              </a:spcBef>
              <a:spcAft>
                <a:spcPts val="1600"/>
              </a:spcAft>
              <a:buNone/>
            </a:pPr>
            <a:r>
              <a:rPr lang="vi-VN" sz="1100" dirty="0">
                <a:solidFill>
                  <a:srgbClr val="434343"/>
                </a:solidFill>
                <a:latin typeface="+mn-lt"/>
                <a:ea typeface="Staatliches"/>
                <a:cs typeface="Staatliches"/>
                <a:sym typeface="Staatliches"/>
              </a:rPr>
              <a:t>Hợp với bài toán</a:t>
            </a:r>
            <a:endParaRPr sz="1100" dirty="0">
              <a:solidFill>
                <a:srgbClr val="434343"/>
              </a:solidFill>
              <a:latin typeface="+mn-lt"/>
              <a:ea typeface="Staatliches"/>
              <a:cs typeface="Staatliches"/>
              <a:sym typeface="Staatliches"/>
            </a:endParaRPr>
          </a:p>
        </p:txBody>
      </p:sp>
      <p:sp>
        <p:nvSpPr>
          <p:cNvPr id="1224" name="Google Shape;1224;p38"/>
          <p:cNvSpPr txBox="1"/>
          <p:nvPr/>
        </p:nvSpPr>
        <p:spPr>
          <a:xfrm flipH="1">
            <a:off x="2784957" y="3194196"/>
            <a:ext cx="2322300" cy="481200"/>
          </a:xfrm>
          <a:prstGeom prst="rect">
            <a:avLst/>
          </a:prstGeom>
          <a:noFill/>
          <a:ln>
            <a:noFill/>
          </a:ln>
        </p:spPr>
        <p:txBody>
          <a:bodyPr spcFirstLastPara="1" wrap="square" lIns="91425" tIns="212400" rIns="91425" bIns="0" anchor="ctr" anchorCtr="0">
            <a:noAutofit/>
          </a:bodyPr>
          <a:lstStyle/>
          <a:p>
            <a:pPr marL="0" lvl="0" indent="0" algn="r" rtl="0">
              <a:spcBef>
                <a:spcPts val="0"/>
              </a:spcBef>
              <a:spcAft>
                <a:spcPts val="1600"/>
              </a:spcAft>
              <a:buNone/>
            </a:pPr>
            <a:r>
              <a:rPr lang="vi-VN" sz="1100" dirty="0">
                <a:solidFill>
                  <a:srgbClr val="434343"/>
                </a:solidFill>
                <a:latin typeface="+mn-lt"/>
                <a:ea typeface="Staatliches"/>
                <a:cs typeface="Staatliches"/>
                <a:sym typeface="Staatliches"/>
              </a:rPr>
              <a:t>Dễ triển khai </a:t>
            </a:r>
            <a:endParaRPr sz="1100" dirty="0">
              <a:solidFill>
                <a:srgbClr val="434343"/>
              </a:solidFill>
              <a:latin typeface="+mn-lt"/>
              <a:ea typeface="Staatliches"/>
              <a:cs typeface="Staatliches"/>
              <a:sym typeface="Staatliches"/>
            </a:endParaRPr>
          </a:p>
        </p:txBody>
      </p:sp>
      <p:sp>
        <p:nvSpPr>
          <p:cNvPr id="1225" name="Google Shape;1225;p38"/>
          <p:cNvSpPr txBox="1"/>
          <p:nvPr/>
        </p:nvSpPr>
        <p:spPr>
          <a:xfrm flipH="1">
            <a:off x="2828972" y="3979909"/>
            <a:ext cx="2322300" cy="481200"/>
          </a:xfrm>
          <a:prstGeom prst="rect">
            <a:avLst/>
          </a:prstGeom>
          <a:noFill/>
          <a:ln>
            <a:noFill/>
          </a:ln>
        </p:spPr>
        <p:txBody>
          <a:bodyPr spcFirstLastPara="1" wrap="square" lIns="91425" tIns="212400" rIns="91425" bIns="0" anchor="ctr" anchorCtr="0">
            <a:noAutofit/>
          </a:bodyPr>
          <a:lstStyle/>
          <a:p>
            <a:pPr marL="0" lvl="0" indent="0" algn="r" rtl="0">
              <a:spcBef>
                <a:spcPts val="0"/>
              </a:spcBef>
              <a:spcAft>
                <a:spcPts val="1600"/>
              </a:spcAft>
              <a:buNone/>
            </a:pPr>
            <a:r>
              <a:rPr lang="vi-VN" sz="1100" dirty="0">
                <a:solidFill>
                  <a:srgbClr val="434343"/>
                </a:solidFill>
                <a:latin typeface="+mn-lt"/>
                <a:ea typeface="Staatliches"/>
                <a:cs typeface="Staatliches"/>
                <a:sym typeface="Staatliches"/>
              </a:rPr>
              <a:t>Tuân thủ quy định </a:t>
            </a:r>
            <a:endParaRPr sz="1100" dirty="0">
              <a:solidFill>
                <a:srgbClr val="434343"/>
              </a:solidFill>
              <a:latin typeface="+mn-lt"/>
              <a:ea typeface="Staatliches"/>
              <a:cs typeface="Staatliches"/>
              <a:sym typeface="Staatliches"/>
            </a:endParaRPr>
          </a:p>
        </p:txBody>
      </p:sp>
      <p:grpSp>
        <p:nvGrpSpPr>
          <p:cNvPr id="1226" name="Google Shape;1226;p38"/>
          <p:cNvGrpSpPr/>
          <p:nvPr/>
        </p:nvGrpSpPr>
        <p:grpSpPr>
          <a:xfrm>
            <a:off x="5666958" y="1637696"/>
            <a:ext cx="2311150" cy="2894550"/>
            <a:chOff x="3897636" y="1637696"/>
            <a:chExt cx="2311150" cy="2894550"/>
          </a:xfrm>
        </p:grpSpPr>
        <p:grpSp>
          <p:nvGrpSpPr>
            <p:cNvPr id="1227" name="Google Shape;1227;p38"/>
            <p:cNvGrpSpPr/>
            <p:nvPr/>
          </p:nvGrpSpPr>
          <p:grpSpPr>
            <a:xfrm>
              <a:off x="3897636" y="1637696"/>
              <a:ext cx="674675" cy="595175"/>
              <a:chOff x="3897636" y="1637696"/>
              <a:chExt cx="674675" cy="595175"/>
            </a:xfrm>
          </p:grpSpPr>
          <p:sp>
            <p:nvSpPr>
              <p:cNvPr id="1228" name="Google Shape;1228;p38"/>
              <p:cNvSpPr/>
              <p:nvPr/>
            </p:nvSpPr>
            <p:spPr>
              <a:xfrm>
                <a:off x="3897636" y="1673071"/>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229" name="Google Shape;1229;p38"/>
              <p:cNvSpPr/>
              <p:nvPr/>
            </p:nvSpPr>
            <p:spPr>
              <a:xfrm>
                <a:off x="3933011" y="1637696"/>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30" name="Google Shape;1230;p38"/>
            <p:cNvGrpSpPr/>
            <p:nvPr/>
          </p:nvGrpSpPr>
          <p:grpSpPr>
            <a:xfrm>
              <a:off x="4724724" y="1637696"/>
              <a:ext cx="674675" cy="595175"/>
              <a:chOff x="4724724" y="1637696"/>
              <a:chExt cx="674675" cy="595175"/>
            </a:xfrm>
          </p:grpSpPr>
          <p:sp>
            <p:nvSpPr>
              <p:cNvPr id="1231" name="Google Shape;1231;p38"/>
              <p:cNvSpPr/>
              <p:nvPr/>
            </p:nvSpPr>
            <p:spPr>
              <a:xfrm>
                <a:off x="4724724" y="1673071"/>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232" name="Google Shape;1232;p38"/>
              <p:cNvSpPr/>
              <p:nvPr/>
            </p:nvSpPr>
            <p:spPr>
              <a:xfrm>
                <a:off x="4760099" y="1637696"/>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33" name="Google Shape;1233;p38"/>
            <p:cNvGrpSpPr/>
            <p:nvPr/>
          </p:nvGrpSpPr>
          <p:grpSpPr>
            <a:xfrm>
              <a:off x="5534111" y="1637696"/>
              <a:ext cx="674675" cy="595175"/>
              <a:chOff x="5534111" y="1637696"/>
              <a:chExt cx="674675" cy="595175"/>
            </a:xfrm>
          </p:grpSpPr>
          <p:sp>
            <p:nvSpPr>
              <p:cNvPr id="1234" name="Google Shape;1234;p38"/>
              <p:cNvSpPr/>
              <p:nvPr/>
            </p:nvSpPr>
            <p:spPr>
              <a:xfrm>
                <a:off x="5534111" y="1673071"/>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235" name="Google Shape;1235;p38"/>
              <p:cNvSpPr/>
              <p:nvPr/>
            </p:nvSpPr>
            <p:spPr>
              <a:xfrm>
                <a:off x="5569486" y="1637696"/>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42" name="Google Shape;1242;p38"/>
            <p:cNvGrpSpPr/>
            <p:nvPr/>
          </p:nvGrpSpPr>
          <p:grpSpPr>
            <a:xfrm>
              <a:off x="3897636" y="2380571"/>
              <a:ext cx="674675" cy="572857"/>
              <a:chOff x="3897636" y="2380571"/>
              <a:chExt cx="674675" cy="572857"/>
            </a:xfrm>
          </p:grpSpPr>
          <p:sp>
            <p:nvSpPr>
              <p:cNvPr id="1243" name="Google Shape;1243;p38"/>
              <p:cNvSpPr/>
              <p:nvPr/>
            </p:nvSpPr>
            <p:spPr>
              <a:xfrm>
                <a:off x="3897636" y="2393628"/>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244" name="Google Shape;1244;p38"/>
              <p:cNvSpPr/>
              <p:nvPr/>
            </p:nvSpPr>
            <p:spPr>
              <a:xfrm>
                <a:off x="3933011" y="23805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45" name="Google Shape;1245;p38"/>
            <p:cNvGrpSpPr/>
            <p:nvPr/>
          </p:nvGrpSpPr>
          <p:grpSpPr>
            <a:xfrm>
              <a:off x="4724724" y="2380571"/>
              <a:ext cx="674675" cy="595175"/>
              <a:chOff x="4724724" y="2380571"/>
              <a:chExt cx="674675" cy="595175"/>
            </a:xfrm>
          </p:grpSpPr>
          <p:sp>
            <p:nvSpPr>
              <p:cNvPr id="1246" name="Google Shape;1246;p38"/>
              <p:cNvSpPr/>
              <p:nvPr/>
            </p:nvSpPr>
            <p:spPr>
              <a:xfrm>
                <a:off x="4724724" y="24159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7" name="Google Shape;1247;p38"/>
              <p:cNvSpPr/>
              <p:nvPr/>
            </p:nvSpPr>
            <p:spPr>
              <a:xfrm>
                <a:off x="4760099" y="23805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48" name="Google Shape;1248;p38"/>
            <p:cNvGrpSpPr/>
            <p:nvPr/>
          </p:nvGrpSpPr>
          <p:grpSpPr>
            <a:xfrm>
              <a:off x="5534111" y="2380571"/>
              <a:ext cx="674675" cy="595175"/>
              <a:chOff x="5534111" y="2380571"/>
              <a:chExt cx="674675" cy="595175"/>
            </a:xfrm>
          </p:grpSpPr>
          <p:sp>
            <p:nvSpPr>
              <p:cNvPr id="1249" name="Google Shape;1249;p38"/>
              <p:cNvSpPr/>
              <p:nvPr/>
            </p:nvSpPr>
            <p:spPr>
              <a:xfrm>
                <a:off x="5534111" y="24159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0" name="Google Shape;1250;p38"/>
              <p:cNvSpPr/>
              <p:nvPr/>
            </p:nvSpPr>
            <p:spPr>
              <a:xfrm>
                <a:off x="5569486" y="23805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57" name="Google Shape;1257;p38"/>
            <p:cNvGrpSpPr/>
            <p:nvPr/>
          </p:nvGrpSpPr>
          <p:grpSpPr>
            <a:xfrm>
              <a:off x="3897636" y="3158821"/>
              <a:ext cx="674675" cy="595175"/>
              <a:chOff x="3897636" y="3158821"/>
              <a:chExt cx="674675" cy="595175"/>
            </a:xfrm>
          </p:grpSpPr>
          <p:sp>
            <p:nvSpPr>
              <p:cNvPr id="1258" name="Google Shape;1258;p38"/>
              <p:cNvSpPr/>
              <p:nvPr/>
            </p:nvSpPr>
            <p:spPr>
              <a:xfrm>
                <a:off x="3897636" y="319419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259" name="Google Shape;1259;p38"/>
              <p:cNvSpPr/>
              <p:nvPr/>
            </p:nvSpPr>
            <p:spPr>
              <a:xfrm>
                <a:off x="3933011" y="315882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60" name="Google Shape;1260;p38"/>
            <p:cNvGrpSpPr/>
            <p:nvPr/>
          </p:nvGrpSpPr>
          <p:grpSpPr>
            <a:xfrm>
              <a:off x="4724724" y="3158821"/>
              <a:ext cx="674675" cy="595175"/>
              <a:chOff x="4724724" y="3158821"/>
              <a:chExt cx="674675" cy="595175"/>
            </a:xfrm>
          </p:grpSpPr>
          <p:sp>
            <p:nvSpPr>
              <p:cNvPr id="1261" name="Google Shape;1261;p38"/>
              <p:cNvSpPr/>
              <p:nvPr/>
            </p:nvSpPr>
            <p:spPr>
              <a:xfrm>
                <a:off x="4724724" y="319419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2" name="Google Shape;1262;p38"/>
              <p:cNvSpPr/>
              <p:nvPr/>
            </p:nvSpPr>
            <p:spPr>
              <a:xfrm>
                <a:off x="4760099" y="315882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63" name="Google Shape;1263;p38"/>
            <p:cNvGrpSpPr/>
            <p:nvPr/>
          </p:nvGrpSpPr>
          <p:grpSpPr>
            <a:xfrm>
              <a:off x="5534111" y="3158821"/>
              <a:ext cx="674675" cy="595175"/>
              <a:chOff x="5534111" y="3158821"/>
              <a:chExt cx="674675" cy="595175"/>
            </a:xfrm>
          </p:grpSpPr>
          <p:sp>
            <p:nvSpPr>
              <p:cNvPr id="1264" name="Google Shape;1264;p38"/>
              <p:cNvSpPr/>
              <p:nvPr/>
            </p:nvSpPr>
            <p:spPr>
              <a:xfrm>
                <a:off x="5534111" y="319419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5" name="Google Shape;1265;p38"/>
              <p:cNvSpPr/>
              <p:nvPr/>
            </p:nvSpPr>
            <p:spPr>
              <a:xfrm>
                <a:off x="5569486" y="315882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72" name="Google Shape;1272;p38"/>
            <p:cNvGrpSpPr/>
            <p:nvPr/>
          </p:nvGrpSpPr>
          <p:grpSpPr>
            <a:xfrm>
              <a:off x="3897636" y="3937071"/>
              <a:ext cx="674675" cy="595175"/>
              <a:chOff x="3897636" y="3937071"/>
              <a:chExt cx="674675" cy="595175"/>
            </a:xfrm>
          </p:grpSpPr>
          <p:sp>
            <p:nvSpPr>
              <p:cNvPr id="1273" name="Google Shape;1273;p38"/>
              <p:cNvSpPr/>
              <p:nvPr/>
            </p:nvSpPr>
            <p:spPr>
              <a:xfrm>
                <a:off x="3897636" y="39724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274" name="Google Shape;1274;p38"/>
              <p:cNvSpPr/>
              <p:nvPr/>
            </p:nvSpPr>
            <p:spPr>
              <a:xfrm>
                <a:off x="3933011" y="39370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75" name="Google Shape;1275;p38"/>
            <p:cNvGrpSpPr/>
            <p:nvPr/>
          </p:nvGrpSpPr>
          <p:grpSpPr>
            <a:xfrm>
              <a:off x="4724724" y="3937071"/>
              <a:ext cx="674675" cy="595175"/>
              <a:chOff x="4724724" y="3937071"/>
              <a:chExt cx="674675" cy="595175"/>
            </a:xfrm>
          </p:grpSpPr>
          <p:sp>
            <p:nvSpPr>
              <p:cNvPr id="1276" name="Google Shape;1276;p38"/>
              <p:cNvSpPr/>
              <p:nvPr/>
            </p:nvSpPr>
            <p:spPr>
              <a:xfrm>
                <a:off x="4724724" y="39724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277" name="Google Shape;1277;p38"/>
              <p:cNvSpPr/>
              <p:nvPr/>
            </p:nvSpPr>
            <p:spPr>
              <a:xfrm>
                <a:off x="4760099" y="39370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78" name="Google Shape;1278;p38"/>
            <p:cNvGrpSpPr/>
            <p:nvPr/>
          </p:nvGrpSpPr>
          <p:grpSpPr>
            <a:xfrm>
              <a:off x="5534111" y="3937071"/>
              <a:ext cx="674675" cy="595175"/>
              <a:chOff x="5534111" y="3937071"/>
              <a:chExt cx="674675" cy="595175"/>
            </a:xfrm>
          </p:grpSpPr>
          <p:sp>
            <p:nvSpPr>
              <p:cNvPr id="1279" name="Google Shape;1279;p38"/>
              <p:cNvSpPr/>
              <p:nvPr/>
            </p:nvSpPr>
            <p:spPr>
              <a:xfrm>
                <a:off x="5534111" y="3972446"/>
                <a:ext cx="639300" cy="559800"/>
              </a:xfrm>
              <a:prstGeom prst="roundRect">
                <a:avLst>
                  <a:gd name="adj" fmla="val 11897"/>
                </a:avLst>
              </a:prstGeom>
              <a:solidFill>
                <a:srgbClr val="FFF2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0" name="Google Shape;1280;p38"/>
              <p:cNvSpPr/>
              <p:nvPr/>
            </p:nvSpPr>
            <p:spPr>
              <a:xfrm>
                <a:off x="5569486" y="3937071"/>
                <a:ext cx="639300" cy="559800"/>
              </a:xfrm>
              <a:prstGeom prst="roundRect">
                <a:avLst>
                  <a:gd name="adj" fmla="val 11897"/>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cxnSp>
        <p:nvCxnSpPr>
          <p:cNvPr id="1287" name="Google Shape;1287;p38"/>
          <p:cNvCxnSpPr>
            <a:cxnSpLocks/>
            <a:stCxn id="1229" idx="1"/>
          </p:cNvCxnSpPr>
          <p:nvPr/>
        </p:nvCxnSpPr>
        <p:spPr>
          <a:xfrm flipH="1">
            <a:off x="5069633" y="1917596"/>
            <a:ext cx="632700" cy="3600"/>
          </a:xfrm>
          <a:prstGeom prst="straightConnector1">
            <a:avLst/>
          </a:prstGeom>
          <a:noFill/>
          <a:ln w="9525" cap="flat" cmpd="sng">
            <a:solidFill>
              <a:srgbClr val="434343"/>
            </a:solidFill>
            <a:prstDash val="solid"/>
            <a:round/>
            <a:headEnd type="none" w="med" len="med"/>
            <a:tailEnd type="none" w="med" len="med"/>
          </a:ln>
        </p:spPr>
      </p:cxnSp>
      <p:cxnSp>
        <p:nvCxnSpPr>
          <p:cNvPr id="1288" name="Google Shape;1288;p38"/>
          <p:cNvCxnSpPr>
            <a:cxnSpLocks/>
            <a:stCxn id="1244" idx="1"/>
          </p:cNvCxnSpPr>
          <p:nvPr/>
        </p:nvCxnSpPr>
        <p:spPr>
          <a:xfrm flipH="1">
            <a:off x="5069633" y="2660471"/>
            <a:ext cx="632700" cy="3600"/>
          </a:xfrm>
          <a:prstGeom prst="straightConnector1">
            <a:avLst/>
          </a:prstGeom>
          <a:noFill/>
          <a:ln w="9525" cap="flat" cmpd="sng">
            <a:solidFill>
              <a:schemeClr val="accent3"/>
            </a:solidFill>
            <a:prstDash val="solid"/>
            <a:round/>
            <a:headEnd type="none" w="med" len="med"/>
            <a:tailEnd type="none" w="med" len="med"/>
          </a:ln>
        </p:spPr>
      </p:cxnSp>
      <p:cxnSp>
        <p:nvCxnSpPr>
          <p:cNvPr id="1289" name="Google Shape;1289;p38"/>
          <p:cNvCxnSpPr>
            <a:cxnSpLocks/>
            <a:stCxn id="1259" idx="1"/>
          </p:cNvCxnSpPr>
          <p:nvPr/>
        </p:nvCxnSpPr>
        <p:spPr>
          <a:xfrm flipH="1">
            <a:off x="5069633" y="3438721"/>
            <a:ext cx="632700" cy="3600"/>
          </a:xfrm>
          <a:prstGeom prst="straightConnector1">
            <a:avLst/>
          </a:prstGeom>
          <a:noFill/>
          <a:ln w="9525" cap="flat" cmpd="sng">
            <a:solidFill>
              <a:schemeClr val="accent3"/>
            </a:solidFill>
            <a:prstDash val="solid"/>
            <a:round/>
            <a:headEnd type="none" w="med" len="med"/>
            <a:tailEnd type="none" w="med" len="med"/>
          </a:ln>
        </p:spPr>
      </p:cxnSp>
      <p:cxnSp>
        <p:nvCxnSpPr>
          <p:cNvPr id="1290" name="Google Shape;1290;p38"/>
          <p:cNvCxnSpPr>
            <a:cxnSpLocks/>
            <a:stCxn id="1274" idx="1"/>
          </p:cNvCxnSpPr>
          <p:nvPr/>
        </p:nvCxnSpPr>
        <p:spPr>
          <a:xfrm flipH="1">
            <a:off x="5069633" y="4216971"/>
            <a:ext cx="632700" cy="3600"/>
          </a:xfrm>
          <a:prstGeom prst="straightConnector1">
            <a:avLst/>
          </a:prstGeom>
          <a:noFill/>
          <a:ln w="9525" cap="flat" cmpd="sng">
            <a:solidFill>
              <a:schemeClr val="accent3"/>
            </a:solidFill>
            <a:prstDash val="solid"/>
            <a:round/>
            <a:headEnd type="none" w="med" len="med"/>
            <a:tailEnd type="none" w="med" len="med"/>
          </a:ln>
        </p:spPr>
      </p:cxnSp>
      <p:sp>
        <p:nvSpPr>
          <p:cNvPr id="1291" name="Google Shape;1291;p38"/>
          <p:cNvSpPr txBox="1">
            <a:spLocks noGrp="1"/>
          </p:cNvSpPr>
          <p:nvPr>
            <p:ph type="ctrTitle"/>
          </p:nvPr>
        </p:nvSpPr>
        <p:spPr>
          <a:xfrm>
            <a:off x="5180650" y="457300"/>
            <a:ext cx="3194700" cy="48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vi-VN" dirty="0"/>
              <a:t>LỰA CHỌN MÔ HÌNH</a:t>
            </a:r>
            <a:endParaRPr dirty="0"/>
          </a:p>
        </p:txBody>
      </p:sp>
      <p:grpSp>
        <p:nvGrpSpPr>
          <p:cNvPr id="1292" name="Google Shape;1292;p38"/>
          <p:cNvGrpSpPr/>
          <p:nvPr/>
        </p:nvGrpSpPr>
        <p:grpSpPr>
          <a:xfrm>
            <a:off x="7558461" y="2588834"/>
            <a:ext cx="201571" cy="150320"/>
            <a:chOff x="5216456" y="3725484"/>
            <a:chExt cx="356196" cy="265631"/>
          </a:xfrm>
        </p:grpSpPr>
        <p:sp>
          <p:nvSpPr>
            <p:cNvPr id="1293" name="Google Shape;1293;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4" name="Google Shape;1294;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310" name="Google Shape;1310;p38"/>
          <p:cNvGrpSpPr/>
          <p:nvPr/>
        </p:nvGrpSpPr>
        <p:grpSpPr>
          <a:xfrm>
            <a:off x="7558461" y="4143621"/>
            <a:ext cx="201571" cy="150320"/>
            <a:chOff x="5216456" y="3725484"/>
            <a:chExt cx="356196" cy="265631"/>
          </a:xfrm>
        </p:grpSpPr>
        <p:sp>
          <p:nvSpPr>
            <p:cNvPr id="1311" name="Google Shape;1311;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2" name="Google Shape;1312;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331" name="Google Shape;1331;p38"/>
          <p:cNvGrpSpPr/>
          <p:nvPr/>
        </p:nvGrpSpPr>
        <p:grpSpPr>
          <a:xfrm>
            <a:off x="5939711" y="3381246"/>
            <a:ext cx="201571" cy="150320"/>
            <a:chOff x="5216456" y="3725484"/>
            <a:chExt cx="356196" cy="265631"/>
          </a:xfrm>
        </p:grpSpPr>
        <p:sp>
          <p:nvSpPr>
            <p:cNvPr id="1332" name="Google Shape;1332;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3" name="Google Shape;1333;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334" name="Google Shape;1334;p38"/>
          <p:cNvGrpSpPr/>
          <p:nvPr/>
        </p:nvGrpSpPr>
        <p:grpSpPr>
          <a:xfrm>
            <a:off x="6749086" y="2588834"/>
            <a:ext cx="201571" cy="150320"/>
            <a:chOff x="5216456" y="3725484"/>
            <a:chExt cx="356196" cy="265631"/>
          </a:xfrm>
        </p:grpSpPr>
        <p:sp>
          <p:nvSpPr>
            <p:cNvPr id="1335" name="Google Shape;1335;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6" name="Google Shape;1336;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343" name="Google Shape;1343;p38"/>
          <p:cNvGrpSpPr/>
          <p:nvPr/>
        </p:nvGrpSpPr>
        <p:grpSpPr>
          <a:xfrm>
            <a:off x="6740223" y="3381259"/>
            <a:ext cx="201571" cy="150320"/>
            <a:chOff x="5216456" y="3725484"/>
            <a:chExt cx="356196" cy="265631"/>
          </a:xfrm>
        </p:grpSpPr>
        <p:sp>
          <p:nvSpPr>
            <p:cNvPr id="1344" name="Google Shape;1344;p38"/>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5" name="Google Shape;1345;p38"/>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3" name="Google Shape;1337;p38">
            <a:extLst>
              <a:ext uri="{FF2B5EF4-FFF2-40B4-BE49-F238E27FC236}">
                <a16:creationId xmlns:a16="http://schemas.microsoft.com/office/drawing/2014/main" id="{9714173C-9EF6-B15D-BC8E-C7DD534030AA}"/>
              </a:ext>
            </a:extLst>
          </p:cNvPr>
          <p:cNvGrpSpPr/>
          <p:nvPr/>
        </p:nvGrpSpPr>
        <p:grpSpPr>
          <a:xfrm>
            <a:off x="6730575" y="1841939"/>
            <a:ext cx="201571" cy="150320"/>
            <a:chOff x="5216456" y="3725484"/>
            <a:chExt cx="356196" cy="265631"/>
          </a:xfrm>
        </p:grpSpPr>
        <p:sp>
          <p:nvSpPr>
            <p:cNvPr id="4" name="Google Shape;1338;p38">
              <a:extLst>
                <a:ext uri="{FF2B5EF4-FFF2-40B4-BE49-F238E27FC236}">
                  <a16:creationId xmlns:a16="http://schemas.microsoft.com/office/drawing/2014/main" id="{EA564E7B-020E-5DF9-0128-823794B719B5}"/>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 name="Google Shape;1339;p38">
              <a:extLst>
                <a:ext uri="{FF2B5EF4-FFF2-40B4-BE49-F238E27FC236}">
                  <a16:creationId xmlns:a16="http://schemas.microsoft.com/office/drawing/2014/main" id="{100FDA8E-0C74-4771-7AFB-DD8C22D9667A}"/>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 name="Google Shape;1337;p38">
            <a:extLst>
              <a:ext uri="{FF2B5EF4-FFF2-40B4-BE49-F238E27FC236}">
                <a16:creationId xmlns:a16="http://schemas.microsoft.com/office/drawing/2014/main" id="{1DEC7AD1-F927-EBDD-2B62-D6C054D8BF63}"/>
              </a:ext>
            </a:extLst>
          </p:cNvPr>
          <p:cNvGrpSpPr/>
          <p:nvPr/>
        </p:nvGrpSpPr>
        <p:grpSpPr>
          <a:xfrm>
            <a:off x="6730573" y="4143621"/>
            <a:ext cx="201572" cy="150320"/>
            <a:chOff x="5216456" y="3725484"/>
            <a:chExt cx="356198" cy="265631"/>
          </a:xfrm>
        </p:grpSpPr>
        <p:sp>
          <p:nvSpPr>
            <p:cNvPr id="7" name="Google Shape;1338;p38">
              <a:extLst>
                <a:ext uri="{FF2B5EF4-FFF2-40B4-BE49-F238E27FC236}">
                  <a16:creationId xmlns:a16="http://schemas.microsoft.com/office/drawing/2014/main" id="{FC800005-A601-7213-70C7-94E4D6D5D0C3}"/>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 name="Google Shape;1339;p38">
              <a:extLst>
                <a:ext uri="{FF2B5EF4-FFF2-40B4-BE49-F238E27FC236}">
                  <a16:creationId xmlns:a16="http://schemas.microsoft.com/office/drawing/2014/main" id="{E78FE4E7-74CB-47AB-E92F-1C953AE29D3C}"/>
                </a:ext>
              </a:extLst>
            </p:cNvPr>
            <p:cNvSpPr/>
            <p:nvPr/>
          </p:nvSpPr>
          <p:spPr>
            <a:xfrm>
              <a:off x="5304928"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nvGrpSpPr>
          <p:cNvPr id="9" name="Google Shape;1337;p38">
            <a:extLst>
              <a:ext uri="{FF2B5EF4-FFF2-40B4-BE49-F238E27FC236}">
                <a16:creationId xmlns:a16="http://schemas.microsoft.com/office/drawing/2014/main" id="{FADF428E-1BE1-5B42-013F-26D3E240179E}"/>
              </a:ext>
            </a:extLst>
          </p:cNvPr>
          <p:cNvGrpSpPr/>
          <p:nvPr/>
        </p:nvGrpSpPr>
        <p:grpSpPr>
          <a:xfrm>
            <a:off x="5888184" y="1842436"/>
            <a:ext cx="201571" cy="150320"/>
            <a:chOff x="5216456" y="3725484"/>
            <a:chExt cx="356196" cy="265631"/>
          </a:xfrm>
        </p:grpSpPr>
        <p:sp>
          <p:nvSpPr>
            <p:cNvPr id="10" name="Google Shape;1338;p38">
              <a:extLst>
                <a:ext uri="{FF2B5EF4-FFF2-40B4-BE49-F238E27FC236}">
                  <a16:creationId xmlns:a16="http://schemas.microsoft.com/office/drawing/2014/main" id="{0A7242E9-5856-59BD-D74F-77FBAE44CFDF}"/>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 name="Google Shape;1339;p38">
              <a:extLst>
                <a:ext uri="{FF2B5EF4-FFF2-40B4-BE49-F238E27FC236}">
                  <a16:creationId xmlns:a16="http://schemas.microsoft.com/office/drawing/2014/main" id="{9425A729-4322-98DA-7CDF-24A72E124160}"/>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 name="Google Shape;1349;p38">
            <a:extLst>
              <a:ext uri="{FF2B5EF4-FFF2-40B4-BE49-F238E27FC236}">
                <a16:creationId xmlns:a16="http://schemas.microsoft.com/office/drawing/2014/main" id="{3DD544C6-BC9E-6195-00B5-045E63899313}"/>
              </a:ext>
            </a:extLst>
          </p:cNvPr>
          <p:cNvGrpSpPr/>
          <p:nvPr/>
        </p:nvGrpSpPr>
        <p:grpSpPr>
          <a:xfrm>
            <a:off x="5938249" y="2595249"/>
            <a:ext cx="179755" cy="180384"/>
            <a:chOff x="5779408" y="3699191"/>
            <a:chExt cx="317645" cy="318757"/>
          </a:xfrm>
        </p:grpSpPr>
        <p:sp>
          <p:nvSpPr>
            <p:cNvPr id="13" name="Google Shape;1350;p38">
              <a:extLst>
                <a:ext uri="{FF2B5EF4-FFF2-40B4-BE49-F238E27FC236}">
                  <a16:creationId xmlns:a16="http://schemas.microsoft.com/office/drawing/2014/main" id="{F9E69C9C-0850-2B87-C4CD-B03D2328714B}"/>
                </a:ext>
              </a:extLst>
            </p:cNvPr>
            <p:cNvSpPr/>
            <p:nvPr/>
          </p:nvSpPr>
          <p:spPr>
            <a:xfrm>
              <a:off x="5892837" y="3700334"/>
              <a:ext cx="204216" cy="317614"/>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 name="Google Shape;1351;p38">
              <a:extLst>
                <a:ext uri="{FF2B5EF4-FFF2-40B4-BE49-F238E27FC236}">
                  <a16:creationId xmlns:a16="http://schemas.microsoft.com/office/drawing/2014/main" id="{775CD143-9023-26CC-C7E1-AD093525FF7F}"/>
                </a:ext>
              </a:extLst>
            </p:cNvPr>
            <p:cNvSpPr/>
            <p:nvPr/>
          </p:nvSpPr>
          <p:spPr>
            <a:xfrm>
              <a:off x="5779408" y="3699191"/>
              <a:ext cx="195134" cy="316883"/>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21" name="Google Shape;1349;p38">
            <a:extLst>
              <a:ext uri="{FF2B5EF4-FFF2-40B4-BE49-F238E27FC236}">
                <a16:creationId xmlns:a16="http://schemas.microsoft.com/office/drawing/2014/main" id="{A7D60286-3DDD-4BB9-CBBA-D2C60F4B1714}"/>
              </a:ext>
            </a:extLst>
          </p:cNvPr>
          <p:cNvGrpSpPr/>
          <p:nvPr/>
        </p:nvGrpSpPr>
        <p:grpSpPr>
          <a:xfrm>
            <a:off x="7545404" y="1848354"/>
            <a:ext cx="179755" cy="180384"/>
            <a:chOff x="5779408" y="3699191"/>
            <a:chExt cx="317645" cy="318757"/>
          </a:xfrm>
        </p:grpSpPr>
        <p:sp>
          <p:nvSpPr>
            <p:cNvPr id="22" name="Google Shape;1350;p38">
              <a:extLst>
                <a:ext uri="{FF2B5EF4-FFF2-40B4-BE49-F238E27FC236}">
                  <a16:creationId xmlns:a16="http://schemas.microsoft.com/office/drawing/2014/main" id="{F6961086-1AA0-2E10-6348-7DF1A9739FA6}"/>
                </a:ext>
              </a:extLst>
            </p:cNvPr>
            <p:cNvSpPr/>
            <p:nvPr/>
          </p:nvSpPr>
          <p:spPr>
            <a:xfrm>
              <a:off x="5892837" y="3700334"/>
              <a:ext cx="204216" cy="317614"/>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 name="Google Shape;1351;p38">
              <a:extLst>
                <a:ext uri="{FF2B5EF4-FFF2-40B4-BE49-F238E27FC236}">
                  <a16:creationId xmlns:a16="http://schemas.microsoft.com/office/drawing/2014/main" id="{BD20E512-21B3-79DD-8388-D45BD0F18630}"/>
                </a:ext>
              </a:extLst>
            </p:cNvPr>
            <p:cNvSpPr/>
            <p:nvPr/>
          </p:nvSpPr>
          <p:spPr>
            <a:xfrm>
              <a:off x="5779408" y="3699191"/>
              <a:ext cx="195134" cy="316883"/>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24" name="Google Shape;1349;p38">
            <a:extLst>
              <a:ext uri="{FF2B5EF4-FFF2-40B4-BE49-F238E27FC236}">
                <a16:creationId xmlns:a16="http://schemas.microsoft.com/office/drawing/2014/main" id="{70AF15C0-C007-C520-D044-3AA50DF8CDD5}"/>
              </a:ext>
            </a:extLst>
          </p:cNvPr>
          <p:cNvGrpSpPr/>
          <p:nvPr/>
        </p:nvGrpSpPr>
        <p:grpSpPr>
          <a:xfrm>
            <a:off x="7580277" y="3352120"/>
            <a:ext cx="179755" cy="180384"/>
            <a:chOff x="5779408" y="3699191"/>
            <a:chExt cx="317645" cy="318757"/>
          </a:xfrm>
        </p:grpSpPr>
        <p:sp>
          <p:nvSpPr>
            <p:cNvPr id="25" name="Google Shape;1350;p38">
              <a:extLst>
                <a:ext uri="{FF2B5EF4-FFF2-40B4-BE49-F238E27FC236}">
                  <a16:creationId xmlns:a16="http://schemas.microsoft.com/office/drawing/2014/main" id="{2D35DBBF-DFE9-1AC5-FFAB-D415182D08EE}"/>
                </a:ext>
              </a:extLst>
            </p:cNvPr>
            <p:cNvSpPr/>
            <p:nvPr/>
          </p:nvSpPr>
          <p:spPr>
            <a:xfrm>
              <a:off x="5892837" y="3700334"/>
              <a:ext cx="204216" cy="317614"/>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 name="Google Shape;1351;p38">
              <a:extLst>
                <a:ext uri="{FF2B5EF4-FFF2-40B4-BE49-F238E27FC236}">
                  <a16:creationId xmlns:a16="http://schemas.microsoft.com/office/drawing/2014/main" id="{665172C3-0A39-9913-682B-7A47D98BE3FF}"/>
                </a:ext>
              </a:extLst>
            </p:cNvPr>
            <p:cNvSpPr/>
            <p:nvPr/>
          </p:nvSpPr>
          <p:spPr>
            <a:xfrm>
              <a:off x="5779408" y="3699191"/>
              <a:ext cx="195134" cy="316883"/>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28" name="Google Shape;1337;p38">
            <a:extLst>
              <a:ext uri="{FF2B5EF4-FFF2-40B4-BE49-F238E27FC236}">
                <a16:creationId xmlns:a16="http://schemas.microsoft.com/office/drawing/2014/main" id="{2618491E-3386-43A9-1705-10CCB7FFD2E4}"/>
              </a:ext>
            </a:extLst>
          </p:cNvPr>
          <p:cNvGrpSpPr/>
          <p:nvPr/>
        </p:nvGrpSpPr>
        <p:grpSpPr>
          <a:xfrm>
            <a:off x="5929950" y="4139519"/>
            <a:ext cx="201572" cy="150320"/>
            <a:chOff x="5216456" y="3725484"/>
            <a:chExt cx="356198" cy="265631"/>
          </a:xfrm>
        </p:grpSpPr>
        <p:sp>
          <p:nvSpPr>
            <p:cNvPr id="29" name="Google Shape;1338;p38">
              <a:extLst>
                <a:ext uri="{FF2B5EF4-FFF2-40B4-BE49-F238E27FC236}">
                  <a16:creationId xmlns:a16="http://schemas.microsoft.com/office/drawing/2014/main" id="{DCDBA239-77A3-4109-0C19-2C93758EBEA9}"/>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 name="Google Shape;1339;p38">
              <a:extLst>
                <a:ext uri="{FF2B5EF4-FFF2-40B4-BE49-F238E27FC236}">
                  <a16:creationId xmlns:a16="http://schemas.microsoft.com/office/drawing/2014/main" id="{5B07F081-287F-232D-9658-C32873D26083}"/>
                </a:ext>
              </a:extLst>
            </p:cNvPr>
            <p:cNvSpPr/>
            <p:nvPr/>
          </p:nvSpPr>
          <p:spPr>
            <a:xfrm>
              <a:off x="5304928"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
        <p:nvSpPr>
          <p:cNvPr id="18" name="Oval 17">
            <a:extLst>
              <a:ext uri="{FF2B5EF4-FFF2-40B4-BE49-F238E27FC236}">
                <a16:creationId xmlns:a16="http://schemas.microsoft.com/office/drawing/2014/main" id="{1F4CABAF-92A5-9563-6516-DF9311E71760}"/>
              </a:ext>
            </a:extLst>
          </p:cNvPr>
          <p:cNvSpPr/>
          <p:nvPr/>
        </p:nvSpPr>
        <p:spPr>
          <a:xfrm>
            <a:off x="6529421" y="1197551"/>
            <a:ext cx="603925" cy="38543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5763483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37"/>
          <p:cNvSpPr txBox="1"/>
          <p:nvPr/>
        </p:nvSpPr>
        <p:spPr>
          <a:xfrm>
            <a:off x="456110" y="1973236"/>
            <a:ext cx="1578300" cy="2994908"/>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1600"/>
              </a:spcAft>
              <a:buNone/>
            </a:pP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loan_amnt</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'term’,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int_rate</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num_op_rev_tl</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sub_grade</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home_ownership</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annual_inc</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'purpose',’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bc_open_to_buy</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‘region’,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dti</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'delinq_2yrs’,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earliest_cr_line</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fico_score</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pub_rec</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revol_bal</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 '</a:t>
            </a:r>
            <a:r>
              <a:rPr lang="en-US" sz="1200" dirty="0" err="1">
                <a:solidFill>
                  <a:srgbClr val="434343"/>
                </a:solidFill>
                <a:latin typeface="Lato" panose="020F0502020204030203" pitchFamily="34" charset="0"/>
                <a:ea typeface="Lato" panose="020F0502020204030203" pitchFamily="34" charset="0"/>
                <a:cs typeface="Lato" panose="020F0502020204030203" pitchFamily="34" charset="0"/>
                <a:sym typeface="Anaheim"/>
              </a:rPr>
              <a:t>mort_acc</a:t>
            </a:r>
            <a:r>
              <a:rPr lang="en-US"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rPr>
              <a:t>'</a:t>
            </a:r>
          </a:p>
        </p:txBody>
      </p:sp>
      <p:sp>
        <p:nvSpPr>
          <p:cNvPr id="1142" name="Google Shape;1142;p37"/>
          <p:cNvSpPr/>
          <p:nvPr/>
        </p:nvSpPr>
        <p:spPr>
          <a:xfrm>
            <a:off x="-76102" y="3370618"/>
            <a:ext cx="28596" cy="32"/>
          </a:xfrm>
          <a:custGeom>
            <a:avLst/>
            <a:gdLst/>
            <a:ahLst/>
            <a:cxnLst/>
            <a:rect l="l" t="t" r="r" b="b"/>
            <a:pathLst>
              <a:path w="893" h="1" fill="none" extrusionOk="0">
                <a:moveTo>
                  <a:pt x="0" y="1"/>
                </a:moveTo>
                <a:lnTo>
                  <a:pt x="892" y="1"/>
                </a:lnTo>
              </a:path>
            </a:pathLst>
          </a:custGeom>
          <a:noFill/>
          <a:ln w="3800" cap="flat" cmpd="sng">
            <a:solidFill>
              <a:srgbClr val="1F1F1F"/>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7"/>
          <p:cNvSpPr txBox="1">
            <a:spLocks noGrp="1"/>
          </p:cNvSpPr>
          <p:nvPr>
            <p:ph type="ctrTitle"/>
          </p:nvPr>
        </p:nvSpPr>
        <p:spPr>
          <a:xfrm>
            <a:off x="3474720" y="457300"/>
            <a:ext cx="5722620" cy="40376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vi-VN">
                <a:latin typeface="Lato" panose="020F0502020204030203" pitchFamily="34" charset="0"/>
                <a:ea typeface="Lato" panose="020F0502020204030203" pitchFamily="34" charset="0"/>
                <a:cs typeface="Lato" panose="020F0502020204030203" pitchFamily="34" charset="0"/>
              </a:rPr>
              <a:t>CÁC BIẾN CỦA </a:t>
            </a:r>
            <a:r>
              <a:rPr lang="vi-VN" dirty="0">
                <a:latin typeface="Lato" panose="020F0502020204030203" pitchFamily="34" charset="0"/>
                <a:ea typeface="Lato" panose="020F0502020204030203" pitchFamily="34" charset="0"/>
                <a:cs typeface="Lato" panose="020F0502020204030203" pitchFamily="34" charset="0"/>
              </a:rPr>
              <a:t>MÔ HÌNH VÀ KẾT </a:t>
            </a:r>
            <a:r>
              <a:rPr lang="vi-VN">
                <a:latin typeface="Lato" panose="020F0502020204030203" pitchFamily="34" charset="0"/>
                <a:ea typeface="Lato" panose="020F0502020204030203" pitchFamily="34" charset="0"/>
                <a:cs typeface="Lato" panose="020F0502020204030203" pitchFamily="34" charset="0"/>
              </a:rPr>
              <a:t>QUẢ MÔ </a:t>
            </a:r>
            <a:r>
              <a:rPr lang="vi-VN" dirty="0">
                <a:latin typeface="Lato" panose="020F0502020204030203" pitchFamily="34" charset="0"/>
                <a:ea typeface="Lato" panose="020F0502020204030203" pitchFamily="34" charset="0"/>
                <a:cs typeface="Lato" panose="020F0502020204030203" pitchFamily="34" charset="0"/>
              </a:rPr>
              <a:t>HÌNH  </a:t>
            </a:r>
            <a:endParaRPr dirty="0">
              <a:latin typeface="Lato" panose="020F0502020204030203" pitchFamily="34" charset="0"/>
              <a:ea typeface="Lato" panose="020F0502020204030203" pitchFamily="34" charset="0"/>
              <a:cs typeface="Lato" panose="020F0502020204030203" pitchFamily="34" charset="0"/>
            </a:endParaRPr>
          </a:p>
        </p:txBody>
      </p:sp>
      <p:sp>
        <p:nvSpPr>
          <p:cNvPr id="4" name="Arrow: Chevron 3">
            <a:extLst>
              <a:ext uri="{FF2B5EF4-FFF2-40B4-BE49-F238E27FC236}">
                <a16:creationId xmlns:a16="http://schemas.microsoft.com/office/drawing/2014/main" id="{42F419CA-11D4-080D-A2D2-88851993033B}"/>
              </a:ext>
            </a:extLst>
          </p:cNvPr>
          <p:cNvSpPr/>
          <p:nvPr/>
        </p:nvSpPr>
        <p:spPr>
          <a:xfrm>
            <a:off x="2815682" y="2626459"/>
            <a:ext cx="599702" cy="814517"/>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Google Shape;1141;p37">
            <a:extLst>
              <a:ext uri="{FF2B5EF4-FFF2-40B4-BE49-F238E27FC236}">
                <a16:creationId xmlns:a16="http://schemas.microsoft.com/office/drawing/2014/main" id="{77254C9D-2AA8-D361-2A8B-28FC81668503}"/>
              </a:ext>
            </a:extLst>
          </p:cNvPr>
          <p:cNvSpPr txBox="1"/>
          <p:nvPr/>
        </p:nvSpPr>
        <p:spPr>
          <a:xfrm>
            <a:off x="6577790" y="2497769"/>
            <a:ext cx="2452999" cy="697800"/>
          </a:xfrm>
          <a:prstGeom prst="rect">
            <a:avLst/>
          </a:prstGeom>
          <a:noFill/>
          <a:ln>
            <a:noFill/>
          </a:ln>
        </p:spPr>
        <p:txBody>
          <a:bodyPr spcFirstLastPara="1" wrap="square" lIns="91425" tIns="91425" rIns="91425" bIns="91425" anchor="t" anchorCtr="0">
            <a:noAutofit/>
          </a:bodyPr>
          <a:lstStyle/>
          <a:p>
            <a:pPr marL="171450" lvl="0" indent="-171450" rtl="0">
              <a:spcBef>
                <a:spcPts val="0"/>
              </a:spcBef>
              <a:spcAft>
                <a:spcPts val="1600"/>
              </a:spcAft>
              <a:buFont typeface="Wingdings" panose="05000000000000000000" pitchFamily="2" charset="2"/>
              <a:buChar char="ü"/>
            </a:pPr>
            <a:r>
              <a:rPr lang="vi-VN" sz="1200">
                <a:solidFill>
                  <a:srgbClr val="434343"/>
                </a:solidFill>
                <a:latin typeface="Lato" panose="020F0502020204030203" pitchFamily="34" charset="0"/>
                <a:ea typeface="Lato" panose="020F0502020204030203" pitchFamily="34" charset="0"/>
                <a:cs typeface="Lato" panose="020F0502020204030203" pitchFamily="34" charset="0"/>
                <a:sym typeface="Anaheim"/>
              </a:rPr>
              <a:t>Khoản vay tốt ( Fully Paid )</a:t>
            </a:r>
          </a:p>
          <a:p>
            <a:pPr marL="171450" lvl="0" indent="-171450" rtl="0">
              <a:spcBef>
                <a:spcPts val="0"/>
              </a:spcBef>
              <a:spcAft>
                <a:spcPts val="1600"/>
              </a:spcAft>
              <a:buFont typeface="Wingdings" panose="05000000000000000000" pitchFamily="2" charset="2"/>
              <a:buChar char="ü"/>
            </a:pPr>
            <a:r>
              <a:rPr lang="vi-VN" sz="1200">
                <a:solidFill>
                  <a:srgbClr val="434343"/>
                </a:solidFill>
                <a:latin typeface="Lato" panose="020F0502020204030203" pitchFamily="34" charset="0"/>
                <a:ea typeface="Lato" panose="020F0502020204030203" pitchFamily="34" charset="0"/>
                <a:cs typeface="Lato" panose="020F0502020204030203" pitchFamily="34" charset="0"/>
                <a:sym typeface="Anaheim"/>
              </a:rPr>
              <a:t>Khoản vay xấu ( Charge Off)</a:t>
            </a:r>
            <a:endParaRPr sz="1200" dirty="0">
              <a:solidFill>
                <a:srgbClr val="434343"/>
              </a:solidFill>
              <a:latin typeface="Lato" panose="020F0502020204030203" pitchFamily="34" charset="0"/>
              <a:ea typeface="Lato" panose="020F0502020204030203" pitchFamily="34" charset="0"/>
              <a:cs typeface="Lato" panose="020F0502020204030203" pitchFamily="34" charset="0"/>
              <a:sym typeface="Anaheim"/>
            </a:endParaRPr>
          </a:p>
        </p:txBody>
      </p:sp>
      <p:grpSp>
        <p:nvGrpSpPr>
          <p:cNvPr id="3" name="Group 2">
            <a:extLst>
              <a:ext uri="{FF2B5EF4-FFF2-40B4-BE49-F238E27FC236}">
                <a16:creationId xmlns:a16="http://schemas.microsoft.com/office/drawing/2014/main" id="{04AE1B86-CDE4-DE68-7C30-211EBE0503B7}"/>
              </a:ext>
            </a:extLst>
          </p:cNvPr>
          <p:cNvGrpSpPr/>
          <p:nvPr/>
        </p:nvGrpSpPr>
        <p:grpSpPr>
          <a:xfrm>
            <a:off x="830450" y="1410717"/>
            <a:ext cx="7956500" cy="562519"/>
            <a:chOff x="830450" y="2009230"/>
            <a:chExt cx="7956500" cy="562519"/>
          </a:xfrm>
        </p:grpSpPr>
        <p:sp>
          <p:nvSpPr>
            <p:cNvPr id="1145" name="Google Shape;1145;p37"/>
            <p:cNvSpPr txBox="1"/>
            <p:nvPr/>
          </p:nvSpPr>
          <p:spPr>
            <a:xfrm>
              <a:off x="830450" y="2009231"/>
              <a:ext cx="1578300" cy="325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600"/>
                </a:spcAft>
                <a:buNone/>
              </a:pPr>
              <a:r>
                <a:rPr lang="en-US" dirty="0">
                  <a:solidFill>
                    <a:srgbClr val="434343"/>
                  </a:solidFill>
                  <a:latin typeface="Lato" panose="020F0502020204030203" pitchFamily="34" charset="0"/>
                  <a:ea typeface="Lato" panose="020F0502020204030203" pitchFamily="34" charset="0"/>
                  <a:cs typeface="Lato" panose="020F0502020204030203" pitchFamily="34" charset="0"/>
                  <a:sym typeface="Staatliches"/>
                </a:rPr>
                <a:t>BIẾN ĐẦU VÀO</a:t>
              </a:r>
              <a:endParaRPr dirty="0">
                <a:solidFill>
                  <a:srgbClr val="434343"/>
                </a:solidFill>
                <a:latin typeface="Lato" panose="020F0502020204030203" pitchFamily="34" charset="0"/>
                <a:ea typeface="Lato" panose="020F0502020204030203" pitchFamily="34" charset="0"/>
                <a:cs typeface="Lato" panose="020F0502020204030203" pitchFamily="34" charset="0"/>
                <a:sym typeface="Staatliches"/>
              </a:endParaRPr>
            </a:p>
          </p:txBody>
        </p:sp>
        <p:sp>
          <p:nvSpPr>
            <p:cNvPr id="1146" name="Google Shape;1146;p37"/>
            <p:cNvSpPr txBox="1"/>
            <p:nvPr/>
          </p:nvSpPr>
          <p:spPr>
            <a:xfrm>
              <a:off x="3693518" y="2009231"/>
              <a:ext cx="1770022" cy="51366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vi-VN" dirty="0">
                  <a:solidFill>
                    <a:srgbClr val="434343"/>
                  </a:solidFill>
                  <a:latin typeface="Lato" panose="020F0502020204030203" pitchFamily="34" charset="0"/>
                  <a:ea typeface="Lato" panose="020F0502020204030203" pitchFamily="34" charset="0"/>
                  <a:cs typeface="Lato" panose="020F0502020204030203" pitchFamily="34" charset="0"/>
                  <a:sym typeface="Staatliches"/>
                </a:rPr>
                <a:t>Logistic MODEL</a:t>
              </a:r>
              <a:endParaRPr dirty="0">
                <a:solidFill>
                  <a:srgbClr val="434343"/>
                </a:solidFill>
                <a:latin typeface="Lato" panose="020F0502020204030203" pitchFamily="34" charset="0"/>
                <a:ea typeface="Lato" panose="020F0502020204030203" pitchFamily="34" charset="0"/>
                <a:cs typeface="Lato" panose="020F0502020204030203" pitchFamily="34" charset="0"/>
                <a:sym typeface="Staatliches"/>
              </a:endParaRPr>
            </a:p>
          </p:txBody>
        </p:sp>
        <p:sp>
          <p:nvSpPr>
            <p:cNvPr id="6" name="Google Shape;1145;p37">
              <a:extLst>
                <a:ext uri="{FF2B5EF4-FFF2-40B4-BE49-F238E27FC236}">
                  <a16:creationId xmlns:a16="http://schemas.microsoft.com/office/drawing/2014/main" id="{48AA5E6D-1466-DF71-EB40-12CAFC2D57DC}"/>
                </a:ext>
              </a:extLst>
            </p:cNvPr>
            <p:cNvSpPr txBox="1"/>
            <p:nvPr/>
          </p:nvSpPr>
          <p:spPr>
            <a:xfrm>
              <a:off x="6807464" y="2009230"/>
              <a:ext cx="1979486" cy="562519"/>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600"/>
                </a:spcAft>
                <a:buNone/>
              </a:pPr>
              <a:r>
                <a:rPr lang="vi-VN" dirty="0">
                  <a:solidFill>
                    <a:srgbClr val="434343"/>
                  </a:solidFill>
                  <a:latin typeface="Lato" panose="020F0502020204030203" pitchFamily="34" charset="0"/>
                  <a:ea typeface="Lato" panose="020F0502020204030203" pitchFamily="34" charset="0"/>
                  <a:cs typeface="Lato" panose="020F0502020204030203" pitchFamily="34" charset="0"/>
                  <a:sym typeface="Staatliches"/>
                </a:rPr>
                <a:t>ĐẦU RA MÔ HÌNH</a:t>
              </a:r>
              <a:endParaRPr dirty="0">
                <a:solidFill>
                  <a:srgbClr val="434343"/>
                </a:solidFill>
                <a:latin typeface="Lato" panose="020F0502020204030203" pitchFamily="34" charset="0"/>
                <a:ea typeface="Lato" panose="020F0502020204030203" pitchFamily="34" charset="0"/>
                <a:cs typeface="Lato" panose="020F0502020204030203" pitchFamily="34" charset="0"/>
                <a:sym typeface="Staatliches"/>
              </a:endParaRPr>
            </a:p>
          </p:txBody>
        </p:sp>
      </p:grpSp>
      <p:pic>
        <p:nvPicPr>
          <p:cNvPr id="10" name="Picture 9">
            <a:extLst>
              <a:ext uri="{FF2B5EF4-FFF2-40B4-BE49-F238E27FC236}">
                <a16:creationId xmlns:a16="http://schemas.microsoft.com/office/drawing/2014/main" id="{481DF7F8-36AD-E2CB-67CF-83308471A875}"/>
              </a:ext>
            </a:extLst>
          </p:cNvPr>
          <p:cNvPicPr>
            <a:picLocks noChangeAspect="1"/>
          </p:cNvPicPr>
          <p:nvPr/>
        </p:nvPicPr>
        <p:blipFill>
          <a:blip r:embed="rId3"/>
          <a:stretch>
            <a:fillRect/>
          </a:stretch>
        </p:blipFill>
        <p:spPr>
          <a:xfrm>
            <a:off x="5621347" y="2522893"/>
            <a:ext cx="657225" cy="847725"/>
          </a:xfrm>
          <a:prstGeom prst="rect">
            <a:avLst/>
          </a:prstGeom>
        </p:spPr>
      </p:pic>
      <p:pic>
        <p:nvPicPr>
          <p:cNvPr id="14" name="Picture 13">
            <a:extLst>
              <a:ext uri="{FF2B5EF4-FFF2-40B4-BE49-F238E27FC236}">
                <a16:creationId xmlns:a16="http://schemas.microsoft.com/office/drawing/2014/main" id="{D856B4EA-3535-805B-A0B1-61EBC41FFD45}"/>
              </a:ext>
            </a:extLst>
          </p:cNvPr>
          <p:cNvPicPr>
            <a:picLocks noChangeAspect="1"/>
          </p:cNvPicPr>
          <p:nvPr/>
        </p:nvPicPr>
        <p:blipFill>
          <a:blip r:embed="rId4"/>
          <a:stretch>
            <a:fillRect/>
          </a:stretch>
        </p:blipFill>
        <p:spPr>
          <a:xfrm>
            <a:off x="3693518" y="2497769"/>
            <a:ext cx="1649694" cy="15917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5"/>
        <p:cNvGrpSpPr/>
        <p:nvPr/>
      </p:nvGrpSpPr>
      <p:grpSpPr>
        <a:xfrm>
          <a:off x="0" y="0"/>
          <a:ext cx="0" cy="0"/>
          <a:chOff x="0" y="0"/>
          <a:chExt cx="0" cy="0"/>
        </a:xfrm>
      </p:grpSpPr>
      <p:sp>
        <p:nvSpPr>
          <p:cNvPr id="2325" name="Google Shape;2325;p39"/>
          <p:cNvSpPr txBox="1">
            <a:spLocks noGrp="1"/>
          </p:cNvSpPr>
          <p:nvPr>
            <p:ph type="ctrTitle" idx="2"/>
          </p:nvPr>
        </p:nvSpPr>
        <p:spPr>
          <a:xfrm>
            <a:off x="5180650" y="457298"/>
            <a:ext cx="3194700" cy="48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vi-VN" dirty="0">
                <a:latin typeface="Lato" panose="020F0502020204030203" pitchFamily="34" charset="0"/>
                <a:ea typeface="Lato" panose="020F0502020204030203" pitchFamily="34" charset="0"/>
                <a:cs typeface="Lato" panose="020F0502020204030203" pitchFamily="34" charset="0"/>
              </a:rPr>
              <a:t>BUSINESS VALUE</a:t>
            </a:r>
            <a:r>
              <a:rPr lang="en-US" dirty="0">
                <a:latin typeface="Lato" panose="020F0502020204030203" pitchFamily="34" charset="0"/>
                <a:ea typeface="Lato" panose="020F0502020204030203" pitchFamily="34" charset="0"/>
                <a:cs typeface="Lato" panose="020F0502020204030203" pitchFamily="34" charset="0"/>
              </a:rPr>
              <a:t>  </a:t>
            </a:r>
            <a:endParaRPr dirty="0">
              <a:latin typeface="Lato" panose="020F0502020204030203" pitchFamily="34" charset="0"/>
              <a:ea typeface="Lato" panose="020F0502020204030203" pitchFamily="34" charset="0"/>
              <a:cs typeface="Lato" panose="020F0502020204030203" pitchFamily="34" charset="0"/>
            </a:endParaRPr>
          </a:p>
        </p:txBody>
      </p:sp>
      <p:sp>
        <p:nvSpPr>
          <p:cNvPr id="6" name="Google Shape;2328;p39">
            <a:extLst>
              <a:ext uri="{FF2B5EF4-FFF2-40B4-BE49-F238E27FC236}">
                <a16:creationId xmlns:a16="http://schemas.microsoft.com/office/drawing/2014/main" id="{32C016D2-1550-9716-1D66-78DCC0AEF7E7}"/>
              </a:ext>
            </a:extLst>
          </p:cNvPr>
          <p:cNvSpPr txBox="1">
            <a:spLocks/>
          </p:cNvSpPr>
          <p:nvPr/>
        </p:nvSpPr>
        <p:spPr>
          <a:xfrm>
            <a:off x="7041718" y="1120385"/>
            <a:ext cx="2208619" cy="2544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rgbClr val="434343"/>
              </a:buClr>
              <a:buSzPts val="1200"/>
              <a:buFont typeface="Anaheim"/>
              <a:buNone/>
              <a:defRPr sz="1200" b="0" i="0" u="none" strike="noStrike" cap="none">
                <a:solidFill>
                  <a:srgbClr val="434343"/>
                </a:solidFill>
                <a:latin typeface="Anaheim"/>
                <a:ea typeface="Anaheim"/>
                <a:cs typeface="Anaheim"/>
                <a:sym typeface="Anaheim"/>
              </a:defRPr>
            </a:lvl1pPr>
            <a:lvl2pPr marL="914400" marR="0" lvl="1" indent="-304800" algn="l" rtl="0">
              <a:lnSpc>
                <a:spcPct val="100000"/>
              </a:lnSpc>
              <a:spcBef>
                <a:spcPts val="0"/>
              </a:spcBef>
              <a:spcAft>
                <a:spcPts val="0"/>
              </a:spcAft>
              <a:buClr>
                <a:srgbClr val="434343"/>
              </a:buClr>
              <a:buSzPts val="1200"/>
              <a:buFont typeface="Anaheim"/>
              <a:buNone/>
              <a:defRPr sz="1200" b="0" i="0" u="none" strike="noStrike" cap="none">
                <a:solidFill>
                  <a:srgbClr val="434343"/>
                </a:solidFill>
                <a:latin typeface="Anaheim"/>
                <a:ea typeface="Anaheim"/>
                <a:cs typeface="Anaheim"/>
                <a:sym typeface="Anaheim"/>
              </a:defRPr>
            </a:lvl2pPr>
            <a:lvl3pPr marL="1371600" marR="0" lvl="2" indent="-304800" algn="l" rtl="0">
              <a:lnSpc>
                <a:spcPct val="100000"/>
              </a:lnSpc>
              <a:spcBef>
                <a:spcPts val="0"/>
              </a:spcBef>
              <a:spcAft>
                <a:spcPts val="0"/>
              </a:spcAft>
              <a:buClr>
                <a:srgbClr val="434343"/>
              </a:buClr>
              <a:buSzPts val="1200"/>
              <a:buFont typeface="Anaheim"/>
              <a:buNone/>
              <a:defRPr sz="1200" b="0" i="0" u="none" strike="noStrike" cap="none">
                <a:solidFill>
                  <a:srgbClr val="434343"/>
                </a:solidFill>
                <a:latin typeface="Anaheim"/>
                <a:ea typeface="Anaheim"/>
                <a:cs typeface="Anaheim"/>
                <a:sym typeface="Anaheim"/>
              </a:defRPr>
            </a:lvl3pPr>
            <a:lvl4pPr marL="1828800" marR="0" lvl="3" indent="-304800" algn="l" rtl="0">
              <a:lnSpc>
                <a:spcPct val="100000"/>
              </a:lnSpc>
              <a:spcBef>
                <a:spcPts val="0"/>
              </a:spcBef>
              <a:spcAft>
                <a:spcPts val="0"/>
              </a:spcAft>
              <a:buClr>
                <a:srgbClr val="434343"/>
              </a:buClr>
              <a:buSzPts val="1200"/>
              <a:buFont typeface="Anaheim"/>
              <a:buNone/>
              <a:defRPr sz="1200" b="0" i="0" u="none" strike="noStrike" cap="none">
                <a:solidFill>
                  <a:srgbClr val="434343"/>
                </a:solidFill>
                <a:latin typeface="Anaheim"/>
                <a:ea typeface="Anaheim"/>
                <a:cs typeface="Anaheim"/>
                <a:sym typeface="Anaheim"/>
              </a:defRPr>
            </a:lvl4pPr>
            <a:lvl5pPr marL="2286000" marR="0" lvl="4" indent="-304800" algn="l" rtl="0">
              <a:lnSpc>
                <a:spcPct val="100000"/>
              </a:lnSpc>
              <a:spcBef>
                <a:spcPts val="0"/>
              </a:spcBef>
              <a:spcAft>
                <a:spcPts val="0"/>
              </a:spcAft>
              <a:buClr>
                <a:srgbClr val="434343"/>
              </a:buClr>
              <a:buSzPts val="1200"/>
              <a:buFont typeface="Anaheim"/>
              <a:buNone/>
              <a:defRPr sz="1200" b="0" i="0" u="none" strike="noStrike" cap="none">
                <a:solidFill>
                  <a:srgbClr val="434343"/>
                </a:solidFill>
                <a:latin typeface="Anaheim"/>
                <a:ea typeface="Anaheim"/>
                <a:cs typeface="Anaheim"/>
                <a:sym typeface="Anaheim"/>
              </a:defRPr>
            </a:lvl5pPr>
            <a:lvl6pPr marL="2743200" marR="0" lvl="5" indent="-304800" algn="l" rtl="0">
              <a:lnSpc>
                <a:spcPct val="100000"/>
              </a:lnSpc>
              <a:spcBef>
                <a:spcPts val="0"/>
              </a:spcBef>
              <a:spcAft>
                <a:spcPts val="0"/>
              </a:spcAft>
              <a:buClr>
                <a:srgbClr val="434343"/>
              </a:buClr>
              <a:buSzPts val="1200"/>
              <a:buFont typeface="Anaheim"/>
              <a:buNone/>
              <a:defRPr sz="1200" b="0" i="0" u="none" strike="noStrike" cap="none">
                <a:solidFill>
                  <a:srgbClr val="434343"/>
                </a:solidFill>
                <a:latin typeface="Anaheim"/>
                <a:ea typeface="Anaheim"/>
                <a:cs typeface="Anaheim"/>
                <a:sym typeface="Anaheim"/>
              </a:defRPr>
            </a:lvl6pPr>
            <a:lvl7pPr marL="3200400" marR="0" lvl="6" indent="-304800" algn="l" rtl="0">
              <a:lnSpc>
                <a:spcPct val="100000"/>
              </a:lnSpc>
              <a:spcBef>
                <a:spcPts val="0"/>
              </a:spcBef>
              <a:spcAft>
                <a:spcPts val="0"/>
              </a:spcAft>
              <a:buClr>
                <a:srgbClr val="434343"/>
              </a:buClr>
              <a:buSzPts val="1200"/>
              <a:buFont typeface="Anaheim"/>
              <a:buNone/>
              <a:defRPr sz="1200" b="0" i="0" u="none" strike="noStrike" cap="none">
                <a:solidFill>
                  <a:srgbClr val="434343"/>
                </a:solidFill>
                <a:latin typeface="Anaheim"/>
                <a:ea typeface="Anaheim"/>
                <a:cs typeface="Anaheim"/>
                <a:sym typeface="Anaheim"/>
              </a:defRPr>
            </a:lvl7pPr>
            <a:lvl8pPr marL="3657600" marR="0" lvl="7" indent="-304800" algn="l" rtl="0">
              <a:lnSpc>
                <a:spcPct val="100000"/>
              </a:lnSpc>
              <a:spcBef>
                <a:spcPts val="0"/>
              </a:spcBef>
              <a:spcAft>
                <a:spcPts val="0"/>
              </a:spcAft>
              <a:buClr>
                <a:srgbClr val="434343"/>
              </a:buClr>
              <a:buSzPts val="1200"/>
              <a:buFont typeface="Anaheim"/>
              <a:buNone/>
              <a:defRPr sz="1200" b="0" i="0" u="none" strike="noStrike" cap="none">
                <a:solidFill>
                  <a:srgbClr val="434343"/>
                </a:solidFill>
                <a:latin typeface="Anaheim"/>
                <a:ea typeface="Anaheim"/>
                <a:cs typeface="Anaheim"/>
                <a:sym typeface="Anaheim"/>
              </a:defRPr>
            </a:lvl8pPr>
            <a:lvl9pPr marL="4114800" marR="0" lvl="8" indent="-304800" algn="l" rtl="0">
              <a:lnSpc>
                <a:spcPct val="100000"/>
              </a:lnSpc>
              <a:spcBef>
                <a:spcPts val="0"/>
              </a:spcBef>
              <a:spcAft>
                <a:spcPts val="0"/>
              </a:spcAft>
              <a:buClr>
                <a:srgbClr val="434343"/>
              </a:buClr>
              <a:buSzPts val="1200"/>
              <a:buFont typeface="Anaheim"/>
              <a:buNone/>
              <a:defRPr sz="1200" b="0" i="0" u="none" strike="noStrike" cap="none">
                <a:solidFill>
                  <a:srgbClr val="434343"/>
                </a:solidFill>
                <a:latin typeface="Anaheim"/>
                <a:ea typeface="Anaheim"/>
                <a:cs typeface="Anaheim"/>
                <a:sym typeface="Anaheim"/>
              </a:defRPr>
            </a:lvl9pPr>
          </a:lstStyle>
          <a:p>
            <a:pPr marL="285750" indent="-285750" algn="l">
              <a:buFont typeface="Wingdings" panose="05000000000000000000" pitchFamily="2" charset="2"/>
              <a:buChar char="ü"/>
            </a:pPr>
            <a:r>
              <a:rPr lang="vi-VN" sz="1600" b="1" dirty="0">
                <a:latin typeface="Lato" panose="020F0502020204030203" pitchFamily="34" charset="0"/>
                <a:ea typeface="Lato" panose="020F0502020204030203" pitchFamily="34" charset="0"/>
                <a:cs typeface="Lato" panose="020F0502020204030203" pitchFamily="34" charset="0"/>
              </a:rPr>
              <a:t>Giúp tiết kiệm lên tới 71% thời gian đánh giá </a:t>
            </a:r>
          </a:p>
          <a:p>
            <a:pPr marL="285750" indent="-285750" algn="l">
              <a:buFont typeface="Wingdings" panose="05000000000000000000" pitchFamily="2" charset="2"/>
              <a:buChar char="ü"/>
            </a:pPr>
            <a:endParaRPr lang="vi-VN" sz="1600" b="1" dirty="0">
              <a:latin typeface="Lato" panose="020F0502020204030203" pitchFamily="34" charset="0"/>
              <a:ea typeface="Lato" panose="020F0502020204030203" pitchFamily="34" charset="0"/>
              <a:cs typeface="Lato" panose="020F0502020204030203" pitchFamily="34" charset="0"/>
            </a:endParaRPr>
          </a:p>
          <a:p>
            <a:pPr marL="285750" indent="-285750" algn="l">
              <a:buFont typeface="Wingdings" panose="05000000000000000000" pitchFamily="2" charset="2"/>
              <a:buChar char="ü"/>
            </a:pPr>
            <a:r>
              <a:rPr lang="vi-VN" sz="1600" b="1" dirty="0">
                <a:latin typeface="Lato" panose="020F0502020204030203" pitchFamily="34" charset="0"/>
                <a:ea typeface="Lato" panose="020F0502020204030203" pitchFamily="34" charset="0"/>
                <a:cs typeface="Lato" panose="020F0502020204030203" pitchFamily="34" charset="0"/>
              </a:rPr>
              <a:t>Có thể tiết kiệm từ 30-70% chi phí xử lý khoản vay</a:t>
            </a:r>
          </a:p>
          <a:p>
            <a:pPr marL="285750" indent="-285750" algn="l">
              <a:buFont typeface="Wingdings" panose="05000000000000000000" pitchFamily="2" charset="2"/>
              <a:buChar char="ü"/>
            </a:pPr>
            <a:endParaRPr lang="vi-VN" sz="1600" b="1" dirty="0">
              <a:latin typeface="Lato" panose="020F0502020204030203" pitchFamily="34" charset="0"/>
              <a:ea typeface="Lato" panose="020F0502020204030203" pitchFamily="34" charset="0"/>
              <a:cs typeface="Lato" panose="020F0502020204030203" pitchFamily="34" charset="0"/>
            </a:endParaRPr>
          </a:p>
          <a:p>
            <a:pPr marL="285750" indent="-285750">
              <a:buFont typeface="Wingdings" panose="05000000000000000000" pitchFamily="2" charset="2"/>
              <a:buChar char="ü"/>
            </a:pPr>
            <a:endParaRPr lang="vi-VN" sz="1600" b="1" dirty="0">
              <a:latin typeface="Lato" panose="020F0502020204030203" pitchFamily="34" charset="0"/>
              <a:ea typeface="Lato" panose="020F0502020204030203" pitchFamily="34" charset="0"/>
              <a:cs typeface="Lato" panose="020F0502020204030203" pitchFamily="34" charset="0"/>
            </a:endParaRPr>
          </a:p>
        </p:txBody>
      </p:sp>
      <p:graphicFrame>
        <p:nvGraphicFramePr>
          <p:cNvPr id="14" name="Google Shape;2485;p43">
            <a:extLst>
              <a:ext uri="{FF2B5EF4-FFF2-40B4-BE49-F238E27FC236}">
                <a16:creationId xmlns:a16="http://schemas.microsoft.com/office/drawing/2014/main" id="{4EDA5B71-0A65-8D34-FBAD-61845B536388}"/>
              </a:ext>
            </a:extLst>
          </p:cNvPr>
          <p:cNvGraphicFramePr/>
          <p:nvPr>
            <p:extLst>
              <p:ext uri="{D42A27DB-BD31-4B8C-83A1-F6EECF244321}">
                <p14:modId xmlns:p14="http://schemas.microsoft.com/office/powerpoint/2010/main" val="374039541"/>
              </p:ext>
            </p:extLst>
          </p:nvPr>
        </p:nvGraphicFramePr>
        <p:xfrm>
          <a:off x="175317" y="2340487"/>
          <a:ext cx="2575775" cy="1556370"/>
        </p:xfrm>
        <a:graphic>
          <a:graphicData uri="http://schemas.openxmlformats.org/drawingml/2006/table">
            <a:tbl>
              <a:tblPr>
                <a:noFill/>
                <a:tableStyleId>{DE800C22-54A3-419A-B784-298BD5B8E82C}</a:tableStyleId>
              </a:tblPr>
              <a:tblGrid>
                <a:gridCol w="1610201">
                  <a:extLst>
                    <a:ext uri="{9D8B030D-6E8A-4147-A177-3AD203B41FA5}">
                      <a16:colId xmlns:a16="http://schemas.microsoft.com/office/drawing/2014/main" val="20000"/>
                    </a:ext>
                  </a:extLst>
                </a:gridCol>
                <a:gridCol w="965574">
                  <a:extLst>
                    <a:ext uri="{9D8B030D-6E8A-4147-A177-3AD203B41FA5}">
                      <a16:colId xmlns:a16="http://schemas.microsoft.com/office/drawing/2014/main" val="20001"/>
                    </a:ext>
                  </a:extLst>
                </a:gridCol>
              </a:tblGrid>
              <a:tr h="459150">
                <a:tc>
                  <a:txBody>
                    <a:bodyPr/>
                    <a:lstStyle/>
                    <a:p>
                      <a:pPr marL="0" lvl="0" indent="0" algn="l" rtl="0">
                        <a:spcBef>
                          <a:spcPts val="0"/>
                        </a:spcBef>
                        <a:spcAft>
                          <a:spcPts val="0"/>
                        </a:spcAft>
                        <a:buClr>
                          <a:schemeClr val="dk1"/>
                        </a:buClr>
                        <a:buSzPts val="1100"/>
                        <a:buFont typeface="Arial"/>
                        <a:buNone/>
                      </a:pPr>
                      <a:r>
                        <a:rPr lang="en-US" sz="1200" dirty="0">
                          <a:solidFill>
                            <a:srgbClr val="434343"/>
                          </a:solidFill>
                          <a:latin typeface="Microsoft YaHei UI" panose="020B0503020204020204" pitchFamily="34" charset="-122"/>
                          <a:ea typeface="Microsoft YaHei UI" panose="020B0503020204020204" pitchFamily="34" charset="-122"/>
                          <a:cs typeface="Staatliches"/>
                          <a:sym typeface="Staatliches"/>
                        </a:rPr>
                        <a:t>Tổng số claims</a:t>
                      </a:r>
                      <a:endParaRPr sz="1200" dirty="0">
                        <a:solidFill>
                          <a:srgbClr val="434343"/>
                        </a:solidFill>
                        <a:latin typeface="Microsoft YaHei UI" panose="020B0503020204020204" pitchFamily="34" charset="-122"/>
                        <a:ea typeface="Microsoft YaHei UI" panose="020B0503020204020204" pitchFamily="34" charset="-122"/>
                        <a:cs typeface="Staatliches"/>
                        <a:sym typeface="Staatliches"/>
                      </a:endParaRPr>
                    </a:p>
                  </a:txBody>
                  <a:tcPr marL="91425" marR="91425" marT="91425" marB="91425" anchor="ctr">
                    <a:lnL w="9525" cap="flat" cmpd="sng">
                      <a:solidFill>
                        <a:srgbClr val="434343">
                          <a:alpha val="0"/>
                        </a:srgbClr>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alpha val="0"/>
                        </a:srgbClr>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tc>
                  <a:txBody>
                    <a:bodyPr/>
                    <a:lstStyle/>
                    <a:p>
                      <a:pPr marL="0" lvl="0" indent="0" algn="ctr" rtl="0">
                        <a:spcBef>
                          <a:spcPts val="0"/>
                        </a:spcBef>
                        <a:spcAft>
                          <a:spcPts val="0"/>
                        </a:spcAft>
                        <a:buNone/>
                      </a:pPr>
                      <a:r>
                        <a:rPr lang="en-US" sz="1400" dirty="0">
                          <a:solidFill>
                            <a:srgbClr val="434343"/>
                          </a:solidFill>
                          <a:latin typeface="Microsoft YaHei UI" panose="020B0503020204020204" pitchFamily="34" charset="-122"/>
                          <a:ea typeface="Microsoft YaHei UI" panose="020B0503020204020204" pitchFamily="34" charset="-122"/>
                          <a:cs typeface="Anaheim"/>
                          <a:sym typeface="Anaheim"/>
                        </a:rPr>
                        <a:t>10,000</a:t>
                      </a:r>
                      <a:endParaRPr sz="1400" dirty="0">
                        <a:solidFill>
                          <a:srgbClr val="434343"/>
                        </a:solidFill>
                        <a:latin typeface="Microsoft YaHei UI" panose="020B0503020204020204" pitchFamily="34" charset="-122"/>
                        <a:ea typeface="Microsoft YaHei UI" panose="020B0503020204020204" pitchFamily="34" charset="-122"/>
                        <a:cs typeface="Anaheim"/>
                        <a:sym typeface="Anaheim"/>
                      </a:endParaRPr>
                    </a:p>
                  </a:txBody>
                  <a:tcPr marL="91425" marR="91425" marT="91425" marB="91425" anchor="ctr">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alpha val="0"/>
                        </a:srgbClr>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extLst>
                  <a:ext uri="{0D108BD9-81ED-4DB2-BD59-A6C34878D82A}">
                    <a16:rowId xmlns:a16="http://schemas.microsoft.com/office/drawing/2014/main" val="10000"/>
                  </a:ext>
                </a:extLst>
              </a:tr>
              <a:tr h="459150">
                <a:tc>
                  <a:txBody>
                    <a:bodyPr/>
                    <a:lstStyle/>
                    <a:p>
                      <a:pPr marL="0" lvl="0" indent="0" algn="l" rtl="0">
                        <a:spcBef>
                          <a:spcPts val="0"/>
                        </a:spcBef>
                        <a:spcAft>
                          <a:spcPts val="0"/>
                        </a:spcAft>
                        <a:buNone/>
                      </a:pPr>
                      <a:r>
                        <a:rPr lang="en-US" sz="1200" dirty="0">
                          <a:solidFill>
                            <a:srgbClr val="434343"/>
                          </a:solidFill>
                          <a:latin typeface="Microsoft YaHei UI" panose="020B0503020204020204" pitchFamily="34" charset="-122"/>
                          <a:ea typeface="Microsoft YaHei UI" panose="020B0503020204020204" pitchFamily="34" charset="-122"/>
                          <a:cs typeface="Staatliches"/>
                          <a:sym typeface="Staatliches"/>
                        </a:rPr>
                        <a:t>Số claims không được cho vay</a:t>
                      </a:r>
                      <a:endParaRPr sz="1200" dirty="0">
                        <a:solidFill>
                          <a:srgbClr val="434343"/>
                        </a:solidFill>
                        <a:latin typeface="Microsoft YaHei UI" panose="020B0503020204020204" pitchFamily="34" charset="-122"/>
                        <a:ea typeface="Microsoft YaHei UI" panose="020B0503020204020204" pitchFamily="34" charset="-122"/>
                        <a:cs typeface="Staatliches"/>
                        <a:sym typeface="Staatliches"/>
                      </a:endParaRPr>
                    </a:p>
                  </a:txBody>
                  <a:tcPr marL="91425" marR="91425" marT="91425" marB="91425" anchor="ctr">
                    <a:lnL w="9525" cap="flat" cmpd="sng">
                      <a:solidFill>
                        <a:srgbClr val="434343">
                          <a:alpha val="0"/>
                        </a:srgbClr>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tc>
                  <a:txBody>
                    <a:bodyPr/>
                    <a:lstStyle/>
                    <a:p>
                      <a:pPr marL="0" lvl="0" indent="0" algn="ctr" rtl="0">
                        <a:spcBef>
                          <a:spcPts val="0"/>
                        </a:spcBef>
                        <a:spcAft>
                          <a:spcPts val="0"/>
                        </a:spcAft>
                        <a:buNone/>
                      </a:pPr>
                      <a:r>
                        <a:rPr lang="vi-VN" sz="1400" dirty="0">
                          <a:solidFill>
                            <a:srgbClr val="434343"/>
                          </a:solidFill>
                          <a:latin typeface="Microsoft YaHei UI" panose="020B0503020204020204" pitchFamily="34" charset="-122"/>
                          <a:ea typeface="Microsoft YaHei UI" panose="020B0503020204020204" pitchFamily="34" charset="-122"/>
                          <a:cs typeface="Anaheim"/>
                          <a:sym typeface="Anaheim"/>
                        </a:rPr>
                        <a:t>2000</a:t>
                      </a:r>
                      <a:endParaRPr sz="1400" dirty="0">
                        <a:solidFill>
                          <a:srgbClr val="434343"/>
                        </a:solidFill>
                        <a:latin typeface="Microsoft YaHei UI" panose="020B0503020204020204" pitchFamily="34" charset="-122"/>
                        <a:ea typeface="Microsoft YaHei UI" panose="020B0503020204020204" pitchFamily="34" charset="-122"/>
                        <a:cs typeface="Anaheim"/>
                        <a:sym typeface="Anaheim"/>
                      </a:endParaRPr>
                    </a:p>
                  </a:txBody>
                  <a:tcPr marL="91425" marR="91425" marT="91425" marB="91425" anchor="ctr">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extLst>
                  <a:ext uri="{0D108BD9-81ED-4DB2-BD59-A6C34878D82A}">
                    <a16:rowId xmlns:a16="http://schemas.microsoft.com/office/drawing/2014/main" val="10001"/>
                  </a:ext>
                </a:extLst>
              </a:tr>
              <a:tr h="459150">
                <a:tc>
                  <a:txBody>
                    <a:bodyPr/>
                    <a:lstStyle/>
                    <a:p>
                      <a:pPr marL="0" lvl="0" indent="0" algn="l" rtl="0">
                        <a:spcBef>
                          <a:spcPts val="0"/>
                        </a:spcBef>
                        <a:spcAft>
                          <a:spcPts val="0"/>
                        </a:spcAft>
                        <a:buNone/>
                      </a:pPr>
                      <a:r>
                        <a:rPr lang="en-US" sz="1200" dirty="0">
                          <a:solidFill>
                            <a:srgbClr val="434343"/>
                          </a:solidFill>
                          <a:latin typeface="Microsoft YaHei UI" panose="020B0503020204020204" pitchFamily="34" charset="-122"/>
                          <a:ea typeface="Microsoft YaHei UI" panose="020B0503020204020204" pitchFamily="34" charset="-122"/>
                          <a:cs typeface="Staatliches"/>
                          <a:sym typeface="Staatliches"/>
                        </a:rPr>
                        <a:t>Sai số nếu làm thủ công</a:t>
                      </a:r>
                      <a:endParaRPr sz="1200" dirty="0">
                        <a:solidFill>
                          <a:srgbClr val="434343"/>
                        </a:solidFill>
                        <a:latin typeface="Microsoft YaHei UI" panose="020B0503020204020204" pitchFamily="34" charset="-122"/>
                        <a:ea typeface="Microsoft YaHei UI" panose="020B0503020204020204" pitchFamily="34" charset="-122"/>
                        <a:cs typeface="Staatliches"/>
                        <a:sym typeface="Staatliches"/>
                      </a:endParaRPr>
                    </a:p>
                  </a:txBody>
                  <a:tcPr marL="91425" marR="91425" marT="91425" marB="91425" anchor="ctr">
                    <a:lnL w="9525" cap="flat" cmpd="sng">
                      <a:solidFill>
                        <a:srgbClr val="434343">
                          <a:alpha val="0"/>
                        </a:srgbClr>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tc>
                  <a:txBody>
                    <a:bodyPr/>
                    <a:lstStyle/>
                    <a:p>
                      <a:pPr marL="0" lvl="0" indent="0" algn="ctr" rtl="0">
                        <a:spcBef>
                          <a:spcPts val="0"/>
                        </a:spcBef>
                        <a:spcAft>
                          <a:spcPts val="0"/>
                        </a:spcAft>
                        <a:buNone/>
                      </a:pPr>
                      <a:r>
                        <a:rPr lang="vi-VN" sz="1400" dirty="0">
                          <a:solidFill>
                            <a:srgbClr val="434343"/>
                          </a:solidFill>
                          <a:latin typeface="Microsoft YaHei UI" panose="020B0503020204020204" pitchFamily="34" charset="-122"/>
                          <a:ea typeface="Microsoft YaHei UI" panose="020B0503020204020204" pitchFamily="34" charset="-122"/>
                          <a:cs typeface="Anaheim"/>
                          <a:sym typeface="Anaheim"/>
                        </a:rPr>
                        <a:t>1000</a:t>
                      </a:r>
                      <a:endParaRPr sz="1400" dirty="0">
                        <a:solidFill>
                          <a:srgbClr val="434343"/>
                        </a:solidFill>
                        <a:latin typeface="Microsoft YaHei UI" panose="020B0503020204020204" pitchFamily="34" charset="-122"/>
                        <a:ea typeface="Microsoft YaHei UI" panose="020B0503020204020204" pitchFamily="34" charset="-122"/>
                        <a:cs typeface="Anaheim"/>
                        <a:sym typeface="Anaheim"/>
                      </a:endParaRPr>
                    </a:p>
                  </a:txBody>
                  <a:tcPr marL="91425" marR="91425" marT="91425" marB="91425" anchor="ctr">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extLst>
                  <a:ext uri="{0D108BD9-81ED-4DB2-BD59-A6C34878D82A}">
                    <a16:rowId xmlns:a16="http://schemas.microsoft.com/office/drawing/2014/main" val="10002"/>
                  </a:ext>
                </a:extLst>
              </a:tr>
            </a:tbl>
          </a:graphicData>
        </a:graphic>
      </p:graphicFrame>
      <p:sp>
        <p:nvSpPr>
          <p:cNvPr id="19" name="TextBox 18">
            <a:extLst>
              <a:ext uri="{FF2B5EF4-FFF2-40B4-BE49-F238E27FC236}">
                <a16:creationId xmlns:a16="http://schemas.microsoft.com/office/drawing/2014/main" id="{C4756DF0-3505-0354-C416-E18E9F398B32}"/>
              </a:ext>
            </a:extLst>
          </p:cNvPr>
          <p:cNvSpPr txBox="1"/>
          <p:nvPr/>
        </p:nvSpPr>
        <p:spPr>
          <a:xfrm>
            <a:off x="278237" y="1552686"/>
            <a:ext cx="1280160" cy="523220"/>
          </a:xfrm>
          <a:prstGeom prst="rect">
            <a:avLst/>
          </a:prstGeom>
          <a:noFill/>
        </p:spPr>
        <p:txBody>
          <a:bodyPr wrap="square" rtlCol="0">
            <a:spAutoFit/>
          </a:bodyPr>
          <a:lstStyle/>
          <a:p>
            <a:r>
              <a:rPr lang="vi-VN" b="1" dirty="0">
                <a:solidFill>
                  <a:srgbClr val="FF0000"/>
                </a:solidFill>
                <a:latin typeface="Lato" panose="020F0502020204030203" pitchFamily="34" charset="0"/>
                <a:ea typeface="Lato" panose="020F0502020204030203" pitchFamily="34" charset="0"/>
                <a:cs typeface="Lato" panose="020F0502020204030203" pitchFamily="34" charset="0"/>
              </a:rPr>
              <a:t>Không dùng mô hình</a:t>
            </a:r>
            <a:endParaRPr lang="en-US" b="1" dirty="0">
              <a:solidFill>
                <a:srgbClr val="FF0000"/>
              </a:solidFill>
              <a:latin typeface="Lato" panose="020F0502020204030203" pitchFamily="34" charset="0"/>
              <a:ea typeface="Lato" panose="020F0502020204030203" pitchFamily="34" charset="0"/>
              <a:cs typeface="Lato" panose="020F0502020204030203" pitchFamily="34" charset="0"/>
            </a:endParaRPr>
          </a:p>
        </p:txBody>
      </p:sp>
      <p:sp>
        <p:nvSpPr>
          <p:cNvPr id="20" name="TextBox 19">
            <a:extLst>
              <a:ext uri="{FF2B5EF4-FFF2-40B4-BE49-F238E27FC236}">
                <a16:creationId xmlns:a16="http://schemas.microsoft.com/office/drawing/2014/main" id="{BD82C775-C289-F8CE-DF9D-8EEAA4AE801C}"/>
              </a:ext>
            </a:extLst>
          </p:cNvPr>
          <p:cNvSpPr txBox="1"/>
          <p:nvPr/>
        </p:nvSpPr>
        <p:spPr>
          <a:xfrm>
            <a:off x="1558397" y="1552686"/>
            <a:ext cx="1192695" cy="307777"/>
          </a:xfrm>
          <a:prstGeom prst="rect">
            <a:avLst/>
          </a:prstGeom>
          <a:noFill/>
        </p:spPr>
        <p:txBody>
          <a:bodyPr wrap="square" rtlCol="0">
            <a:spAutoFit/>
          </a:bodyPr>
          <a:lstStyle/>
          <a:p>
            <a:r>
              <a:rPr lang="vi-VN" b="1" dirty="0">
                <a:solidFill>
                  <a:schemeClr val="accent3"/>
                </a:solidFill>
                <a:latin typeface="Lato" panose="020F0502020204030203" pitchFamily="34" charset="0"/>
                <a:ea typeface="Lato" panose="020F0502020204030203" pitchFamily="34" charset="0"/>
                <a:cs typeface="Lato" panose="020F0502020204030203" pitchFamily="34" charset="0"/>
              </a:rPr>
              <a:t>Số quan sát</a:t>
            </a:r>
            <a:endParaRPr lang="en-US" b="1"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cxnSp>
        <p:nvCxnSpPr>
          <p:cNvPr id="3" name="Straight Connector 2">
            <a:extLst>
              <a:ext uri="{FF2B5EF4-FFF2-40B4-BE49-F238E27FC236}">
                <a16:creationId xmlns:a16="http://schemas.microsoft.com/office/drawing/2014/main" id="{43267815-9E02-3B2F-1171-5119B8A4C2FE}"/>
              </a:ext>
            </a:extLst>
          </p:cNvPr>
          <p:cNvCxnSpPr/>
          <p:nvPr/>
        </p:nvCxnSpPr>
        <p:spPr>
          <a:xfrm>
            <a:off x="278237" y="2075908"/>
            <a:ext cx="2360890" cy="0"/>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1513BC8-E86F-7BDD-A3E3-4FA59869726A}"/>
              </a:ext>
            </a:extLst>
          </p:cNvPr>
          <p:cNvCxnSpPr>
            <a:cxnSpLocks/>
          </p:cNvCxnSpPr>
          <p:nvPr/>
        </p:nvCxnSpPr>
        <p:spPr>
          <a:xfrm>
            <a:off x="175318" y="4019939"/>
            <a:ext cx="270913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48FF5C0-153D-A0F5-F81C-F04372754830}"/>
              </a:ext>
            </a:extLst>
          </p:cNvPr>
          <p:cNvSpPr txBox="1"/>
          <p:nvPr/>
        </p:nvSpPr>
        <p:spPr>
          <a:xfrm>
            <a:off x="350994" y="4096214"/>
            <a:ext cx="1107688" cy="307777"/>
          </a:xfrm>
          <a:prstGeom prst="rect">
            <a:avLst/>
          </a:prstGeom>
          <a:noFill/>
        </p:spPr>
        <p:txBody>
          <a:bodyPr wrap="square" rtlCol="0">
            <a:spAutoFit/>
          </a:bodyPr>
          <a:lstStyle/>
          <a:p>
            <a:r>
              <a:rPr lang="en-US" dirty="0">
                <a:solidFill>
                  <a:srgbClr val="FF0000"/>
                </a:solidFill>
                <a:latin typeface="Lato" panose="020F0502020204030203" pitchFamily="34" charset="0"/>
                <a:ea typeface="Lato" panose="020F0502020204030203" pitchFamily="34" charset="0"/>
                <a:cs typeface="Lato" panose="020F0502020204030203" pitchFamily="34" charset="0"/>
              </a:rPr>
              <a:t>Tổng sai số</a:t>
            </a:r>
          </a:p>
        </p:txBody>
      </p:sp>
      <p:sp>
        <p:nvSpPr>
          <p:cNvPr id="8" name="TextBox 7">
            <a:extLst>
              <a:ext uri="{FF2B5EF4-FFF2-40B4-BE49-F238E27FC236}">
                <a16:creationId xmlns:a16="http://schemas.microsoft.com/office/drawing/2014/main" id="{55BEDF3E-AD45-9BBC-B2A6-D1BDDCD5965D}"/>
              </a:ext>
            </a:extLst>
          </p:cNvPr>
          <p:cNvSpPr txBox="1"/>
          <p:nvPr/>
        </p:nvSpPr>
        <p:spPr>
          <a:xfrm>
            <a:off x="1836692" y="4096214"/>
            <a:ext cx="914400" cy="307777"/>
          </a:xfrm>
          <a:prstGeom prst="rect">
            <a:avLst/>
          </a:prstGeom>
          <a:noFill/>
        </p:spPr>
        <p:txBody>
          <a:bodyPr wrap="square" rtlCol="0">
            <a:spAutoFit/>
          </a:bodyPr>
          <a:lstStyle/>
          <a:p>
            <a:pPr algn="ctr"/>
            <a:r>
              <a:rPr lang="vi-VN" dirty="0">
                <a:solidFill>
                  <a:srgbClr val="FF0000"/>
                </a:solidFill>
                <a:latin typeface="Lato" panose="020F0502020204030203" pitchFamily="34" charset="0"/>
                <a:ea typeface="Lato" panose="020F0502020204030203" pitchFamily="34" charset="0"/>
                <a:cs typeface="Lato" panose="020F0502020204030203" pitchFamily="34" charset="0"/>
              </a:rPr>
              <a:t>1000</a:t>
            </a:r>
            <a:endParaRPr lang="en-US" dirty="0">
              <a:solidFill>
                <a:srgbClr val="FF0000"/>
              </a:solidFill>
              <a:latin typeface="Lato" panose="020F0502020204030203" pitchFamily="34" charset="0"/>
              <a:ea typeface="Lato" panose="020F0502020204030203" pitchFamily="34" charset="0"/>
              <a:cs typeface="Lato" panose="020F0502020204030203" pitchFamily="34" charset="0"/>
            </a:endParaRPr>
          </a:p>
        </p:txBody>
      </p:sp>
      <p:cxnSp>
        <p:nvCxnSpPr>
          <p:cNvPr id="13" name="Straight Connector 12">
            <a:extLst>
              <a:ext uri="{FF2B5EF4-FFF2-40B4-BE49-F238E27FC236}">
                <a16:creationId xmlns:a16="http://schemas.microsoft.com/office/drawing/2014/main" id="{5F9CC5B8-71A6-0C9B-C81C-C67C8E19BF25}"/>
              </a:ext>
            </a:extLst>
          </p:cNvPr>
          <p:cNvCxnSpPr>
            <a:cxnSpLocks/>
          </p:cNvCxnSpPr>
          <p:nvPr/>
        </p:nvCxnSpPr>
        <p:spPr>
          <a:xfrm>
            <a:off x="3956284" y="4032392"/>
            <a:ext cx="270913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FD1320D-9D16-1BD0-7CEB-5FD7EF5C2154}"/>
              </a:ext>
            </a:extLst>
          </p:cNvPr>
          <p:cNvSpPr txBox="1"/>
          <p:nvPr/>
        </p:nvSpPr>
        <p:spPr>
          <a:xfrm>
            <a:off x="4115507" y="4190442"/>
            <a:ext cx="1107688" cy="307777"/>
          </a:xfrm>
          <a:prstGeom prst="rect">
            <a:avLst/>
          </a:prstGeom>
          <a:noFill/>
        </p:spPr>
        <p:txBody>
          <a:bodyPr wrap="square" rtlCol="0">
            <a:spAutoFit/>
          </a:bodyPr>
          <a:lstStyle/>
          <a:p>
            <a:r>
              <a:rPr lang="en-US" dirty="0">
                <a:solidFill>
                  <a:srgbClr val="FF0000"/>
                </a:solidFill>
                <a:latin typeface="Lato" panose="020F0502020204030203" pitchFamily="34" charset="0"/>
                <a:ea typeface="Lato" panose="020F0502020204030203" pitchFamily="34" charset="0"/>
                <a:cs typeface="Lato" panose="020F0502020204030203" pitchFamily="34" charset="0"/>
              </a:rPr>
              <a:t>Tổng sai số</a:t>
            </a:r>
          </a:p>
        </p:txBody>
      </p:sp>
      <p:sp>
        <p:nvSpPr>
          <p:cNvPr id="16" name="TextBox 15">
            <a:extLst>
              <a:ext uri="{FF2B5EF4-FFF2-40B4-BE49-F238E27FC236}">
                <a16:creationId xmlns:a16="http://schemas.microsoft.com/office/drawing/2014/main" id="{462767D6-D391-14DF-D2A2-CAB5DA160D0F}"/>
              </a:ext>
            </a:extLst>
          </p:cNvPr>
          <p:cNvSpPr txBox="1"/>
          <p:nvPr/>
        </p:nvSpPr>
        <p:spPr>
          <a:xfrm>
            <a:off x="5673210" y="4190442"/>
            <a:ext cx="914400" cy="307777"/>
          </a:xfrm>
          <a:prstGeom prst="rect">
            <a:avLst/>
          </a:prstGeom>
          <a:noFill/>
        </p:spPr>
        <p:txBody>
          <a:bodyPr wrap="square" rtlCol="0">
            <a:spAutoFit/>
          </a:bodyPr>
          <a:lstStyle/>
          <a:p>
            <a:pPr algn="ctr"/>
            <a:r>
              <a:rPr lang="vi-VN" dirty="0">
                <a:solidFill>
                  <a:srgbClr val="FF0000"/>
                </a:solidFill>
                <a:latin typeface="Lato" panose="020F0502020204030203" pitchFamily="34" charset="0"/>
                <a:ea typeface="Lato" panose="020F0502020204030203" pitchFamily="34" charset="0"/>
                <a:cs typeface="Lato" panose="020F0502020204030203" pitchFamily="34" charset="0"/>
              </a:rPr>
              <a:t>260</a:t>
            </a:r>
            <a:endParaRPr lang="en-US" dirty="0">
              <a:solidFill>
                <a:srgbClr val="FF0000"/>
              </a:solidFill>
              <a:latin typeface="Lato" panose="020F0502020204030203" pitchFamily="34" charset="0"/>
              <a:ea typeface="Lato" panose="020F0502020204030203" pitchFamily="34" charset="0"/>
              <a:cs typeface="Lato" panose="020F0502020204030203" pitchFamily="34" charset="0"/>
            </a:endParaRPr>
          </a:p>
        </p:txBody>
      </p:sp>
      <p:graphicFrame>
        <p:nvGraphicFramePr>
          <p:cNvPr id="18" name="Google Shape;2485;p43">
            <a:extLst>
              <a:ext uri="{FF2B5EF4-FFF2-40B4-BE49-F238E27FC236}">
                <a16:creationId xmlns:a16="http://schemas.microsoft.com/office/drawing/2014/main" id="{51748AA0-61A4-7C60-3DFC-C5AFF9ECA341}"/>
              </a:ext>
            </a:extLst>
          </p:cNvPr>
          <p:cNvGraphicFramePr/>
          <p:nvPr>
            <p:extLst>
              <p:ext uri="{D42A27DB-BD31-4B8C-83A1-F6EECF244321}">
                <p14:modId xmlns:p14="http://schemas.microsoft.com/office/powerpoint/2010/main" val="1206362856"/>
              </p:ext>
            </p:extLst>
          </p:nvPr>
        </p:nvGraphicFramePr>
        <p:xfrm>
          <a:off x="3848916" y="2340454"/>
          <a:ext cx="2748557" cy="1619118"/>
        </p:xfrm>
        <a:graphic>
          <a:graphicData uri="http://schemas.openxmlformats.org/drawingml/2006/table">
            <a:tbl>
              <a:tblPr>
                <a:noFill/>
                <a:tableStyleId>{DE800C22-54A3-419A-B784-298BD5B8E82C}</a:tableStyleId>
              </a:tblPr>
              <a:tblGrid>
                <a:gridCol w="1925597">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443814">
                <a:tc>
                  <a:txBody>
                    <a:bodyPr/>
                    <a:lstStyle/>
                    <a:p>
                      <a:pPr marL="0" lvl="0" indent="0" algn="l" rtl="0">
                        <a:spcBef>
                          <a:spcPts val="0"/>
                        </a:spcBef>
                        <a:spcAft>
                          <a:spcPts val="0"/>
                        </a:spcAft>
                        <a:buClr>
                          <a:schemeClr val="dk1"/>
                        </a:buClr>
                        <a:buSzPts val="1100"/>
                        <a:buFont typeface="Arial"/>
                        <a:buNone/>
                      </a:pPr>
                      <a:r>
                        <a:rPr lang="en-US" sz="1200" dirty="0">
                          <a:solidFill>
                            <a:srgbClr val="434343"/>
                          </a:solidFill>
                          <a:latin typeface="Microsoft YaHei UI" panose="020B0503020204020204" pitchFamily="34" charset="-122"/>
                          <a:ea typeface="Microsoft YaHei UI" panose="020B0503020204020204" pitchFamily="34" charset="-122"/>
                          <a:cs typeface="Staatliches"/>
                          <a:sym typeface="Staatliches"/>
                        </a:rPr>
                        <a:t>Số dự đoán đúng</a:t>
                      </a:r>
                      <a:endParaRPr sz="1200" dirty="0">
                        <a:solidFill>
                          <a:srgbClr val="434343"/>
                        </a:solidFill>
                        <a:latin typeface="Microsoft YaHei UI" panose="020B0503020204020204" pitchFamily="34" charset="-122"/>
                        <a:ea typeface="Microsoft YaHei UI" panose="020B0503020204020204" pitchFamily="34" charset="-122"/>
                        <a:cs typeface="Staatliches"/>
                        <a:sym typeface="Staatliches"/>
                      </a:endParaRPr>
                    </a:p>
                  </a:txBody>
                  <a:tcPr marL="91425" marR="91425" marT="91425" marB="91425" anchor="ctr">
                    <a:lnL w="9525" cap="flat" cmpd="sng">
                      <a:solidFill>
                        <a:srgbClr val="434343">
                          <a:alpha val="0"/>
                        </a:srgbClr>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alpha val="0"/>
                        </a:srgbClr>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tc>
                  <a:txBody>
                    <a:bodyPr/>
                    <a:lstStyle/>
                    <a:p>
                      <a:pPr marL="0" lvl="0" indent="0" algn="ctr" rtl="0">
                        <a:spcBef>
                          <a:spcPts val="0"/>
                        </a:spcBef>
                        <a:spcAft>
                          <a:spcPts val="0"/>
                        </a:spcAft>
                        <a:buNone/>
                      </a:pPr>
                      <a:r>
                        <a:rPr lang="vi-VN" sz="1400" dirty="0">
                          <a:solidFill>
                            <a:srgbClr val="434343"/>
                          </a:solidFill>
                          <a:latin typeface="Microsoft YaHei UI" panose="020B0503020204020204" pitchFamily="34" charset="-122"/>
                          <a:ea typeface="Microsoft YaHei UI" panose="020B0503020204020204" pitchFamily="34" charset="-122"/>
                          <a:cs typeface="Anaheim"/>
                          <a:sym typeface="Anaheim"/>
                        </a:rPr>
                        <a:t>9668</a:t>
                      </a:r>
                      <a:endParaRPr sz="1400" dirty="0">
                        <a:solidFill>
                          <a:srgbClr val="434343"/>
                        </a:solidFill>
                        <a:latin typeface="Microsoft YaHei UI" panose="020B0503020204020204" pitchFamily="34" charset="-122"/>
                        <a:ea typeface="Microsoft YaHei UI" panose="020B0503020204020204" pitchFamily="34" charset="-122"/>
                        <a:cs typeface="Anaheim"/>
                        <a:sym typeface="Anaheim"/>
                      </a:endParaRPr>
                    </a:p>
                  </a:txBody>
                  <a:tcPr marL="91425" marR="91425" marT="91425" marB="91425" anchor="ctr">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alpha val="0"/>
                        </a:srgbClr>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extLst>
                  <a:ext uri="{0D108BD9-81ED-4DB2-BD59-A6C34878D82A}">
                    <a16:rowId xmlns:a16="http://schemas.microsoft.com/office/drawing/2014/main" val="10000"/>
                  </a:ext>
                </a:extLst>
              </a:tr>
              <a:tr h="665739">
                <a:tc>
                  <a:txBody>
                    <a:bodyPr/>
                    <a:lstStyle/>
                    <a:p>
                      <a:pPr marL="0" lvl="0" indent="0" algn="l" rtl="0">
                        <a:spcBef>
                          <a:spcPts val="0"/>
                        </a:spcBef>
                        <a:spcAft>
                          <a:spcPts val="0"/>
                        </a:spcAft>
                        <a:buNone/>
                      </a:pPr>
                      <a:r>
                        <a:rPr lang="en" sz="1200" dirty="0">
                          <a:solidFill>
                            <a:srgbClr val="434343"/>
                          </a:solidFill>
                          <a:latin typeface="Microsoft YaHei UI" panose="020B0503020204020204" pitchFamily="34" charset="-122"/>
                          <a:ea typeface="Microsoft YaHei UI" panose="020B0503020204020204" pitchFamily="34" charset="-122"/>
                          <a:cs typeface="Staatliches"/>
                          <a:sym typeface="Staatliches"/>
                        </a:rPr>
                        <a:t>Số claims</a:t>
                      </a:r>
                      <a:r>
                        <a:rPr lang="vi-VN" sz="1200" dirty="0">
                          <a:solidFill>
                            <a:srgbClr val="434343"/>
                          </a:solidFill>
                          <a:latin typeface="Microsoft YaHei UI" panose="020B0503020204020204" pitchFamily="34" charset="-122"/>
                          <a:ea typeface="Microsoft YaHei UI" panose="020B0503020204020204" pitchFamily="34" charset="-122"/>
                          <a:cs typeface="Staatliches"/>
                          <a:sym typeface="Staatliches"/>
                        </a:rPr>
                        <a:t> mà mô hình phân loại</a:t>
                      </a:r>
                      <a:r>
                        <a:rPr lang="en" sz="1200" dirty="0">
                          <a:solidFill>
                            <a:srgbClr val="434343"/>
                          </a:solidFill>
                          <a:latin typeface="Microsoft YaHei UI" panose="020B0503020204020204" pitchFamily="34" charset="-122"/>
                          <a:ea typeface="Microsoft YaHei UI" panose="020B0503020204020204" pitchFamily="34" charset="-122"/>
                          <a:cs typeface="Staatliches"/>
                          <a:sym typeface="Staatliches"/>
                        </a:rPr>
                        <a:t> không được cho vay </a:t>
                      </a:r>
                      <a:endParaRPr sz="1200" dirty="0">
                        <a:solidFill>
                          <a:srgbClr val="434343"/>
                        </a:solidFill>
                        <a:latin typeface="Microsoft YaHei UI" panose="020B0503020204020204" pitchFamily="34" charset="-122"/>
                        <a:ea typeface="Microsoft YaHei UI" panose="020B0503020204020204" pitchFamily="34" charset="-122"/>
                        <a:cs typeface="Staatliches"/>
                        <a:sym typeface="Staatliches"/>
                      </a:endParaRPr>
                    </a:p>
                  </a:txBody>
                  <a:tcPr marL="91425" marR="91425" marT="91425" marB="91425" anchor="ctr">
                    <a:lnL w="9525" cap="flat" cmpd="sng">
                      <a:solidFill>
                        <a:srgbClr val="434343">
                          <a:alpha val="0"/>
                        </a:srgbClr>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tc>
                  <a:txBody>
                    <a:bodyPr/>
                    <a:lstStyle/>
                    <a:p>
                      <a:pPr marL="0" lvl="0" indent="0" algn="ctr" rtl="0">
                        <a:spcBef>
                          <a:spcPts val="0"/>
                        </a:spcBef>
                        <a:spcAft>
                          <a:spcPts val="0"/>
                        </a:spcAft>
                        <a:buNone/>
                      </a:pPr>
                      <a:r>
                        <a:rPr lang="vi-VN" sz="1400" dirty="0">
                          <a:solidFill>
                            <a:srgbClr val="434343"/>
                          </a:solidFill>
                          <a:latin typeface="Microsoft YaHei UI" panose="020B0503020204020204" pitchFamily="34" charset="-122"/>
                          <a:ea typeface="Microsoft YaHei UI" panose="020B0503020204020204" pitchFamily="34" charset="-122"/>
                          <a:cs typeface="Anaheim"/>
                          <a:sym typeface="Anaheim"/>
                        </a:rPr>
                        <a:t>7737</a:t>
                      </a:r>
                      <a:endParaRPr sz="1400" dirty="0">
                        <a:solidFill>
                          <a:srgbClr val="434343"/>
                        </a:solidFill>
                        <a:latin typeface="Microsoft YaHei UI" panose="020B0503020204020204" pitchFamily="34" charset="-122"/>
                        <a:ea typeface="Microsoft YaHei UI" panose="020B0503020204020204" pitchFamily="34" charset="-122"/>
                        <a:cs typeface="Anaheim"/>
                        <a:sym typeface="Anaheim"/>
                      </a:endParaRPr>
                    </a:p>
                  </a:txBody>
                  <a:tcPr marL="91425" marR="91425" marT="91425" marB="91425" anchor="ctr">
                    <a:lnL w="9525" cap="flat" cmpd="sng">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extLst>
                  <a:ext uri="{0D108BD9-81ED-4DB2-BD59-A6C34878D82A}">
                    <a16:rowId xmlns:a16="http://schemas.microsoft.com/office/drawing/2014/main" val="10001"/>
                  </a:ext>
                </a:extLst>
              </a:tr>
              <a:tr h="443814">
                <a:tc>
                  <a:txBody>
                    <a:bodyPr/>
                    <a:lstStyle/>
                    <a:p>
                      <a:pPr marL="0" lvl="0" indent="0" algn="l" rtl="0">
                        <a:spcBef>
                          <a:spcPts val="0"/>
                        </a:spcBef>
                        <a:spcAft>
                          <a:spcPts val="0"/>
                        </a:spcAft>
                        <a:buNone/>
                      </a:pPr>
                      <a:r>
                        <a:rPr lang="en" sz="1200" dirty="0">
                          <a:solidFill>
                            <a:srgbClr val="434343"/>
                          </a:solidFill>
                          <a:latin typeface="Microsoft YaHei UI" panose="020B0503020204020204" pitchFamily="34" charset="-122"/>
                          <a:ea typeface="Microsoft YaHei UI" panose="020B0503020204020204" pitchFamily="34" charset="-122"/>
                          <a:cs typeface="Staatliches"/>
                          <a:sym typeface="Staatliches"/>
                        </a:rPr>
                        <a:t>Mô hình phân loại sai </a:t>
                      </a:r>
                      <a:endParaRPr sz="1200" dirty="0">
                        <a:solidFill>
                          <a:srgbClr val="434343"/>
                        </a:solidFill>
                        <a:latin typeface="Microsoft YaHei UI" panose="020B0503020204020204" pitchFamily="34" charset="-122"/>
                        <a:ea typeface="Microsoft YaHei UI" panose="020B0503020204020204" pitchFamily="34" charset="-122"/>
                        <a:cs typeface="Staatliches"/>
                        <a:sym typeface="Staatliches"/>
                      </a:endParaRPr>
                    </a:p>
                  </a:txBody>
                  <a:tcPr marL="91425" marR="91425" marT="91425" marB="91425" anchor="ctr">
                    <a:lnL w="9525" cap="flat" cmpd="sng">
                      <a:solidFill>
                        <a:srgbClr val="434343">
                          <a:alpha val="0"/>
                        </a:srgbClr>
                      </a:solidFill>
                      <a:prstDash val="solid"/>
                      <a:round/>
                      <a:headEnd type="none" w="sm" len="sm"/>
                      <a:tailEnd type="none" w="sm" len="sm"/>
                    </a:lnL>
                    <a:lnR w="9525" cap="flat" cmpd="sng" algn="ctr">
                      <a:solidFill>
                        <a:srgbClr val="434343"/>
                      </a:solidFill>
                      <a:prstDash val="solid"/>
                      <a:round/>
                      <a:headEnd type="none" w="sm" len="sm"/>
                      <a:tailEnd type="none" w="sm" len="sm"/>
                    </a:lnR>
                    <a:lnT w="9525" cap="flat" cmpd="sng" algn="ctr">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tc>
                  <a:txBody>
                    <a:bodyPr/>
                    <a:lstStyle/>
                    <a:p>
                      <a:pPr marL="0" lvl="0" indent="0" algn="ctr" rtl="0">
                        <a:spcBef>
                          <a:spcPts val="0"/>
                        </a:spcBef>
                        <a:spcAft>
                          <a:spcPts val="0"/>
                        </a:spcAft>
                        <a:buNone/>
                      </a:pPr>
                      <a:r>
                        <a:rPr lang="vi-VN" sz="1400" dirty="0">
                          <a:solidFill>
                            <a:srgbClr val="434343"/>
                          </a:solidFill>
                          <a:latin typeface="Microsoft YaHei UI" panose="020B0503020204020204" pitchFamily="34" charset="-122"/>
                          <a:ea typeface="Microsoft YaHei UI" panose="020B0503020204020204" pitchFamily="34" charset="-122"/>
                          <a:cs typeface="Anaheim"/>
                          <a:sym typeface="Anaheim"/>
                        </a:rPr>
                        <a:t>260</a:t>
                      </a:r>
                      <a:endParaRPr sz="1400" dirty="0">
                        <a:solidFill>
                          <a:srgbClr val="434343"/>
                        </a:solidFill>
                        <a:latin typeface="Microsoft YaHei UI" panose="020B0503020204020204" pitchFamily="34" charset="-122"/>
                        <a:ea typeface="Microsoft YaHei UI" panose="020B0503020204020204" pitchFamily="34" charset="-122"/>
                        <a:cs typeface="Anaheim"/>
                        <a:sym typeface="Anaheim"/>
                      </a:endParaRPr>
                    </a:p>
                  </a:txBody>
                  <a:tcPr marL="91425" marR="91425" marT="91425" marB="91425" anchor="ctr">
                    <a:lnL w="9525" cap="flat" cmpd="sng" algn="ctr">
                      <a:solidFill>
                        <a:srgbClr val="434343"/>
                      </a:solidFill>
                      <a:prstDash val="solid"/>
                      <a:round/>
                      <a:headEnd type="none" w="sm" len="sm"/>
                      <a:tailEnd type="none" w="sm" len="sm"/>
                    </a:lnL>
                    <a:lnR w="9525" cap="flat" cmpd="sng">
                      <a:solidFill>
                        <a:srgbClr val="434343"/>
                      </a:solidFill>
                      <a:prstDash val="solid"/>
                      <a:round/>
                      <a:headEnd type="none" w="sm" len="sm"/>
                      <a:tailEnd type="none" w="sm" len="sm"/>
                    </a:lnR>
                    <a:lnT w="9525" cap="flat" cmpd="sng" algn="ctr">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solidFill>
                      <a:srgbClr val="F3F3F3">
                        <a:alpha val="17860"/>
                      </a:srgbClr>
                    </a:solidFill>
                  </a:tcPr>
                </a:tc>
                <a:extLst>
                  <a:ext uri="{0D108BD9-81ED-4DB2-BD59-A6C34878D82A}">
                    <a16:rowId xmlns:a16="http://schemas.microsoft.com/office/drawing/2014/main" val="10003"/>
                  </a:ext>
                </a:extLst>
              </a:tr>
            </a:tbl>
          </a:graphicData>
        </a:graphic>
      </p:graphicFrame>
      <p:sp>
        <p:nvSpPr>
          <p:cNvPr id="21" name="TextBox 20">
            <a:extLst>
              <a:ext uri="{FF2B5EF4-FFF2-40B4-BE49-F238E27FC236}">
                <a16:creationId xmlns:a16="http://schemas.microsoft.com/office/drawing/2014/main" id="{0729088D-51D1-FFC9-FE17-496336517071}"/>
              </a:ext>
            </a:extLst>
          </p:cNvPr>
          <p:cNvSpPr txBox="1"/>
          <p:nvPr/>
        </p:nvSpPr>
        <p:spPr>
          <a:xfrm>
            <a:off x="3816267" y="1544203"/>
            <a:ext cx="1280160" cy="523220"/>
          </a:xfrm>
          <a:prstGeom prst="rect">
            <a:avLst/>
          </a:prstGeom>
          <a:noFill/>
        </p:spPr>
        <p:txBody>
          <a:bodyPr wrap="square" rtlCol="0">
            <a:spAutoFit/>
          </a:bodyPr>
          <a:lstStyle/>
          <a:p>
            <a:r>
              <a:rPr lang="en-US" b="1" dirty="0">
                <a:solidFill>
                  <a:srgbClr val="FF0000"/>
                </a:solidFill>
                <a:latin typeface="Lato" panose="020F0502020204030203" pitchFamily="34" charset="0"/>
                <a:ea typeface="Lato" panose="020F0502020204030203" pitchFamily="34" charset="0"/>
                <a:cs typeface="Lato" panose="020F0502020204030203" pitchFamily="34" charset="0"/>
              </a:rPr>
              <a:t>Khi áp dụng </a:t>
            </a:r>
            <a:r>
              <a:rPr lang="vi-VN" b="1" dirty="0">
                <a:solidFill>
                  <a:srgbClr val="FF0000"/>
                </a:solidFill>
                <a:latin typeface="Lato" panose="020F0502020204030203" pitchFamily="34" charset="0"/>
                <a:ea typeface="Lato" panose="020F0502020204030203" pitchFamily="34" charset="0"/>
                <a:cs typeface="Lato" panose="020F0502020204030203" pitchFamily="34" charset="0"/>
              </a:rPr>
              <a:t>mô hình</a:t>
            </a:r>
            <a:endParaRPr lang="en-US" b="1" dirty="0">
              <a:solidFill>
                <a:srgbClr val="FF0000"/>
              </a:solidFill>
              <a:latin typeface="Lato" panose="020F0502020204030203"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F694B6E2-2AC2-9F35-125D-FB1776103EA2}"/>
              </a:ext>
            </a:extLst>
          </p:cNvPr>
          <p:cNvSpPr txBox="1"/>
          <p:nvPr/>
        </p:nvSpPr>
        <p:spPr>
          <a:xfrm>
            <a:off x="5472725" y="1552686"/>
            <a:ext cx="1192695" cy="307777"/>
          </a:xfrm>
          <a:prstGeom prst="rect">
            <a:avLst/>
          </a:prstGeom>
          <a:noFill/>
        </p:spPr>
        <p:txBody>
          <a:bodyPr wrap="square" rtlCol="0">
            <a:spAutoFit/>
          </a:bodyPr>
          <a:lstStyle/>
          <a:p>
            <a:r>
              <a:rPr lang="vi-VN" b="1" dirty="0">
                <a:solidFill>
                  <a:schemeClr val="accent3"/>
                </a:solidFill>
                <a:latin typeface="Lato" panose="020F0502020204030203" pitchFamily="34" charset="0"/>
                <a:ea typeface="Lato" panose="020F0502020204030203" pitchFamily="34" charset="0"/>
                <a:cs typeface="Lato" panose="020F0502020204030203" pitchFamily="34" charset="0"/>
              </a:rPr>
              <a:t>Số quan sát</a:t>
            </a:r>
            <a:endParaRPr lang="en-US" b="1"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cxnSp>
        <p:nvCxnSpPr>
          <p:cNvPr id="23" name="Straight Connector 22">
            <a:extLst>
              <a:ext uri="{FF2B5EF4-FFF2-40B4-BE49-F238E27FC236}">
                <a16:creationId xmlns:a16="http://schemas.microsoft.com/office/drawing/2014/main" id="{2DB64680-EC31-77BC-F6BB-CF586453C1D5}"/>
              </a:ext>
            </a:extLst>
          </p:cNvPr>
          <p:cNvCxnSpPr/>
          <p:nvPr/>
        </p:nvCxnSpPr>
        <p:spPr>
          <a:xfrm>
            <a:off x="3835832" y="2068144"/>
            <a:ext cx="2360890" cy="0"/>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Arrow: Chevron 23">
            <a:extLst>
              <a:ext uri="{FF2B5EF4-FFF2-40B4-BE49-F238E27FC236}">
                <a16:creationId xmlns:a16="http://schemas.microsoft.com/office/drawing/2014/main" id="{3743C1F7-DF1F-046E-682E-7C5129887DAF}"/>
              </a:ext>
            </a:extLst>
          </p:cNvPr>
          <p:cNvSpPr/>
          <p:nvPr/>
        </p:nvSpPr>
        <p:spPr>
          <a:xfrm>
            <a:off x="3130052" y="2856423"/>
            <a:ext cx="468351" cy="64506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58397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30"/>
        <p:cNvGrpSpPr/>
        <p:nvPr/>
      </p:nvGrpSpPr>
      <p:grpSpPr>
        <a:xfrm>
          <a:off x="0" y="0"/>
          <a:ext cx="0" cy="0"/>
          <a:chOff x="0" y="0"/>
          <a:chExt cx="0" cy="0"/>
        </a:xfrm>
      </p:grpSpPr>
      <p:grpSp>
        <p:nvGrpSpPr>
          <p:cNvPr id="2531" name="Google Shape;2531;p46"/>
          <p:cNvGrpSpPr/>
          <p:nvPr/>
        </p:nvGrpSpPr>
        <p:grpSpPr>
          <a:xfrm>
            <a:off x="4237331" y="1731885"/>
            <a:ext cx="1090502" cy="1018186"/>
            <a:chOff x="4694531" y="2250235"/>
            <a:chExt cx="1090502" cy="1018186"/>
          </a:xfrm>
        </p:grpSpPr>
        <p:sp>
          <p:nvSpPr>
            <p:cNvPr id="2532" name="Google Shape;2532;p46"/>
            <p:cNvSpPr/>
            <p:nvPr/>
          </p:nvSpPr>
          <p:spPr>
            <a:xfrm>
              <a:off x="4694531" y="2250235"/>
              <a:ext cx="1090502" cy="1018186"/>
            </a:xfrm>
            <a:custGeom>
              <a:avLst/>
              <a:gdLst/>
              <a:ahLst/>
              <a:cxnLst/>
              <a:rect l="l" t="t" r="r" b="b"/>
              <a:pathLst>
                <a:path w="24565" h="22936" extrusionOk="0">
                  <a:moveTo>
                    <a:pt x="12304" y="1"/>
                  </a:moveTo>
                  <a:cubicBezTo>
                    <a:pt x="11753" y="1"/>
                    <a:pt x="11196" y="40"/>
                    <a:pt x="10635" y="122"/>
                  </a:cubicBezTo>
                  <a:cubicBezTo>
                    <a:pt x="4354" y="1033"/>
                    <a:pt x="0" y="6855"/>
                    <a:pt x="912" y="13122"/>
                  </a:cubicBezTo>
                  <a:cubicBezTo>
                    <a:pt x="1738" y="18828"/>
                    <a:pt x="6647" y="22935"/>
                    <a:pt x="12259" y="22935"/>
                  </a:cubicBezTo>
                  <a:cubicBezTo>
                    <a:pt x="12812" y="22935"/>
                    <a:pt x="13371" y="22895"/>
                    <a:pt x="13934" y="22813"/>
                  </a:cubicBezTo>
                  <a:cubicBezTo>
                    <a:pt x="20211" y="21901"/>
                    <a:pt x="24565" y="16083"/>
                    <a:pt x="23657" y="9816"/>
                  </a:cubicBezTo>
                  <a:cubicBezTo>
                    <a:pt x="22827" y="4109"/>
                    <a:pt x="17918" y="1"/>
                    <a:pt x="12304" y="1"/>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6"/>
            <p:cNvSpPr/>
            <p:nvPr/>
          </p:nvSpPr>
          <p:spPr>
            <a:xfrm>
              <a:off x="4824199" y="2371334"/>
              <a:ext cx="831161" cy="775937"/>
            </a:xfrm>
            <a:custGeom>
              <a:avLst/>
              <a:gdLst/>
              <a:ahLst/>
              <a:cxnLst/>
              <a:rect l="l" t="t" r="r" b="b"/>
              <a:pathLst>
                <a:path w="18723" h="17479" extrusionOk="0">
                  <a:moveTo>
                    <a:pt x="9375" y="1"/>
                  </a:moveTo>
                  <a:cubicBezTo>
                    <a:pt x="8956" y="1"/>
                    <a:pt x="8532" y="31"/>
                    <a:pt x="8106" y="92"/>
                  </a:cubicBezTo>
                  <a:cubicBezTo>
                    <a:pt x="3320" y="789"/>
                    <a:pt x="0" y="5226"/>
                    <a:pt x="697" y="9999"/>
                  </a:cubicBezTo>
                  <a:cubicBezTo>
                    <a:pt x="1328" y="14348"/>
                    <a:pt x="5067" y="17478"/>
                    <a:pt x="9342" y="17478"/>
                  </a:cubicBezTo>
                  <a:cubicBezTo>
                    <a:pt x="9763" y="17478"/>
                    <a:pt x="10189" y="17448"/>
                    <a:pt x="10617" y="17386"/>
                  </a:cubicBezTo>
                  <a:cubicBezTo>
                    <a:pt x="15406" y="16690"/>
                    <a:pt x="18723" y="12257"/>
                    <a:pt x="18029" y="7479"/>
                  </a:cubicBezTo>
                  <a:cubicBezTo>
                    <a:pt x="17395" y="3131"/>
                    <a:pt x="13655" y="1"/>
                    <a:pt x="9375"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6"/>
            <p:cNvSpPr/>
            <p:nvPr/>
          </p:nvSpPr>
          <p:spPr>
            <a:xfrm>
              <a:off x="4841911" y="2356596"/>
              <a:ext cx="782507" cy="470782"/>
            </a:xfrm>
            <a:custGeom>
              <a:avLst/>
              <a:gdLst/>
              <a:ahLst/>
              <a:cxnLst/>
              <a:rect l="l" t="t" r="r" b="b"/>
              <a:pathLst>
                <a:path w="17627" h="10605" extrusionOk="0">
                  <a:moveTo>
                    <a:pt x="8959" y="0"/>
                  </a:moveTo>
                  <a:cubicBezTo>
                    <a:pt x="8916" y="0"/>
                    <a:pt x="8873" y="1"/>
                    <a:pt x="8830" y="1"/>
                  </a:cubicBezTo>
                  <a:cubicBezTo>
                    <a:pt x="8348" y="12"/>
                    <a:pt x="7864" y="55"/>
                    <a:pt x="7379" y="141"/>
                  </a:cubicBezTo>
                  <a:cubicBezTo>
                    <a:pt x="6895" y="227"/>
                    <a:pt x="6421" y="353"/>
                    <a:pt x="5969" y="511"/>
                  </a:cubicBezTo>
                  <a:cubicBezTo>
                    <a:pt x="5513" y="665"/>
                    <a:pt x="5083" y="866"/>
                    <a:pt x="4673" y="1085"/>
                  </a:cubicBezTo>
                  <a:cubicBezTo>
                    <a:pt x="4264" y="1301"/>
                    <a:pt x="3880" y="1556"/>
                    <a:pt x="3524" y="1824"/>
                  </a:cubicBezTo>
                  <a:cubicBezTo>
                    <a:pt x="3169" y="2094"/>
                    <a:pt x="2843" y="2384"/>
                    <a:pt x="2545" y="2689"/>
                  </a:cubicBezTo>
                  <a:cubicBezTo>
                    <a:pt x="1949" y="3296"/>
                    <a:pt x="1478" y="3964"/>
                    <a:pt x="1112" y="4620"/>
                  </a:cubicBezTo>
                  <a:cubicBezTo>
                    <a:pt x="750" y="5281"/>
                    <a:pt x="499" y="5941"/>
                    <a:pt x="334" y="6559"/>
                  </a:cubicBezTo>
                  <a:cubicBezTo>
                    <a:pt x="0" y="7793"/>
                    <a:pt x="14" y="8842"/>
                    <a:pt x="90" y="9538"/>
                  </a:cubicBezTo>
                  <a:cubicBezTo>
                    <a:pt x="172" y="10235"/>
                    <a:pt x="303" y="10604"/>
                    <a:pt x="340" y="10604"/>
                  </a:cubicBezTo>
                  <a:cubicBezTo>
                    <a:pt x="341" y="10604"/>
                    <a:pt x="341" y="10604"/>
                    <a:pt x="341" y="10604"/>
                  </a:cubicBezTo>
                  <a:cubicBezTo>
                    <a:pt x="395" y="10593"/>
                    <a:pt x="352" y="10209"/>
                    <a:pt x="352" y="9524"/>
                  </a:cubicBezTo>
                  <a:cubicBezTo>
                    <a:pt x="355" y="8842"/>
                    <a:pt x="416" y="7844"/>
                    <a:pt x="786" y="6691"/>
                  </a:cubicBezTo>
                  <a:cubicBezTo>
                    <a:pt x="973" y="6118"/>
                    <a:pt x="1235" y="5503"/>
                    <a:pt x="1594" y="4894"/>
                  </a:cubicBezTo>
                  <a:cubicBezTo>
                    <a:pt x="1960" y="4291"/>
                    <a:pt x="2416" y="3680"/>
                    <a:pt x="2982" y="3124"/>
                  </a:cubicBezTo>
                  <a:cubicBezTo>
                    <a:pt x="3266" y="2848"/>
                    <a:pt x="3575" y="2578"/>
                    <a:pt x="3908" y="2338"/>
                  </a:cubicBezTo>
                  <a:cubicBezTo>
                    <a:pt x="4246" y="2090"/>
                    <a:pt x="4601" y="1860"/>
                    <a:pt x="4985" y="1663"/>
                  </a:cubicBezTo>
                  <a:cubicBezTo>
                    <a:pt x="5366" y="1462"/>
                    <a:pt x="5764" y="1282"/>
                    <a:pt x="6188" y="1139"/>
                  </a:cubicBezTo>
                  <a:cubicBezTo>
                    <a:pt x="6608" y="996"/>
                    <a:pt x="7046" y="880"/>
                    <a:pt x="7495" y="798"/>
                  </a:cubicBezTo>
                  <a:cubicBezTo>
                    <a:pt x="7947" y="722"/>
                    <a:pt x="8396" y="679"/>
                    <a:pt x="8840" y="669"/>
                  </a:cubicBezTo>
                  <a:cubicBezTo>
                    <a:pt x="8899" y="668"/>
                    <a:pt x="8958" y="667"/>
                    <a:pt x="9016" y="667"/>
                  </a:cubicBezTo>
                  <a:cubicBezTo>
                    <a:pt x="9401" y="667"/>
                    <a:pt x="9780" y="698"/>
                    <a:pt x="10150" y="744"/>
                  </a:cubicBezTo>
                  <a:cubicBezTo>
                    <a:pt x="10578" y="798"/>
                    <a:pt x="10994" y="895"/>
                    <a:pt x="11393" y="1009"/>
                  </a:cubicBezTo>
                  <a:cubicBezTo>
                    <a:pt x="11791" y="1121"/>
                    <a:pt x="12171" y="1268"/>
                    <a:pt x="12531" y="1430"/>
                  </a:cubicBezTo>
                  <a:cubicBezTo>
                    <a:pt x="13255" y="1753"/>
                    <a:pt x="13894" y="2169"/>
                    <a:pt x="14447" y="2614"/>
                  </a:cubicBezTo>
                  <a:cubicBezTo>
                    <a:pt x="14993" y="3063"/>
                    <a:pt x="15448" y="3547"/>
                    <a:pt x="15821" y="4021"/>
                  </a:cubicBezTo>
                  <a:cubicBezTo>
                    <a:pt x="16568" y="4976"/>
                    <a:pt x="16970" y="5895"/>
                    <a:pt x="17207" y="6534"/>
                  </a:cubicBezTo>
                  <a:cubicBezTo>
                    <a:pt x="17442" y="7171"/>
                    <a:pt x="17536" y="7543"/>
                    <a:pt x="17586" y="7543"/>
                  </a:cubicBezTo>
                  <a:cubicBezTo>
                    <a:pt x="17586" y="7543"/>
                    <a:pt x="17587" y="7543"/>
                    <a:pt x="17587" y="7542"/>
                  </a:cubicBezTo>
                  <a:cubicBezTo>
                    <a:pt x="17627" y="7535"/>
                    <a:pt x="17623" y="7144"/>
                    <a:pt x="17458" y="6454"/>
                  </a:cubicBezTo>
                  <a:cubicBezTo>
                    <a:pt x="17290" y="5773"/>
                    <a:pt x="16941" y="4786"/>
                    <a:pt x="16205" y="3741"/>
                  </a:cubicBezTo>
                  <a:cubicBezTo>
                    <a:pt x="15836" y="3221"/>
                    <a:pt x="15373" y="2686"/>
                    <a:pt x="14806" y="2190"/>
                  </a:cubicBezTo>
                  <a:cubicBezTo>
                    <a:pt x="14235" y="1699"/>
                    <a:pt x="13564" y="1236"/>
                    <a:pt x="12792" y="870"/>
                  </a:cubicBezTo>
                  <a:cubicBezTo>
                    <a:pt x="12408" y="686"/>
                    <a:pt x="12002" y="525"/>
                    <a:pt x="11575" y="396"/>
                  </a:cubicBezTo>
                  <a:cubicBezTo>
                    <a:pt x="11148" y="267"/>
                    <a:pt x="10703" y="159"/>
                    <a:pt x="10243" y="95"/>
                  </a:cubicBezTo>
                  <a:cubicBezTo>
                    <a:pt x="9825" y="36"/>
                    <a:pt x="9395" y="0"/>
                    <a:pt x="8959"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6"/>
            <p:cNvSpPr/>
            <p:nvPr/>
          </p:nvSpPr>
          <p:spPr>
            <a:xfrm>
              <a:off x="5058586" y="2488083"/>
              <a:ext cx="386747" cy="570799"/>
            </a:xfrm>
            <a:custGeom>
              <a:avLst/>
              <a:gdLst/>
              <a:ahLst/>
              <a:cxnLst/>
              <a:rect l="l" t="t" r="r" b="b"/>
              <a:pathLst>
                <a:path w="8712" h="12858" extrusionOk="0">
                  <a:moveTo>
                    <a:pt x="3209" y="3500"/>
                  </a:moveTo>
                  <a:lnTo>
                    <a:pt x="3518" y="5409"/>
                  </a:lnTo>
                  <a:cubicBezTo>
                    <a:pt x="2894" y="5316"/>
                    <a:pt x="2452" y="5122"/>
                    <a:pt x="2377" y="4652"/>
                  </a:cubicBezTo>
                  <a:cubicBezTo>
                    <a:pt x="2304" y="4211"/>
                    <a:pt x="2524" y="3772"/>
                    <a:pt x="3209" y="3500"/>
                  </a:cubicBezTo>
                  <a:close/>
                  <a:moveTo>
                    <a:pt x="5233" y="7506"/>
                  </a:moveTo>
                  <a:cubicBezTo>
                    <a:pt x="5844" y="7617"/>
                    <a:pt x="6275" y="7807"/>
                    <a:pt x="6350" y="8277"/>
                  </a:cubicBezTo>
                  <a:cubicBezTo>
                    <a:pt x="6418" y="8708"/>
                    <a:pt x="6177" y="9106"/>
                    <a:pt x="5528" y="9361"/>
                  </a:cubicBezTo>
                  <a:lnTo>
                    <a:pt x="5233" y="7506"/>
                  </a:lnTo>
                  <a:close/>
                  <a:moveTo>
                    <a:pt x="4032" y="0"/>
                  </a:moveTo>
                  <a:lnTo>
                    <a:pt x="2685" y="216"/>
                  </a:lnTo>
                  <a:lnTo>
                    <a:pt x="2925" y="1708"/>
                  </a:lnTo>
                  <a:cubicBezTo>
                    <a:pt x="840" y="2290"/>
                    <a:pt x="0" y="3683"/>
                    <a:pt x="227" y="5108"/>
                  </a:cubicBezTo>
                  <a:cubicBezTo>
                    <a:pt x="535" y="7032"/>
                    <a:pt x="2283" y="7261"/>
                    <a:pt x="3833" y="7384"/>
                  </a:cubicBezTo>
                  <a:lnTo>
                    <a:pt x="4193" y="9630"/>
                  </a:lnTo>
                  <a:cubicBezTo>
                    <a:pt x="4079" y="9637"/>
                    <a:pt x="3965" y="9641"/>
                    <a:pt x="3850" y="9641"/>
                  </a:cubicBezTo>
                  <a:cubicBezTo>
                    <a:pt x="2975" y="9641"/>
                    <a:pt x="2096" y="9438"/>
                    <a:pt x="1433" y="9092"/>
                  </a:cubicBezTo>
                  <a:lnTo>
                    <a:pt x="955" y="10854"/>
                  </a:lnTo>
                  <a:cubicBezTo>
                    <a:pt x="1623" y="11223"/>
                    <a:pt x="2619" y="11432"/>
                    <a:pt x="3681" y="11432"/>
                  </a:cubicBezTo>
                  <a:cubicBezTo>
                    <a:pt x="3943" y="11432"/>
                    <a:pt x="4210" y="11419"/>
                    <a:pt x="4476" y="11393"/>
                  </a:cubicBezTo>
                  <a:lnTo>
                    <a:pt x="4709" y="12857"/>
                  </a:lnTo>
                  <a:lnTo>
                    <a:pt x="6056" y="12642"/>
                  </a:lnTo>
                  <a:lnTo>
                    <a:pt x="5815" y="11138"/>
                  </a:lnTo>
                  <a:cubicBezTo>
                    <a:pt x="7882" y="10542"/>
                    <a:pt x="8712" y="9171"/>
                    <a:pt x="8489" y="7771"/>
                  </a:cubicBezTo>
                  <a:cubicBezTo>
                    <a:pt x="8184" y="5876"/>
                    <a:pt x="6465" y="5639"/>
                    <a:pt x="4915" y="5528"/>
                  </a:cubicBezTo>
                  <a:lnTo>
                    <a:pt x="4548" y="3242"/>
                  </a:lnTo>
                  <a:cubicBezTo>
                    <a:pt x="4611" y="3239"/>
                    <a:pt x="4673" y="3238"/>
                    <a:pt x="4736" y="3238"/>
                  </a:cubicBezTo>
                  <a:cubicBezTo>
                    <a:pt x="5367" y="3238"/>
                    <a:pt x="6038" y="3357"/>
                    <a:pt x="6719" y="3611"/>
                  </a:cubicBezTo>
                  <a:lnTo>
                    <a:pt x="7125" y="1849"/>
                  </a:lnTo>
                  <a:cubicBezTo>
                    <a:pt x="6479" y="1570"/>
                    <a:pt x="5703" y="1442"/>
                    <a:pt x="4899" y="1442"/>
                  </a:cubicBezTo>
                  <a:cubicBezTo>
                    <a:pt x="4689" y="1442"/>
                    <a:pt x="4476" y="1451"/>
                    <a:pt x="4264" y="1468"/>
                  </a:cubicBezTo>
                  <a:lnTo>
                    <a:pt x="403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36" name="Google Shape;2536;p46"/>
          <p:cNvSpPr txBox="1">
            <a:spLocks noGrp="1"/>
          </p:cNvSpPr>
          <p:nvPr>
            <p:ph type="ctrTitle"/>
          </p:nvPr>
        </p:nvSpPr>
        <p:spPr>
          <a:xfrm>
            <a:off x="636297" y="641809"/>
            <a:ext cx="3248400" cy="146569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3000" dirty="0">
                <a:latin typeface="Lato" panose="020F0502020204030203" pitchFamily="34" charset="0"/>
                <a:ea typeface="Lato" panose="020F0502020204030203" pitchFamily="34" charset="0"/>
                <a:cs typeface="Lato" panose="020F0502020204030203" pitchFamily="34" charset="0"/>
              </a:rPr>
              <a:t>Cảm ơn đã tham gia lắng nghe</a:t>
            </a:r>
            <a:endParaRPr sz="3000" dirty="0">
              <a:latin typeface="Lato" panose="020F0502020204030203" pitchFamily="34" charset="0"/>
              <a:ea typeface="Lato" panose="020F0502020204030203" pitchFamily="34" charset="0"/>
              <a:cs typeface="Lato" panose="020F0502020204030203" pitchFamily="34" charset="0"/>
            </a:endParaRPr>
          </a:p>
        </p:txBody>
      </p:sp>
      <p:grpSp>
        <p:nvGrpSpPr>
          <p:cNvPr id="2538" name="Google Shape;2538;p46"/>
          <p:cNvGrpSpPr/>
          <p:nvPr/>
        </p:nvGrpSpPr>
        <p:grpSpPr>
          <a:xfrm rot="756199">
            <a:off x="8106510" y="1734345"/>
            <a:ext cx="502396" cy="423275"/>
            <a:chOff x="2681574" y="1237063"/>
            <a:chExt cx="340338" cy="314998"/>
          </a:xfrm>
        </p:grpSpPr>
        <p:sp>
          <p:nvSpPr>
            <p:cNvPr id="2539" name="Google Shape;2539;p46"/>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6"/>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6"/>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6"/>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3" name="Google Shape;2543;p46"/>
          <p:cNvGrpSpPr/>
          <p:nvPr/>
        </p:nvGrpSpPr>
        <p:grpSpPr>
          <a:xfrm>
            <a:off x="6472501" y="1281478"/>
            <a:ext cx="1000385" cy="883233"/>
            <a:chOff x="6472501" y="1326053"/>
            <a:chExt cx="1000385" cy="883233"/>
          </a:xfrm>
        </p:grpSpPr>
        <p:sp>
          <p:nvSpPr>
            <p:cNvPr id="2544" name="Google Shape;2544;p46"/>
            <p:cNvSpPr/>
            <p:nvPr/>
          </p:nvSpPr>
          <p:spPr>
            <a:xfrm>
              <a:off x="6472501" y="1326053"/>
              <a:ext cx="1000385" cy="883233"/>
            </a:xfrm>
            <a:custGeom>
              <a:avLst/>
              <a:gdLst/>
              <a:ahLst/>
              <a:cxnLst/>
              <a:rect l="l" t="t" r="r" b="b"/>
              <a:pathLst>
                <a:path w="22535" h="19896" extrusionOk="0">
                  <a:moveTo>
                    <a:pt x="11255" y="0"/>
                  </a:moveTo>
                  <a:cubicBezTo>
                    <a:pt x="8227" y="0"/>
                    <a:pt x="5239" y="1376"/>
                    <a:pt x="3289" y="3985"/>
                  </a:cubicBezTo>
                  <a:cubicBezTo>
                    <a:pt x="1" y="8378"/>
                    <a:pt x="913" y="14612"/>
                    <a:pt x="5316" y="17907"/>
                  </a:cubicBezTo>
                  <a:cubicBezTo>
                    <a:pt x="7110" y="19248"/>
                    <a:pt x="9206" y="19895"/>
                    <a:pt x="11284" y="19895"/>
                  </a:cubicBezTo>
                  <a:cubicBezTo>
                    <a:pt x="14312" y="19895"/>
                    <a:pt x="17299" y="18520"/>
                    <a:pt x="19247" y="15912"/>
                  </a:cubicBezTo>
                  <a:cubicBezTo>
                    <a:pt x="22535" y="11515"/>
                    <a:pt x="21627" y="5281"/>
                    <a:pt x="17219" y="1986"/>
                  </a:cubicBezTo>
                  <a:cubicBezTo>
                    <a:pt x="15426" y="647"/>
                    <a:pt x="13331" y="0"/>
                    <a:pt x="11255"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6"/>
            <p:cNvSpPr/>
            <p:nvPr/>
          </p:nvSpPr>
          <p:spPr>
            <a:xfrm>
              <a:off x="6591559" y="1431083"/>
              <a:ext cx="762308" cy="673123"/>
            </a:xfrm>
            <a:custGeom>
              <a:avLst/>
              <a:gdLst/>
              <a:ahLst/>
              <a:cxnLst/>
              <a:rect l="l" t="t" r="r" b="b"/>
              <a:pathLst>
                <a:path w="17172" h="15163" extrusionOk="0">
                  <a:moveTo>
                    <a:pt x="8574" y="0"/>
                  </a:moveTo>
                  <a:cubicBezTo>
                    <a:pt x="6268" y="0"/>
                    <a:pt x="3991" y="1048"/>
                    <a:pt x="2505" y="3036"/>
                  </a:cubicBezTo>
                  <a:cubicBezTo>
                    <a:pt x="0" y="6385"/>
                    <a:pt x="693" y="11138"/>
                    <a:pt x="4052" y="13646"/>
                  </a:cubicBezTo>
                  <a:cubicBezTo>
                    <a:pt x="5418" y="14669"/>
                    <a:pt x="7014" y="15162"/>
                    <a:pt x="8596" y="15162"/>
                  </a:cubicBezTo>
                  <a:cubicBezTo>
                    <a:pt x="10903" y="15162"/>
                    <a:pt x="13180" y="14113"/>
                    <a:pt x="14666" y="12124"/>
                  </a:cubicBezTo>
                  <a:cubicBezTo>
                    <a:pt x="17171" y="8776"/>
                    <a:pt x="16479" y="4023"/>
                    <a:pt x="13119" y="1515"/>
                  </a:cubicBezTo>
                  <a:cubicBezTo>
                    <a:pt x="11753" y="494"/>
                    <a:pt x="10157" y="0"/>
                    <a:pt x="8574"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6"/>
            <p:cNvSpPr/>
            <p:nvPr/>
          </p:nvSpPr>
          <p:spPr>
            <a:xfrm>
              <a:off x="6695435" y="1419230"/>
              <a:ext cx="625446" cy="541722"/>
            </a:xfrm>
            <a:custGeom>
              <a:avLst/>
              <a:gdLst/>
              <a:ahLst/>
              <a:cxnLst/>
              <a:rect l="l" t="t" r="r" b="b"/>
              <a:pathLst>
                <a:path w="14089" h="12203" extrusionOk="0">
                  <a:moveTo>
                    <a:pt x="6307" y="1"/>
                  </a:moveTo>
                  <a:cubicBezTo>
                    <a:pt x="6282" y="1"/>
                    <a:pt x="6257" y="1"/>
                    <a:pt x="6231" y="1"/>
                  </a:cubicBezTo>
                  <a:cubicBezTo>
                    <a:pt x="5492" y="8"/>
                    <a:pt x="4795" y="127"/>
                    <a:pt x="4167" y="306"/>
                  </a:cubicBezTo>
                  <a:cubicBezTo>
                    <a:pt x="3539" y="490"/>
                    <a:pt x="2983" y="737"/>
                    <a:pt x="2502" y="1013"/>
                  </a:cubicBezTo>
                  <a:cubicBezTo>
                    <a:pt x="1540" y="1566"/>
                    <a:pt x="909" y="2216"/>
                    <a:pt x="528" y="2690"/>
                  </a:cubicBezTo>
                  <a:cubicBezTo>
                    <a:pt x="147" y="3170"/>
                    <a:pt x="1" y="3480"/>
                    <a:pt x="29" y="3497"/>
                  </a:cubicBezTo>
                  <a:cubicBezTo>
                    <a:pt x="31" y="3498"/>
                    <a:pt x="33" y="3499"/>
                    <a:pt x="35" y="3499"/>
                  </a:cubicBezTo>
                  <a:cubicBezTo>
                    <a:pt x="85" y="3499"/>
                    <a:pt x="292" y="3245"/>
                    <a:pt x="693" y="2844"/>
                  </a:cubicBezTo>
                  <a:cubicBezTo>
                    <a:pt x="1116" y="2428"/>
                    <a:pt x="1767" y="1853"/>
                    <a:pt x="2700" y="1376"/>
                  </a:cubicBezTo>
                  <a:cubicBezTo>
                    <a:pt x="3166" y="1136"/>
                    <a:pt x="3701" y="924"/>
                    <a:pt x="4297" y="770"/>
                  </a:cubicBezTo>
                  <a:cubicBezTo>
                    <a:pt x="4863" y="630"/>
                    <a:pt x="5480" y="539"/>
                    <a:pt x="6128" y="539"/>
                  </a:cubicBezTo>
                  <a:cubicBezTo>
                    <a:pt x="6162" y="539"/>
                    <a:pt x="6197" y="539"/>
                    <a:pt x="6231" y="540"/>
                  </a:cubicBezTo>
                  <a:cubicBezTo>
                    <a:pt x="6576" y="543"/>
                    <a:pt x="6928" y="565"/>
                    <a:pt x="7283" y="622"/>
                  </a:cubicBezTo>
                  <a:cubicBezTo>
                    <a:pt x="7638" y="680"/>
                    <a:pt x="7997" y="755"/>
                    <a:pt x="8357" y="869"/>
                  </a:cubicBezTo>
                  <a:cubicBezTo>
                    <a:pt x="8712" y="981"/>
                    <a:pt x="9067" y="1114"/>
                    <a:pt x="9412" y="1286"/>
                  </a:cubicBezTo>
                  <a:cubicBezTo>
                    <a:pt x="9760" y="1459"/>
                    <a:pt x="10097" y="1656"/>
                    <a:pt x="10424" y="1882"/>
                  </a:cubicBezTo>
                  <a:cubicBezTo>
                    <a:pt x="10747" y="2112"/>
                    <a:pt x="11049" y="2360"/>
                    <a:pt x="11324" y="2625"/>
                  </a:cubicBezTo>
                  <a:cubicBezTo>
                    <a:pt x="11604" y="2890"/>
                    <a:pt x="11856" y="3182"/>
                    <a:pt x="12082" y="3475"/>
                  </a:cubicBezTo>
                  <a:cubicBezTo>
                    <a:pt x="12311" y="3773"/>
                    <a:pt x="12505" y="4083"/>
                    <a:pt x="12678" y="4398"/>
                  </a:cubicBezTo>
                  <a:cubicBezTo>
                    <a:pt x="12853" y="4714"/>
                    <a:pt x="12997" y="5034"/>
                    <a:pt x="13120" y="5357"/>
                  </a:cubicBezTo>
                  <a:cubicBezTo>
                    <a:pt x="13363" y="5999"/>
                    <a:pt x="13499" y="6645"/>
                    <a:pt x="13564" y="7255"/>
                  </a:cubicBezTo>
                  <a:cubicBezTo>
                    <a:pt x="13625" y="7865"/>
                    <a:pt x="13607" y="8443"/>
                    <a:pt x="13547" y="8960"/>
                  </a:cubicBezTo>
                  <a:cubicBezTo>
                    <a:pt x="13418" y="10005"/>
                    <a:pt x="13098" y="10812"/>
                    <a:pt x="12853" y="11351"/>
                  </a:cubicBezTo>
                  <a:cubicBezTo>
                    <a:pt x="12603" y="11889"/>
                    <a:pt x="12430" y="12176"/>
                    <a:pt x="12466" y="12202"/>
                  </a:cubicBezTo>
                  <a:cubicBezTo>
                    <a:pt x="12467" y="12202"/>
                    <a:pt x="12468" y="12202"/>
                    <a:pt x="12469" y="12202"/>
                  </a:cubicBezTo>
                  <a:cubicBezTo>
                    <a:pt x="12511" y="12202"/>
                    <a:pt x="12743" y="11961"/>
                    <a:pt x="13055" y="11455"/>
                  </a:cubicBezTo>
                  <a:cubicBezTo>
                    <a:pt x="13367" y="10934"/>
                    <a:pt x="13762" y="10116"/>
                    <a:pt x="13952" y="9025"/>
                  </a:cubicBezTo>
                  <a:cubicBezTo>
                    <a:pt x="14046" y="8479"/>
                    <a:pt x="14089" y="7869"/>
                    <a:pt x="14046" y="7216"/>
                  </a:cubicBezTo>
                  <a:cubicBezTo>
                    <a:pt x="13999" y="6566"/>
                    <a:pt x="13873" y="5870"/>
                    <a:pt x="13622" y="5173"/>
                  </a:cubicBezTo>
                  <a:cubicBezTo>
                    <a:pt x="13499" y="4829"/>
                    <a:pt x="13353" y="4477"/>
                    <a:pt x="13169" y="4136"/>
                  </a:cubicBezTo>
                  <a:cubicBezTo>
                    <a:pt x="12987" y="3795"/>
                    <a:pt x="12782" y="3458"/>
                    <a:pt x="12538" y="3135"/>
                  </a:cubicBezTo>
                  <a:cubicBezTo>
                    <a:pt x="12293" y="2815"/>
                    <a:pt x="12028" y="2499"/>
                    <a:pt x="11730" y="2212"/>
                  </a:cubicBezTo>
                  <a:cubicBezTo>
                    <a:pt x="11429" y="1921"/>
                    <a:pt x="11102" y="1652"/>
                    <a:pt x="10754" y="1404"/>
                  </a:cubicBezTo>
                  <a:cubicBezTo>
                    <a:pt x="10403" y="1164"/>
                    <a:pt x="10040" y="949"/>
                    <a:pt x="9663" y="766"/>
                  </a:cubicBezTo>
                  <a:cubicBezTo>
                    <a:pt x="9290" y="583"/>
                    <a:pt x="8905" y="443"/>
                    <a:pt x="8518" y="324"/>
                  </a:cubicBezTo>
                  <a:cubicBezTo>
                    <a:pt x="8134" y="206"/>
                    <a:pt x="7746" y="127"/>
                    <a:pt x="7362" y="73"/>
                  </a:cubicBezTo>
                  <a:cubicBezTo>
                    <a:pt x="7005" y="23"/>
                    <a:pt x="6653" y="1"/>
                    <a:pt x="630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6"/>
            <p:cNvSpPr/>
            <p:nvPr/>
          </p:nvSpPr>
          <p:spPr>
            <a:xfrm>
              <a:off x="6758560" y="1569362"/>
              <a:ext cx="413028" cy="429586"/>
            </a:xfrm>
            <a:custGeom>
              <a:avLst/>
              <a:gdLst/>
              <a:ahLst/>
              <a:cxnLst/>
              <a:rect l="l" t="t" r="r" b="b"/>
              <a:pathLst>
                <a:path w="9304" h="9677" extrusionOk="0">
                  <a:moveTo>
                    <a:pt x="5325" y="2199"/>
                  </a:moveTo>
                  <a:cubicBezTo>
                    <a:pt x="5490" y="2199"/>
                    <a:pt x="5679" y="2241"/>
                    <a:pt x="5893" y="2333"/>
                  </a:cubicBezTo>
                  <a:lnTo>
                    <a:pt x="4910" y="3690"/>
                  </a:lnTo>
                  <a:cubicBezTo>
                    <a:pt x="4587" y="3252"/>
                    <a:pt x="4429" y="2861"/>
                    <a:pt x="4673" y="2527"/>
                  </a:cubicBezTo>
                  <a:cubicBezTo>
                    <a:pt x="4819" y="2326"/>
                    <a:pt x="5035" y="2199"/>
                    <a:pt x="5325" y="2199"/>
                  </a:cubicBezTo>
                  <a:close/>
                  <a:moveTo>
                    <a:pt x="4673" y="6027"/>
                  </a:moveTo>
                  <a:cubicBezTo>
                    <a:pt x="4978" y="6468"/>
                    <a:pt x="5126" y="6849"/>
                    <a:pt x="4881" y="7186"/>
                  </a:cubicBezTo>
                  <a:cubicBezTo>
                    <a:pt x="4747" y="7373"/>
                    <a:pt x="4548" y="7482"/>
                    <a:pt x="4286" y="7482"/>
                  </a:cubicBezTo>
                  <a:cubicBezTo>
                    <a:pt x="4121" y="7482"/>
                    <a:pt x="3930" y="7438"/>
                    <a:pt x="3715" y="7344"/>
                  </a:cubicBezTo>
                  <a:lnTo>
                    <a:pt x="4673" y="6027"/>
                  </a:lnTo>
                  <a:close/>
                  <a:moveTo>
                    <a:pt x="7584" y="0"/>
                  </a:moveTo>
                  <a:lnTo>
                    <a:pt x="6816" y="1059"/>
                  </a:lnTo>
                  <a:cubicBezTo>
                    <a:pt x="6155" y="686"/>
                    <a:pt x="5538" y="519"/>
                    <a:pt x="4989" y="519"/>
                  </a:cubicBezTo>
                  <a:cubicBezTo>
                    <a:pt x="4180" y="519"/>
                    <a:pt x="3518" y="883"/>
                    <a:pt x="3080" y="1486"/>
                  </a:cubicBezTo>
                  <a:cubicBezTo>
                    <a:pt x="2089" y="2854"/>
                    <a:pt x="3015" y="4067"/>
                    <a:pt x="3890" y="5094"/>
                  </a:cubicBezTo>
                  <a:lnTo>
                    <a:pt x="2731" y="6691"/>
                  </a:lnTo>
                  <a:cubicBezTo>
                    <a:pt x="2093" y="6123"/>
                    <a:pt x="1594" y="5366"/>
                    <a:pt x="1371" y="4667"/>
                  </a:cubicBezTo>
                  <a:lnTo>
                    <a:pt x="0" y="5452"/>
                  </a:lnTo>
                  <a:cubicBezTo>
                    <a:pt x="226" y="6246"/>
                    <a:pt x="918" y="7200"/>
                    <a:pt x="1823" y="7944"/>
                  </a:cubicBezTo>
                  <a:lnTo>
                    <a:pt x="1069" y="8984"/>
                  </a:lnTo>
                  <a:lnTo>
                    <a:pt x="2024" y="9677"/>
                  </a:lnTo>
                  <a:lnTo>
                    <a:pt x="2800" y="8608"/>
                  </a:lnTo>
                  <a:cubicBezTo>
                    <a:pt x="3458" y="8973"/>
                    <a:pt x="4071" y="9136"/>
                    <a:pt x="4614" y="9136"/>
                  </a:cubicBezTo>
                  <a:cubicBezTo>
                    <a:pt x="5419" y="9136"/>
                    <a:pt x="6073" y="8778"/>
                    <a:pt x="6504" y="8187"/>
                  </a:cubicBezTo>
                  <a:cubicBezTo>
                    <a:pt x="7480" y="6838"/>
                    <a:pt x="6572" y="5639"/>
                    <a:pt x="5692" y="4620"/>
                  </a:cubicBezTo>
                  <a:lnTo>
                    <a:pt x="6870" y="2997"/>
                  </a:lnTo>
                  <a:cubicBezTo>
                    <a:pt x="7308" y="3399"/>
                    <a:pt x="7684" y="3923"/>
                    <a:pt x="7972" y="4556"/>
                  </a:cubicBezTo>
                  <a:lnTo>
                    <a:pt x="9304" y="3726"/>
                  </a:lnTo>
                  <a:cubicBezTo>
                    <a:pt x="9019" y="3008"/>
                    <a:pt x="8459" y="2311"/>
                    <a:pt x="7785" y="1734"/>
                  </a:cubicBezTo>
                  <a:lnTo>
                    <a:pt x="8539" y="693"/>
                  </a:lnTo>
                  <a:lnTo>
                    <a:pt x="7584"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8" name="Google Shape;2548;p46"/>
          <p:cNvGrpSpPr/>
          <p:nvPr/>
        </p:nvGrpSpPr>
        <p:grpSpPr>
          <a:xfrm>
            <a:off x="6256625" y="936264"/>
            <a:ext cx="546250" cy="503056"/>
            <a:chOff x="6256625" y="616414"/>
            <a:chExt cx="546250" cy="503056"/>
          </a:xfrm>
        </p:grpSpPr>
        <p:sp>
          <p:nvSpPr>
            <p:cNvPr id="2549" name="Google Shape;2549;p46"/>
            <p:cNvSpPr/>
            <p:nvPr/>
          </p:nvSpPr>
          <p:spPr>
            <a:xfrm>
              <a:off x="6256625" y="616414"/>
              <a:ext cx="546250" cy="503056"/>
            </a:xfrm>
            <a:custGeom>
              <a:avLst/>
              <a:gdLst/>
              <a:ahLst/>
              <a:cxnLst/>
              <a:rect l="l" t="t" r="r" b="b"/>
              <a:pathLst>
                <a:path w="12305" h="11332" extrusionOk="0">
                  <a:moveTo>
                    <a:pt x="6142" y="0"/>
                  </a:moveTo>
                  <a:cubicBezTo>
                    <a:pt x="3460" y="0"/>
                    <a:pt x="1077" y="1903"/>
                    <a:pt x="571" y="4630"/>
                  </a:cubicBezTo>
                  <a:cubicBezTo>
                    <a:pt x="1" y="7706"/>
                    <a:pt x="2035" y="10663"/>
                    <a:pt x="5119" y="11234"/>
                  </a:cubicBezTo>
                  <a:cubicBezTo>
                    <a:pt x="5471" y="11300"/>
                    <a:pt x="5822" y="11332"/>
                    <a:pt x="6167" y="11332"/>
                  </a:cubicBezTo>
                  <a:cubicBezTo>
                    <a:pt x="8847" y="11332"/>
                    <a:pt x="11228" y="9429"/>
                    <a:pt x="11733" y="6705"/>
                  </a:cubicBezTo>
                  <a:cubicBezTo>
                    <a:pt x="12305" y="3629"/>
                    <a:pt x="10269" y="671"/>
                    <a:pt x="7186" y="97"/>
                  </a:cubicBezTo>
                  <a:cubicBezTo>
                    <a:pt x="6835" y="32"/>
                    <a:pt x="6486" y="0"/>
                    <a:pt x="6142" y="0"/>
                  </a:cubicBez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6"/>
            <p:cNvSpPr/>
            <p:nvPr/>
          </p:nvSpPr>
          <p:spPr>
            <a:xfrm>
              <a:off x="6321659" y="676342"/>
              <a:ext cx="416224" cy="383285"/>
            </a:xfrm>
            <a:custGeom>
              <a:avLst/>
              <a:gdLst/>
              <a:ahLst/>
              <a:cxnLst/>
              <a:rect l="l" t="t" r="r" b="b"/>
              <a:pathLst>
                <a:path w="9376" h="8634" extrusionOk="0">
                  <a:moveTo>
                    <a:pt x="4678" y="0"/>
                  </a:moveTo>
                  <a:cubicBezTo>
                    <a:pt x="2635" y="0"/>
                    <a:pt x="819" y="1451"/>
                    <a:pt x="434" y="3528"/>
                  </a:cubicBezTo>
                  <a:cubicBezTo>
                    <a:pt x="0" y="5872"/>
                    <a:pt x="1551" y="8125"/>
                    <a:pt x="3898" y="8559"/>
                  </a:cubicBezTo>
                  <a:cubicBezTo>
                    <a:pt x="4167" y="8610"/>
                    <a:pt x="4434" y="8634"/>
                    <a:pt x="4698" y="8634"/>
                  </a:cubicBezTo>
                  <a:cubicBezTo>
                    <a:pt x="6741" y="8634"/>
                    <a:pt x="8556" y="7183"/>
                    <a:pt x="8941" y="5107"/>
                  </a:cubicBezTo>
                  <a:cubicBezTo>
                    <a:pt x="9375" y="2763"/>
                    <a:pt x="7825" y="509"/>
                    <a:pt x="5477" y="74"/>
                  </a:cubicBezTo>
                  <a:cubicBezTo>
                    <a:pt x="5209" y="24"/>
                    <a:pt x="4942" y="0"/>
                    <a:pt x="4678"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6"/>
            <p:cNvSpPr/>
            <p:nvPr/>
          </p:nvSpPr>
          <p:spPr>
            <a:xfrm>
              <a:off x="6339016" y="668929"/>
              <a:ext cx="386881" cy="228266"/>
            </a:xfrm>
            <a:custGeom>
              <a:avLst/>
              <a:gdLst/>
              <a:ahLst/>
              <a:cxnLst/>
              <a:rect l="l" t="t" r="r" b="b"/>
              <a:pathLst>
                <a:path w="8715" h="5142" extrusionOk="0">
                  <a:moveTo>
                    <a:pt x="4257" y="1"/>
                  </a:moveTo>
                  <a:cubicBezTo>
                    <a:pt x="4020" y="4"/>
                    <a:pt x="3787" y="26"/>
                    <a:pt x="3561" y="66"/>
                  </a:cubicBezTo>
                  <a:cubicBezTo>
                    <a:pt x="3335" y="102"/>
                    <a:pt x="3115" y="159"/>
                    <a:pt x="2908" y="227"/>
                  </a:cubicBezTo>
                  <a:cubicBezTo>
                    <a:pt x="2696" y="296"/>
                    <a:pt x="2498" y="382"/>
                    <a:pt x="2312" y="478"/>
                  </a:cubicBezTo>
                  <a:cubicBezTo>
                    <a:pt x="1935" y="665"/>
                    <a:pt x="1608" y="902"/>
                    <a:pt x="1332" y="1154"/>
                  </a:cubicBezTo>
                  <a:cubicBezTo>
                    <a:pt x="1059" y="1404"/>
                    <a:pt x="837" y="1674"/>
                    <a:pt x="660" y="1936"/>
                  </a:cubicBezTo>
                  <a:cubicBezTo>
                    <a:pt x="309" y="2459"/>
                    <a:pt x="148" y="2951"/>
                    <a:pt x="72" y="3289"/>
                  </a:cubicBezTo>
                  <a:cubicBezTo>
                    <a:pt x="0" y="3630"/>
                    <a:pt x="0" y="3824"/>
                    <a:pt x="22" y="3827"/>
                  </a:cubicBezTo>
                  <a:cubicBezTo>
                    <a:pt x="22" y="3827"/>
                    <a:pt x="22" y="3827"/>
                    <a:pt x="23" y="3827"/>
                  </a:cubicBezTo>
                  <a:cubicBezTo>
                    <a:pt x="48" y="3827"/>
                    <a:pt x="91" y="3641"/>
                    <a:pt x="198" y="3325"/>
                  </a:cubicBezTo>
                  <a:cubicBezTo>
                    <a:pt x="309" y="3006"/>
                    <a:pt x="496" y="2550"/>
                    <a:pt x="851" y="2068"/>
                  </a:cubicBezTo>
                  <a:cubicBezTo>
                    <a:pt x="1031" y="1828"/>
                    <a:pt x="1249" y="1584"/>
                    <a:pt x="1515" y="1358"/>
                  </a:cubicBezTo>
                  <a:cubicBezTo>
                    <a:pt x="1780" y="1132"/>
                    <a:pt x="2093" y="920"/>
                    <a:pt x="2448" y="751"/>
                  </a:cubicBezTo>
                  <a:cubicBezTo>
                    <a:pt x="2624" y="665"/>
                    <a:pt x="2810" y="590"/>
                    <a:pt x="3004" y="529"/>
                  </a:cubicBezTo>
                  <a:cubicBezTo>
                    <a:pt x="3201" y="468"/>
                    <a:pt x="3403" y="418"/>
                    <a:pt x="3615" y="385"/>
                  </a:cubicBezTo>
                  <a:cubicBezTo>
                    <a:pt x="3826" y="353"/>
                    <a:pt x="4041" y="332"/>
                    <a:pt x="4261" y="332"/>
                  </a:cubicBezTo>
                  <a:cubicBezTo>
                    <a:pt x="4480" y="332"/>
                    <a:pt x="4702" y="349"/>
                    <a:pt x="4929" y="382"/>
                  </a:cubicBezTo>
                  <a:cubicBezTo>
                    <a:pt x="5151" y="418"/>
                    <a:pt x="5366" y="468"/>
                    <a:pt x="5578" y="532"/>
                  </a:cubicBezTo>
                  <a:cubicBezTo>
                    <a:pt x="5786" y="600"/>
                    <a:pt x="5987" y="683"/>
                    <a:pt x="6178" y="780"/>
                  </a:cubicBezTo>
                  <a:cubicBezTo>
                    <a:pt x="6367" y="870"/>
                    <a:pt x="6547" y="981"/>
                    <a:pt x="6716" y="1099"/>
                  </a:cubicBezTo>
                  <a:cubicBezTo>
                    <a:pt x="6884" y="1215"/>
                    <a:pt x="7039" y="1344"/>
                    <a:pt x="7182" y="1477"/>
                  </a:cubicBezTo>
                  <a:cubicBezTo>
                    <a:pt x="7470" y="1745"/>
                    <a:pt x="7699" y="2040"/>
                    <a:pt x="7889" y="2335"/>
                  </a:cubicBezTo>
                  <a:cubicBezTo>
                    <a:pt x="8073" y="2632"/>
                    <a:pt x="8209" y="2930"/>
                    <a:pt x="8310" y="3213"/>
                  </a:cubicBezTo>
                  <a:cubicBezTo>
                    <a:pt x="8504" y="3777"/>
                    <a:pt x="8547" y="4273"/>
                    <a:pt x="8557" y="4606"/>
                  </a:cubicBezTo>
                  <a:cubicBezTo>
                    <a:pt x="8564" y="4947"/>
                    <a:pt x="8547" y="5138"/>
                    <a:pt x="8575" y="5141"/>
                  </a:cubicBezTo>
                  <a:cubicBezTo>
                    <a:pt x="8575" y="5141"/>
                    <a:pt x="8575" y="5141"/>
                    <a:pt x="8576" y="5141"/>
                  </a:cubicBezTo>
                  <a:cubicBezTo>
                    <a:pt x="8594" y="5141"/>
                    <a:pt x="8655" y="4954"/>
                    <a:pt x="8686" y="4613"/>
                  </a:cubicBezTo>
                  <a:cubicBezTo>
                    <a:pt x="8715" y="4265"/>
                    <a:pt x="8708" y="3748"/>
                    <a:pt x="8532" y="3142"/>
                  </a:cubicBezTo>
                  <a:cubicBezTo>
                    <a:pt x="8442" y="2840"/>
                    <a:pt x="8310" y="2517"/>
                    <a:pt x="8123" y="2194"/>
                  </a:cubicBezTo>
                  <a:cubicBezTo>
                    <a:pt x="7936" y="1875"/>
                    <a:pt x="7695" y="1552"/>
                    <a:pt x="7394" y="1258"/>
                  </a:cubicBezTo>
                  <a:cubicBezTo>
                    <a:pt x="7243" y="1110"/>
                    <a:pt x="7078" y="970"/>
                    <a:pt x="6899" y="841"/>
                  </a:cubicBezTo>
                  <a:cubicBezTo>
                    <a:pt x="6719" y="712"/>
                    <a:pt x="6529" y="594"/>
                    <a:pt x="6324" y="489"/>
                  </a:cubicBezTo>
                  <a:cubicBezTo>
                    <a:pt x="6120" y="385"/>
                    <a:pt x="5905" y="292"/>
                    <a:pt x="5678" y="220"/>
                  </a:cubicBezTo>
                  <a:cubicBezTo>
                    <a:pt x="5452" y="148"/>
                    <a:pt x="5219" y="91"/>
                    <a:pt x="4979" y="55"/>
                  </a:cubicBezTo>
                  <a:cubicBezTo>
                    <a:pt x="4735" y="19"/>
                    <a:pt x="4494" y="1"/>
                    <a:pt x="425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6"/>
            <p:cNvSpPr/>
            <p:nvPr/>
          </p:nvSpPr>
          <p:spPr>
            <a:xfrm>
              <a:off x="6431261" y="735693"/>
              <a:ext cx="191864" cy="281937"/>
            </a:xfrm>
            <a:custGeom>
              <a:avLst/>
              <a:gdLst/>
              <a:ahLst/>
              <a:cxnLst/>
              <a:rect l="l" t="t" r="r" b="b"/>
              <a:pathLst>
                <a:path w="4322" h="6351" extrusionOk="0">
                  <a:moveTo>
                    <a:pt x="2226" y="1620"/>
                  </a:moveTo>
                  <a:lnTo>
                    <a:pt x="2064" y="2560"/>
                  </a:lnTo>
                  <a:cubicBezTo>
                    <a:pt x="1791" y="2420"/>
                    <a:pt x="1612" y="2259"/>
                    <a:pt x="1651" y="2025"/>
                  </a:cubicBezTo>
                  <a:cubicBezTo>
                    <a:pt x="1691" y="1807"/>
                    <a:pt x="1863" y="1638"/>
                    <a:pt x="2226" y="1620"/>
                  </a:cubicBezTo>
                  <a:close/>
                  <a:moveTo>
                    <a:pt x="2534" y="3816"/>
                  </a:moveTo>
                  <a:cubicBezTo>
                    <a:pt x="2803" y="3964"/>
                    <a:pt x="2972" y="4121"/>
                    <a:pt x="2932" y="4355"/>
                  </a:cubicBezTo>
                  <a:cubicBezTo>
                    <a:pt x="2897" y="4567"/>
                    <a:pt x="2721" y="4714"/>
                    <a:pt x="2377" y="4732"/>
                  </a:cubicBezTo>
                  <a:lnTo>
                    <a:pt x="2534" y="3816"/>
                  </a:lnTo>
                  <a:close/>
                  <a:moveTo>
                    <a:pt x="2502" y="1"/>
                  </a:moveTo>
                  <a:lnTo>
                    <a:pt x="2377" y="737"/>
                  </a:lnTo>
                  <a:cubicBezTo>
                    <a:pt x="2323" y="734"/>
                    <a:pt x="2270" y="732"/>
                    <a:pt x="2218" y="732"/>
                  </a:cubicBezTo>
                  <a:cubicBezTo>
                    <a:pt x="1249" y="732"/>
                    <a:pt x="691" y="1228"/>
                    <a:pt x="575" y="1896"/>
                  </a:cubicBezTo>
                  <a:cubicBezTo>
                    <a:pt x="413" y="2847"/>
                    <a:pt x="1192" y="3231"/>
                    <a:pt x="1899" y="3536"/>
                  </a:cubicBezTo>
                  <a:lnTo>
                    <a:pt x="1709" y="4646"/>
                  </a:lnTo>
                  <a:cubicBezTo>
                    <a:pt x="1239" y="4517"/>
                    <a:pt x="793" y="4255"/>
                    <a:pt x="503" y="3953"/>
                  </a:cubicBezTo>
                  <a:lnTo>
                    <a:pt x="0" y="4699"/>
                  </a:lnTo>
                  <a:cubicBezTo>
                    <a:pt x="316" y="5047"/>
                    <a:pt x="912" y="5360"/>
                    <a:pt x="1562" y="5514"/>
                  </a:cubicBezTo>
                  <a:lnTo>
                    <a:pt x="1440" y="6236"/>
                  </a:lnTo>
                  <a:lnTo>
                    <a:pt x="2100" y="6351"/>
                  </a:lnTo>
                  <a:lnTo>
                    <a:pt x="2229" y="5607"/>
                  </a:lnTo>
                  <a:cubicBezTo>
                    <a:pt x="2278" y="5610"/>
                    <a:pt x="2326" y="5611"/>
                    <a:pt x="2373" y="5611"/>
                  </a:cubicBezTo>
                  <a:cubicBezTo>
                    <a:pt x="3346" y="5611"/>
                    <a:pt x="3904" y="5116"/>
                    <a:pt x="4017" y="4459"/>
                  </a:cubicBezTo>
                  <a:cubicBezTo>
                    <a:pt x="4175" y="3523"/>
                    <a:pt x="3406" y="3138"/>
                    <a:pt x="2700" y="2840"/>
                  </a:cubicBezTo>
                  <a:lnTo>
                    <a:pt x="2894" y="1714"/>
                  </a:lnTo>
                  <a:cubicBezTo>
                    <a:pt x="3220" y="1810"/>
                    <a:pt x="3543" y="1982"/>
                    <a:pt x="3848" y="2230"/>
                  </a:cubicBezTo>
                  <a:lnTo>
                    <a:pt x="4322" y="1472"/>
                  </a:lnTo>
                  <a:cubicBezTo>
                    <a:pt x="3995" y="1179"/>
                    <a:pt x="3532" y="963"/>
                    <a:pt x="3044" y="837"/>
                  </a:cubicBezTo>
                  <a:lnTo>
                    <a:pt x="3166" y="116"/>
                  </a:lnTo>
                  <a:lnTo>
                    <a:pt x="2502"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3" name="Google Shape;2553;p46"/>
          <p:cNvGrpSpPr/>
          <p:nvPr/>
        </p:nvGrpSpPr>
        <p:grpSpPr>
          <a:xfrm flipH="1">
            <a:off x="7934272" y="3156168"/>
            <a:ext cx="921144" cy="1561106"/>
            <a:chOff x="4321997" y="3141168"/>
            <a:chExt cx="921144" cy="1561106"/>
          </a:xfrm>
        </p:grpSpPr>
        <p:sp>
          <p:nvSpPr>
            <p:cNvPr id="2554" name="Google Shape;2554;p46"/>
            <p:cNvSpPr/>
            <p:nvPr/>
          </p:nvSpPr>
          <p:spPr>
            <a:xfrm>
              <a:off x="4321997" y="3141168"/>
              <a:ext cx="921144" cy="1187366"/>
            </a:xfrm>
            <a:custGeom>
              <a:avLst/>
              <a:gdLst/>
              <a:ahLst/>
              <a:cxnLst/>
              <a:rect l="l" t="t" r="r" b="b"/>
              <a:pathLst>
                <a:path w="20750" h="26747" extrusionOk="0">
                  <a:moveTo>
                    <a:pt x="2574" y="0"/>
                  </a:moveTo>
                  <a:cubicBezTo>
                    <a:pt x="1560" y="0"/>
                    <a:pt x="524" y="638"/>
                    <a:pt x="269" y="1627"/>
                  </a:cubicBezTo>
                  <a:cubicBezTo>
                    <a:pt x="0" y="2664"/>
                    <a:pt x="607" y="3716"/>
                    <a:pt x="1264" y="4552"/>
                  </a:cubicBezTo>
                  <a:cubicBezTo>
                    <a:pt x="2240" y="5797"/>
                    <a:pt x="3396" y="6900"/>
                    <a:pt x="4680" y="7811"/>
                  </a:cubicBezTo>
                  <a:cubicBezTo>
                    <a:pt x="4910" y="7977"/>
                    <a:pt x="5162" y="8152"/>
                    <a:pt x="5251" y="8425"/>
                  </a:cubicBezTo>
                  <a:cubicBezTo>
                    <a:pt x="5412" y="8913"/>
                    <a:pt x="4946" y="9402"/>
                    <a:pt x="4461" y="9563"/>
                  </a:cubicBezTo>
                  <a:cubicBezTo>
                    <a:pt x="3916" y="9746"/>
                    <a:pt x="3320" y="9688"/>
                    <a:pt x="2745" y="9756"/>
                  </a:cubicBezTo>
                  <a:cubicBezTo>
                    <a:pt x="2175" y="9824"/>
                    <a:pt x="1554" y="10076"/>
                    <a:pt x="1335" y="10618"/>
                  </a:cubicBezTo>
                  <a:cubicBezTo>
                    <a:pt x="1034" y="11368"/>
                    <a:pt x="1662" y="12158"/>
                    <a:pt x="2283" y="12672"/>
                  </a:cubicBezTo>
                  <a:cubicBezTo>
                    <a:pt x="3521" y="13705"/>
                    <a:pt x="4935" y="14519"/>
                    <a:pt x="6443" y="15072"/>
                  </a:cubicBezTo>
                  <a:cubicBezTo>
                    <a:pt x="6981" y="15270"/>
                    <a:pt x="7552" y="15445"/>
                    <a:pt x="7986" y="15826"/>
                  </a:cubicBezTo>
                  <a:cubicBezTo>
                    <a:pt x="8424" y="16207"/>
                    <a:pt x="8686" y="16867"/>
                    <a:pt x="8424" y="17384"/>
                  </a:cubicBezTo>
                  <a:cubicBezTo>
                    <a:pt x="8209" y="17803"/>
                    <a:pt x="7723" y="17991"/>
                    <a:pt x="7244" y="17991"/>
                  </a:cubicBezTo>
                  <a:cubicBezTo>
                    <a:pt x="7133" y="17991"/>
                    <a:pt x="7023" y="17981"/>
                    <a:pt x="6917" y="17962"/>
                  </a:cubicBezTo>
                  <a:cubicBezTo>
                    <a:pt x="6350" y="17857"/>
                    <a:pt x="5843" y="17549"/>
                    <a:pt x="5305" y="17348"/>
                  </a:cubicBezTo>
                  <a:cubicBezTo>
                    <a:pt x="4931" y="17206"/>
                    <a:pt x="4517" y="17126"/>
                    <a:pt x="4111" y="17126"/>
                  </a:cubicBezTo>
                  <a:cubicBezTo>
                    <a:pt x="3419" y="17126"/>
                    <a:pt x="2751" y="17358"/>
                    <a:pt x="2344" y="17908"/>
                  </a:cubicBezTo>
                  <a:cubicBezTo>
                    <a:pt x="1917" y="18482"/>
                    <a:pt x="1881" y="19279"/>
                    <a:pt x="2096" y="19964"/>
                  </a:cubicBezTo>
                  <a:cubicBezTo>
                    <a:pt x="2308" y="20650"/>
                    <a:pt x="2745" y="21238"/>
                    <a:pt x="3209" y="21781"/>
                  </a:cubicBezTo>
                  <a:cubicBezTo>
                    <a:pt x="4828" y="23680"/>
                    <a:pt x="6902" y="25209"/>
                    <a:pt x="9246" y="26024"/>
                  </a:cubicBezTo>
                  <a:cubicBezTo>
                    <a:pt x="10555" y="26477"/>
                    <a:pt x="11811" y="26747"/>
                    <a:pt x="13072" y="26747"/>
                  </a:cubicBezTo>
                  <a:cubicBezTo>
                    <a:pt x="14065" y="26747"/>
                    <a:pt x="15061" y="26579"/>
                    <a:pt x="16087" y="26203"/>
                  </a:cubicBezTo>
                  <a:cubicBezTo>
                    <a:pt x="19885" y="23551"/>
                    <a:pt x="20749" y="18626"/>
                    <a:pt x="20599" y="14196"/>
                  </a:cubicBezTo>
                  <a:cubicBezTo>
                    <a:pt x="20574" y="13457"/>
                    <a:pt x="20653" y="12678"/>
                    <a:pt x="20301" y="12029"/>
                  </a:cubicBezTo>
                  <a:cubicBezTo>
                    <a:pt x="20028" y="11528"/>
                    <a:pt x="19475" y="11148"/>
                    <a:pt x="18933" y="11148"/>
                  </a:cubicBezTo>
                  <a:cubicBezTo>
                    <a:pt x="18776" y="11148"/>
                    <a:pt x="18619" y="11180"/>
                    <a:pt x="18471" y="11250"/>
                  </a:cubicBezTo>
                  <a:cubicBezTo>
                    <a:pt x="17921" y="11509"/>
                    <a:pt x="17681" y="12147"/>
                    <a:pt x="17373" y="12675"/>
                  </a:cubicBezTo>
                  <a:cubicBezTo>
                    <a:pt x="16967" y="13378"/>
                    <a:pt x="16356" y="13959"/>
                    <a:pt x="15639" y="14330"/>
                  </a:cubicBezTo>
                  <a:cubicBezTo>
                    <a:pt x="15341" y="14484"/>
                    <a:pt x="15000" y="14601"/>
                    <a:pt x="14672" y="14601"/>
                  </a:cubicBezTo>
                  <a:cubicBezTo>
                    <a:pt x="14481" y="14601"/>
                    <a:pt x="14294" y="14561"/>
                    <a:pt x="14124" y="14466"/>
                  </a:cubicBezTo>
                  <a:cubicBezTo>
                    <a:pt x="13485" y="14114"/>
                    <a:pt x="13410" y="13235"/>
                    <a:pt x="13413" y="12499"/>
                  </a:cubicBezTo>
                  <a:cubicBezTo>
                    <a:pt x="13424" y="11128"/>
                    <a:pt x="13432" y="9760"/>
                    <a:pt x="13442" y="8389"/>
                  </a:cubicBezTo>
                  <a:cubicBezTo>
                    <a:pt x="13445" y="7654"/>
                    <a:pt x="13445" y="6903"/>
                    <a:pt x="13220" y="6206"/>
                  </a:cubicBezTo>
                  <a:cubicBezTo>
                    <a:pt x="12990" y="5507"/>
                    <a:pt x="12484" y="4861"/>
                    <a:pt x="11784" y="4664"/>
                  </a:cubicBezTo>
                  <a:cubicBezTo>
                    <a:pt x="11666" y="4631"/>
                    <a:pt x="11543" y="4615"/>
                    <a:pt x="11419" y="4615"/>
                  </a:cubicBezTo>
                  <a:cubicBezTo>
                    <a:pt x="10815" y="4615"/>
                    <a:pt x="10198" y="4993"/>
                    <a:pt x="10075" y="5590"/>
                  </a:cubicBezTo>
                  <a:cubicBezTo>
                    <a:pt x="10011" y="5891"/>
                    <a:pt x="10072" y="6203"/>
                    <a:pt x="10054" y="6505"/>
                  </a:cubicBezTo>
                  <a:cubicBezTo>
                    <a:pt x="10032" y="6814"/>
                    <a:pt x="9888" y="7151"/>
                    <a:pt x="9602" y="7233"/>
                  </a:cubicBezTo>
                  <a:cubicBezTo>
                    <a:pt x="9555" y="7247"/>
                    <a:pt x="9508" y="7253"/>
                    <a:pt x="9462" y="7253"/>
                  </a:cubicBezTo>
                  <a:cubicBezTo>
                    <a:pt x="9216" y="7253"/>
                    <a:pt x="8978" y="7077"/>
                    <a:pt x="8794" y="6896"/>
                  </a:cubicBezTo>
                  <a:cubicBezTo>
                    <a:pt x="8033" y="6156"/>
                    <a:pt x="7520" y="5199"/>
                    <a:pt x="7039" y="4247"/>
                  </a:cubicBezTo>
                  <a:cubicBezTo>
                    <a:pt x="6557" y="3296"/>
                    <a:pt x="6091" y="2323"/>
                    <a:pt x="5402" y="1516"/>
                  </a:cubicBezTo>
                  <a:cubicBezTo>
                    <a:pt x="4713" y="704"/>
                    <a:pt x="3762" y="62"/>
                    <a:pt x="2710" y="4"/>
                  </a:cubicBezTo>
                  <a:cubicBezTo>
                    <a:pt x="2665" y="2"/>
                    <a:pt x="2619" y="0"/>
                    <a:pt x="2574" y="0"/>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6"/>
            <p:cNvSpPr/>
            <p:nvPr/>
          </p:nvSpPr>
          <p:spPr>
            <a:xfrm>
              <a:off x="4380949" y="3168602"/>
              <a:ext cx="665088" cy="1533672"/>
            </a:xfrm>
            <a:custGeom>
              <a:avLst/>
              <a:gdLst/>
              <a:ahLst/>
              <a:cxnLst/>
              <a:rect l="l" t="t" r="r" b="b"/>
              <a:pathLst>
                <a:path w="14982" h="34548" extrusionOk="0">
                  <a:moveTo>
                    <a:pt x="0" y="0"/>
                  </a:moveTo>
                  <a:cubicBezTo>
                    <a:pt x="0" y="4"/>
                    <a:pt x="25" y="25"/>
                    <a:pt x="72" y="72"/>
                  </a:cubicBezTo>
                  <a:cubicBezTo>
                    <a:pt x="125" y="118"/>
                    <a:pt x="201" y="183"/>
                    <a:pt x="291" y="266"/>
                  </a:cubicBezTo>
                  <a:cubicBezTo>
                    <a:pt x="485" y="434"/>
                    <a:pt x="768" y="686"/>
                    <a:pt x="1124" y="1019"/>
                  </a:cubicBezTo>
                  <a:cubicBezTo>
                    <a:pt x="1838" y="1684"/>
                    <a:pt x="2843" y="2681"/>
                    <a:pt x="3934" y="4049"/>
                  </a:cubicBezTo>
                  <a:cubicBezTo>
                    <a:pt x="4480" y="4731"/>
                    <a:pt x="5047" y="5502"/>
                    <a:pt x="5643" y="6342"/>
                  </a:cubicBezTo>
                  <a:cubicBezTo>
                    <a:pt x="6238" y="7182"/>
                    <a:pt x="6866" y="8083"/>
                    <a:pt x="7491" y="9056"/>
                  </a:cubicBezTo>
                  <a:cubicBezTo>
                    <a:pt x="8115" y="10029"/>
                    <a:pt x="8744" y="11073"/>
                    <a:pt x="9304" y="12200"/>
                  </a:cubicBezTo>
                  <a:cubicBezTo>
                    <a:pt x="9587" y="12760"/>
                    <a:pt x="9842" y="13349"/>
                    <a:pt x="10096" y="13949"/>
                  </a:cubicBezTo>
                  <a:cubicBezTo>
                    <a:pt x="10355" y="14547"/>
                    <a:pt x="10613" y="15158"/>
                    <a:pt x="10879" y="15771"/>
                  </a:cubicBezTo>
                  <a:cubicBezTo>
                    <a:pt x="11924" y="18238"/>
                    <a:pt x="12843" y="20620"/>
                    <a:pt x="13499" y="22846"/>
                  </a:cubicBezTo>
                  <a:cubicBezTo>
                    <a:pt x="14160" y="25072"/>
                    <a:pt x="14551" y="27132"/>
                    <a:pt x="14723" y="28876"/>
                  </a:cubicBezTo>
                  <a:cubicBezTo>
                    <a:pt x="14899" y="30624"/>
                    <a:pt x="14864" y="32053"/>
                    <a:pt x="14791" y="33029"/>
                  </a:cubicBezTo>
                  <a:cubicBezTo>
                    <a:pt x="14752" y="33517"/>
                    <a:pt x="14716" y="33898"/>
                    <a:pt x="14680" y="34156"/>
                  </a:cubicBezTo>
                  <a:cubicBezTo>
                    <a:pt x="14666" y="34279"/>
                    <a:pt x="14655" y="34375"/>
                    <a:pt x="14648" y="34447"/>
                  </a:cubicBezTo>
                  <a:cubicBezTo>
                    <a:pt x="14640" y="34515"/>
                    <a:pt x="14637" y="34547"/>
                    <a:pt x="14640" y="34547"/>
                  </a:cubicBezTo>
                  <a:cubicBezTo>
                    <a:pt x="14645" y="34547"/>
                    <a:pt x="14652" y="34515"/>
                    <a:pt x="14662" y="34451"/>
                  </a:cubicBezTo>
                  <a:cubicBezTo>
                    <a:pt x="14673" y="34378"/>
                    <a:pt x="14688" y="34282"/>
                    <a:pt x="14709" y="34160"/>
                  </a:cubicBezTo>
                  <a:cubicBezTo>
                    <a:pt x="14752" y="33905"/>
                    <a:pt x="14799" y="33525"/>
                    <a:pt x="14845" y="33033"/>
                  </a:cubicBezTo>
                  <a:cubicBezTo>
                    <a:pt x="14932" y="32053"/>
                    <a:pt x="14982" y="30624"/>
                    <a:pt x="14817" y="28869"/>
                  </a:cubicBezTo>
                  <a:cubicBezTo>
                    <a:pt x="14659" y="27114"/>
                    <a:pt x="14274" y="25043"/>
                    <a:pt x="13618" y="22810"/>
                  </a:cubicBezTo>
                  <a:cubicBezTo>
                    <a:pt x="12965" y="20574"/>
                    <a:pt x="12049" y="18183"/>
                    <a:pt x="11001" y="15718"/>
                  </a:cubicBezTo>
                  <a:cubicBezTo>
                    <a:pt x="10739" y="15104"/>
                    <a:pt x="10477" y="14494"/>
                    <a:pt x="10222" y="13894"/>
                  </a:cubicBezTo>
                  <a:cubicBezTo>
                    <a:pt x="9964" y="13295"/>
                    <a:pt x="9709" y="12703"/>
                    <a:pt x="9422" y="12140"/>
                  </a:cubicBezTo>
                  <a:cubicBezTo>
                    <a:pt x="8855" y="11009"/>
                    <a:pt x="8227" y="9960"/>
                    <a:pt x="7595" y="8988"/>
                  </a:cubicBezTo>
                  <a:cubicBezTo>
                    <a:pt x="6967" y="8015"/>
                    <a:pt x="6332" y="7114"/>
                    <a:pt x="5732" y="6274"/>
                  </a:cubicBezTo>
                  <a:cubicBezTo>
                    <a:pt x="5133" y="5438"/>
                    <a:pt x="4558" y="4670"/>
                    <a:pt x="4006" y="3988"/>
                  </a:cubicBezTo>
                  <a:cubicBezTo>
                    <a:pt x="2903" y="2624"/>
                    <a:pt x="1884" y="1634"/>
                    <a:pt x="1159" y="980"/>
                  </a:cubicBezTo>
                  <a:cubicBezTo>
                    <a:pt x="797" y="653"/>
                    <a:pt x="506" y="406"/>
                    <a:pt x="309" y="244"/>
                  </a:cubicBezTo>
                  <a:cubicBezTo>
                    <a:pt x="211" y="166"/>
                    <a:pt x="140" y="105"/>
                    <a:pt x="82" y="61"/>
                  </a:cubicBezTo>
                  <a:cubicBezTo>
                    <a:pt x="29" y="18"/>
                    <a:pt x="4" y="0"/>
                    <a:pt x="0"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6"/>
            <p:cNvSpPr/>
            <p:nvPr/>
          </p:nvSpPr>
          <p:spPr>
            <a:xfrm>
              <a:off x="4797120" y="3348164"/>
              <a:ext cx="48477" cy="359002"/>
            </a:xfrm>
            <a:custGeom>
              <a:avLst/>
              <a:gdLst/>
              <a:ahLst/>
              <a:cxnLst/>
              <a:rect l="l" t="t" r="r" b="b"/>
              <a:pathLst>
                <a:path w="1092" h="8087" extrusionOk="0">
                  <a:moveTo>
                    <a:pt x="1081" y="1"/>
                  </a:moveTo>
                  <a:lnTo>
                    <a:pt x="1081" y="1"/>
                  </a:lnTo>
                  <a:cubicBezTo>
                    <a:pt x="1074" y="1"/>
                    <a:pt x="1041" y="108"/>
                    <a:pt x="991" y="309"/>
                  </a:cubicBezTo>
                  <a:cubicBezTo>
                    <a:pt x="937" y="510"/>
                    <a:pt x="876" y="801"/>
                    <a:pt x="808" y="1167"/>
                  </a:cubicBezTo>
                  <a:cubicBezTo>
                    <a:pt x="668" y="1892"/>
                    <a:pt x="528" y="2908"/>
                    <a:pt x="413" y="4028"/>
                  </a:cubicBezTo>
                  <a:cubicBezTo>
                    <a:pt x="302" y="5133"/>
                    <a:pt x="198" y="6135"/>
                    <a:pt x="123" y="6899"/>
                  </a:cubicBezTo>
                  <a:cubicBezTo>
                    <a:pt x="87" y="7244"/>
                    <a:pt x="54" y="7535"/>
                    <a:pt x="29" y="7767"/>
                  </a:cubicBezTo>
                  <a:cubicBezTo>
                    <a:pt x="7" y="7972"/>
                    <a:pt x="0" y="8087"/>
                    <a:pt x="7" y="8087"/>
                  </a:cubicBezTo>
                  <a:cubicBezTo>
                    <a:pt x="7" y="8087"/>
                    <a:pt x="8" y="8087"/>
                    <a:pt x="8" y="8087"/>
                  </a:cubicBezTo>
                  <a:cubicBezTo>
                    <a:pt x="19" y="8087"/>
                    <a:pt x="44" y="7976"/>
                    <a:pt x="80" y="7775"/>
                  </a:cubicBezTo>
                  <a:cubicBezTo>
                    <a:pt x="118" y="7570"/>
                    <a:pt x="166" y="7276"/>
                    <a:pt x="216" y="6910"/>
                  </a:cubicBezTo>
                  <a:cubicBezTo>
                    <a:pt x="320" y="6178"/>
                    <a:pt x="431" y="5161"/>
                    <a:pt x="546" y="4042"/>
                  </a:cubicBezTo>
                  <a:cubicBezTo>
                    <a:pt x="661" y="2922"/>
                    <a:pt x="786" y="1910"/>
                    <a:pt x="901" y="1182"/>
                  </a:cubicBezTo>
                  <a:cubicBezTo>
                    <a:pt x="955" y="819"/>
                    <a:pt x="1006" y="524"/>
                    <a:pt x="1041" y="320"/>
                  </a:cubicBezTo>
                  <a:cubicBezTo>
                    <a:pt x="1077" y="119"/>
                    <a:pt x="1092" y="4"/>
                    <a:pt x="1081"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6"/>
            <p:cNvSpPr/>
            <p:nvPr/>
          </p:nvSpPr>
          <p:spPr>
            <a:xfrm>
              <a:off x="4377886" y="3628362"/>
              <a:ext cx="419731" cy="78930"/>
            </a:xfrm>
            <a:custGeom>
              <a:avLst/>
              <a:gdLst/>
              <a:ahLst/>
              <a:cxnLst/>
              <a:rect l="l" t="t" r="r" b="b"/>
              <a:pathLst>
                <a:path w="9455" h="1778" extrusionOk="0">
                  <a:moveTo>
                    <a:pt x="209" y="1"/>
                  </a:moveTo>
                  <a:cubicBezTo>
                    <a:pt x="74" y="1"/>
                    <a:pt x="0" y="4"/>
                    <a:pt x="0" y="9"/>
                  </a:cubicBezTo>
                  <a:cubicBezTo>
                    <a:pt x="0" y="20"/>
                    <a:pt x="137" y="34"/>
                    <a:pt x="378" y="55"/>
                  </a:cubicBezTo>
                  <a:cubicBezTo>
                    <a:pt x="622" y="77"/>
                    <a:pt x="974" y="106"/>
                    <a:pt x="1405" y="156"/>
                  </a:cubicBezTo>
                  <a:cubicBezTo>
                    <a:pt x="2270" y="249"/>
                    <a:pt x="3461" y="422"/>
                    <a:pt x="4768" y="666"/>
                  </a:cubicBezTo>
                  <a:cubicBezTo>
                    <a:pt x="6074" y="917"/>
                    <a:pt x="7248" y="1190"/>
                    <a:pt x="8088" y="1417"/>
                  </a:cubicBezTo>
                  <a:cubicBezTo>
                    <a:pt x="8511" y="1524"/>
                    <a:pt x="8848" y="1621"/>
                    <a:pt x="9085" y="1685"/>
                  </a:cubicBezTo>
                  <a:cubicBezTo>
                    <a:pt x="9288" y="1745"/>
                    <a:pt x="9415" y="1777"/>
                    <a:pt x="9445" y="1777"/>
                  </a:cubicBezTo>
                  <a:cubicBezTo>
                    <a:pt x="9449" y="1777"/>
                    <a:pt x="9451" y="1776"/>
                    <a:pt x="9451" y="1775"/>
                  </a:cubicBezTo>
                  <a:cubicBezTo>
                    <a:pt x="9455" y="1768"/>
                    <a:pt x="9330" y="1718"/>
                    <a:pt x="9100" y="1635"/>
                  </a:cubicBezTo>
                  <a:cubicBezTo>
                    <a:pt x="8870" y="1553"/>
                    <a:pt x="8533" y="1442"/>
                    <a:pt x="8113" y="1319"/>
                  </a:cubicBezTo>
                  <a:cubicBezTo>
                    <a:pt x="7276" y="1072"/>
                    <a:pt x="6103" y="781"/>
                    <a:pt x="4793" y="534"/>
                  </a:cubicBezTo>
                  <a:cubicBezTo>
                    <a:pt x="3482" y="285"/>
                    <a:pt x="2283" y="128"/>
                    <a:pt x="1415" y="60"/>
                  </a:cubicBezTo>
                  <a:cubicBezTo>
                    <a:pt x="981" y="24"/>
                    <a:pt x="625" y="9"/>
                    <a:pt x="381" y="2"/>
                  </a:cubicBezTo>
                  <a:cubicBezTo>
                    <a:pt x="316" y="1"/>
                    <a:pt x="258" y="1"/>
                    <a:pt x="209" y="1"/>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6"/>
            <p:cNvSpPr/>
            <p:nvPr/>
          </p:nvSpPr>
          <p:spPr>
            <a:xfrm>
              <a:off x="4980013" y="3637507"/>
              <a:ext cx="211663" cy="535906"/>
            </a:xfrm>
            <a:custGeom>
              <a:avLst/>
              <a:gdLst/>
              <a:ahLst/>
              <a:cxnLst/>
              <a:rect l="l" t="t" r="r" b="b"/>
              <a:pathLst>
                <a:path w="4768" h="12072" extrusionOk="0">
                  <a:moveTo>
                    <a:pt x="4764" y="0"/>
                  </a:moveTo>
                  <a:lnTo>
                    <a:pt x="4764" y="0"/>
                  </a:lnTo>
                  <a:cubicBezTo>
                    <a:pt x="4760" y="0"/>
                    <a:pt x="4739" y="40"/>
                    <a:pt x="4699" y="119"/>
                  </a:cubicBezTo>
                  <a:cubicBezTo>
                    <a:pt x="4656" y="209"/>
                    <a:pt x="4602" y="323"/>
                    <a:pt x="4538" y="460"/>
                  </a:cubicBezTo>
                  <a:cubicBezTo>
                    <a:pt x="4397" y="758"/>
                    <a:pt x="4208" y="1192"/>
                    <a:pt x="3981" y="1734"/>
                  </a:cubicBezTo>
                  <a:cubicBezTo>
                    <a:pt x="3526" y="2818"/>
                    <a:pt x="2944" y="4333"/>
                    <a:pt x="2323" y="6013"/>
                  </a:cubicBezTo>
                  <a:cubicBezTo>
                    <a:pt x="1702" y="7696"/>
                    <a:pt x="1132" y="9214"/>
                    <a:pt x="701" y="10306"/>
                  </a:cubicBezTo>
                  <a:cubicBezTo>
                    <a:pt x="489" y="10833"/>
                    <a:pt x="313" y="11271"/>
                    <a:pt x="184" y="11594"/>
                  </a:cubicBezTo>
                  <a:cubicBezTo>
                    <a:pt x="130" y="11734"/>
                    <a:pt x="83" y="11853"/>
                    <a:pt x="47" y="11946"/>
                  </a:cubicBezTo>
                  <a:cubicBezTo>
                    <a:pt x="15" y="12028"/>
                    <a:pt x="1" y="12072"/>
                    <a:pt x="4" y="12072"/>
                  </a:cubicBezTo>
                  <a:cubicBezTo>
                    <a:pt x="4" y="12072"/>
                    <a:pt x="5" y="12072"/>
                    <a:pt x="5" y="12072"/>
                  </a:cubicBezTo>
                  <a:cubicBezTo>
                    <a:pt x="14" y="12072"/>
                    <a:pt x="35" y="12032"/>
                    <a:pt x="69" y="11957"/>
                  </a:cubicBezTo>
                  <a:cubicBezTo>
                    <a:pt x="116" y="11866"/>
                    <a:pt x="169" y="11752"/>
                    <a:pt x="231" y="11616"/>
                  </a:cubicBezTo>
                  <a:cubicBezTo>
                    <a:pt x="370" y="11318"/>
                    <a:pt x="561" y="10884"/>
                    <a:pt x="791" y="10342"/>
                  </a:cubicBezTo>
                  <a:cubicBezTo>
                    <a:pt x="1246" y="9257"/>
                    <a:pt x="1828" y="7743"/>
                    <a:pt x="2449" y="6063"/>
                  </a:cubicBezTo>
                  <a:cubicBezTo>
                    <a:pt x="3070" y="4380"/>
                    <a:pt x="3637" y="2861"/>
                    <a:pt x="4071" y="1770"/>
                  </a:cubicBezTo>
                  <a:cubicBezTo>
                    <a:pt x="4283" y="1242"/>
                    <a:pt x="4455" y="805"/>
                    <a:pt x="4584" y="482"/>
                  </a:cubicBezTo>
                  <a:cubicBezTo>
                    <a:pt x="4642" y="341"/>
                    <a:pt x="4689" y="223"/>
                    <a:pt x="4725" y="129"/>
                  </a:cubicBezTo>
                  <a:cubicBezTo>
                    <a:pt x="4753" y="48"/>
                    <a:pt x="4768" y="5"/>
                    <a:pt x="4764"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6"/>
            <p:cNvSpPr/>
            <p:nvPr/>
          </p:nvSpPr>
          <p:spPr>
            <a:xfrm>
              <a:off x="4422677" y="3993702"/>
              <a:ext cx="557747" cy="179790"/>
            </a:xfrm>
            <a:custGeom>
              <a:avLst/>
              <a:gdLst/>
              <a:ahLst/>
              <a:cxnLst/>
              <a:rect l="l" t="t" r="r" b="b"/>
              <a:pathLst>
                <a:path w="12564" h="4050" extrusionOk="0">
                  <a:moveTo>
                    <a:pt x="8" y="0"/>
                  </a:moveTo>
                  <a:cubicBezTo>
                    <a:pt x="3" y="0"/>
                    <a:pt x="1" y="1"/>
                    <a:pt x="0" y="2"/>
                  </a:cubicBezTo>
                  <a:cubicBezTo>
                    <a:pt x="0" y="6"/>
                    <a:pt x="43" y="24"/>
                    <a:pt x="126" y="52"/>
                  </a:cubicBezTo>
                  <a:cubicBezTo>
                    <a:pt x="227" y="85"/>
                    <a:pt x="345" y="125"/>
                    <a:pt x="492" y="175"/>
                  </a:cubicBezTo>
                  <a:cubicBezTo>
                    <a:pt x="830" y="286"/>
                    <a:pt x="1282" y="433"/>
                    <a:pt x="1834" y="612"/>
                  </a:cubicBezTo>
                  <a:cubicBezTo>
                    <a:pt x="2972" y="978"/>
                    <a:pt x="4534" y="1506"/>
                    <a:pt x="6260" y="2091"/>
                  </a:cubicBezTo>
                  <a:cubicBezTo>
                    <a:pt x="7987" y="2676"/>
                    <a:pt x="9555" y="3186"/>
                    <a:pt x="10700" y="3531"/>
                  </a:cubicBezTo>
                  <a:cubicBezTo>
                    <a:pt x="11271" y="3706"/>
                    <a:pt x="11734" y="3839"/>
                    <a:pt x="12057" y="3925"/>
                  </a:cubicBezTo>
                  <a:cubicBezTo>
                    <a:pt x="12204" y="3965"/>
                    <a:pt x="12330" y="3998"/>
                    <a:pt x="12430" y="4026"/>
                  </a:cubicBezTo>
                  <a:cubicBezTo>
                    <a:pt x="12495" y="4040"/>
                    <a:pt x="12538" y="4050"/>
                    <a:pt x="12553" y="4050"/>
                  </a:cubicBezTo>
                  <a:cubicBezTo>
                    <a:pt x="12557" y="4050"/>
                    <a:pt x="12559" y="4049"/>
                    <a:pt x="12559" y="4048"/>
                  </a:cubicBezTo>
                  <a:cubicBezTo>
                    <a:pt x="12563" y="4044"/>
                    <a:pt x="12520" y="4026"/>
                    <a:pt x="12438" y="3998"/>
                  </a:cubicBezTo>
                  <a:cubicBezTo>
                    <a:pt x="12337" y="3965"/>
                    <a:pt x="12219" y="3925"/>
                    <a:pt x="12072" y="3875"/>
                  </a:cubicBezTo>
                  <a:cubicBezTo>
                    <a:pt x="11734" y="3768"/>
                    <a:pt x="11282" y="3620"/>
                    <a:pt x="10725" y="3441"/>
                  </a:cubicBezTo>
                  <a:cubicBezTo>
                    <a:pt x="9591" y="3072"/>
                    <a:pt x="8030" y="2543"/>
                    <a:pt x="6303" y="1962"/>
                  </a:cubicBezTo>
                  <a:cubicBezTo>
                    <a:pt x="4577" y="1377"/>
                    <a:pt x="3008" y="864"/>
                    <a:pt x="1864" y="519"/>
                  </a:cubicBezTo>
                  <a:cubicBezTo>
                    <a:pt x="1292" y="347"/>
                    <a:pt x="830" y="211"/>
                    <a:pt x="507" y="125"/>
                  </a:cubicBezTo>
                  <a:cubicBezTo>
                    <a:pt x="356" y="85"/>
                    <a:pt x="234" y="52"/>
                    <a:pt x="133" y="27"/>
                  </a:cubicBezTo>
                  <a:cubicBezTo>
                    <a:pt x="65" y="10"/>
                    <a:pt x="23" y="0"/>
                    <a:pt x="8" y="0"/>
                  </a:cubicBezTo>
                  <a:close/>
                </a:path>
              </a:pathLst>
            </a:custGeom>
            <a:solidFill>
              <a:srgbClr val="43434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0" name="Google Shape;2560;p46"/>
          <p:cNvGrpSpPr/>
          <p:nvPr/>
        </p:nvGrpSpPr>
        <p:grpSpPr>
          <a:xfrm>
            <a:off x="4980432" y="915866"/>
            <a:ext cx="773384" cy="715644"/>
            <a:chOff x="2681574" y="1237063"/>
            <a:chExt cx="340338" cy="314998"/>
          </a:xfrm>
        </p:grpSpPr>
        <p:sp>
          <p:nvSpPr>
            <p:cNvPr id="2561" name="Google Shape;2561;p46"/>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6"/>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6"/>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6"/>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5" name="Google Shape;2565;p46"/>
          <p:cNvGrpSpPr/>
          <p:nvPr/>
        </p:nvGrpSpPr>
        <p:grpSpPr>
          <a:xfrm>
            <a:off x="4534350" y="4713051"/>
            <a:ext cx="4600713" cy="150450"/>
            <a:chOff x="0" y="4397412"/>
            <a:chExt cx="4600713" cy="150450"/>
          </a:xfrm>
        </p:grpSpPr>
        <p:sp>
          <p:nvSpPr>
            <p:cNvPr id="2566" name="Google Shape;2566;p46"/>
            <p:cNvSpPr/>
            <p:nvPr/>
          </p:nvSpPr>
          <p:spPr>
            <a:xfrm>
              <a:off x="0" y="4397412"/>
              <a:ext cx="4600713" cy="2416"/>
            </a:xfrm>
            <a:custGeom>
              <a:avLst/>
              <a:gdLst/>
              <a:ahLst/>
              <a:cxnLst/>
              <a:rect l="l" t="t" r="r" b="b"/>
              <a:pathLst>
                <a:path w="131402" h="69" extrusionOk="0">
                  <a:moveTo>
                    <a:pt x="0" y="1"/>
                  </a:moveTo>
                  <a:lnTo>
                    <a:pt x="0" y="69"/>
                  </a:lnTo>
                  <a:lnTo>
                    <a:pt x="131401" y="69"/>
                  </a:lnTo>
                  <a:lnTo>
                    <a:pt x="131401"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6"/>
            <p:cNvSpPr/>
            <p:nvPr/>
          </p:nvSpPr>
          <p:spPr>
            <a:xfrm>
              <a:off x="755786" y="4545586"/>
              <a:ext cx="305519" cy="2276"/>
            </a:xfrm>
            <a:custGeom>
              <a:avLst/>
              <a:gdLst/>
              <a:ahLst/>
              <a:cxnLst/>
              <a:rect l="l" t="t" r="r" b="b"/>
              <a:pathLst>
                <a:path w="8726" h="65" extrusionOk="0">
                  <a:moveTo>
                    <a:pt x="0" y="0"/>
                  </a:moveTo>
                  <a:lnTo>
                    <a:pt x="0" y="65"/>
                  </a:lnTo>
                  <a:lnTo>
                    <a:pt x="8726" y="65"/>
                  </a:lnTo>
                  <a:lnTo>
                    <a:pt x="8726" y="0"/>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6"/>
            <p:cNvSpPr/>
            <p:nvPr/>
          </p:nvSpPr>
          <p:spPr>
            <a:xfrm>
              <a:off x="1619552" y="4536412"/>
              <a:ext cx="497808" cy="2276"/>
            </a:xfrm>
            <a:custGeom>
              <a:avLst/>
              <a:gdLst/>
              <a:ahLst/>
              <a:cxnLst/>
              <a:rect l="l" t="t" r="r" b="b"/>
              <a:pathLst>
                <a:path w="14218" h="65" extrusionOk="0">
                  <a:moveTo>
                    <a:pt x="0" y="0"/>
                  </a:moveTo>
                  <a:lnTo>
                    <a:pt x="0" y="65"/>
                  </a:lnTo>
                  <a:lnTo>
                    <a:pt x="14217" y="65"/>
                  </a:lnTo>
                  <a:lnTo>
                    <a:pt x="14217" y="0"/>
                  </a:lnTo>
                  <a:close/>
                </a:path>
              </a:pathLst>
            </a:custGeom>
            <a:solidFill>
              <a:srgbClr val="EBEBEB"/>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6"/>
            <p:cNvSpPr/>
            <p:nvPr/>
          </p:nvSpPr>
          <p:spPr>
            <a:xfrm>
              <a:off x="1070481" y="4460119"/>
              <a:ext cx="175833" cy="2311"/>
            </a:xfrm>
            <a:custGeom>
              <a:avLst/>
              <a:gdLst/>
              <a:ahLst/>
              <a:cxnLst/>
              <a:rect l="l" t="t" r="r" b="b"/>
              <a:pathLst>
                <a:path w="5022" h="66" extrusionOk="0">
                  <a:moveTo>
                    <a:pt x="1" y="1"/>
                  </a:moveTo>
                  <a:lnTo>
                    <a:pt x="1" y="65"/>
                  </a:lnTo>
                  <a:lnTo>
                    <a:pt x="5022" y="65"/>
                  </a:lnTo>
                  <a:lnTo>
                    <a:pt x="5022" y="1"/>
                  </a:lnTo>
                  <a:close/>
                </a:path>
              </a:pathLst>
            </a:custGeom>
            <a:solidFill>
              <a:srgbClr val="43434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6"/>
            <p:cNvSpPr/>
            <p:nvPr/>
          </p:nvSpPr>
          <p:spPr>
            <a:xfrm>
              <a:off x="2732853" y="4514424"/>
              <a:ext cx="418259" cy="2276"/>
            </a:xfrm>
            <a:custGeom>
              <a:avLst/>
              <a:gdLst/>
              <a:ahLst/>
              <a:cxnLst/>
              <a:rect l="l" t="t" r="r" b="b"/>
              <a:pathLst>
                <a:path w="11946" h="65" extrusionOk="0">
                  <a:moveTo>
                    <a:pt x="0" y="0"/>
                  </a:moveTo>
                  <a:lnTo>
                    <a:pt x="0" y="65"/>
                  </a:lnTo>
                  <a:lnTo>
                    <a:pt x="11946" y="65"/>
                  </a:lnTo>
                  <a:lnTo>
                    <a:pt x="11946" y="0"/>
                  </a:lnTo>
                  <a:close/>
                </a:path>
              </a:pathLst>
            </a:custGeom>
            <a:solidFill>
              <a:srgbClr val="EBEBE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1" name="Google Shape;2571;p46"/>
          <p:cNvGrpSpPr/>
          <p:nvPr/>
        </p:nvGrpSpPr>
        <p:grpSpPr>
          <a:xfrm rot="-721003">
            <a:off x="4854784" y="1530565"/>
            <a:ext cx="1961438" cy="2825117"/>
            <a:chOff x="4937611" y="1161749"/>
            <a:chExt cx="1961412" cy="2825079"/>
          </a:xfrm>
        </p:grpSpPr>
        <p:sp>
          <p:nvSpPr>
            <p:cNvPr id="2572" name="Google Shape;2572;p46"/>
            <p:cNvSpPr/>
            <p:nvPr/>
          </p:nvSpPr>
          <p:spPr>
            <a:xfrm>
              <a:off x="5456776" y="1161749"/>
              <a:ext cx="1117961" cy="499117"/>
            </a:xfrm>
            <a:custGeom>
              <a:avLst/>
              <a:gdLst/>
              <a:ahLst/>
              <a:cxnLst/>
              <a:rect l="l" t="t" r="r" b="b"/>
              <a:pathLst>
                <a:path w="34909" h="15584" extrusionOk="0">
                  <a:moveTo>
                    <a:pt x="1" y="0"/>
                  </a:moveTo>
                  <a:cubicBezTo>
                    <a:pt x="8550" y="5252"/>
                    <a:pt x="8348" y="15583"/>
                    <a:pt x="8348" y="15583"/>
                  </a:cubicBezTo>
                  <a:lnTo>
                    <a:pt x="34909" y="15583"/>
                  </a:lnTo>
                  <a:cubicBezTo>
                    <a:pt x="34846" y="6279"/>
                    <a:pt x="27099" y="0"/>
                    <a:pt x="27099"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6"/>
            <p:cNvSpPr/>
            <p:nvPr/>
          </p:nvSpPr>
          <p:spPr>
            <a:xfrm>
              <a:off x="5815749" y="1280498"/>
              <a:ext cx="442746" cy="3875"/>
            </a:xfrm>
            <a:custGeom>
              <a:avLst/>
              <a:gdLst/>
              <a:ahLst/>
              <a:cxnLst/>
              <a:rect l="l" t="t" r="r" b="b"/>
              <a:pathLst>
                <a:path w="13825" h="121" extrusionOk="0">
                  <a:moveTo>
                    <a:pt x="6910" y="1"/>
                  </a:moveTo>
                  <a:cubicBezTo>
                    <a:pt x="3093" y="1"/>
                    <a:pt x="1" y="27"/>
                    <a:pt x="1" y="61"/>
                  </a:cubicBezTo>
                  <a:cubicBezTo>
                    <a:pt x="1" y="94"/>
                    <a:pt x="3093" y="120"/>
                    <a:pt x="6910" y="120"/>
                  </a:cubicBezTo>
                  <a:cubicBezTo>
                    <a:pt x="10728" y="120"/>
                    <a:pt x="13825" y="94"/>
                    <a:pt x="13825" y="61"/>
                  </a:cubicBezTo>
                  <a:cubicBezTo>
                    <a:pt x="13825" y="27"/>
                    <a:pt x="10728" y="1"/>
                    <a:pt x="691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6"/>
            <p:cNvSpPr/>
            <p:nvPr/>
          </p:nvSpPr>
          <p:spPr>
            <a:xfrm>
              <a:off x="5766462" y="1340321"/>
              <a:ext cx="586762" cy="3875"/>
            </a:xfrm>
            <a:custGeom>
              <a:avLst/>
              <a:gdLst/>
              <a:ahLst/>
              <a:cxnLst/>
              <a:rect l="l" t="t" r="r" b="b"/>
              <a:pathLst>
                <a:path w="18322" h="121" extrusionOk="0">
                  <a:moveTo>
                    <a:pt x="9159" y="0"/>
                  </a:moveTo>
                  <a:cubicBezTo>
                    <a:pt x="4102" y="0"/>
                    <a:pt x="1" y="27"/>
                    <a:pt x="1" y="60"/>
                  </a:cubicBezTo>
                  <a:cubicBezTo>
                    <a:pt x="1" y="94"/>
                    <a:pt x="4102" y="120"/>
                    <a:pt x="9159" y="120"/>
                  </a:cubicBezTo>
                  <a:cubicBezTo>
                    <a:pt x="14221" y="120"/>
                    <a:pt x="18322" y="94"/>
                    <a:pt x="18322" y="60"/>
                  </a:cubicBezTo>
                  <a:cubicBezTo>
                    <a:pt x="18322" y="27"/>
                    <a:pt x="14221" y="0"/>
                    <a:pt x="915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6"/>
            <p:cNvSpPr/>
            <p:nvPr/>
          </p:nvSpPr>
          <p:spPr>
            <a:xfrm>
              <a:off x="5815749" y="1491737"/>
              <a:ext cx="586762" cy="4003"/>
            </a:xfrm>
            <a:custGeom>
              <a:avLst/>
              <a:gdLst/>
              <a:ahLst/>
              <a:cxnLst/>
              <a:rect l="l" t="t" r="r" b="b"/>
              <a:pathLst>
                <a:path w="18322" h="125" extrusionOk="0">
                  <a:moveTo>
                    <a:pt x="9160" y="1"/>
                  </a:moveTo>
                  <a:cubicBezTo>
                    <a:pt x="4102" y="1"/>
                    <a:pt x="1" y="31"/>
                    <a:pt x="1" y="65"/>
                  </a:cubicBezTo>
                  <a:cubicBezTo>
                    <a:pt x="1" y="95"/>
                    <a:pt x="4102" y="125"/>
                    <a:pt x="9160" y="125"/>
                  </a:cubicBezTo>
                  <a:cubicBezTo>
                    <a:pt x="14220" y="125"/>
                    <a:pt x="18321" y="95"/>
                    <a:pt x="18321" y="65"/>
                  </a:cubicBezTo>
                  <a:cubicBezTo>
                    <a:pt x="18321" y="31"/>
                    <a:pt x="14220" y="1"/>
                    <a:pt x="916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6"/>
            <p:cNvSpPr/>
            <p:nvPr/>
          </p:nvSpPr>
          <p:spPr>
            <a:xfrm>
              <a:off x="5790033" y="1409368"/>
              <a:ext cx="305903" cy="3843"/>
            </a:xfrm>
            <a:custGeom>
              <a:avLst/>
              <a:gdLst/>
              <a:ahLst/>
              <a:cxnLst/>
              <a:rect l="l" t="t" r="r" b="b"/>
              <a:pathLst>
                <a:path w="9552" h="120" extrusionOk="0">
                  <a:moveTo>
                    <a:pt x="4778" y="0"/>
                  </a:moveTo>
                  <a:cubicBezTo>
                    <a:pt x="3459" y="0"/>
                    <a:pt x="2264" y="7"/>
                    <a:pt x="1402" y="18"/>
                  </a:cubicBezTo>
                  <a:cubicBezTo>
                    <a:pt x="983" y="26"/>
                    <a:pt x="640" y="30"/>
                    <a:pt x="378" y="37"/>
                  </a:cubicBezTo>
                  <a:cubicBezTo>
                    <a:pt x="135" y="45"/>
                    <a:pt x="1" y="52"/>
                    <a:pt x="1" y="59"/>
                  </a:cubicBezTo>
                  <a:cubicBezTo>
                    <a:pt x="1" y="67"/>
                    <a:pt x="135" y="75"/>
                    <a:pt x="378" y="82"/>
                  </a:cubicBezTo>
                  <a:cubicBezTo>
                    <a:pt x="640" y="90"/>
                    <a:pt x="983" y="93"/>
                    <a:pt x="1402" y="101"/>
                  </a:cubicBezTo>
                  <a:cubicBezTo>
                    <a:pt x="2264" y="112"/>
                    <a:pt x="3459" y="119"/>
                    <a:pt x="4778" y="119"/>
                  </a:cubicBezTo>
                  <a:cubicBezTo>
                    <a:pt x="6096" y="119"/>
                    <a:pt x="7291" y="112"/>
                    <a:pt x="8154" y="101"/>
                  </a:cubicBezTo>
                  <a:cubicBezTo>
                    <a:pt x="8569" y="93"/>
                    <a:pt x="8916" y="90"/>
                    <a:pt x="9178" y="82"/>
                  </a:cubicBezTo>
                  <a:cubicBezTo>
                    <a:pt x="9420" y="75"/>
                    <a:pt x="9551" y="67"/>
                    <a:pt x="9551" y="59"/>
                  </a:cubicBezTo>
                  <a:cubicBezTo>
                    <a:pt x="9551" y="52"/>
                    <a:pt x="9420" y="45"/>
                    <a:pt x="9178" y="37"/>
                  </a:cubicBezTo>
                  <a:cubicBezTo>
                    <a:pt x="8916" y="30"/>
                    <a:pt x="8569" y="26"/>
                    <a:pt x="8154" y="18"/>
                  </a:cubicBezTo>
                  <a:cubicBezTo>
                    <a:pt x="7291" y="7"/>
                    <a:pt x="6096" y="0"/>
                    <a:pt x="477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6"/>
            <p:cNvSpPr/>
            <p:nvPr/>
          </p:nvSpPr>
          <p:spPr>
            <a:xfrm>
              <a:off x="6127260" y="1409368"/>
              <a:ext cx="225968" cy="3843"/>
            </a:xfrm>
            <a:custGeom>
              <a:avLst/>
              <a:gdLst/>
              <a:ahLst/>
              <a:cxnLst/>
              <a:rect l="l" t="t" r="r" b="b"/>
              <a:pathLst>
                <a:path w="7056" h="120" extrusionOk="0">
                  <a:moveTo>
                    <a:pt x="3526" y="0"/>
                  </a:moveTo>
                  <a:cubicBezTo>
                    <a:pt x="2551" y="0"/>
                    <a:pt x="1669" y="7"/>
                    <a:pt x="1031" y="18"/>
                  </a:cubicBezTo>
                  <a:cubicBezTo>
                    <a:pt x="732" y="26"/>
                    <a:pt x="478" y="30"/>
                    <a:pt x="276" y="37"/>
                  </a:cubicBezTo>
                  <a:cubicBezTo>
                    <a:pt x="97" y="45"/>
                    <a:pt x="0" y="52"/>
                    <a:pt x="0" y="59"/>
                  </a:cubicBezTo>
                  <a:cubicBezTo>
                    <a:pt x="0" y="67"/>
                    <a:pt x="97" y="75"/>
                    <a:pt x="276" y="82"/>
                  </a:cubicBezTo>
                  <a:cubicBezTo>
                    <a:pt x="478" y="90"/>
                    <a:pt x="732" y="93"/>
                    <a:pt x="1031" y="101"/>
                  </a:cubicBezTo>
                  <a:cubicBezTo>
                    <a:pt x="1669" y="112"/>
                    <a:pt x="2551" y="119"/>
                    <a:pt x="3526" y="119"/>
                  </a:cubicBezTo>
                  <a:cubicBezTo>
                    <a:pt x="4501" y="119"/>
                    <a:pt x="5382" y="112"/>
                    <a:pt x="6021" y="101"/>
                  </a:cubicBezTo>
                  <a:cubicBezTo>
                    <a:pt x="6320" y="93"/>
                    <a:pt x="6574" y="90"/>
                    <a:pt x="6775" y="82"/>
                  </a:cubicBezTo>
                  <a:cubicBezTo>
                    <a:pt x="6954" y="75"/>
                    <a:pt x="7056" y="67"/>
                    <a:pt x="7056" y="59"/>
                  </a:cubicBezTo>
                  <a:cubicBezTo>
                    <a:pt x="7056" y="52"/>
                    <a:pt x="6954" y="45"/>
                    <a:pt x="6775" y="37"/>
                  </a:cubicBezTo>
                  <a:cubicBezTo>
                    <a:pt x="6574" y="30"/>
                    <a:pt x="6320" y="26"/>
                    <a:pt x="6021" y="18"/>
                  </a:cubicBezTo>
                  <a:cubicBezTo>
                    <a:pt x="5382" y="7"/>
                    <a:pt x="4501" y="0"/>
                    <a:pt x="35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6"/>
            <p:cNvSpPr/>
            <p:nvPr/>
          </p:nvSpPr>
          <p:spPr>
            <a:xfrm>
              <a:off x="5844476" y="1572985"/>
              <a:ext cx="305871" cy="3971"/>
            </a:xfrm>
            <a:custGeom>
              <a:avLst/>
              <a:gdLst/>
              <a:ahLst/>
              <a:cxnLst/>
              <a:rect l="l" t="t" r="r" b="b"/>
              <a:pathLst>
                <a:path w="9551" h="124" extrusionOk="0">
                  <a:moveTo>
                    <a:pt x="4777" y="1"/>
                  </a:moveTo>
                  <a:cubicBezTo>
                    <a:pt x="3459" y="1"/>
                    <a:pt x="2264" y="8"/>
                    <a:pt x="1400" y="19"/>
                  </a:cubicBezTo>
                  <a:cubicBezTo>
                    <a:pt x="983" y="27"/>
                    <a:pt x="638" y="34"/>
                    <a:pt x="378" y="38"/>
                  </a:cubicBezTo>
                  <a:cubicBezTo>
                    <a:pt x="135" y="46"/>
                    <a:pt x="0" y="53"/>
                    <a:pt x="0" y="60"/>
                  </a:cubicBezTo>
                  <a:cubicBezTo>
                    <a:pt x="0" y="72"/>
                    <a:pt x="135" y="79"/>
                    <a:pt x="378" y="86"/>
                  </a:cubicBezTo>
                  <a:cubicBezTo>
                    <a:pt x="638" y="90"/>
                    <a:pt x="983" y="98"/>
                    <a:pt x="1400" y="105"/>
                  </a:cubicBezTo>
                  <a:cubicBezTo>
                    <a:pt x="2264" y="116"/>
                    <a:pt x="3459" y="124"/>
                    <a:pt x="4777" y="124"/>
                  </a:cubicBezTo>
                  <a:cubicBezTo>
                    <a:pt x="6096" y="124"/>
                    <a:pt x="7287" y="116"/>
                    <a:pt x="8154" y="105"/>
                  </a:cubicBezTo>
                  <a:cubicBezTo>
                    <a:pt x="8568" y="98"/>
                    <a:pt x="8912" y="90"/>
                    <a:pt x="9177" y="86"/>
                  </a:cubicBezTo>
                  <a:cubicBezTo>
                    <a:pt x="9416" y="79"/>
                    <a:pt x="9551" y="72"/>
                    <a:pt x="9551" y="60"/>
                  </a:cubicBezTo>
                  <a:cubicBezTo>
                    <a:pt x="9551" y="53"/>
                    <a:pt x="9416" y="46"/>
                    <a:pt x="9177" y="38"/>
                  </a:cubicBezTo>
                  <a:cubicBezTo>
                    <a:pt x="8912" y="34"/>
                    <a:pt x="8568" y="27"/>
                    <a:pt x="8154" y="19"/>
                  </a:cubicBezTo>
                  <a:cubicBezTo>
                    <a:pt x="7287" y="8"/>
                    <a:pt x="6096" y="1"/>
                    <a:pt x="477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6"/>
            <p:cNvSpPr/>
            <p:nvPr/>
          </p:nvSpPr>
          <p:spPr>
            <a:xfrm>
              <a:off x="6181672" y="1572985"/>
              <a:ext cx="225840" cy="3971"/>
            </a:xfrm>
            <a:custGeom>
              <a:avLst/>
              <a:gdLst/>
              <a:ahLst/>
              <a:cxnLst/>
              <a:rect l="l" t="t" r="r" b="b"/>
              <a:pathLst>
                <a:path w="7052" h="124" extrusionOk="0">
                  <a:moveTo>
                    <a:pt x="3526" y="1"/>
                  </a:moveTo>
                  <a:cubicBezTo>
                    <a:pt x="2552" y="1"/>
                    <a:pt x="1670" y="8"/>
                    <a:pt x="1032" y="19"/>
                  </a:cubicBezTo>
                  <a:cubicBezTo>
                    <a:pt x="732" y="27"/>
                    <a:pt x="478" y="34"/>
                    <a:pt x="277" y="38"/>
                  </a:cubicBezTo>
                  <a:cubicBezTo>
                    <a:pt x="97" y="46"/>
                    <a:pt x="1" y="53"/>
                    <a:pt x="1" y="60"/>
                  </a:cubicBezTo>
                  <a:cubicBezTo>
                    <a:pt x="1" y="72"/>
                    <a:pt x="97" y="79"/>
                    <a:pt x="277" y="86"/>
                  </a:cubicBezTo>
                  <a:cubicBezTo>
                    <a:pt x="478" y="90"/>
                    <a:pt x="732" y="98"/>
                    <a:pt x="1032" y="105"/>
                  </a:cubicBezTo>
                  <a:cubicBezTo>
                    <a:pt x="1670" y="116"/>
                    <a:pt x="2552" y="124"/>
                    <a:pt x="3526" y="124"/>
                  </a:cubicBezTo>
                  <a:cubicBezTo>
                    <a:pt x="4502" y="124"/>
                    <a:pt x="5383" y="116"/>
                    <a:pt x="6021" y="105"/>
                  </a:cubicBezTo>
                  <a:cubicBezTo>
                    <a:pt x="6320" y="98"/>
                    <a:pt x="6574" y="90"/>
                    <a:pt x="6776" y="86"/>
                  </a:cubicBezTo>
                  <a:cubicBezTo>
                    <a:pt x="6955" y="79"/>
                    <a:pt x="7052" y="72"/>
                    <a:pt x="7052" y="60"/>
                  </a:cubicBezTo>
                  <a:cubicBezTo>
                    <a:pt x="7052" y="53"/>
                    <a:pt x="6955" y="46"/>
                    <a:pt x="6776" y="38"/>
                  </a:cubicBezTo>
                  <a:cubicBezTo>
                    <a:pt x="6574" y="34"/>
                    <a:pt x="6320" y="27"/>
                    <a:pt x="6021" y="19"/>
                  </a:cubicBezTo>
                  <a:cubicBezTo>
                    <a:pt x="5383" y="8"/>
                    <a:pt x="4502" y="1"/>
                    <a:pt x="352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6"/>
            <p:cNvSpPr/>
            <p:nvPr/>
          </p:nvSpPr>
          <p:spPr>
            <a:xfrm>
              <a:off x="4937611" y="1651447"/>
              <a:ext cx="1961307" cy="2335381"/>
            </a:xfrm>
            <a:custGeom>
              <a:avLst/>
              <a:gdLst/>
              <a:ahLst/>
              <a:cxnLst/>
              <a:rect l="l" t="t" r="r" b="b"/>
              <a:pathLst>
                <a:path w="61243" h="72918" extrusionOk="0">
                  <a:moveTo>
                    <a:pt x="19020" y="1"/>
                  </a:moveTo>
                  <a:cubicBezTo>
                    <a:pt x="740" y="1"/>
                    <a:pt x="192" y="14190"/>
                    <a:pt x="192" y="14190"/>
                  </a:cubicBezTo>
                  <a:cubicBezTo>
                    <a:pt x="1" y="27323"/>
                    <a:pt x="11856" y="31629"/>
                    <a:pt x="11856" y="31629"/>
                  </a:cubicBezTo>
                  <a:lnTo>
                    <a:pt x="13780" y="70740"/>
                  </a:lnTo>
                  <a:cubicBezTo>
                    <a:pt x="13840" y="71958"/>
                    <a:pt x="14845" y="72918"/>
                    <a:pt x="16066" y="72918"/>
                  </a:cubicBezTo>
                  <a:lnTo>
                    <a:pt x="57638" y="72918"/>
                  </a:lnTo>
                  <a:cubicBezTo>
                    <a:pt x="59636" y="72918"/>
                    <a:pt x="61242" y="71263"/>
                    <a:pt x="61178" y="69265"/>
                  </a:cubicBezTo>
                  <a:lnTo>
                    <a:pt x="5900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6"/>
            <p:cNvSpPr/>
            <p:nvPr/>
          </p:nvSpPr>
          <p:spPr>
            <a:xfrm>
              <a:off x="5560026" y="1651447"/>
              <a:ext cx="1338997" cy="2335029"/>
            </a:xfrm>
            <a:custGeom>
              <a:avLst/>
              <a:gdLst/>
              <a:ahLst/>
              <a:cxnLst/>
              <a:rect l="l" t="t" r="r" b="b"/>
              <a:pathLst>
                <a:path w="41811" h="72907" extrusionOk="0">
                  <a:moveTo>
                    <a:pt x="0" y="1"/>
                  </a:moveTo>
                  <a:lnTo>
                    <a:pt x="1744" y="72810"/>
                  </a:lnTo>
                  <a:lnTo>
                    <a:pt x="38688" y="72906"/>
                  </a:lnTo>
                  <a:cubicBezTo>
                    <a:pt x="38693" y="72906"/>
                    <a:pt x="38697" y="72906"/>
                    <a:pt x="38701" y="72906"/>
                  </a:cubicBezTo>
                  <a:cubicBezTo>
                    <a:pt x="40428" y="72906"/>
                    <a:pt x="41811" y="71475"/>
                    <a:pt x="41759" y="69746"/>
                  </a:cubicBezTo>
                  <a:lnTo>
                    <a:pt x="4101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6"/>
            <p:cNvSpPr/>
            <p:nvPr/>
          </p:nvSpPr>
          <p:spPr>
            <a:xfrm>
              <a:off x="5668848" y="1786497"/>
              <a:ext cx="1096088" cy="1085892"/>
            </a:xfrm>
            <a:custGeom>
              <a:avLst/>
              <a:gdLst/>
              <a:ahLst/>
              <a:cxnLst/>
              <a:rect l="l" t="t" r="r" b="b"/>
              <a:pathLst>
                <a:path w="34226" h="33905" extrusionOk="0">
                  <a:moveTo>
                    <a:pt x="1" y="0"/>
                  </a:moveTo>
                  <a:lnTo>
                    <a:pt x="834" y="33904"/>
                  </a:lnTo>
                  <a:lnTo>
                    <a:pt x="34225" y="33904"/>
                  </a:lnTo>
                  <a:lnTo>
                    <a:pt x="33777" y="0"/>
                  </a:ln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6"/>
            <p:cNvSpPr/>
            <p:nvPr/>
          </p:nvSpPr>
          <p:spPr>
            <a:xfrm>
              <a:off x="5777959" y="1899130"/>
              <a:ext cx="200380" cy="36992"/>
            </a:xfrm>
            <a:custGeom>
              <a:avLst/>
              <a:gdLst/>
              <a:ahLst/>
              <a:cxnLst/>
              <a:rect l="l" t="t" r="r" b="b"/>
              <a:pathLst>
                <a:path w="6257" h="1155" extrusionOk="0">
                  <a:moveTo>
                    <a:pt x="2918" y="0"/>
                  </a:moveTo>
                  <a:cubicBezTo>
                    <a:pt x="2003" y="0"/>
                    <a:pt x="1095" y="65"/>
                    <a:pt x="291" y="283"/>
                  </a:cubicBezTo>
                  <a:cubicBezTo>
                    <a:pt x="0" y="361"/>
                    <a:pt x="0" y="794"/>
                    <a:pt x="291" y="872"/>
                  </a:cubicBezTo>
                  <a:cubicBezTo>
                    <a:pt x="1094" y="1090"/>
                    <a:pt x="2002" y="1154"/>
                    <a:pt x="2917" y="1154"/>
                  </a:cubicBezTo>
                  <a:cubicBezTo>
                    <a:pt x="3858" y="1154"/>
                    <a:pt x="4807" y="1086"/>
                    <a:pt x="5656" y="1045"/>
                  </a:cubicBezTo>
                  <a:cubicBezTo>
                    <a:pt x="6256" y="1014"/>
                    <a:pt x="6256" y="140"/>
                    <a:pt x="5656" y="110"/>
                  </a:cubicBezTo>
                  <a:cubicBezTo>
                    <a:pt x="4806" y="69"/>
                    <a:pt x="3858" y="0"/>
                    <a:pt x="2918"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6"/>
            <p:cNvSpPr/>
            <p:nvPr/>
          </p:nvSpPr>
          <p:spPr>
            <a:xfrm>
              <a:off x="6041336" y="1896984"/>
              <a:ext cx="197914" cy="37632"/>
            </a:xfrm>
            <a:custGeom>
              <a:avLst/>
              <a:gdLst/>
              <a:ahLst/>
              <a:cxnLst/>
              <a:rect l="l" t="t" r="r" b="b"/>
              <a:pathLst>
                <a:path w="6180" h="1175" extrusionOk="0">
                  <a:moveTo>
                    <a:pt x="3181" y="0"/>
                  </a:moveTo>
                  <a:cubicBezTo>
                    <a:pt x="2172" y="0"/>
                    <a:pt x="1156" y="80"/>
                    <a:pt x="281" y="305"/>
                  </a:cubicBezTo>
                  <a:cubicBezTo>
                    <a:pt x="1" y="376"/>
                    <a:pt x="1" y="801"/>
                    <a:pt x="281" y="872"/>
                  </a:cubicBezTo>
                  <a:cubicBezTo>
                    <a:pt x="1159" y="1095"/>
                    <a:pt x="2177" y="1175"/>
                    <a:pt x="3186" y="1175"/>
                  </a:cubicBezTo>
                  <a:cubicBezTo>
                    <a:pt x="4019" y="1175"/>
                    <a:pt x="4847" y="1120"/>
                    <a:pt x="5585" y="1048"/>
                  </a:cubicBezTo>
                  <a:cubicBezTo>
                    <a:pt x="6179" y="991"/>
                    <a:pt x="6179" y="181"/>
                    <a:pt x="5585" y="125"/>
                  </a:cubicBezTo>
                  <a:cubicBezTo>
                    <a:pt x="4844" y="54"/>
                    <a:pt x="4015" y="0"/>
                    <a:pt x="3181"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6"/>
            <p:cNvSpPr/>
            <p:nvPr/>
          </p:nvSpPr>
          <p:spPr>
            <a:xfrm>
              <a:off x="6301767" y="1896088"/>
              <a:ext cx="183888" cy="32060"/>
            </a:xfrm>
            <a:custGeom>
              <a:avLst/>
              <a:gdLst/>
              <a:ahLst/>
              <a:cxnLst/>
              <a:rect l="l" t="t" r="r" b="b"/>
              <a:pathLst>
                <a:path w="5742" h="1001" extrusionOk="0">
                  <a:moveTo>
                    <a:pt x="4094" y="2"/>
                  </a:moveTo>
                  <a:cubicBezTo>
                    <a:pt x="3650" y="2"/>
                    <a:pt x="3206" y="22"/>
                    <a:pt x="2764" y="30"/>
                  </a:cubicBezTo>
                  <a:cubicBezTo>
                    <a:pt x="1928" y="41"/>
                    <a:pt x="1061" y="0"/>
                    <a:pt x="254" y="243"/>
                  </a:cubicBezTo>
                  <a:cubicBezTo>
                    <a:pt x="0" y="321"/>
                    <a:pt x="0" y="680"/>
                    <a:pt x="254" y="754"/>
                  </a:cubicBezTo>
                  <a:cubicBezTo>
                    <a:pt x="1061" y="1001"/>
                    <a:pt x="1928" y="956"/>
                    <a:pt x="2764" y="971"/>
                  </a:cubicBezTo>
                  <a:cubicBezTo>
                    <a:pt x="3201" y="979"/>
                    <a:pt x="3640" y="997"/>
                    <a:pt x="4079" y="997"/>
                  </a:cubicBezTo>
                  <a:cubicBezTo>
                    <a:pt x="4495" y="997"/>
                    <a:pt x="4910" y="981"/>
                    <a:pt x="5323" y="923"/>
                  </a:cubicBezTo>
                  <a:cubicBezTo>
                    <a:pt x="5741" y="863"/>
                    <a:pt x="5741" y="138"/>
                    <a:pt x="5323" y="78"/>
                  </a:cubicBezTo>
                  <a:cubicBezTo>
                    <a:pt x="4915" y="19"/>
                    <a:pt x="4505" y="2"/>
                    <a:pt x="4094" y="2"/>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6"/>
            <p:cNvSpPr/>
            <p:nvPr/>
          </p:nvSpPr>
          <p:spPr>
            <a:xfrm>
              <a:off x="6540869" y="1896600"/>
              <a:ext cx="139981" cy="31035"/>
            </a:xfrm>
            <a:custGeom>
              <a:avLst/>
              <a:gdLst/>
              <a:ahLst/>
              <a:cxnLst/>
              <a:rect l="l" t="t" r="r" b="b"/>
              <a:pathLst>
                <a:path w="4371" h="969" extrusionOk="0">
                  <a:moveTo>
                    <a:pt x="3171" y="1"/>
                  </a:moveTo>
                  <a:cubicBezTo>
                    <a:pt x="2824" y="1"/>
                    <a:pt x="2471" y="35"/>
                    <a:pt x="2133" y="43"/>
                  </a:cubicBezTo>
                  <a:cubicBezTo>
                    <a:pt x="1514" y="55"/>
                    <a:pt x="909" y="85"/>
                    <a:pt x="300" y="186"/>
                  </a:cubicBezTo>
                  <a:cubicBezTo>
                    <a:pt x="1" y="231"/>
                    <a:pt x="1" y="734"/>
                    <a:pt x="300" y="783"/>
                  </a:cubicBezTo>
                  <a:cubicBezTo>
                    <a:pt x="909" y="884"/>
                    <a:pt x="1514" y="910"/>
                    <a:pt x="2133" y="925"/>
                  </a:cubicBezTo>
                  <a:cubicBezTo>
                    <a:pt x="2471" y="933"/>
                    <a:pt x="2824" y="968"/>
                    <a:pt x="3171" y="968"/>
                  </a:cubicBezTo>
                  <a:cubicBezTo>
                    <a:pt x="3451" y="968"/>
                    <a:pt x="3727" y="946"/>
                    <a:pt x="3990" y="869"/>
                  </a:cubicBezTo>
                  <a:cubicBezTo>
                    <a:pt x="4371" y="760"/>
                    <a:pt x="4371" y="208"/>
                    <a:pt x="3990" y="100"/>
                  </a:cubicBezTo>
                  <a:cubicBezTo>
                    <a:pt x="3727" y="23"/>
                    <a:pt x="3451" y="1"/>
                    <a:pt x="3171"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6"/>
            <p:cNvSpPr/>
            <p:nvPr/>
          </p:nvSpPr>
          <p:spPr>
            <a:xfrm>
              <a:off x="5695782" y="3001343"/>
              <a:ext cx="310066" cy="221566"/>
            </a:xfrm>
            <a:custGeom>
              <a:avLst/>
              <a:gdLst/>
              <a:ahLst/>
              <a:cxnLst/>
              <a:rect l="l" t="t" r="r" b="b"/>
              <a:pathLst>
                <a:path w="9682" h="6918" extrusionOk="0">
                  <a:moveTo>
                    <a:pt x="1" y="1"/>
                  </a:moveTo>
                  <a:lnTo>
                    <a:pt x="1" y="6918"/>
                  </a:lnTo>
                  <a:lnTo>
                    <a:pt x="9682" y="6918"/>
                  </a:lnTo>
                  <a:lnTo>
                    <a:pt x="9682"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6"/>
            <p:cNvSpPr/>
            <p:nvPr/>
          </p:nvSpPr>
          <p:spPr>
            <a:xfrm>
              <a:off x="5695782" y="3001343"/>
              <a:ext cx="56140" cy="221566"/>
            </a:xfrm>
            <a:custGeom>
              <a:avLst/>
              <a:gdLst/>
              <a:ahLst/>
              <a:cxnLst/>
              <a:rect l="l" t="t" r="r" b="b"/>
              <a:pathLst>
                <a:path w="1753" h="6918" extrusionOk="0">
                  <a:moveTo>
                    <a:pt x="1" y="1"/>
                  </a:moveTo>
                  <a:lnTo>
                    <a:pt x="1" y="6918"/>
                  </a:lnTo>
                  <a:lnTo>
                    <a:pt x="1752" y="6918"/>
                  </a:lnTo>
                  <a:lnTo>
                    <a:pt x="175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6"/>
            <p:cNvSpPr/>
            <p:nvPr/>
          </p:nvSpPr>
          <p:spPr>
            <a:xfrm>
              <a:off x="6075443" y="3001343"/>
              <a:ext cx="309970" cy="221566"/>
            </a:xfrm>
            <a:custGeom>
              <a:avLst/>
              <a:gdLst/>
              <a:ahLst/>
              <a:cxnLst/>
              <a:rect l="l" t="t" r="r" b="b"/>
              <a:pathLst>
                <a:path w="9679" h="6918" extrusionOk="0">
                  <a:moveTo>
                    <a:pt x="1" y="1"/>
                  </a:moveTo>
                  <a:lnTo>
                    <a:pt x="1" y="6918"/>
                  </a:lnTo>
                  <a:lnTo>
                    <a:pt x="9679" y="6918"/>
                  </a:lnTo>
                  <a:lnTo>
                    <a:pt x="9679"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6"/>
            <p:cNvSpPr/>
            <p:nvPr/>
          </p:nvSpPr>
          <p:spPr>
            <a:xfrm>
              <a:off x="6072209" y="3001343"/>
              <a:ext cx="56012" cy="221566"/>
            </a:xfrm>
            <a:custGeom>
              <a:avLst/>
              <a:gdLst/>
              <a:ahLst/>
              <a:cxnLst/>
              <a:rect l="l" t="t" r="r" b="b"/>
              <a:pathLst>
                <a:path w="1749" h="6918" extrusionOk="0">
                  <a:moveTo>
                    <a:pt x="1" y="1"/>
                  </a:moveTo>
                  <a:lnTo>
                    <a:pt x="1" y="6918"/>
                  </a:lnTo>
                  <a:lnTo>
                    <a:pt x="1749" y="6918"/>
                  </a:lnTo>
                  <a:lnTo>
                    <a:pt x="174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6"/>
            <p:cNvSpPr/>
            <p:nvPr/>
          </p:nvSpPr>
          <p:spPr>
            <a:xfrm>
              <a:off x="6455009" y="3001343"/>
              <a:ext cx="309938" cy="221566"/>
            </a:xfrm>
            <a:custGeom>
              <a:avLst/>
              <a:gdLst/>
              <a:ahLst/>
              <a:cxnLst/>
              <a:rect l="l" t="t" r="r" b="b"/>
              <a:pathLst>
                <a:path w="9678" h="6918" extrusionOk="0">
                  <a:moveTo>
                    <a:pt x="1" y="1"/>
                  </a:moveTo>
                  <a:lnTo>
                    <a:pt x="1" y="6918"/>
                  </a:lnTo>
                  <a:lnTo>
                    <a:pt x="9677" y="6918"/>
                  </a:lnTo>
                  <a:lnTo>
                    <a:pt x="9677"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6"/>
            <p:cNvSpPr/>
            <p:nvPr/>
          </p:nvSpPr>
          <p:spPr>
            <a:xfrm>
              <a:off x="6446138" y="3001343"/>
              <a:ext cx="56140" cy="221566"/>
            </a:xfrm>
            <a:custGeom>
              <a:avLst/>
              <a:gdLst/>
              <a:ahLst/>
              <a:cxnLst/>
              <a:rect l="l" t="t" r="r" b="b"/>
              <a:pathLst>
                <a:path w="1753" h="6918" extrusionOk="0">
                  <a:moveTo>
                    <a:pt x="1" y="1"/>
                  </a:moveTo>
                  <a:lnTo>
                    <a:pt x="1" y="6918"/>
                  </a:lnTo>
                  <a:lnTo>
                    <a:pt x="1752" y="6918"/>
                  </a:lnTo>
                  <a:lnTo>
                    <a:pt x="175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6"/>
            <p:cNvSpPr/>
            <p:nvPr/>
          </p:nvSpPr>
          <p:spPr>
            <a:xfrm>
              <a:off x="6455009" y="3296071"/>
              <a:ext cx="309938" cy="221598"/>
            </a:xfrm>
            <a:custGeom>
              <a:avLst/>
              <a:gdLst/>
              <a:ahLst/>
              <a:cxnLst/>
              <a:rect l="l" t="t" r="r" b="b"/>
              <a:pathLst>
                <a:path w="9678" h="6919" extrusionOk="0">
                  <a:moveTo>
                    <a:pt x="1" y="0"/>
                  </a:moveTo>
                  <a:lnTo>
                    <a:pt x="1" y="6918"/>
                  </a:lnTo>
                  <a:lnTo>
                    <a:pt x="9677" y="6918"/>
                  </a:lnTo>
                  <a:lnTo>
                    <a:pt x="9677"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6"/>
            <p:cNvSpPr/>
            <p:nvPr/>
          </p:nvSpPr>
          <p:spPr>
            <a:xfrm>
              <a:off x="6455009" y="3296071"/>
              <a:ext cx="57805" cy="221598"/>
            </a:xfrm>
            <a:custGeom>
              <a:avLst/>
              <a:gdLst/>
              <a:ahLst/>
              <a:cxnLst/>
              <a:rect l="l" t="t" r="r" b="b"/>
              <a:pathLst>
                <a:path w="1805" h="6919" extrusionOk="0">
                  <a:moveTo>
                    <a:pt x="1" y="0"/>
                  </a:moveTo>
                  <a:lnTo>
                    <a:pt x="1" y="6918"/>
                  </a:lnTo>
                  <a:lnTo>
                    <a:pt x="1804" y="6918"/>
                  </a:lnTo>
                  <a:lnTo>
                    <a:pt x="180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6"/>
            <p:cNvSpPr/>
            <p:nvPr/>
          </p:nvSpPr>
          <p:spPr>
            <a:xfrm>
              <a:off x="5695782" y="3296071"/>
              <a:ext cx="310066" cy="221598"/>
            </a:xfrm>
            <a:custGeom>
              <a:avLst/>
              <a:gdLst/>
              <a:ahLst/>
              <a:cxnLst/>
              <a:rect l="l" t="t" r="r" b="b"/>
              <a:pathLst>
                <a:path w="9682" h="6919" extrusionOk="0">
                  <a:moveTo>
                    <a:pt x="1" y="0"/>
                  </a:moveTo>
                  <a:lnTo>
                    <a:pt x="1" y="6918"/>
                  </a:lnTo>
                  <a:lnTo>
                    <a:pt x="9682" y="6918"/>
                  </a:lnTo>
                  <a:lnTo>
                    <a:pt x="9682"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6"/>
            <p:cNvSpPr/>
            <p:nvPr/>
          </p:nvSpPr>
          <p:spPr>
            <a:xfrm>
              <a:off x="5695782" y="3295719"/>
              <a:ext cx="56140" cy="221598"/>
            </a:xfrm>
            <a:custGeom>
              <a:avLst/>
              <a:gdLst/>
              <a:ahLst/>
              <a:cxnLst/>
              <a:rect l="l" t="t" r="r" b="b"/>
              <a:pathLst>
                <a:path w="1753" h="6919" extrusionOk="0">
                  <a:moveTo>
                    <a:pt x="1" y="1"/>
                  </a:moveTo>
                  <a:lnTo>
                    <a:pt x="1" y="6918"/>
                  </a:lnTo>
                  <a:lnTo>
                    <a:pt x="1752" y="6918"/>
                  </a:lnTo>
                  <a:lnTo>
                    <a:pt x="175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6"/>
            <p:cNvSpPr/>
            <p:nvPr/>
          </p:nvSpPr>
          <p:spPr>
            <a:xfrm>
              <a:off x="5695782" y="3587821"/>
              <a:ext cx="310066" cy="221598"/>
            </a:xfrm>
            <a:custGeom>
              <a:avLst/>
              <a:gdLst/>
              <a:ahLst/>
              <a:cxnLst/>
              <a:rect l="l" t="t" r="r" b="b"/>
              <a:pathLst>
                <a:path w="9682" h="6919" extrusionOk="0">
                  <a:moveTo>
                    <a:pt x="1" y="1"/>
                  </a:moveTo>
                  <a:lnTo>
                    <a:pt x="1" y="6919"/>
                  </a:lnTo>
                  <a:lnTo>
                    <a:pt x="9682" y="6919"/>
                  </a:lnTo>
                  <a:lnTo>
                    <a:pt x="9682"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6"/>
            <p:cNvSpPr/>
            <p:nvPr/>
          </p:nvSpPr>
          <p:spPr>
            <a:xfrm>
              <a:off x="5695782" y="3587821"/>
              <a:ext cx="310066" cy="221598"/>
            </a:xfrm>
            <a:custGeom>
              <a:avLst/>
              <a:gdLst/>
              <a:ahLst/>
              <a:cxnLst/>
              <a:rect l="l" t="t" r="r" b="b"/>
              <a:pathLst>
                <a:path w="9682" h="6919" extrusionOk="0">
                  <a:moveTo>
                    <a:pt x="1" y="1"/>
                  </a:moveTo>
                  <a:lnTo>
                    <a:pt x="1" y="6919"/>
                  </a:lnTo>
                  <a:lnTo>
                    <a:pt x="9682" y="6919"/>
                  </a:lnTo>
                  <a:lnTo>
                    <a:pt x="9682"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6"/>
            <p:cNvSpPr/>
            <p:nvPr/>
          </p:nvSpPr>
          <p:spPr>
            <a:xfrm>
              <a:off x="5695782" y="3587821"/>
              <a:ext cx="56140" cy="221598"/>
            </a:xfrm>
            <a:custGeom>
              <a:avLst/>
              <a:gdLst/>
              <a:ahLst/>
              <a:cxnLst/>
              <a:rect l="l" t="t" r="r" b="b"/>
              <a:pathLst>
                <a:path w="1753" h="6919" extrusionOk="0">
                  <a:moveTo>
                    <a:pt x="1" y="1"/>
                  </a:moveTo>
                  <a:lnTo>
                    <a:pt x="1" y="6919"/>
                  </a:lnTo>
                  <a:lnTo>
                    <a:pt x="1752" y="6919"/>
                  </a:lnTo>
                  <a:lnTo>
                    <a:pt x="175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6"/>
            <p:cNvSpPr/>
            <p:nvPr/>
          </p:nvSpPr>
          <p:spPr>
            <a:xfrm>
              <a:off x="6073650" y="3296071"/>
              <a:ext cx="310066" cy="221598"/>
            </a:xfrm>
            <a:custGeom>
              <a:avLst/>
              <a:gdLst/>
              <a:ahLst/>
              <a:cxnLst/>
              <a:rect l="l" t="t" r="r" b="b"/>
              <a:pathLst>
                <a:path w="9682" h="6919" extrusionOk="0">
                  <a:moveTo>
                    <a:pt x="0" y="0"/>
                  </a:moveTo>
                  <a:lnTo>
                    <a:pt x="0" y="6918"/>
                  </a:lnTo>
                  <a:lnTo>
                    <a:pt x="9682" y="6918"/>
                  </a:lnTo>
                  <a:lnTo>
                    <a:pt x="9682"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6"/>
            <p:cNvSpPr/>
            <p:nvPr/>
          </p:nvSpPr>
          <p:spPr>
            <a:xfrm>
              <a:off x="6073650" y="3295719"/>
              <a:ext cx="56108" cy="221598"/>
            </a:xfrm>
            <a:custGeom>
              <a:avLst/>
              <a:gdLst/>
              <a:ahLst/>
              <a:cxnLst/>
              <a:rect l="l" t="t" r="r" b="b"/>
              <a:pathLst>
                <a:path w="1752" h="6919" extrusionOk="0">
                  <a:moveTo>
                    <a:pt x="0" y="1"/>
                  </a:moveTo>
                  <a:lnTo>
                    <a:pt x="0" y="6918"/>
                  </a:lnTo>
                  <a:lnTo>
                    <a:pt x="1752" y="6918"/>
                  </a:lnTo>
                  <a:lnTo>
                    <a:pt x="175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6"/>
            <p:cNvSpPr/>
            <p:nvPr/>
          </p:nvSpPr>
          <p:spPr>
            <a:xfrm>
              <a:off x="6075443" y="3587821"/>
              <a:ext cx="309970" cy="221598"/>
            </a:xfrm>
            <a:custGeom>
              <a:avLst/>
              <a:gdLst/>
              <a:ahLst/>
              <a:cxnLst/>
              <a:rect l="l" t="t" r="r" b="b"/>
              <a:pathLst>
                <a:path w="9679" h="6919" extrusionOk="0">
                  <a:moveTo>
                    <a:pt x="1" y="1"/>
                  </a:moveTo>
                  <a:lnTo>
                    <a:pt x="1" y="6919"/>
                  </a:lnTo>
                  <a:lnTo>
                    <a:pt x="9679" y="6919"/>
                  </a:lnTo>
                  <a:lnTo>
                    <a:pt x="9679" y="1"/>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6"/>
            <p:cNvSpPr/>
            <p:nvPr/>
          </p:nvSpPr>
          <p:spPr>
            <a:xfrm>
              <a:off x="6075443" y="3587821"/>
              <a:ext cx="309970" cy="221598"/>
            </a:xfrm>
            <a:custGeom>
              <a:avLst/>
              <a:gdLst/>
              <a:ahLst/>
              <a:cxnLst/>
              <a:rect l="l" t="t" r="r" b="b"/>
              <a:pathLst>
                <a:path w="9679" h="6919" extrusionOk="0">
                  <a:moveTo>
                    <a:pt x="1" y="1"/>
                  </a:moveTo>
                  <a:lnTo>
                    <a:pt x="1" y="6919"/>
                  </a:lnTo>
                  <a:lnTo>
                    <a:pt x="9679" y="6919"/>
                  </a:lnTo>
                  <a:lnTo>
                    <a:pt x="9679" y="1"/>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6"/>
            <p:cNvSpPr/>
            <p:nvPr/>
          </p:nvSpPr>
          <p:spPr>
            <a:xfrm>
              <a:off x="6075443" y="3587821"/>
              <a:ext cx="56140" cy="221598"/>
            </a:xfrm>
            <a:custGeom>
              <a:avLst/>
              <a:gdLst/>
              <a:ahLst/>
              <a:cxnLst/>
              <a:rect l="l" t="t" r="r" b="b"/>
              <a:pathLst>
                <a:path w="1753" h="6919" extrusionOk="0">
                  <a:moveTo>
                    <a:pt x="1" y="1"/>
                  </a:moveTo>
                  <a:lnTo>
                    <a:pt x="1" y="6919"/>
                  </a:lnTo>
                  <a:lnTo>
                    <a:pt x="1752" y="6919"/>
                  </a:lnTo>
                  <a:lnTo>
                    <a:pt x="175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6"/>
            <p:cNvSpPr/>
            <p:nvPr/>
          </p:nvSpPr>
          <p:spPr>
            <a:xfrm>
              <a:off x="6455009" y="3587821"/>
              <a:ext cx="309938" cy="221598"/>
            </a:xfrm>
            <a:custGeom>
              <a:avLst/>
              <a:gdLst/>
              <a:ahLst/>
              <a:cxnLst/>
              <a:rect l="l" t="t" r="r" b="b"/>
              <a:pathLst>
                <a:path w="9678" h="6919" extrusionOk="0">
                  <a:moveTo>
                    <a:pt x="1" y="1"/>
                  </a:moveTo>
                  <a:lnTo>
                    <a:pt x="1" y="6919"/>
                  </a:lnTo>
                  <a:lnTo>
                    <a:pt x="9677" y="6919"/>
                  </a:lnTo>
                  <a:lnTo>
                    <a:pt x="9677" y="1"/>
                  </a:ln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6"/>
            <p:cNvSpPr/>
            <p:nvPr/>
          </p:nvSpPr>
          <p:spPr>
            <a:xfrm>
              <a:off x="6455009" y="3587821"/>
              <a:ext cx="56140" cy="221598"/>
            </a:xfrm>
            <a:custGeom>
              <a:avLst/>
              <a:gdLst/>
              <a:ahLst/>
              <a:cxnLst/>
              <a:rect l="l" t="t" r="r" b="b"/>
              <a:pathLst>
                <a:path w="1753" h="6919" extrusionOk="0">
                  <a:moveTo>
                    <a:pt x="1" y="1"/>
                  </a:moveTo>
                  <a:lnTo>
                    <a:pt x="1" y="6919"/>
                  </a:lnTo>
                  <a:lnTo>
                    <a:pt x="1752" y="6919"/>
                  </a:lnTo>
                  <a:lnTo>
                    <a:pt x="175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6"/>
            <p:cNvSpPr/>
            <p:nvPr/>
          </p:nvSpPr>
          <p:spPr>
            <a:xfrm>
              <a:off x="5440987" y="1651447"/>
              <a:ext cx="78269" cy="2335381"/>
            </a:xfrm>
            <a:custGeom>
              <a:avLst/>
              <a:gdLst/>
              <a:ahLst/>
              <a:cxnLst/>
              <a:rect l="l" t="t" r="r" b="b"/>
              <a:pathLst>
                <a:path w="2444" h="72918" extrusionOk="0">
                  <a:moveTo>
                    <a:pt x="165" y="1"/>
                  </a:moveTo>
                  <a:cubicBezTo>
                    <a:pt x="165" y="1"/>
                    <a:pt x="165" y="1"/>
                    <a:pt x="165" y="1"/>
                  </a:cubicBezTo>
                  <a:cubicBezTo>
                    <a:pt x="1" y="4"/>
                    <a:pt x="337" y="16331"/>
                    <a:pt x="923" y="36470"/>
                  </a:cubicBezTo>
                  <a:cubicBezTo>
                    <a:pt x="1506" y="56601"/>
                    <a:pt x="2111" y="72918"/>
                    <a:pt x="2279" y="72918"/>
                  </a:cubicBezTo>
                  <a:cubicBezTo>
                    <a:pt x="2279" y="72918"/>
                    <a:pt x="2279" y="72918"/>
                    <a:pt x="2279" y="72918"/>
                  </a:cubicBezTo>
                  <a:cubicBezTo>
                    <a:pt x="2444" y="72910"/>
                    <a:pt x="2107" y="56584"/>
                    <a:pt x="1521" y="36451"/>
                  </a:cubicBezTo>
                  <a:cubicBezTo>
                    <a:pt x="939" y="16314"/>
                    <a:pt x="329" y="1"/>
                    <a:pt x="16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6"/>
            <p:cNvSpPr/>
            <p:nvPr/>
          </p:nvSpPr>
          <p:spPr>
            <a:xfrm>
              <a:off x="5374246" y="3717620"/>
              <a:ext cx="133640" cy="105659"/>
            </a:xfrm>
            <a:custGeom>
              <a:avLst/>
              <a:gdLst/>
              <a:ahLst/>
              <a:cxnLst/>
              <a:rect l="l" t="t" r="r" b="b"/>
              <a:pathLst>
                <a:path w="4173" h="3299" extrusionOk="0">
                  <a:moveTo>
                    <a:pt x="4083" y="1"/>
                  </a:moveTo>
                  <a:lnTo>
                    <a:pt x="60" y="1378"/>
                  </a:lnTo>
                  <a:lnTo>
                    <a:pt x="1" y="3299"/>
                  </a:lnTo>
                  <a:lnTo>
                    <a:pt x="4173" y="1830"/>
                  </a:lnTo>
                  <a:lnTo>
                    <a:pt x="408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9" name="Google Shape;2609;p46"/>
          <p:cNvGrpSpPr/>
          <p:nvPr/>
        </p:nvGrpSpPr>
        <p:grpSpPr>
          <a:xfrm rot="-721003">
            <a:off x="4427160" y="2856628"/>
            <a:ext cx="1122199" cy="1561317"/>
            <a:chOff x="4165807" y="3024617"/>
            <a:chExt cx="1122184" cy="1561296"/>
          </a:xfrm>
        </p:grpSpPr>
        <p:sp>
          <p:nvSpPr>
            <p:cNvPr id="2610" name="Google Shape;2610;p46"/>
            <p:cNvSpPr/>
            <p:nvPr/>
          </p:nvSpPr>
          <p:spPr>
            <a:xfrm>
              <a:off x="4165807" y="3024617"/>
              <a:ext cx="1115475" cy="1561296"/>
            </a:xfrm>
            <a:custGeom>
              <a:avLst/>
              <a:gdLst/>
              <a:ahLst/>
              <a:cxnLst/>
              <a:rect l="l" t="t" r="r" b="b"/>
              <a:pathLst>
                <a:path w="27215" h="38092" extrusionOk="0">
                  <a:moveTo>
                    <a:pt x="9103" y="6253"/>
                  </a:moveTo>
                  <a:lnTo>
                    <a:pt x="10441" y="10485"/>
                  </a:lnTo>
                  <a:lnTo>
                    <a:pt x="9663" y="10728"/>
                  </a:lnTo>
                  <a:lnTo>
                    <a:pt x="8326" y="6499"/>
                  </a:lnTo>
                  <a:lnTo>
                    <a:pt x="9103" y="6253"/>
                  </a:lnTo>
                  <a:close/>
                  <a:moveTo>
                    <a:pt x="11848" y="5334"/>
                  </a:moveTo>
                  <a:lnTo>
                    <a:pt x="14680" y="14298"/>
                  </a:lnTo>
                  <a:lnTo>
                    <a:pt x="13903" y="14541"/>
                  </a:lnTo>
                  <a:lnTo>
                    <a:pt x="11072" y="5581"/>
                  </a:lnTo>
                  <a:lnTo>
                    <a:pt x="11848" y="5334"/>
                  </a:lnTo>
                  <a:close/>
                  <a:moveTo>
                    <a:pt x="6555" y="7225"/>
                  </a:moveTo>
                  <a:lnTo>
                    <a:pt x="8849" y="14482"/>
                  </a:lnTo>
                  <a:lnTo>
                    <a:pt x="8072" y="14729"/>
                  </a:lnTo>
                  <a:lnTo>
                    <a:pt x="5779" y="7471"/>
                  </a:lnTo>
                  <a:lnTo>
                    <a:pt x="6555" y="7225"/>
                  </a:lnTo>
                  <a:close/>
                  <a:moveTo>
                    <a:pt x="10900" y="11621"/>
                  </a:moveTo>
                  <a:lnTo>
                    <a:pt x="12237" y="15849"/>
                  </a:lnTo>
                  <a:lnTo>
                    <a:pt x="11460" y="16096"/>
                  </a:lnTo>
                  <a:lnTo>
                    <a:pt x="10122" y="11864"/>
                  </a:lnTo>
                  <a:lnTo>
                    <a:pt x="10900" y="11621"/>
                  </a:lnTo>
                  <a:close/>
                  <a:moveTo>
                    <a:pt x="12696" y="16984"/>
                  </a:moveTo>
                  <a:lnTo>
                    <a:pt x="16394" y="28694"/>
                  </a:lnTo>
                  <a:lnTo>
                    <a:pt x="15621" y="28941"/>
                  </a:lnTo>
                  <a:lnTo>
                    <a:pt x="11920" y="17227"/>
                  </a:lnTo>
                  <a:lnTo>
                    <a:pt x="12696" y="16984"/>
                  </a:lnTo>
                  <a:close/>
                  <a:moveTo>
                    <a:pt x="15072" y="15774"/>
                  </a:moveTo>
                  <a:lnTo>
                    <a:pt x="19957" y="31227"/>
                  </a:lnTo>
                  <a:lnTo>
                    <a:pt x="19181" y="31469"/>
                  </a:lnTo>
                  <a:lnTo>
                    <a:pt x="14295" y="16017"/>
                  </a:lnTo>
                  <a:lnTo>
                    <a:pt x="15072" y="15774"/>
                  </a:lnTo>
                  <a:close/>
                  <a:moveTo>
                    <a:pt x="16756" y="29803"/>
                  </a:moveTo>
                  <a:lnTo>
                    <a:pt x="17548" y="32309"/>
                  </a:lnTo>
                  <a:lnTo>
                    <a:pt x="16771" y="32552"/>
                  </a:lnTo>
                  <a:lnTo>
                    <a:pt x="15980" y="30050"/>
                  </a:lnTo>
                  <a:lnTo>
                    <a:pt x="16756" y="29803"/>
                  </a:lnTo>
                  <a:close/>
                  <a:moveTo>
                    <a:pt x="19252" y="0"/>
                  </a:moveTo>
                  <a:cubicBezTo>
                    <a:pt x="19027" y="12"/>
                    <a:pt x="18814" y="86"/>
                    <a:pt x="18594" y="162"/>
                  </a:cubicBezTo>
                  <a:cubicBezTo>
                    <a:pt x="17716" y="457"/>
                    <a:pt x="16842" y="752"/>
                    <a:pt x="15976" y="1039"/>
                  </a:cubicBezTo>
                  <a:cubicBezTo>
                    <a:pt x="14242" y="1622"/>
                    <a:pt x="12532" y="2193"/>
                    <a:pt x="10855" y="2757"/>
                  </a:cubicBezTo>
                  <a:cubicBezTo>
                    <a:pt x="7497" y="3882"/>
                    <a:pt x="4259" y="4965"/>
                    <a:pt x="1173" y="5999"/>
                  </a:cubicBezTo>
                  <a:cubicBezTo>
                    <a:pt x="789" y="6108"/>
                    <a:pt x="453" y="6343"/>
                    <a:pt x="244" y="6675"/>
                  </a:cubicBezTo>
                  <a:cubicBezTo>
                    <a:pt x="82" y="6930"/>
                    <a:pt x="1" y="7225"/>
                    <a:pt x="1" y="7520"/>
                  </a:cubicBezTo>
                  <a:cubicBezTo>
                    <a:pt x="1" y="7609"/>
                    <a:pt x="8" y="7699"/>
                    <a:pt x="23" y="7789"/>
                  </a:cubicBezTo>
                  <a:cubicBezTo>
                    <a:pt x="56" y="7975"/>
                    <a:pt x="132" y="8158"/>
                    <a:pt x="191" y="8349"/>
                  </a:cubicBezTo>
                  <a:cubicBezTo>
                    <a:pt x="254" y="8535"/>
                    <a:pt x="318" y="8718"/>
                    <a:pt x="378" y="8905"/>
                  </a:cubicBezTo>
                  <a:cubicBezTo>
                    <a:pt x="501" y="9275"/>
                    <a:pt x="625" y="9645"/>
                    <a:pt x="748" y="10011"/>
                  </a:cubicBezTo>
                  <a:cubicBezTo>
                    <a:pt x="1237" y="11471"/>
                    <a:pt x="1711" y="12891"/>
                    <a:pt x="2171" y="14262"/>
                  </a:cubicBezTo>
                  <a:cubicBezTo>
                    <a:pt x="3090" y="17007"/>
                    <a:pt x="3941" y="19561"/>
                    <a:pt x="4721" y="21892"/>
                  </a:cubicBezTo>
                  <a:cubicBezTo>
                    <a:pt x="6279" y="26562"/>
                    <a:pt x="7538" y="30337"/>
                    <a:pt x="8408" y="32949"/>
                  </a:cubicBezTo>
                  <a:cubicBezTo>
                    <a:pt x="8841" y="34252"/>
                    <a:pt x="9178" y="35268"/>
                    <a:pt x="9405" y="35955"/>
                  </a:cubicBezTo>
                  <a:cubicBezTo>
                    <a:pt x="9517" y="36299"/>
                    <a:pt x="9603" y="36560"/>
                    <a:pt x="9663" y="36740"/>
                  </a:cubicBezTo>
                  <a:cubicBezTo>
                    <a:pt x="9719" y="36915"/>
                    <a:pt x="9746" y="37005"/>
                    <a:pt x="9746" y="37005"/>
                  </a:cubicBezTo>
                  <a:lnTo>
                    <a:pt x="9746" y="37009"/>
                  </a:lnTo>
                  <a:lnTo>
                    <a:pt x="9749" y="37009"/>
                  </a:lnTo>
                  <a:cubicBezTo>
                    <a:pt x="9753" y="37009"/>
                    <a:pt x="9775" y="37102"/>
                    <a:pt x="9865" y="37262"/>
                  </a:cubicBezTo>
                  <a:cubicBezTo>
                    <a:pt x="9955" y="37419"/>
                    <a:pt x="10115" y="37655"/>
                    <a:pt x="10422" y="37848"/>
                  </a:cubicBezTo>
                  <a:cubicBezTo>
                    <a:pt x="10634" y="37983"/>
                    <a:pt x="10934" y="38091"/>
                    <a:pt x="11273" y="38091"/>
                  </a:cubicBezTo>
                  <a:cubicBezTo>
                    <a:pt x="11408" y="38091"/>
                    <a:pt x="11553" y="38076"/>
                    <a:pt x="11699" y="38031"/>
                  </a:cubicBezTo>
                  <a:cubicBezTo>
                    <a:pt x="12203" y="37871"/>
                    <a:pt x="12778" y="37669"/>
                    <a:pt x="13432" y="37453"/>
                  </a:cubicBezTo>
                  <a:cubicBezTo>
                    <a:pt x="15774" y="36664"/>
                    <a:pt x="19050" y="35559"/>
                    <a:pt x="23065" y="34207"/>
                  </a:cubicBezTo>
                  <a:lnTo>
                    <a:pt x="22896" y="33680"/>
                  </a:lnTo>
                  <a:lnTo>
                    <a:pt x="12797" y="2115"/>
                  </a:lnTo>
                  <a:lnTo>
                    <a:pt x="17937" y="393"/>
                  </a:lnTo>
                  <a:lnTo>
                    <a:pt x="27215" y="28821"/>
                  </a:lnTo>
                  <a:lnTo>
                    <a:pt x="26808" y="18930"/>
                  </a:lnTo>
                  <a:cubicBezTo>
                    <a:pt x="26677" y="18542"/>
                    <a:pt x="26546" y="18153"/>
                    <a:pt x="26415" y="17761"/>
                  </a:cubicBezTo>
                  <a:cubicBezTo>
                    <a:pt x="24828" y="13025"/>
                    <a:pt x="23136" y="7979"/>
                    <a:pt x="21377" y="2734"/>
                  </a:cubicBezTo>
                  <a:cubicBezTo>
                    <a:pt x="21190" y="2179"/>
                    <a:pt x="21003" y="1626"/>
                    <a:pt x="20817" y="1065"/>
                  </a:cubicBezTo>
                  <a:cubicBezTo>
                    <a:pt x="20674" y="632"/>
                    <a:pt x="20331" y="277"/>
                    <a:pt x="19912" y="109"/>
                  </a:cubicBezTo>
                  <a:cubicBezTo>
                    <a:pt x="19729" y="34"/>
                    <a:pt x="19535" y="0"/>
                    <a:pt x="19341"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6"/>
            <p:cNvSpPr/>
            <p:nvPr/>
          </p:nvSpPr>
          <p:spPr>
            <a:xfrm>
              <a:off x="4751709" y="3671092"/>
              <a:ext cx="232112" cy="643381"/>
            </a:xfrm>
            <a:custGeom>
              <a:avLst/>
              <a:gdLst/>
              <a:ahLst/>
              <a:cxnLst/>
              <a:rect l="l" t="t" r="r" b="b"/>
              <a:pathLst>
                <a:path w="5663" h="15697" extrusionOk="0">
                  <a:moveTo>
                    <a:pt x="777" y="1"/>
                  </a:moveTo>
                  <a:lnTo>
                    <a:pt x="0" y="244"/>
                  </a:lnTo>
                  <a:lnTo>
                    <a:pt x="4886" y="15696"/>
                  </a:lnTo>
                  <a:lnTo>
                    <a:pt x="5662" y="15454"/>
                  </a:lnTo>
                  <a:lnTo>
                    <a:pt x="777"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6"/>
            <p:cNvSpPr/>
            <p:nvPr/>
          </p:nvSpPr>
          <p:spPr>
            <a:xfrm>
              <a:off x="4619569" y="3243237"/>
              <a:ext cx="147924" cy="377413"/>
            </a:xfrm>
            <a:custGeom>
              <a:avLst/>
              <a:gdLst/>
              <a:ahLst/>
              <a:cxnLst/>
              <a:rect l="l" t="t" r="r" b="b"/>
              <a:pathLst>
                <a:path w="3609" h="9208" extrusionOk="0">
                  <a:moveTo>
                    <a:pt x="777" y="0"/>
                  </a:moveTo>
                  <a:lnTo>
                    <a:pt x="1" y="247"/>
                  </a:lnTo>
                  <a:lnTo>
                    <a:pt x="2832" y="9207"/>
                  </a:lnTo>
                  <a:lnTo>
                    <a:pt x="3609" y="8964"/>
                  </a:lnTo>
                  <a:lnTo>
                    <a:pt x="777"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6"/>
            <p:cNvSpPr/>
            <p:nvPr/>
          </p:nvSpPr>
          <p:spPr>
            <a:xfrm>
              <a:off x="4507020" y="3280863"/>
              <a:ext cx="86730" cy="183460"/>
            </a:xfrm>
            <a:custGeom>
              <a:avLst/>
              <a:gdLst/>
              <a:ahLst/>
              <a:cxnLst/>
              <a:rect l="l" t="t" r="r" b="b"/>
              <a:pathLst>
                <a:path w="2116" h="4476" extrusionOk="0">
                  <a:moveTo>
                    <a:pt x="778" y="1"/>
                  </a:moveTo>
                  <a:lnTo>
                    <a:pt x="1" y="247"/>
                  </a:lnTo>
                  <a:lnTo>
                    <a:pt x="1338" y="4476"/>
                  </a:lnTo>
                  <a:lnTo>
                    <a:pt x="2116" y="4233"/>
                  </a:lnTo>
                  <a:lnTo>
                    <a:pt x="778"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6"/>
            <p:cNvSpPr/>
            <p:nvPr/>
          </p:nvSpPr>
          <p:spPr>
            <a:xfrm>
              <a:off x="4402668" y="3320701"/>
              <a:ext cx="125873" cy="307611"/>
            </a:xfrm>
            <a:custGeom>
              <a:avLst/>
              <a:gdLst/>
              <a:ahLst/>
              <a:cxnLst/>
              <a:rect l="l" t="t" r="r" b="b"/>
              <a:pathLst>
                <a:path w="3071" h="7505" extrusionOk="0">
                  <a:moveTo>
                    <a:pt x="776" y="1"/>
                  </a:moveTo>
                  <a:lnTo>
                    <a:pt x="0" y="247"/>
                  </a:lnTo>
                  <a:lnTo>
                    <a:pt x="2293" y="7505"/>
                  </a:lnTo>
                  <a:lnTo>
                    <a:pt x="3070" y="7258"/>
                  </a:lnTo>
                  <a:lnTo>
                    <a:pt x="776"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6"/>
            <p:cNvSpPr/>
            <p:nvPr/>
          </p:nvSpPr>
          <p:spPr>
            <a:xfrm>
              <a:off x="4820731" y="4246129"/>
              <a:ext cx="64350" cy="112716"/>
            </a:xfrm>
            <a:custGeom>
              <a:avLst/>
              <a:gdLst/>
              <a:ahLst/>
              <a:cxnLst/>
              <a:rect l="l" t="t" r="r" b="b"/>
              <a:pathLst>
                <a:path w="1570" h="2750" extrusionOk="0">
                  <a:moveTo>
                    <a:pt x="777" y="0"/>
                  </a:moveTo>
                  <a:lnTo>
                    <a:pt x="1" y="247"/>
                  </a:lnTo>
                  <a:lnTo>
                    <a:pt x="792" y="2749"/>
                  </a:lnTo>
                  <a:lnTo>
                    <a:pt x="1569" y="2506"/>
                  </a:lnTo>
                  <a:lnTo>
                    <a:pt x="777"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6"/>
            <p:cNvSpPr/>
            <p:nvPr/>
          </p:nvSpPr>
          <p:spPr>
            <a:xfrm>
              <a:off x="4580673" y="3500877"/>
              <a:ext cx="86730" cy="183460"/>
            </a:xfrm>
            <a:custGeom>
              <a:avLst/>
              <a:gdLst/>
              <a:ahLst/>
              <a:cxnLst/>
              <a:rect l="l" t="t" r="r" b="b"/>
              <a:pathLst>
                <a:path w="2116" h="4476" extrusionOk="0">
                  <a:moveTo>
                    <a:pt x="778" y="1"/>
                  </a:moveTo>
                  <a:lnTo>
                    <a:pt x="0" y="244"/>
                  </a:lnTo>
                  <a:lnTo>
                    <a:pt x="1338" y="4476"/>
                  </a:lnTo>
                  <a:lnTo>
                    <a:pt x="2115" y="4229"/>
                  </a:lnTo>
                  <a:lnTo>
                    <a:pt x="778"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6"/>
            <p:cNvSpPr/>
            <p:nvPr/>
          </p:nvSpPr>
          <p:spPr>
            <a:xfrm>
              <a:off x="4654325" y="3720727"/>
              <a:ext cx="183419" cy="490088"/>
            </a:xfrm>
            <a:custGeom>
              <a:avLst/>
              <a:gdLst/>
              <a:ahLst/>
              <a:cxnLst/>
              <a:rect l="l" t="t" r="r" b="b"/>
              <a:pathLst>
                <a:path w="4475" h="11957" extrusionOk="0">
                  <a:moveTo>
                    <a:pt x="777" y="0"/>
                  </a:moveTo>
                  <a:lnTo>
                    <a:pt x="1" y="243"/>
                  </a:lnTo>
                  <a:lnTo>
                    <a:pt x="3702" y="11957"/>
                  </a:lnTo>
                  <a:lnTo>
                    <a:pt x="4475" y="11710"/>
                  </a:lnTo>
                  <a:lnTo>
                    <a:pt x="777"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6"/>
            <p:cNvSpPr/>
            <p:nvPr/>
          </p:nvSpPr>
          <p:spPr>
            <a:xfrm>
              <a:off x="4690311" y="3040725"/>
              <a:ext cx="597680" cy="1387345"/>
            </a:xfrm>
            <a:custGeom>
              <a:avLst/>
              <a:gdLst/>
              <a:ahLst/>
              <a:cxnLst/>
              <a:rect l="l" t="t" r="r" b="b"/>
              <a:pathLst>
                <a:path w="14582" h="33848" extrusionOk="0">
                  <a:moveTo>
                    <a:pt x="5140" y="0"/>
                  </a:moveTo>
                  <a:lnTo>
                    <a:pt x="0" y="1722"/>
                  </a:lnTo>
                  <a:lnTo>
                    <a:pt x="10268" y="33814"/>
                  </a:lnTo>
                  <a:lnTo>
                    <a:pt x="10279" y="33847"/>
                  </a:lnTo>
                  <a:lnTo>
                    <a:pt x="14582" y="32406"/>
                  </a:lnTo>
                  <a:lnTo>
                    <a:pt x="14418" y="28428"/>
                  </a:lnTo>
                  <a:lnTo>
                    <a:pt x="5140"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0" name="Google Shape;2620;p46"/>
          <p:cNvGrpSpPr/>
          <p:nvPr/>
        </p:nvGrpSpPr>
        <p:grpSpPr>
          <a:xfrm>
            <a:off x="5820964" y="890149"/>
            <a:ext cx="2360510" cy="3801392"/>
            <a:chOff x="5819039" y="912475"/>
            <a:chExt cx="2360510" cy="3801392"/>
          </a:xfrm>
        </p:grpSpPr>
        <p:sp>
          <p:nvSpPr>
            <p:cNvPr id="2621" name="Google Shape;2621;p46"/>
            <p:cNvSpPr/>
            <p:nvPr/>
          </p:nvSpPr>
          <p:spPr>
            <a:xfrm>
              <a:off x="7402881" y="2309654"/>
              <a:ext cx="45988" cy="10862"/>
            </a:xfrm>
            <a:custGeom>
              <a:avLst/>
              <a:gdLst/>
              <a:ahLst/>
              <a:cxnLst/>
              <a:rect l="l" t="t" r="r" b="b"/>
              <a:pathLst>
                <a:path w="1122" h="265" extrusionOk="0">
                  <a:moveTo>
                    <a:pt x="1052" y="1"/>
                  </a:moveTo>
                  <a:cubicBezTo>
                    <a:pt x="958" y="1"/>
                    <a:pt x="765" y="27"/>
                    <a:pt x="546" y="72"/>
                  </a:cubicBezTo>
                  <a:cubicBezTo>
                    <a:pt x="244" y="140"/>
                    <a:pt x="1" y="219"/>
                    <a:pt x="4" y="252"/>
                  </a:cubicBezTo>
                  <a:cubicBezTo>
                    <a:pt x="6" y="260"/>
                    <a:pt x="28" y="264"/>
                    <a:pt x="64" y="264"/>
                  </a:cubicBezTo>
                  <a:cubicBezTo>
                    <a:pt x="158" y="264"/>
                    <a:pt x="352" y="238"/>
                    <a:pt x="572" y="193"/>
                  </a:cubicBezTo>
                  <a:cubicBezTo>
                    <a:pt x="878" y="125"/>
                    <a:pt x="1121" y="46"/>
                    <a:pt x="1114" y="13"/>
                  </a:cubicBezTo>
                  <a:cubicBezTo>
                    <a:pt x="1112" y="5"/>
                    <a:pt x="1090" y="1"/>
                    <a:pt x="105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6"/>
            <p:cNvSpPr/>
            <p:nvPr/>
          </p:nvSpPr>
          <p:spPr>
            <a:xfrm>
              <a:off x="7492765" y="2281537"/>
              <a:ext cx="44717" cy="16354"/>
            </a:xfrm>
            <a:custGeom>
              <a:avLst/>
              <a:gdLst/>
              <a:ahLst/>
              <a:cxnLst/>
              <a:rect l="l" t="t" r="r" b="b"/>
              <a:pathLst>
                <a:path w="1091" h="399" extrusionOk="0">
                  <a:moveTo>
                    <a:pt x="1051" y="0"/>
                  </a:moveTo>
                  <a:cubicBezTo>
                    <a:pt x="976" y="0"/>
                    <a:pt x="766" y="56"/>
                    <a:pt x="523" y="143"/>
                  </a:cubicBezTo>
                  <a:cubicBezTo>
                    <a:pt x="232" y="247"/>
                    <a:pt x="0" y="359"/>
                    <a:pt x="11" y="389"/>
                  </a:cubicBezTo>
                  <a:cubicBezTo>
                    <a:pt x="13" y="395"/>
                    <a:pt x="24" y="398"/>
                    <a:pt x="42" y="398"/>
                  </a:cubicBezTo>
                  <a:cubicBezTo>
                    <a:pt x="117" y="398"/>
                    <a:pt x="325" y="343"/>
                    <a:pt x="564" y="258"/>
                  </a:cubicBezTo>
                  <a:cubicBezTo>
                    <a:pt x="859" y="150"/>
                    <a:pt x="1090" y="41"/>
                    <a:pt x="1080" y="8"/>
                  </a:cubicBezTo>
                  <a:cubicBezTo>
                    <a:pt x="1077" y="3"/>
                    <a:pt x="1067" y="0"/>
                    <a:pt x="10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6"/>
            <p:cNvSpPr/>
            <p:nvPr/>
          </p:nvSpPr>
          <p:spPr>
            <a:xfrm>
              <a:off x="7578959" y="2241699"/>
              <a:ext cx="42586" cy="21887"/>
            </a:xfrm>
            <a:custGeom>
              <a:avLst/>
              <a:gdLst/>
              <a:ahLst/>
              <a:cxnLst/>
              <a:rect l="l" t="t" r="r" b="b"/>
              <a:pathLst>
                <a:path w="1039" h="534" extrusionOk="0">
                  <a:moveTo>
                    <a:pt x="1006" y="1"/>
                  </a:moveTo>
                  <a:cubicBezTo>
                    <a:pt x="950" y="1"/>
                    <a:pt x="735" y="88"/>
                    <a:pt x="489" y="215"/>
                  </a:cubicBezTo>
                  <a:cubicBezTo>
                    <a:pt x="213" y="360"/>
                    <a:pt x="0" y="498"/>
                    <a:pt x="15" y="528"/>
                  </a:cubicBezTo>
                  <a:cubicBezTo>
                    <a:pt x="17" y="532"/>
                    <a:pt x="22" y="534"/>
                    <a:pt x="30" y="534"/>
                  </a:cubicBezTo>
                  <a:cubicBezTo>
                    <a:pt x="89" y="534"/>
                    <a:pt x="300" y="447"/>
                    <a:pt x="545" y="322"/>
                  </a:cubicBezTo>
                  <a:cubicBezTo>
                    <a:pt x="825" y="177"/>
                    <a:pt x="1038" y="35"/>
                    <a:pt x="1020" y="5"/>
                  </a:cubicBezTo>
                  <a:cubicBezTo>
                    <a:pt x="1018" y="2"/>
                    <a:pt x="1013" y="1"/>
                    <a:pt x="100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6"/>
            <p:cNvSpPr/>
            <p:nvPr/>
          </p:nvSpPr>
          <p:spPr>
            <a:xfrm>
              <a:off x="7659621" y="2190302"/>
              <a:ext cx="39225" cy="27462"/>
            </a:xfrm>
            <a:custGeom>
              <a:avLst/>
              <a:gdLst/>
              <a:ahLst/>
              <a:cxnLst/>
              <a:rect l="l" t="t" r="r" b="b"/>
              <a:pathLst>
                <a:path w="957" h="670" extrusionOk="0">
                  <a:moveTo>
                    <a:pt x="927" y="0"/>
                  </a:moveTo>
                  <a:cubicBezTo>
                    <a:pt x="877" y="0"/>
                    <a:pt x="673" y="121"/>
                    <a:pt x="441" y="284"/>
                  </a:cubicBezTo>
                  <a:cubicBezTo>
                    <a:pt x="191" y="467"/>
                    <a:pt x="0" y="639"/>
                    <a:pt x="19" y="665"/>
                  </a:cubicBezTo>
                  <a:cubicBezTo>
                    <a:pt x="21" y="668"/>
                    <a:pt x="24" y="670"/>
                    <a:pt x="30" y="670"/>
                  </a:cubicBezTo>
                  <a:cubicBezTo>
                    <a:pt x="81" y="670"/>
                    <a:pt x="283" y="550"/>
                    <a:pt x="512" y="381"/>
                  </a:cubicBezTo>
                  <a:cubicBezTo>
                    <a:pt x="766" y="198"/>
                    <a:pt x="957" y="26"/>
                    <a:pt x="938" y="4"/>
                  </a:cubicBezTo>
                  <a:cubicBezTo>
                    <a:pt x="936" y="2"/>
                    <a:pt x="932" y="0"/>
                    <a:pt x="9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6"/>
            <p:cNvSpPr/>
            <p:nvPr/>
          </p:nvSpPr>
          <p:spPr>
            <a:xfrm>
              <a:off x="7732495" y="2127347"/>
              <a:ext cx="34798" cy="33077"/>
            </a:xfrm>
            <a:custGeom>
              <a:avLst/>
              <a:gdLst/>
              <a:ahLst/>
              <a:cxnLst/>
              <a:rect l="l" t="t" r="r" b="b"/>
              <a:pathLst>
                <a:path w="849" h="807" extrusionOk="0">
                  <a:moveTo>
                    <a:pt x="816" y="0"/>
                  </a:moveTo>
                  <a:cubicBezTo>
                    <a:pt x="778" y="0"/>
                    <a:pt x="590" y="152"/>
                    <a:pt x="382" y="360"/>
                  </a:cubicBezTo>
                  <a:cubicBezTo>
                    <a:pt x="161" y="580"/>
                    <a:pt x="1" y="778"/>
                    <a:pt x="23" y="804"/>
                  </a:cubicBezTo>
                  <a:cubicBezTo>
                    <a:pt x="25" y="806"/>
                    <a:pt x="27" y="807"/>
                    <a:pt x="31" y="807"/>
                  </a:cubicBezTo>
                  <a:cubicBezTo>
                    <a:pt x="75" y="807"/>
                    <a:pt x="260" y="653"/>
                    <a:pt x="468" y="445"/>
                  </a:cubicBezTo>
                  <a:cubicBezTo>
                    <a:pt x="687" y="226"/>
                    <a:pt x="849" y="24"/>
                    <a:pt x="822" y="2"/>
                  </a:cubicBezTo>
                  <a:cubicBezTo>
                    <a:pt x="820" y="1"/>
                    <a:pt x="819" y="0"/>
                    <a:pt x="81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6"/>
            <p:cNvSpPr/>
            <p:nvPr/>
          </p:nvSpPr>
          <p:spPr>
            <a:xfrm>
              <a:off x="7795122" y="2053695"/>
              <a:ext cx="28773" cy="38282"/>
            </a:xfrm>
            <a:custGeom>
              <a:avLst/>
              <a:gdLst/>
              <a:ahLst/>
              <a:cxnLst/>
              <a:rect l="l" t="t" r="r" b="b"/>
              <a:pathLst>
                <a:path w="702" h="934" extrusionOk="0">
                  <a:moveTo>
                    <a:pt x="669" y="0"/>
                  </a:moveTo>
                  <a:cubicBezTo>
                    <a:pt x="634" y="0"/>
                    <a:pt x="472" y="186"/>
                    <a:pt x="299" y="432"/>
                  </a:cubicBezTo>
                  <a:cubicBezTo>
                    <a:pt x="123" y="689"/>
                    <a:pt x="0" y="913"/>
                    <a:pt x="26" y="932"/>
                  </a:cubicBezTo>
                  <a:cubicBezTo>
                    <a:pt x="27" y="933"/>
                    <a:pt x="29" y="934"/>
                    <a:pt x="31" y="934"/>
                  </a:cubicBezTo>
                  <a:cubicBezTo>
                    <a:pt x="70" y="934"/>
                    <a:pt x="230" y="746"/>
                    <a:pt x="400" y="502"/>
                  </a:cubicBezTo>
                  <a:cubicBezTo>
                    <a:pt x="579" y="244"/>
                    <a:pt x="702" y="20"/>
                    <a:pt x="672" y="1"/>
                  </a:cubicBezTo>
                  <a:cubicBezTo>
                    <a:pt x="671" y="1"/>
                    <a:pt x="670" y="0"/>
                    <a:pt x="6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6"/>
            <p:cNvSpPr/>
            <p:nvPr/>
          </p:nvSpPr>
          <p:spPr>
            <a:xfrm>
              <a:off x="7844429" y="1970739"/>
              <a:ext cx="21150" cy="42668"/>
            </a:xfrm>
            <a:custGeom>
              <a:avLst/>
              <a:gdLst/>
              <a:ahLst/>
              <a:cxnLst/>
              <a:rect l="l" t="t" r="r" b="b"/>
              <a:pathLst>
                <a:path w="516" h="1041" extrusionOk="0">
                  <a:moveTo>
                    <a:pt x="483" y="1"/>
                  </a:moveTo>
                  <a:cubicBezTo>
                    <a:pt x="446" y="1"/>
                    <a:pt x="325" y="221"/>
                    <a:pt x="202" y="498"/>
                  </a:cubicBezTo>
                  <a:cubicBezTo>
                    <a:pt x="78" y="782"/>
                    <a:pt x="0" y="1025"/>
                    <a:pt x="30" y="1039"/>
                  </a:cubicBezTo>
                  <a:cubicBezTo>
                    <a:pt x="31" y="1040"/>
                    <a:pt x="32" y="1040"/>
                    <a:pt x="34" y="1040"/>
                  </a:cubicBezTo>
                  <a:cubicBezTo>
                    <a:pt x="69" y="1040"/>
                    <a:pt x="192" y="823"/>
                    <a:pt x="314" y="546"/>
                  </a:cubicBezTo>
                  <a:cubicBezTo>
                    <a:pt x="437" y="259"/>
                    <a:pt x="516" y="16"/>
                    <a:pt x="485" y="1"/>
                  </a:cubicBezTo>
                  <a:cubicBezTo>
                    <a:pt x="484" y="1"/>
                    <a:pt x="483" y="1"/>
                    <a:pt x="48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6"/>
            <p:cNvSpPr/>
            <p:nvPr/>
          </p:nvSpPr>
          <p:spPr>
            <a:xfrm>
              <a:off x="7877300" y="1881348"/>
              <a:ext cx="12911" cy="45373"/>
            </a:xfrm>
            <a:custGeom>
              <a:avLst/>
              <a:gdLst/>
              <a:ahLst/>
              <a:cxnLst/>
              <a:rect l="l" t="t" r="r" b="b"/>
              <a:pathLst>
                <a:path w="315" h="1107" extrusionOk="0">
                  <a:moveTo>
                    <a:pt x="279" y="1"/>
                  </a:moveTo>
                  <a:cubicBezTo>
                    <a:pt x="249" y="1"/>
                    <a:pt x="168" y="241"/>
                    <a:pt x="98" y="539"/>
                  </a:cubicBezTo>
                  <a:cubicBezTo>
                    <a:pt x="31" y="845"/>
                    <a:pt x="0" y="1096"/>
                    <a:pt x="31" y="1106"/>
                  </a:cubicBezTo>
                  <a:cubicBezTo>
                    <a:pt x="31" y="1107"/>
                    <a:pt x="32" y="1107"/>
                    <a:pt x="32" y="1107"/>
                  </a:cubicBezTo>
                  <a:cubicBezTo>
                    <a:pt x="66" y="1107"/>
                    <a:pt x="147" y="871"/>
                    <a:pt x="214" y="569"/>
                  </a:cubicBezTo>
                  <a:cubicBezTo>
                    <a:pt x="285" y="258"/>
                    <a:pt x="314" y="8"/>
                    <a:pt x="281" y="1"/>
                  </a:cubicBezTo>
                  <a:cubicBezTo>
                    <a:pt x="280" y="1"/>
                    <a:pt x="280" y="1"/>
                    <a:pt x="27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6"/>
            <p:cNvSpPr/>
            <p:nvPr/>
          </p:nvSpPr>
          <p:spPr>
            <a:xfrm>
              <a:off x="7893531" y="1789047"/>
              <a:ext cx="6640" cy="46439"/>
            </a:xfrm>
            <a:custGeom>
              <a:avLst/>
              <a:gdLst/>
              <a:ahLst/>
              <a:cxnLst/>
              <a:rect l="l" t="t" r="r" b="b"/>
              <a:pathLst>
                <a:path w="162" h="1133" extrusionOk="0">
                  <a:moveTo>
                    <a:pt x="116" y="0"/>
                  </a:moveTo>
                  <a:cubicBezTo>
                    <a:pt x="87" y="0"/>
                    <a:pt x="42" y="250"/>
                    <a:pt x="23" y="561"/>
                  </a:cubicBezTo>
                  <a:cubicBezTo>
                    <a:pt x="1" y="871"/>
                    <a:pt x="12" y="1129"/>
                    <a:pt x="45" y="1133"/>
                  </a:cubicBezTo>
                  <a:cubicBezTo>
                    <a:pt x="46" y="1133"/>
                    <a:pt x="46" y="1133"/>
                    <a:pt x="46" y="1133"/>
                  </a:cubicBezTo>
                  <a:cubicBezTo>
                    <a:pt x="80" y="1133"/>
                    <a:pt x="124" y="880"/>
                    <a:pt x="142" y="569"/>
                  </a:cubicBezTo>
                  <a:cubicBezTo>
                    <a:pt x="161" y="255"/>
                    <a:pt x="150" y="0"/>
                    <a:pt x="11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6"/>
            <p:cNvSpPr/>
            <p:nvPr/>
          </p:nvSpPr>
          <p:spPr>
            <a:xfrm>
              <a:off x="7892178" y="1696254"/>
              <a:ext cx="7214" cy="46480"/>
            </a:xfrm>
            <a:custGeom>
              <a:avLst/>
              <a:gdLst/>
              <a:ahLst/>
              <a:cxnLst/>
              <a:rect l="l" t="t" r="r" b="b"/>
              <a:pathLst>
                <a:path w="176" h="1134" extrusionOk="0">
                  <a:moveTo>
                    <a:pt x="38" y="1"/>
                  </a:moveTo>
                  <a:cubicBezTo>
                    <a:pt x="38" y="1"/>
                    <a:pt x="37" y="1"/>
                    <a:pt x="37" y="1"/>
                  </a:cubicBezTo>
                  <a:cubicBezTo>
                    <a:pt x="4" y="9"/>
                    <a:pt x="0" y="263"/>
                    <a:pt x="26" y="573"/>
                  </a:cubicBezTo>
                  <a:cubicBezTo>
                    <a:pt x="56" y="883"/>
                    <a:pt x="104" y="1133"/>
                    <a:pt x="138" y="1133"/>
                  </a:cubicBezTo>
                  <a:cubicBezTo>
                    <a:pt x="172" y="1130"/>
                    <a:pt x="175" y="875"/>
                    <a:pt x="146" y="561"/>
                  </a:cubicBezTo>
                  <a:cubicBezTo>
                    <a:pt x="120" y="250"/>
                    <a:pt x="72" y="1"/>
                    <a:pt x="3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6"/>
            <p:cNvSpPr/>
            <p:nvPr/>
          </p:nvSpPr>
          <p:spPr>
            <a:xfrm>
              <a:off x="7873612" y="1605347"/>
              <a:ext cx="13813" cy="45209"/>
            </a:xfrm>
            <a:custGeom>
              <a:avLst/>
              <a:gdLst/>
              <a:ahLst/>
              <a:cxnLst/>
              <a:rect l="l" t="t" r="r" b="b"/>
              <a:pathLst>
                <a:path w="337" h="1103" extrusionOk="0">
                  <a:moveTo>
                    <a:pt x="33" y="0"/>
                  </a:moveTo>
                  <a:cubicBezTo>
                    <a:pt x="32" y="0"/>
                    <a:pt x="32" y="0"/>
                    <a:pt x="31" y="0"/>
                  </a:cubicBezTo>
                  <a:cubicBezTo>
                    <a:pt x="1" y="12"/>
                    <a:pt x="35" y="266"/>
                    <a:pt x="109" y="569"/>
                  </a:cubicBezTo>
                  <a:cubicBezTo>
                    <a:pt x="183" y="866"/>
                    <a:pt x="271" y="1102"/>
                    <a:pt x="306" y="1102"/>
                  </a:cubicBezTo>
                  <a:cubicBezTo>
                    <a:pt x="306" y="1102"/>
                    <a:pt x="307" y="1102"/>
                    <a:pt x="307" y="1102"/>
                  </a:cubicBezTo>
                  <a:cubicBezTo>
                    <a:pt x="337" y="1095"/>
                    <a:pt x="304" y="845"/>
                    <a:pt x="225" y="538"/>
                  </a:cubicBezTo>
                  <a:cubicBezTo>
                    <a:pt x="152" y="237"/>
                    <a:pt x="67" y="0"/>
                    <a:pt x="3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6"/>
            <p:cNvSpPr/>
            <p:nvPr/>
          </p:nvSpPr>
          <p:spPr>
            <a:xfrm>
              <a:off x="7839962" y="1518948"/>
              <a:ext cx="21313" cy="42504"/>
            </a:xfrm>
            <a:custGeom>
              <a:avLst/>
              <a:gdLst/>
              <a:ahLst/>
              <a:cxnLst/>
              <a:rect l="l" t="t" r="r" b="b"/>
              <a:pathLst>
                <a:path w="520" h="1037" extrusionOk="0">
                  <a:moveTo>
                    <a:pt x="33" y="1"/>
                  </a:moveTo>
                  <a:cubicBezTo>
                    <a:pt x="32" y="1"/>
                    <a:pt x="31" y="1"/>
                    <a:pt x="30" y="2"/>
                  </a:cubicBezTo>
                  <a:cubicBezTo>
                    <a:pt x="1" y="17"/>
                    <a:pt x="79" y="260"/>
                    <a:pt x="206" y="543"/>
                  </a:cubicBezTo>
                  <a:cubicBezTo>
                    <a:pt x="326" y="820"/>
                    <a:pt x="450" y="1037"/>
                    <a:pt x="487" y="1037"/>
                  </a:cubicBezTo>
                  <a:cubicBezTo>
                    <a:pt x="488" y="1037"/>
                    <a:pt x="489" y="1036"/>
                    <a:pt x="490" y="1036"/>
                  </a:cubicBezTo>
                  <a:cubicBezTo>
                    <a:pt x="520" y="1025"/>
                    <a:pt x="441" y="782"/>
                    <a:pt x="314" y="495"/>
                  </a:cubicBezTo>
                  <a:cubicBezTo>
                    <a:pt x="191" y="216"/>
                    <a:pt x="68" y="1"/>
                    <a:pt x="3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6"/>
            <p:cNvSpPr/>
            <p:nvPr/>
          </p:nvSpPr>
          <p:spPr>
            <a:xfrm>
              <a:off x="7790819" y="1440295"/>
              <a:ext cx="28978" cy="38200"/>
            </a:xfrm>
            <a:custGeom>
              <a:avLst/>
              <a:gdLst/>
              <a:ahLst/>
              <a:cxnLst/>
              <a:rect l="l" t="t" r="r" b="b"/>
              <a:pathLst>
                <a:path w="707" h="932" extrusionOk="0">
                  <a:moveTo>
                    <a:pt x="31" y="0"/>
                  </a:moveTo>
                  <a:cubicBezTo>
                    <a:pt x="29" y="0"/>
                    <a:pt x="27" y="1"/>
                    <a:pt x="26" y="1"/>
                  </a:cubicBezTo>
                  <a:cubicBezTo>
                    <a:pt x="0" y="24"/>
                    <a:pt x="124" y="243"/>
                    <a:pt x="303" y="502"/>
                  </a:cubicBezTo>
                  <a:cubicBezTo>
                    <a:pt x="476" y="746"/>
                    <a:pt x="634" y="932"/>
                    <a:pt x="672" y="932"/>
                  </a:cubicBezTo>
                  <a:cubicBezTo>
                    <a:pt x="674" y="932"/>
                    <a:pt x="675" y="932"/>
                    <a:pt x="676" y="931"/>
                  </a:cubicBezTo>
                  <a:cubicBezTo>
                    <a:pt x="707" y="912"/>
                    <a:pt x="583" y="688"/>
                    <a:pt x="400" y="431"/>
                  </a:cubicBezTo>
                  <a:cubicBezTo>
                    <a:pt x="229" y="184"/>
                    <a:pt x="68" y="0"/>
                    <a:pt x="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46"/>
            <p:cNvSpPr/>
            <p:nvPr/>
          </p:nvSpPr>
          <p:spPr>
            <a:xfrm>
              <a:off x="7726347" y="1373611"/>
              <a:ext cx="36192" cy="31765"/>
            </a:xfrm>
            <a:custGeom>
              <a:avLst/>
              <a:gdLst/>
              <a:ahLst/>
              <a:cxnLst/>
              <a:rect l="l" t="t" r="r" b="b"/>
              <a:pathLst>
                <a:path w="883" h="775" extrusionOk="0">
                  <a:moveTo>
                    <a:pt x="31" y="1"/>
                  </a:moveTo>
                  <a:cubicBezTo>
                    <a:pt x="27" y="1"/>
                    <a:pt x="25" y="2"/>
                    <a:pt x="23" y="3"/>
                  </a:cubicBezTo>
                  <a:cubicBezTo>
                    <a:pt x="1" y="29"/>
                    <a:pt x="180" y="208"/>
                    <a:pt x="411" y="422"/>
                  </a:cubicBezTo>
                  <a:cubicBezTo>
                    <a:pt x="626" y="618"/>
                    <a:pt x="810" y="774"/>
                    <a:pt x="850" y="774"/>
                  </a:cubicBezTo>
                  <a:cubicBezTo>
                    <a:pt x="853" y="774"/>
                    <a:pt x="855" y="774"/>
                    <a:pt x="856" y="772"/>
                  </a:cubicBezTo>
                  <a:cubicBezTo>
                    <a:pt x="882" y="750"/>
                    <a:pt x="725" y="548"/>
                    <a:pt x="490" y="332"/>
                  </a:cubicBezTo>
                  <a:cubicBezTo>
                    <a:pt x="275" y="134"/>
                    <a:pt x="76" y="1"/>
                    <a:pt x="3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6"/>
            <p:cNvSpPr/>
            <p:nvPr/>
          </p:nvSpPr>
          <p:spPr>
            <a:xfrm>
              <a:off x="7668802" y="1333526"/>
              <a:ext cx="21641" cy="13116"/>
            </a:xfrm>
            <a:custGeom>
              <a:avLst/>
              <a:gdLst/>
              <a:ahLst/>
              <a:cxnLst/>
              <a:rect l="l" t="t" r="r" b="b"/>
              <a:pathLst>
                <a:path w="528" h="320" extrusionOk="0">
                  <a:moveTo>
                    <a:pt x="42" y="1"/>
                  </a:moveTo>
                  <a:cubicBezTo>
                    <a:pt x="30" y="1"/>
                    <a:pt x="22" y="4"/>
                    <a:pt x="19" y="10"/>
                  </a:cubicBezTo>
                  <a:cubicBezTo>
                    <a:pt x="0" y="40"/>
                    <a:pt x="98" y="130"/>
                    <a:pt x="232" y="212"/>
                  </a:cubicBezTo>
                  <a:cubicBezTo>
                    <a:pt x="341" y="278"/>
                    <a:pt x="444" y="320"/>
                    <a:pt x="488" y="320"/>
                  </a:cubicBezTo>
                  <a:cubicBezTo>
                    <a:pt x="498" y="320"/>
                    <a:pt x="505" y="317"/>
                    <a:pt x="508" y="312"/>
                  </a:cubicBezTo>
                  <a:cubicBezTo>
                    <a:pt x="527" y="283"/>
                    <a:pt x="434" y="193"/>
                    <a:pt x="296" y="111"/>
                  </a:cubicBezTo>
                  <a:cubicBezTo>
                    <a:pt x="187" y="43"/>
                    <a:pt x="87" y="1"/>
                    <a:pt x="4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6"/>
            <p:cNvSpPr/>
            <p:nvPr/>
          </p:nvSpPr>
          <p:spPr>
            <a:xfrm>
              <a:off x="7085687" y="912475"/>
              <a:ext cx="654980" cy="654980"/>
            </a:xfrm>
            <a:custGeom>
              <a:avLst/>
              <a:gdLst/>
              <a:ahLst/>
              <a:cxnLst/>
              <a:rect l="l" t="t" r="r" b="b"/>
              <a:pathLst>
                <a:path w="15980" h="15980" extrusionOk="0">
                  <a:moveTo>
                    <a:pt x="7990" y="0"/>
                  </a:moveTo>
                  <a:cubicBezTo>
                    <a:pt x="3578" y="0"/>
                    <a:pt x="1" y="3579"/>
                    <a:pt x="1" y="7989"/>
                  </a:cubicBezTo>
                  <a:cubicBezTo>
                    <a:pt x="1" y="12404"/>
                    <a:pt x="3578" y="15979"/>
                    <a:pt x="7990" y="15979"/>
                  </a:cubicBezTo>
                  <a:cubicBezTo>
                    <a:pt x="12405" y="15979"/>
                    <a:pt x="15980" y="12404"/>
                    <a:pt x="15980" y="7989"/>
                  </a:cubicBezTo>
                  <a:cubicBezTo>
                    <a:pt x="15980" y="3579"/>
                    <a:pt x="12405" y="0"/>
                    <a:pt x="7990"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6"/>
            <p:cNvSpPr/>
            <p:nvPr/>
          </p:nvSpPr>
          <p:spPr>
            <a:xfrm>
              <a:off x="7219467" y="1115480"/>
              <a:ext cx="387373" cy="282322"/>
            </a:xfrm>
            <a:custGeom>
              <a:avLst/>
              <a:gdLst/>
              <a:ahLst/>
              <a:cxnLst/>
              <a:rect l="l" t="t" r="r" b="b"/>
              <a:pathLst>
                <a:path w="9451" h="6888" extrusionOk="0">
                  <a:moveTo>
                    <a:pt x="8304" y="0"/>
                  </a:moveTo>
                  <a:lnTo>
                    <a:pt x="3621" y="4505"/>
                  </a:lnTo>
                  <a:lnTo>
                    <a:pt x="1237" y="2383"/>
                  </a:lnTo>
                  <a:lnTo>
                    <a:pt x="1" y="3619"/>
                  </a:lnTo>
                  <a:lnTo>
                    <a:pt x="3445" y="6887"/>
                  </a:lnTo>
                  <a:lnTo>
                    <a:pt x="9451" y="1236"/>
                  </a:lnTo>
                  <a:lnTo>
                    <a:pt x="8304"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46"/>
            <p:cNvSpPr/>
            <p:nvPr/>
          </p:nvSpPr>
          <p:spPr>
            <a:xfrm>
              <a:off x="7667285" y="1995126"/>
              <a:ext cx="504310" cy="591327"/>
            </a:xfrm>
            <a:custGeom>
              <a:avLst/>
              <a:gdLst/>
              <a:ahLst/>
              <a:cxnLst/>
              <a:rect l="l" t="t" r="r" b="b"/>
              <a:pathLst>
                <a:path w="12304" h="14427" extrusionOk="0">
                  <a:moveTo>
                    <a:pt x="3605" y="0"/>
                  </a:moveTo>
                  <a:lnTo>
                    <a:pt x="609" y="1954"/>
                  </a:lnTo>
                  <a:cubicBezTo>
                    <a:pt x="131" y="2749"/>
                    <a:pt x="180" y="3750"/>
                    <a:pt x="314" y="4669"/>
                  </a:cubicBezTo>
                  <a:cubicBezTo>
                    <a:pt x="449" y="5588"/>
                    <a:pt x="654" y="6529"/>
                    <a:pt x="449" y="7433"/>
                  </a:cubicBezTo>
                  <a:cubicBezTo>
                    <a:pt x="314" y="8031"/>
                    <a:pt x="0" y="8629"/>
                    <a:pt x="146" y="9222"/>
                  </a:cubicBezTo>
                  <a:cubicBezTo>
                    <a:pt x="251" y="9644"/>
                    <a:pt x="568" y="9977"/>
                    <a:pt x="725" y="10380"/>
                  </a:cubicBezTo>
                  <a:cubicBezTo>
                    <a:pt x="945" y="10955"/>
                    <a:pt x="822" y="11598"/>
                    <a:pt x="747" y="12210"/>
                  </a:cubicBezTo>
                  <a:cubicBezTo>
                    <a:pt x="673" y="12823"/>
                    <a:pt x="673" y="13510"/>
                    <a:pt x="1080" y="13973"/>
                  </a:cubicBezTo>
                  <a:cubicBezTo>
                    <a:pt x="1359" y="14292"/>
                    <a:pt x="1770" y="14427"/>
                    <a:pt x="2198" y="14427"/>
                  </a:cubicBezTo>
                  <a:cubicBezTo>
                    <a:pt x="2542" y="14427"/>
                    <a:pt x="2897" y="14340"/>
                    <a:pt x="3205" y="14194"/>
                  </a:cubicBezTo>
                  <a:cubicBezTo>
                    <a:pt x="3900" y="13865"/>
                    <a:pt x="4448" y="13304"/>
                    <a:pt x="5088" y="12887"/>
                  </a:cubicBezTo>
                  <a:cubicBezTo>
                    <a:pt x="5529" y="12598"/>
                    <a:pt x="6062" y="12380"/>
                    <a:pt x="6576" y="12380"/>
                  </a:cubicBezTo>
                  <a:cubicBezTo>
                    <a:pt x="6809" y="12380"/>
                    <a:pt x="7038" y="12424"/>
                    <a:pt x="7253" y="12528"/>
                  </a:cubicBezTo>
                  <a:cubicBezTo>
                    <a:pt x="7572" y="12677"/>
                    <a:pt x="7848" y="12949"/>
                    <a:pt x="8199" y="12980"/>
                  </a:cubicBezTo>
                  <a:cubicBezTo>
                    <a:pt x="8218" y="12981"/>
                    <a:pt x="8237" y="12982"/>
                    <a:pt x="8256" y="12982"/>
                  </a:cubicBezTo>
                  <a:cubicBezTo>
                    <a:pt x="8718" y="12982"/>
                    <a:pt x="9095" y="12560"/>
                    <a:pt x="9551" y="12434"/>
                  </a:cubicBezTo>
                  <a:cubicBezTo>
                    <a:pt x="9675" y="12400"/>
                    <a:pt x="9801" y="12389"/>
                    <a:pt x="9929" y="12389"/>
                  </a:cubicBezTo>
                  <a:cubicBezTo>
                    <a:pt x="10154" y="12389"/>
                    <a:pt x="10384" y="12423"/>
                    <a:pt x="10610" y="12423"/>
                  </a:cubicBezTo>
                  <a:cubicBezTo>
                    <a:pt x="10678" y="12423"/>
                    <a:pt x="10746" y="12419"/>
                    <a:pt x="10813" y="12412"/>
                  </a:cubicBezTo>
                  <a:cubicBezTo>
                    <a:pt x="11673" y="12318"/>
                    <a:pt x="12304" y="11396"/>
                    <a:pt x="12184" y="10541"/>
                  </a:cubicBezTo>
                  <a:cubicBezTo>
                    <a:pt x="12065" y="9689"/>
                    <a:pt x="11299" y="9001"/>
                    <a:pt x="10451" y="8860"/>
                  </a:cubicBezTo>
                  <a:cubicBezTo>
                    <a:pt x="10085" y="8800"/>
                    <a:pt x="9651" y="8793"/>
                    <a:pt x="9450" y="8482"/>
                  </a:cubicBezTo>
                  <a:cubicBezTo>
                    <a:pt x="9158" y="8031"/>
                    <a:pt x="9674" y="7444"/>
                    <a:pt x="9584" y="6910"/>
                  </a:cubicBezTo>
                  <a:cubicBezTo>
                    <a:pt x="9517" y="6526"/>
                    <a:pt x="9155" y="6271"/>
                    <a:pt x="8796" y="6114"/>
                  </a:cubicBezTo>
                  <a:cubicBezTo>
                    <a:pt x="8441" y="5962"/>
                    <a:pt x="8046" y="5853"/>
                    <a:pt x="7769" y="5581"/>
                  </a:cubicBezTo>
                  <a:cubicBezTo>
                    <a:pt x="7272" y="5095"/>
                    <a:pt x="7329" y="4303"/>
                    <a:pt x="7175" y="3627"/>
                  </a:cubicBezTo>
                  <a:cubicBezTo>
                    <a:pt x="6925" y="2510"/>
                    <a:pt x="5879" y="225"/>
                    <a:pt x="36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46"/>
            <p:cNvSpPr/>
            <p:nvPr/>
          </p:nvSpPr>
          <p:spPr>
            <a:xfrm>
              <a:off x="7542358" y="4611849"/>
              <a:ext cx="233506" cy="102018"/>
            </a:xfrm>
            <a:custGeom>
              <a:avLst/>
              <a:gdLst/>
              <a:ahLst/>
              <a:cxnLst/>
              <a:rect l="l" t="t" r="r" b="b"/>
              <a:pathLst>
                <a:path w="5697" h="2489" extrusionOk="0">
                  <a:moveTo>
                    <a:pt x="2649" y="0"/>
                  </a:moveTo>
                  <a:lnTo>
                    <a:pt x="2604" y="1629"/>
                  </a:lnTo>
                  <a:cubicBezTo>
                    <a:pt x="2604" y="1629"/>
                    <a:pt x="1" y="2160"/>
                    <a:pt x="624" y="2365"/>
                  </a:cubicBezTo>
                  <a:cubicBezTo>
                    <a:pt x="925" y="2461"/>
                    <a:pt x="2058" y="2488"/>
                    <a:pt x="3173" y="2488"/>
                  </a:cubicBezTo>
                  <a:cubicBezTo>
                    <a:pt x="4133" y="2488"/>
                    <a:pt x="5080" y="2468"/>
                    <a:pt x="5469" y="2455"/>
                  </a:cubicBezTo>
                  <a:lnTo>
                    <a:pt x="5659" y="2447"/>
                  </a:lnTo>
                  <a:lnTo>
                    <a:pt x="5696" y="64"/>
                  </a:lnTo>
                  <a:lnTo>
                    <a:pt x="2649"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46"/>
            <p:cNvSpPr/>
            <p:nvPr/>
          </p:nvSpPr>
          <p:spPr>
            <a:xfrm>
              <a:off x="7728970" y="4675172"/>
              <a:ext cx="45988" cy="35167"/>
            </a:xfrm>
            <a:custGeom>
              <a:avLst/>
              <a:gdLst/>
              <a:ahLst/>
              <a:cxnLst/>
              <a:rect l="l" t="t" r="r" b="b"/>
              <a:pathLst>
                <a:path w="1122" h="858" extrusionOk="0">
                  <a:moveTo>
                    <a:pt x="1021" y="1"/>
                  </a:moveTo>
                  <a:cubicBezTo>
                    <a:pt x="798" y="1"/>
                    <a:pt x="583" y="78"/>
                    <a:pt x="404" y="211"/>
                  </a:cubicBezTo>
                  <a:cubicBezTo>
                    <a:pt x="195" y="368"/>
                    <a:pt x="49" y="599"/>
                    <a:pt x="1" y="853"/>
                  </a:cubicBezTo>
                  <a:lnTo>
                    <a:pt x="1102" y="858"/>
                  </a:lnTo>
                  <a:lnTo>
                    <a:pt x="1121" y="6"/>
                  </a:lnTo>
                  <a:cubicBezTo>
                    <a:pt x="1088" y="2"/>
                    <a:pt x="1054" y="1"/>
                    <a:pt x="1021" y="1"/>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6"/>
            <p:cNvSpPr/>
            <p:nvPr/>
          </p:nvSpPr>
          <p:spPr>
            <a:xfrm>
              <a:off x="7610428" y="4293623"/>
              <a:ext cx="197166" cy="21142"/>
            </a:xfrm>
            <a:custGeom>
              <a:avLst/>
              <a:gdLst/>
              <a:ahLst/>
              <a:cxnLst/>
              <a:rect l="l" t="t" r="r" b="b"/>
              <a:pathLst>
                <a:path w="5241" h="562" extrusionOk="0">
                  <a:moveTo>
                    <a:pt x="912" y="0"/>
                  </a:moveTo>
                  <a:cubicBezTo>
                    <a:pt x="912" y="0"/>
                    <a:pt x="0" y="243"/>
                    <a:pt x="109" y="396"/>
                  </a:cubicBezTo>
                  <a:cubicBezTo>
                    <a:pt x="184" y="497"/>
                    <a:pt x="1787" y="562"/>
                    <a:pt x="3296" y="562"/>
                  </a:cubicBezTo>
                  <a:cubicBezTo>
                    <a:pt x="4028" y="562"/>
                    <a:pt x="4738" y="546"/>
                    <a:pt x="5241" y="512"/>
                  </a:cubicBezTo>
                  <a:lnTo>
                    <a:pt x="5237" y="441"/>
                  </a:lnTo>
                  <a:lnTo>
                    <a:pt x="1174" y="396"/>
                  </a:lnTo>
                  <a:cubicBezTo>
                    <a:pt x="1174" y="396"/>
                    <a:pt x="1091" y="11"/>
                    <a:pt x="912" y="0"/>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6"/>
            <p:cNvSpPr/>
            <p:nvPr/>
          </p:nvSpPr>
          <p:spPr>
            <a:xfrm>
              <a:off x="7614491" y="4306488"/>
              <a:ext cx="194796" cy="4815"/>
            </a:xfrm>
            <a:custGeom>
              <a:avLst/>
              <a:gdLst/>
              <a:ahLst/>
              <a:cxnLst/>
              <a:rect l="l" t="t" r="r" b="b"/>
              <a:pathLst>
                <a:path w="5178" h="128" extrusionOk="0">
                  <a:moveTo>
                    <a:pt x="25" y="0"/>
                  </a:moveTo>
                  <a:cubicBezTo>
                    <a:pt x="9" y="0"/>
                    <a:pt x="1" y="2"/>
                    <a:pt x="1" y="2"/>
                  </a:cubicBezTo>
                  <a:cubicBezTo>
                    <a:pt x="1" y="2"/>
                    <a:pt x="20" y="5"/>
                    <a:pt x="54" y="9"/>
                  </a:cubicBezTo>
                  <a:cubicBezTo>
                    <a:pt x="98" y="13"/>
                    <a:pt x="147" y="17"/>
                    <a:pt x="202" y="21"/>
                  </a:cubicBezTo>
                  <a:cubicBezTo>
                    <a:pt x="356" y="28"/>
                    <a:pt x="539" y="39"/>
                    <a:pt x="759" y="54"/>
                  </a:cubicBezTo>
                  <a:cubicBezTo>
                    <a:pt x="1226" y="81"/>
                    <a:pt x="1872" y="107"/>
                    <a:pt x="2590" y="117"/>
                  </a:cubicBezTo>
                  <a:cubicBezTo>
                    <a:pt x="2946" y="125"/>
                    <a:pt x="3286" y="128"/>
                    <a:pt x="3596" y="128"/>
                  </a:cubicBezTo>
                  <a:cubicBezTo>
                    <a:pt x="3905" y="128"/>
                    <a:pt x="4184" y="125"/>
                    <a:pt x="4419" y="121"/>
                  </a:cubicBezTo>
                  <a:cubicBezTo>
                    <a:pt x="4636" y="117"/>
                    <a:pt x="4823" y="114"/>
                    <a:pt x="4972" y="110"/>
                  </a:cubicBezTo>
                  <a:cubicBezTo>
                    <a:pt x="5029" y="107"/>
                    <a:pt x="5081" y="107"/>
                    <a:pt x="5126" y="103"/>
                  </a:cubicBezTo>
                  <a:cubicBezTo>
                    <a:pt x="5159" y="103"/>
                    <a:pt x="5178" y="99"/>
                    <a:pt x="5178" y="99"/>
                  </a:cubicBezTo>
                  <a:cubicBezTo>
                    <a:pt x="5178" y="99"/>
                    <a:pt x="5159" y="95"/>
                    <a:pt x="5126" y="95"/>
                  </a:cubicBezTo>
                  <a:lnTo>
                    <a:pt x="4419" y="95"/>
                  </a:lnTo>
                  <a:cubicBezTo>
                    <a:pt x="4302" y="96"/>
                    <a:pt x="4173" y="96"/>
                    <a:pt x="4035" y="96"/>
                  </a:cubicBezTo>
                  <a:cubicBezTo>
                    <a:pt x="3622" y="96"/>
                    <a:pt x="3125" y="92"/>
                    <a:pt x="2590" y="84"/>
                  </a:cubicBezTo>
                  <a:cubicBezTo>
                    <a:pt x="1872" y="69"/>
                    <a:pt x="1226" y="47"/>
                    <a:pt x="759" y="28"/>
                  </a:cubicBezTo>
                  <a:cubicBezTo>
                    <a:pt x="539" y="21"/>
                    <a:pt x="356" y="13"/>
                    <a:pt x="206" y="5"/>
                  </a:cubicBezTo>
                  <a:cubicBezTo>
                    <a:pt x="150" y="2"/>
                    <a:pt x="98" y="2"/>
                    <a:pt x="54" y="2"/>
                  </a:cubicBezTo>
                  <a:cubicBezTo>
                    <a:pt x="42" y="1"/>
                    <a:pt x="33" y="0"/>
                    <a:pt x="2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6"/>
            <p:cNvSpPr/>
            <p:nvPr/>
          </p:nvSpPr>
          <p:spPr>
            <a:xfrm>
              <a:off x="7643721" y="4292155"/>
              <a:ext cx="11700" cy="18246"/>
            </a:xfrm>
            <a:custGeom>
              <a:avLst/>
              <a:gdLst/>
              <a:ahLst/>
              <a:cxnLst/>
              <a:rect l="l" t="t" r="r" b="b"/>
              <a:pathLst>
                <a:path w="311" h="485" extrusionOk="0">
                  <a:moveTo>
                    <a:pt x="7" y="1"/>
                  </a:moveTo>
                  <a:cubicBezTo>
                    <a:pt x="6" y="1"/>
                    <a:pt x="5" y="1"/>
                    <a:pt x="5" y="2"/>
                  </a:cubicBezTo>
                  <a:cubicBezTo>
                    <a:pt x="1" y="9"/>
                    <a:pt x="113" y="81"/>
                    <a:pt x="191" y="219"/>
                  </a:cubicBezTo>
                  <a:cubicBezTo>
                    <a:pt x="273" y="353"/>
                    <a:pt x="277" y="484"/>
                    <a:pt x="289" y="484"/>
                  </a:cubicBezTo>
                  <a:cubicBezTo>
                    <a:pt x="289" y="484"/>
                    <a:pt x="289" y="484"/>
                    <a:pt x="289" y="484"/>
                  </a:cubicBezTo>
                  <a:cubicBezTo>
                    <a:pt x="300" y="484"/>
                    <a:pt x="310" y="340"/>
                    <a:pt x="221" y="200"/>
                  </a:cubicBezTo>
                  <a:cubicBezTo>
                    <a:pt x="145" y="62"/>
                    <a:pt x="28" y="1"/>
                    <a:pt x="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6"/>
            <p:cNvSpPr/>
            <p:nvPr/>
          </p:nvSpPr>
          <p:spPr>
            <a:xfrm>
              <a:off x="7638021" y="4680869"/>
              <a:ext cx="7255" cy="10493"/>
            </a:xfrm>
            <a:custGeom>
              <a:avLst/>
              <a:gdLst/>
              <a:ahLst/>
              <a:cxnLst/>
              <a:rect l="l" t="t" r="r" b="b"/>
              <a:pathLst>
                <a:path w="177" h="256" extrusionOk="0">
                  <a:moveTo>
                    <a:pt x="14" y="1"/>
                  </a:moveTo>
                  <a:cubicBezTo>
                    <a:pt x="13" y="1"/>
                    <a:pt x="12" y="1"/>
                    <a:pt x="12" y="1"/>
                  </a:cubicBezTo>
                  <a:cubicBezTo>
                    <a:pt x="1" y="5"/>
                    <a:pt x="30" y="69"/>
                    <a:pt x="72" y="139"/>
                  </a:cubicBezTo>
                  <a:cubicBezTo>
                    <a:pt x="114" y="206"/>
                    <a:pt x="153" y="256"/>
                    <a:pt x="166" y="256"/>
                  </a:cubicBezTo>
                  <a:cubicBezTo>
                    <a:pt x="167" y="256"/>
                    <a:pt x="168" y="256"/>
                    <a:pt x="168" y="255"/>
                  </a:cubicBezTo>
                  <a:cubicBezTo>
                    <a:pt x="177" y="251"/>
                    <a:pt x="151" y="188"/>
                    <a:pt x="106" y="117"/>
                  </a:cubicBezTo>
                  <a:cubicBezTo>
                    <a:pt x="64" y="51"/>
                    <a:pt x="25" y="1"/>
                    <a:pt x="1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6"/>
            <p:cNvSpPr/>
            <p:nvPr/>
          </p:nvSpPr>
          <p:spPr>
            <a:xfrm>
              <a:off x="7647202" y="4679025"/>
              <a:ext cx="8198" cy="7296"/>
            </a:xfrm>
            <a:custGeom>
              <a:avLst/>
              <a:gdLst/>
              <a:ahLst/>
              <a:cxnLst/>
              <a:rect l="l" t="t" r="r" b="b"/>
              <a:pathLst>
                <a:path w="200" h="178" extrusionOk="0">
                  <a:moveTo>
                    <a:pt x="8" y="0"/>
                  </a:moveTo>
                  <a:cubicBezTo>
                    <a:pt x="6" y="0"/>
                    <a:pt x="5" y="1"/>
                    <a:pt x="5" y="2"/>
                  </a:cubicBezTo>
                  <a:cubicBezTo>
                    <a:pt x="1" y="9"/>
                    <a:pt x="34" y="54"/>
                    <a:pt x="87" y="102"/>
                  </a:cubicBezTo>
                  <a:cubicBezTo>
                    <a:pt x="134" y="146"/>
                    <a:pt x="178" y="178"/>
                    <a:pt x="189" y="178"/>
                  </a:cubicBezTo>
                  <a:cubicBezTo>
                    <a:pt x="190" y="178"/>
                    <a:pt x="191" y="177"/>
                    <a:pt x="191" y="176"/>
                  </a:cubicBezTo>
                  <a:cubicBezTo>
                    <a:pt x="199" y="169"/>
                    <a:pt x="165" y="124"/>
                    <a:pt x="113" y="76"/>
                  </a:cubicBezTo>
                  <a:cubicBezTo>
                    <a:pt x="66" y="32"/>
                    <a:pt x="21" y="0"/>
                    <a:pt x="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46"/>
            <p:cNvSpPr/>
            <p:nvPr/>
          </p:nvSpPr>
          <p:spPr>
            <a:xfrm>
              <a:off x="7648596" y="4673697"/>
              <a:ext cx="13198" cy="1558"/>
            </a:xfrm>
            <a:custGeom>
              <a:avLst/>
              <a:gdLst/>
              <a:ahLst/>
              <a:cxnLst/>
              <a:rect l="l" t="t" r="r" b="b"/>
              <a:pathLst>
                <a:path w="322" h="38" extrusionOk="0">
                  <a:moveTo>
                    <a:pt x="161" y="1"/>
                  </a:moveTo>
                  <a:cubicBezTo>
                    <a:pt x="75" y="1"/>
                    <a:pt x="0" y="8"/>
                    <a:pt x="0" y="19"/>
                  </a:cubicBezTo>
                  <a:cubicBezTo>
                    <a:pt x="0" y="27"/>
                    <a:pt x="72" y="37"/>
                    <a:pt x="161" y="37"/>
                  </a:cubicBezTo>
                  <a:cubicBezTo>
                    <a:pt x="251" y="37"/>
                    <a:pt x="322" y="30"/>
                    <a:pt x="322" y="19"/>
                  </a:cubicBezTo>
                  <a:cubicBezTo>
                    <a:pt x="322" y="11"/>
                    <a:pt x="251" y="1"/>
                    <a:pt x="1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6"/>
            <p:cNvSpPr/>
            <p:nvPr/>
          </p:nvSpPr>
          <p:spPr>
            <a:xfrm>
              <a:off x="7649210" y="4666114"/>
              <a:ext cx="15042" cy="2172"/>
            </a:xfrm>
            <a:custGeom>
              <a:avLst/>
              <a:gdLst/>
              <a:ahLst/>
              <a:cxnLst/>
              <a:rect l="l" t="t" r="r" b="b"/>
              <a:pathLst>
                <a:path w="367" h="53" extrusionOk="0">
                  <a:moveTo>
                    <a:pt x="351" y="0"/>
                  </a:moveTo>
                  <a:cubicBezTo>
                    <a:pt x="326" y="0"/>
                    <a:pt x="261" y="11"/>
                    <a:pt x="183" y="14"/>
                  </a:cubicBezTo>
                  <a:cubicBezTo>
                    <a:pt x="83" y="21"/>
                    <a:pt x="4" y="14"/>
                    <a:pt x="0" y="25"/>
                  </a:cubicBezTo>
                  <a:cubicBezTo>
                    <a:pt x="0" y="32"/>
                    <a:pt x="64" y="52"/>
                    <a:pt x="148" y="52"/>
                  </a:cubicBezTo>
                  <a:cubicBezTo>
                    <a:pt x="160" y="52"/>
                    <a:pt x="171" y="52"/>
                    <a:pt x="183" y="51"/>
                  </a:cubicBezTo>
                  <a:cubicBezTo>
                    <a:pt x="288" y="48"/>
                    <a:pt x="366" y="14"/>
                    <a:pt x="363" y="3"/>
                  </a:cubicBezTo>
                  <a:cubicBezTo>
                    <a:pt x="362" y="1"/>
                    <a:pt x="358" y="0"/>
                    <a:pt x="3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6"/>
            <p:cNvSpPr/>
            <p:nvPr/>
          </p:nvSpPr>
          <p:spPr>
            <a:xfrm>
              <a:off x="7617200" y="4668860"/>
              <a:ext cx="23650" cy="13731"/>
            </a:xfrm>
            <a:custGeom>
              <a:avLst/>
              <a:gdLst/>
              <a:ahLst/>
              <a:cxnLst/>
              <a:rect l="l" t="t" r="r" b="b"/>
              <a:pathLst>
                <a:path w="577" h="335" extrusionOk="0">
                  <a:moveTo>
                    <a:pt x="181" y="36"/>
                  </a:moveTo>
                  <a:cubicBezTo>
                    <a:pt x="221" y="36"/>
                    <a:pt x="261" y="42"/>
                    <a:pt x="295" y="51"/>
                  </a:cubicBezTo>
                  <a:cubicBezTo>
                    <a:pt x="367" y="77"/>
                    <a:pt x="423" y="119"/>
                    <a:pt x="460" y="163"/>
                  </a:cubicBezTo>
                  <a:cubicBezTo>
                    <a:pt x="493" y="205"/>
                    <a:pt x="513" y="243"/>
                    <a:pt x="524" y="273"/>
                  </a:cubicBezTo>
                  <a:lnTo>
                    <a:pt x="524" y="273"/>
                  </a:lnTo>
                  <a:cubicBezTo>
                    <a:pt x="491" y="269"/>
                    <a:pt x="443" y="263"/>
                    <a:pt x="385" y="250"/>
                  </a:cubicBezTo>
                  <a:cubicBezTo>
                    <a:pt x="326" y="238"/>
                    <a:pt x="259" y="219"/>
                    <a:pt x="183" y="193"/>
                  </a:cubicBezTo>
                  <a:cubicBezTo>
                    <a:pt x="150" y="178"/>
                    <a:pt x="109" y="167"/>
                    <a:pt x="76" y="145"/>
                  </a:cubicBezTo>
                  <a:cubicBezTo>
                    <a:pt x="42" y="122"/>
                    <a:pt x="31" y="85"/>
                    <a:pt x="61" y="62"/>
                  </a:cubicBezTo>
                  <a:cubicBezTo>
                    <a:pt x="95" y="43"/>
                    <a:pt x="138" y="36"/>
                    <a:pt x="181" y="36"/>
                  </a:cubicBezTo>
                  <a:close/>
                  <a:moveTo>
                    <a:pt x="189" y="1"/>
                  </a:moveTo>
                  <a:cubicBezTo>
                    <a:pt x="140" y="1"/>
                    <a:pt x="89" y="11"/>
                    <a:pt x="38" y="36"/>
                  </a:cubicBezTo>
                  <a:cubicBezTo>
                    <a:pt x="16" y="51"/>
                    <a:pt x="1" y="85"/>
                    <a:pt x="9" y="111"/>
                  </a:cubicBezTo>
                  <a:cubicBezTo>
                    <a:pt x="16" y="141"/>
                    <a:pt x="35" y="160"/>
                    <a:pt x="57" y="174"/>
                  </a:cubicBezTo>
                  <a:cubicBezTo>
                    <a:pt x="94" y="200"/>
                    <a:pt x="135" y="212"/>
                    <a:pt x="173" y="227"/>
                  </a:cubicBezTo>
                  <a:cubicBezTo>
                    <a:pt x="251" y="253"/>
                    <a:pt x="322" y="267"/>
                    <a:pt x="382" y="276"/>
                  </a:cubicBezTo>
                  <a:cubicBezTo>
                    <a:pt x="440" y="285"/>
                    <a:pt x="488" y="288"/>
                    <a:pt x="522" y="288"/>
                  </a:cubicBezTo>
                  <a:cubicBezTo>
                    <a:pt x="525" y="288"/>
                    <a:pt x="527" y="288"/>
                    <a:pt x="530" y="287"/>
                  </a:cubicBezTo>
                  <a:lnTo>
                    <a:pt x="530" y="287"/>
                  </a:lnTo>
                  <a:cubicBezTo>
                    <a:pt x="540" y="317"/>
                    <a:pt x="543" y="335"/>
                    <a:pt x="546" y="335"/>
                  </a:cubicBezTo>
                  <a:cubicBezTo>
                    <a:pt x="550" y="335"/>
                    <a:pt x="550" y="319"/>
                    <a:pt x="544" y="287"/>
                  </a:cubicBezTo>
                  <a:lnTo>
                    <a:pt x="544" y="287"/>
                  </a:lnTo>
                  <a:cubicBezTo>
                    <a:pt x="565" y="286"/>
                    <a:pt x="576" y="284"/>
                    <a:pt x="576" y="283"/>
                  </a:cubicBezTo>
                  <a:cubicBezTo>
                    <a:pt x="576" y="280"/>
                    <a:pt x="564" y="278"/>
                    <a:pt x="541" y="275"/>
                  </a:cubicBezTo>
                  <a:lnTo>
                    <a:pt x="541" y="275"/>
                  </a:lnTo>
                  <a:cubicBezTo>
                    <a:pt x="534" y="245"/>
                    <a:pt x="518" y="198"/>
                    <a:pt x="483" y="148"/>
                  </a:cubicBezTo>
                  <a:cubicBezTo>
                    <a:pt x="434" y="78"/>
                    <a:pt x="321" y="1"/>
                    <a:pt x="18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6"/>
            <p:cNvSpPr/>
            <p:nvPr/>
          </p:nvSpPr>
          <p:spPr>
            <a:xfrm>
              <a:off x="7637447" y="4665295"/>
              <a:ext cx="12255" cy="15493"/>
            </a:xfrm>
            <a:custGeom>
              <a:avLst/>
              <a:gdLst/>
              <a:ahLst/>
              <a:cxnLst/>
              <a:rect l="l" t="t" r="r" b="b"/>
              <a:pathLst>
                <a:path w="299" h="378" extrusionOk="0">
                  <a:moveTo>
                    <a:pt x="226" y="0"/>
                  </a:moveTo>
                  <a:cubicBezTo>
                    <a:pt x="146" y="0"/>
                    <a:pt x="103" y="57"/>
                    <a:pt x="67" y="97"/>
                  </a:cubicBezTo>
                  <a:cubicBezTo>
                    <a:pt x="34" y="146"/>
                    <a:pt x="18" y="198"/>
                    <a:pt x="11" y="239"/>
                  </a:cubicBezTo>
                  <a:cubicBezTo>
                    <a:pt x="0" y="325"/>
                    <a:pt x="28" y="377"/>
                    <a:pt x="33" y="377"/>
                  </a:cubicBezTo>
                  <a:cubicBezTo>
                    <a:pt x="33" y="377"/>
                    <a:pt x="34" y="377"/>
                    <a:pt x="34" y="377"/>
                  </a:cubicBezTo>
                  <a:cubicBezTo>
                    <a:pt x="37" y="377"/>
                    <a:pt x="22" y="325"/>
                    <a:pt x="37" y="247"/>
                  </a:cubicBezTo>
                  <a:cubicBezTo>
                    <a:pt x="44" y="206"/>
                    <a:pt x="63" y="161"/>
                    <a:pt x="97" y="120"/>
                  </a:cubicBezTo>
                  <a:cubicBezTo>
                    <a:pt x="126" y="80"/>
                    <a:pt x="175" y="37"/>
                    <a:pt x="222" y="37"/>
                  </a:cubicBezTo>
                  <a:cubicBezTo>
                    <a:pt x="224" y="37"/>
                    <a:pt x="225" y="37"/>
                    <a:pt x="227" y="37"/>
                  </a:cubicBezTo>
                  <a:cubicBezTo>
                    <a:pt x="277" y="49"/>
                    <a:pt x="258" y="123"/>
                    <a:pt x="227" y="164"/>
                  </a:cubicBezTo>
                  <a:cubicBezTo>
                    <a:pt x="201" y="209"/>
                    <a:pt x="172" y="247"/>
                    <a:pt x="146" y="280"/>
                  </a:cubicBezTo>
                  <a:cubicBezTo>
                    <a:pt x="89" y="340"/>
                    <a:pt x="44" y="370"/>
                    <a:pt x="48" y="373"/>
                  </a:cubicBezTo>
                  <a:cubicBezTo>
                    <a:pt x="48" y="374"/>
                    <a:pt x="49" y="374"/>
                    <a:pt x="50" y="374"/>
                  </a:cubicBezTo>
                  <a:cubicBezTo>
                    <a:pt x="59" y="374"/>
                    <a:pt x="105" y="351"/>
                    <a:pt x="165" y="299"/>
                  </a:cubicBezTo>
                  <a:cubicBezTo>
                    <a:pt x="194" y="269"/>
                    <a:pt x="227" y="228"/>
                    <a:pt x="258" y="180"/>
                  </a:cubicBezTo>
                  <a:cubicBezTo>
                    <a:pt x="272" y="157"/>
                    <a:pt x="287" y="127"/>
                    <a:pt x="291" y="94"/>
                  </a:cubicBezTo>
                  <a:cubicBezTo>
                    <a:pt x="299" y="60"/>
                    <a:pt x="280" y="8"/>
                    <a:pt x="235" y="0"/>
                  </a:cubicBezTo>
                  <a:cubicBezTo>
                    <a:pt x="232" y="0"/>
                    <a:pt x="229" y="0"/>
                    <a:pt x="2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6"/>
            <p:cNvSpPr/>
            <p:nvPr/>
          </p:nvSpPr>
          <p:spPr>
            <a:xfrm>
              <a:off x="7729134" y="4673943"/>
              <a:ext cx="45168" cy="35618"/>
            </a:xfrm>
            <a:custGeom>
              <a:avLst/>
              <a:gdLst/>
              <a:ahLst/>
              <a:cxnLst/>
              <a:rect l="l" t="t" r="r" b="b"/>
              <a:pathLst>
                <a:path w="1102" h="869" extrusionOk="0">
                  <a:moveTo>
                    <a:pt x="913" y="1"/>
                  </a:moveTo>
                  <a:cubicBezTo>
                    <a:pt x="901" y="1"/>
                    <a:pt x="888" y="1"/>
                    <a:pt x="874" y="2"/>
                  </a:cubicBezTo>
                  <a:cubicBezTo>
                    <a:pt x="732" y="9"/>
                    <a:pt x="531" y="58"/>
                    <a:pt x="359" y="193"/>
                  </a:cubicBezTo>
                  <a:cubicBezTo>
                    <a:pt x="183" y="327"/>
                    <a:pt x="83" y="507"/>
                    <a:pt x="38" y="641"/>
                  </a:cubicBezTo>
                  <a:cubicBezTo>
                    <a:pt x="19" y="708"/>
                    <a:pt x="7" y="767"/>
                    <a:pt x="4" y="805"/>
                  </a:cubicBezTo>
                  <a:cubicBezTo>
                    <a:pt x="0" y="846"/>
                    <a:pt x="0" y="865"/>
                    <a:pt x="0" y="869"/>
                  </a:cubicBezTo>
                  <a:cubicBezTo>
                    <a:pt x="7" y="869"/>
                    <a:pt x="15" y="779"/>
                    <a:pt x="64" y="652"/>
                  </a:cubicBezTo>
                  <a:cubicBezTo>
                    <a:pt x="112" y="521"/>
                    <a:pt x="213" y="350"/>
                    <a:pt x="381" y="222"/>
                  </a:cubicBezTo>
                  <a:cubicBezTo>
                    <a:pt x="550" y="95"/>
                    <a:pt x="740" y="43"/>
                    <a:pt x="874" y="28"/>
                  </a:cubicBezTo>
                  <a:cubicBezTo>
                    <a:pt x="915" y="25"/>
                    <a:pt x="951" y="24"/>
                    <a:pt x="982" y="24"/>
                  </a:cubicBezTo>
                  <a:cubicBezTo>
                    <a:pt x="1033" y="24"/>
                    <a:pt x="1069" y="26"/>
                    <a:pt x="1088" y="26"/>
                  </a:cubicBezTo>
                  <a:cubicBezTo>
                    <a:pt x="1096" y="26"/>
                    <a:pt x="1101" y="26"/>
                    <a:pt x="1102" y="24"/>
                  </a:cubicBezTo>
                  <a:cubicBezTo>
                    <a:pt x="1102" y="24"/>
                    <a:pt x="1079" y="17"/>
                    <a:pt x="1043" y="9"/>
                  </a:cubicBezTo>
                  <a:cubicBezTo>
                    <a:pt x="1009" y="6"/>
                    <a:pt x="966" y="1"/>
                    <a:pt x="91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6"/>
            <p:cNvSpPr/>
            <p:nvPr/>
          </p:nvSpPr>
          <p:spPr>
            <a:xfrm>
              <a:off x="7761267" y="4622710"/>
              <a:ext cx="1721" cy="51316"/>
            </a:xfrm>
            <a:custGeom>
              <a:avLst/>
              <a:gdLst/>
              <a:ahLst/>
              <a:cxnLst/>
              <a:rect l="l" t="t" r="r" b="b"/>
              <a:pathLst>
                <a:path w="42" h="1252" extrusionOk="0">
                  <a:moveTo>
                    <a:pt x="26" y="0"/>
                  </a:moveTo>
                  <a:cubicBezTo>
                    <a:pt x="16" y="0"/>
                    <a:pt x="4" y="281"/>
                    <a:pt x="4" y="628"/>
                  </a:cubicBezTo>
                  <a:cubicBezTo>
                    <a:pt x="0" y="972"/>
                    <a:pt x="8" y="1252"/>
                    <a:pt x="16" y="1252"/>
                  </a:cubicBezTo>
                  <a:cubicBezTo>
                    <a:pt x="16" y="1252"/>
                    <a:pt x="16" y="1252"/>
                    <a:pt x="16" y="1252"/>
                  </a:cubicBezTo>
                  <a:cubicBezTo>
                    <a:pt x="27" y="1252"/>
                    <a:pt x="38" y="970"/>
                    <a:pt x="38" y="628"/>
                  </a:cubicBezTo>
                  <a:cubicBezTo>
                    <a:pt x="42" y="281"/>
                    <a:pt x="35" y="0"/>
                    <a:pt x="2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6"/>
            <p:cNvSpPr/>
            <p:nvPr/>
          </p:nvSpPr>
          <p:spPr>
            <a:xfrm>
              <a:off x="7718206" y="4299077"/>
              <a:ext cx="33632" cy="1881"/>
            </a:xfrm>
            <a:custGeom>
              <a:avLst/>
              <a:gdLst/>
              <a:ahLst/>
              <a:cxnLst/>
              <a:rect l="l" t="t" r="r" b="b"/>
              <a:pathLst>
                <a:path w="894" h="50" extrusionOk="0">
                  <a:moveTo>
                    <a:pt x="28" y="1"/>
                  </a:moveTo>
                  <a:cubicBezTo>
                    <a:pt x="10" y="1"/>
                    <a:pt x="0" y="2"/>
                    <a:pt x="0" y="4"/>
                  </a:cubicBezTo>
                  <a:cubicBezTo>
                    <a:pt x="0" y="16"/>
                    <a:pt x="198" y="46"/>
                    <a:pt x="445" y="49"/>
                  </a:cubicBezTo>
                  <a:cubicBezTo>
                    <a:pt x="462" y="49"/>
                    <a:pt x="479" y="50"/>
                    <a:pt x="495" y="50"/>
                  </a:cubicBezTo>
                  <a:cubicBezTo>
                    <a:pt x="721" y="50"/>
                    <a:pt x="893" y="23"/>
                    <a:pt x="893" y="16"/>
                  </a:cubicBezTo>
                  <a:cubicBezTo>
                    <a:pt x="893" y="12"/>
                    <a:pt x="868" y="11"/>
                    <a:pt x="825" y="11"/>
                  </a:cubicBezTo>
                  <a:cubicBezTo>
                    <a:pt x="763" y="11"/>
                    <a:pt x="665" y="13"/>
                    <a:pt x="550" y="13"/>
                  </a:cubicBezTo>
                  <a:cubicBezTo>
                    <a:pt x="517" y="13"/>
                    <a:pt x="483" y="13"/>
                    <a:pt x="448" y="12"/>
                  </a:cubicBezTo>
                  <a:cubicBezTo>
                    <a:pt x="257" y="12"/>
                    <a:pt x="92" y="1"/>
                    <a:pt x="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6"/>
            <p:cNvSpPr/>
            <p:nvPr/>
          </p:nvSpPr>
          <p:spPr>
            <a:xfrm>
              <a:off x="7770609" y="4299905"/>
              <a:ext cx="3988" cy="6546"/>
            </a:xfrm>
            <a:custGeom>
              <a:avLst/>
              <a:gdLst/>
              <a:ahLst/>
              <a:cxnLst/>
              <a:rect l="l" t="t" r="r" b="b"/>
              <a:pathLst>
                <a:path w="106" h="174" extrusionOk="0">
                  <a:moveTo>
                    <a:pt x="95" y="0"/>
                  </a:moveTo>
                  <a:cubicBezTo>
                    <a:pt x="82" y="0"/>
                    <a:pt x="47" y="29"/>
                    <a:pt x="27" y="76"/>
                  </a:cubicBezTo>
                  <a:cubicBezTo>
                    <a:pt x="0" y="125"/>
                    <a:pt x="5" y="173"/>
                    <a:pt x="16" y="173"/>
                  </a:cubicBezTo>
                  <a:cubicBezTo>
                    <a:pt x="16" y="173"/>
                    <a:pt x="17" y="173"/>
                    <a:pt x="17" y="173"/>
                  </a:cubicBezTo>
                  <a:cubicBezTo>
                    <a:pt x="28" y="173"/>
                    <a:pt x="39" y="134"/>
                    <a:pt x="60" y="91"/>
                  </a:cubicBezTo>
                  <a:cubicBezTo>
                    <a:pt x="79" y="46"/>
                    <a:pt x="105" y="9"/>
                    <a:pt x="98" y="1"/>
                  </a:cubicBezTo>
                  <a:cubicBezTo>
                    <a:pt x="97" y="0"/>
                    <a:pt x="96" y="0"/>
                    <a:pt x="9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6"/>
            <p:cNvSpPr/>
            <p:nvPr/>
          </p:nvSpPr>
          <p:spPr>
            <a:xfrm>
              <a:off x="7742455" y="4686812"/>
              <a:ext cx="5369" cy="4755"/>
            </a:xfrm>
            <a:custGeom>
              <a:avLst/>
              <a:gdLst/>
              <a:ahLst/>
              <a:cxnLst/>
              <a:rect l="l" t="t" r="r" b="b"/>
              <a:pathLst>
                <a:path w="131" h="116" extrusionOk="0">
                  <a:moveTo>
                    <a:pt x="119" y="0"/>
                  </a:moveTo>
                  <a:cubicBezTo>
                    <a:pt x="106" y="0"/>
                    <a:pt x="78" y="18"/>
                    <a:pt x="52" y="43"/>
                  </a:cubicBezTo>
                  <a:cubicBezTo>
                    <a:pt x="18" y="76"/>
                    <a:pt x="0" y="106"/>
                    <a:pt x="8" y="114"/>
                  </a:cubicBezTo>
                  <a:cubicBezTo>
                    <a:pt x="8" y="115"/>
                    <a:pt x="9" y="115"/>
                    <a:pt x="11" y="115"/>
                  </a:cubicBezTo>
                  <a:cubicBezTo>
                    <a:pt x="21" y="115"/>
                    <a:pt x="50" y="98"/>
                    <a:pt x="78" y="69"/>
                  </a:cubicBezTo>
                  <a:cubicBezTo>
                    <a:pt x="108" y="39"/>
                    <a:pt x="130" y="9"/>
                    <a:pt x="123" y="2"/>
                  </a:cubicBezTo>
                  <a:cubicBezTo>
                    <a:pt x="122" y="1"/>
                    <a:pt x="121" y="0"/>
                    <a:pt x="11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6"/>
            <p:cNvSpPr/>
            <p:nvPr/>
          </p:nvSpPr>
          <p:spPr>
            <a:xfrm>
              <a:off x="7753275" y="4681033"/>
              <a:ext cx="7706" cy="3156"/>
            </a:xfrm>
            <a:custGeom>
              <a:avLst/>
              <a:gdLst/>
              <a:ahLst/>
              <a:cxnLst/>
              <a:rect l="l" t="t" r="r" b="b"/>
              <a:pathLst>
                <a:path w="188" h="77" extrusionOk="0">
                  <a:moveTo>
                    <a:pt x="132" y="0"/>
                  </a:moveTo>
                  <a:cubicBezTo>
                    <a:pt x="117" y="0"/>
                    <a:pt x="101" y="2"/>
                    <a:pt x="83" y="8"/>
                  </a:cubicBezTo>
                  <a:cubicBezTo>
                    <a:pt x="28" y="27"/>
                    <a:pt x="1" y="68"/>
                    <a:pt x="9" y="75"/>
                  </a:cubicBezTo>
                  <a:cubicBezTo>
                    <a:pt x="10" y="76"/>
                    <a:pt x="11" y="77"/>
                    <a:pt x="13" y="77"/>
                  </a:cubicBezTo>
                  <a:cubicBezTo>
                    <a:pt x="24" y="77"/>
                    <a:pt x="56" y="55"/>
                    <a:pt x="95" y="42"/>
                  </a:cubicBezTo>
                  <a:cubicBezTo>
                    <a:pt x="140" y="27"/>
                    <a:pt x="180" y="31"/>
                    <a:pt x="185" y="20"/>
                  </a:cubicBezTo>
                  <a:cubicBezTo>
                    <a:pt x="187" y="12"/>
                    <a:pt x="165" y="0"/>
                    <a:pt x="13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6"/>
            <p:cNvSpPr/>
            <p:nvPr/>
          </p:nvSpPr>
          <p:spPr>
            <a:xfrm>
              <a:off x="7766350" y="4679189"/>
              <a:ext cx="3976" cy="2090"/>
            </a:xfrm>
            <a:custGeom>
              <a:avLst/>
              <a:gdLst/>
              <a:ahLst/>
              <a:cxnLst/>
              <a:rect l="l" t="t" r="r" b="b"/>
              <a:pathLst>
                <a:path w="97" h="51" extrusionOk="0">
                  <a:moveTo>
                    <a:pt x="77" y="0"/>
                  </a:moveTo>
                  <a:cubicBezTo>
                    <a:pt x="67" y="0"/>
                    <a:pt x="54" y="3"/>
                    <a:pt x="41" y="8"/>
                  </a:cubicBezTo>
                  <a:cubicBezTo>
                    <a:pt x="18" y="15"/>
                    <a:pt x="0" y="31"/>
                    <a:pt x="4" y="42"/>
                  </a:cubicBezTo>
                  <a:cubicBezTo>
                    <a:pt x="6" y="48"/>
                    <a:pt x="12" y="50"/>
                    <a:pt x="21" y="50"/>
                  </a:cubicBezTo>
                  <a:cubicBezTo>
                    <a:pt x="31" y="50"/>
                    <a:pt x="43" y="48"/>
                    <a:pt x="56" y="42"/>
                  </a:cubicBezTo>
                  <a:cubicBezTo>
                    <a:pt x="82" y="34"/>
                    <a:pt x="97" y="20"/>
                    <a:pt x="93" y="8"/>
                  </a:cubicBezTo>
                  <a:cubicBezTo>
                    <a:pt x="93" y="3"/>
                    <a:pt x="87" y="0"/>
                    <a:pt x="7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6"/>
            <p:cNvSpPr/>
            <p:nvPr/>
          </p:nvSpPr>
          <p:spPr>
            <a:xfrm>
              <a:off x="7897056" y="4611849"/>
              <a:ext cx="233506" cy="102018"/>
            </a:xfrm>
            <a:custGeom>
              <a:avLst/>
              <a:gdLst/>
              <a:ahLst/>
              <a:cxnLst/>
              <a:rect l="l" t="t" r="r" b="b"/>
              <a:pathLst>
                <a:path w="5697" h="2489" extrusionOk="0">
                  <a:moveTo>
                    <a:pt x="2649" y="0"/>
                  </a:moveTo>
                  <a:lnTo>
                    <a:pt x="2604" y="1629"/>
                  </a:lnTo>
                  <a:cubicBezTo>
                    <a:pt x="2604" y="1629"/>
                    <a:pt x="1" y="2160"/>
                    <a:pt x="625" y="2365"/>
                  </a:cubicBezTo>
                  <a:cubicBezTo>
                    <a:pt x="926" y="2461"/>
                    <a:pt x="2058" y="2488"/>
                    <a:pt x="3174" y="2488"/>
                  </a:cubicBezTo>
                  <a:cubicBezTo>
                    <a:pt x="4134" y="2488"/>
                    <a:pt x="5082" y="2468"/>
                    <a:pt x="5472" y="2455"/>
                  </a:cubicBezTo>
                  <a:lnTo>
                    <a:pt x="5659" y="2447"/>
                  </a:lnTo>
                  <a:lnTo>
                    <a:pt x="5697" y="64"/>
                  </a:lnTo>
                  <a:lnTo>
                    <a:pt x="2649" y="0"/>
                  </a:ln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6"/>
            <p:cNvSpPr/>
            <p:nvPr/>
          </p:nvSpPr>
          <p:spPr>
            <a:xfrm>
              <a:off x="8083667" y="4675172"/>
              <a:ext cx="45988" cy="35167"/>
            </a:xfrm>
            <a:custGeom>
              <a:avLst/>
              <a:gdLst/>
              <a:ahLst/>
              <a:cxnLst/>
              <a:rect l="l" t="t" r="r" b="b"/>
              <a:pathLst>
                <a:path w="1122" h="858" extrusionOk="0">
                  <a:moveTo>
                    <a:pt x="1022" y="1"/>
                  </a:moveTo>
                  <a:cubicBezTo>
                    <a:pt x="800" y="1"/>
                    <a:pt x="586" y="78"/>
                    <a:pt x="404" y="211"/>
                  </a:cubicBezTo>
                  <a:cubicBezTo>
                    <a:pt x="199" y="368"/>
                    <a:pt x="49" y="599"/>
                    <a:pt x="1" y="853"/>
                  </a:cubicBezTo>
                  <a:lnTo>
                    <a:pt x="1106" y="858"/>
                  </a:lnTo>
                  <a:lnTo>
                    <a:pt x="1121" y="6"/>
                  </a:lnTo>
                  <a:cubicBezTo>
                    <a:pt x="1088" y="2"/>
                    <a:pt x="1055" y="1"/>
                    <a:pt x="1022" y="1"/>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6"/>
            <p:cNvSpPr/>
            <p:nvPr/>
          </p:nvSpPr>
          <p:spPr>
            <a:xfrm>
              <a:off x="7936020" y="4293623"/>
              <a:ext cx="197129" cy="21142"/>
            </a:xfrm>
            <a:custGeom>
              <a:avLst/>
              <a:gdLst/>
              <a:ahLst/>
              <a:cxnLst/>
              <a:rect l="l" t="t" r="r" b="b"/>
              <a:pathLst>
                <a:path w="5240" h="562" extrusionOk="0">
                  <a:moveTo>
                    <a:pt x="911" y="0"/>
                  </a:moveTo>
                  <a:cubicBezTo>
                    <a:pt x="911" y="0"/>
                    <a:pt x="0" y="243"/>
                    <a:pt x="108" y="396"/>
                  </a:cubicBezTo>
                  <a:cubicBezTo>
                    <a:pt x="183" y="497"/>
                    <a:pt x="1786" y="562"/>
                    <a:pt x="3295" y="562"/>
                  </a:cubicBezTo>
                  <a:cubicBezTo>
                    <a:pt x="4027" y="562"/>
                    <a:pt x="4737" y="546"/>
                    <a:pt x="5240" y="512"/>
                  </a:cubicBezTo>
                  <a:lnTo>
                    <a:pt x="5236" y="441"/>
                  </a:lnTo>
                  <a:lnTo>
                    <a:pt x="1176" y="396"/>
                  </a:lnTo>
                  <a:cubicBezTo>
                    <a:pt x="1176" y="396"/>
                    <a:pt x="1090" y="11"/>
                    <a:pt x="911" y="0"/>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6"/>
            <p:cNvSpPr/>
            <p:nvPr/>
          </p:nvSpPr>
          <p:spPr>
            <a:xfrm>
              <a:off x="7940045" y="4306488"/>
              <a:ext cx="194796" cy="4815"/>
            </a:xfrm>
            <a:custGeom>
              <a:avLst/>
              <a:gdLst/>
              <a:ahLst/>
              <a:cxnLst/>
              <a:rect l="l" t="t" r="r" b="b"/>
              <a:pathLst>
                <a:path w="5178" h="128" extrusionOk="0">
                  <a:moveTo>
                    <a:pt x="25" y="0"/>
                  </a:moveTo>
                  <a:cubicBezTo>
                    <a:pt x="9" y="0"/>
                    <a:pt x="1" y="2"/>
                    <a:pt x="1" y="2"/>
                  </a:cubicBezTo>
                  <a:cubicBezTo>
                    <a:pt x="1" y="2"/>
                    <a:pt x="20" y="5"/>
                    <a:pt x="54" y="9"/>
                  </a:cubicBezTo>
                  <a:cubicBezTo>
                    <a:pt x="99" y="13"/>
                    <a:pt x="151" y="17"/>
                    <a:pt x="207" y="21"/>
                  </a:cubicBezTo>
                  <a:cubicBezTo>
                    <a:pt x="356" y="28"/>
                    <a:pt x="539" y="39"/>
                    <a:pt x="759" y="54"/>
                  </a:cubicBezTo>
                  <a:cubicBezTo>
                    <a:pt x="1226" y="81"/>
                    <a:pt x="1873" y="107"/>
                    <a:pt x="2590" y="117"/>
                  </a:cubicBezTo>
                  <a:cubicBezTo>
                    <a:pt x="2947" y="125"/>
                    <a:pt x="3287" y="128"/>
                    <a:pt x="3597" y="128"/>
                  </a:cubicBezTo>
                  <a:cubicBezTo>
                    <a:pt x="3908" y="128"/>
                    <a:pt x="4187" y="125"/>
                    <a:pt x="4420" y="121"/>
                  </a:cubicBezTo>
                  <a:cubicBezTo>
                    <a:pt x="4640" y="117"/>
                    <a:pt x="4824" y="114"/>
                    <a:pt x="4976" y="110"/>
                  </a:cubicBezTo>
                  <a:cubicBezTo>
                    <a:pt x="5033" y="107"/>
                    <a:pt x="5081" y="107"/>
                    <a:pt x="5126" y="103"/>
                  </a:cubicBezTo>
                  <a:cubicBezTo>
                    <a:pt x="5160" y="103"/>
                    <a:pt x="5178" y="99"/>
                    <a:pt x="5178" y="99"/>
                  </a:cubicBezTo>
                  <a:cubicBezTo>
                    <a:pt x="5178" y="99"/>
                    <a:pt x="5160" y="95"/>
                    <a:pt x="5126" y="95"/>
                  </a:cubicBezTo>
                  <a:lnTo>
                    <a:pt x="4420" y="95"/>
                  </a:lnTo>
                  <a:cubicBezTo>
                    <a:pt x="4303" y="96"/>
                    <a:pt x="4175" y="96"/>
                    <a:pt x="4038" y="96"/>
                  </a:cubicBezTo>
                  <a:cubicBezTo>
                    <a:pt x="3624" y="96"/>
                    <a:pt x="3125" y="92"/>
                    <a:pt x="2590" y="84"/>
                  </a:cubicBezTo>
                  <a:cubicBezTo>
                    <a:pt x="1876" y="69"/>
                    <a:pt x="1230" y="47"/>
                    <a:pt x="759" y="28"/>
                  </a:cubicBezTo>
                  <a:cubicBezTo>
                    <a:pt x="543" y="21"/>
                    <a:pt x="356" y="13"/>
                    <a:pt x="207" y="5"/>
                  </a:cubicBezTo>
                  <a:cubicBezTo>
                    <a:pt x="151" y="2"/>
                    <a:pt x="102" y="2"/>
                    <a:pt x="54" y="2"/>
                  </a:cubicBezTo>
                  <a:cubicBezTo>
                    <a:pt x="42" y="1"/>
                    <a:pt x="33" y="0"/>
                    <a:pt x="2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6"/>
            <p:cNvSpPr/>
            <p:nvPr/>
          </p:nvSpPr>
          <p:spPr>
            <a:xfrm>
              <a:off x="7969313" y="4292155"/>
              <a:ext cx="11662" cy="18246"/>
            </a:xfrm>
            <a:custGeom>
              <a:avLst/>
              <a:gdLst/>
              <a:ahLst/>
              <a:cxnLst/>
              <a:rect l="l" t="t" r="r" b="b"/>
              <a:pathLst>
                <a:path w="310" h="485" extrusionOk="0">
                  <a:moveTo>
                    <a:pt x="9" y="1"/>
                  </a:moveTo>
                  <a:cubicBezTo>
                    <a:pt x="8" y="1"/>
                    <a:pt x="7" y="1"/>
                    <a:pt x="7" y="2"/>
                  </a:cubicBezTo>
                  <a:cubicBezTo>
                    <a:pt x="0" y="9"/>
                    <a:pt x="112" y="81"/>
                    <a:pt x="191" y="219"/>
                  </a:cubicBezTo>
                  <a:cubicBezTo>
                    <a:pt x="273" y="353"/>
                    <a:pt x="276" y="484"/>
                    <a:pt x="288" y="484"/>
                  </a:cubicBezTo>
                  <a:cubicBezTo>
                    <a:pt x="288" y="484"/>
                    <a:pt x="288" y="484"/>
                    <a:pt x="288" y="484"/>
                  </a:cubicBezTo>
                  <a:cubicBezTo>
                    <a:pt x="299" y="484"/>
                    <a:pt x="309" y="340"/>
                    <a:pt x="224" y="200"/>
                  </a:cubicBezTo>
                  <a:cubicBezTo>
                    <a:pt x="145" y="62"/>
                    <a:pt x="27" y="1"/>
                    <a:pt x="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6"/>
            <p:cNvSpPr/>
            <p:nvPr/>
          </p:nvSpPr>
          <p:spPr>
            <a:xfrm>
              <a:off x="7992882" y="4680869"/>
              <a:ext cx="7091" cy="10493"/>
            </a:xfrm>
            <a:custGeom>
              <a:avLst/>
              <a:gdLst/>
              <a:ahLst/>
              <a:cxnLst/>
              <a:rect l="l" t="t" r="r" b="b"/>
              <a:pathLst>
                <a:path w="173" h="256" extrusionOk="0">
                  <a:moveTo>
                    <a:pt x="11" y="1"/>
                  </a:moveTo>
                  <a:cubicBezTo>
                    <a:pt x="10" y="1"/>
                    <a:pt x="9" y="1"/>
                    <a:pt x="9" y="1"/>
                  </a:cubicBezTo>
                  <a:cubicBezTo>
                    <a:pt x="1" y="5"/>
                    <a:pt x="27" y="69"/>
                    <a:pt x="71" y="139"/>
                  </a:cubicBezTo>
                  <a:cubicBezTo>
                    <a:pt x="110" y="206"/>
                    <a:pt x="152" y="256"/>
                    <a:pt x="164" y="256"/>
                  </a:cubicBezTo>
                  <a:cubicBezTo>
                    <a:pt x="164" y="256"/>
                    <a:pt x="165" y="256"/>
                    <a:pt x="165" y="255"/>
                  </a:cubicBezTo>
                  <a:cubicBezTo>
                    <a:pt x="173" y="251"/>
                    <a:pt x="147" y="188"/>
                    <a:pt x="102" y="117"/>
                  </a:cubicBezTo>
                  <a:cubicBezTo>
                    <a:pt x="63" y="51"/>
                    <a:pt x="22" y="1"/>
                    <a:pt x="1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6"/>
            <p:cNvSpPr/>
            <p:nvPr/>
          </p:nvSpPr>
          <p:spPr>
            <a:xfrm>
              <a:off x="8001940" y="4679025"/>
              <a:ext cx="8279" cy="7296"/>
            </a:xfrm>
            <a:custGeom>
              <a:avLst/>
              <a:gdLst/>
              <a:ahLst/>
              <a:cxnLst/>
              <a:rect l="l" t="t" r="r" b="b"/>
              <a:pathLst>
                <a:path w="202" h="178" extrusionOk="0">
                  <a:moveTo>
                    <a:pt x="10" y="0"/>
                  </a:moveTo>
                  <a:cubicBezTo>
                    <a:pt x="9" y="0"/>
                    <a:pt x="8" y="1"/>
                    <a:pt x="7" y="2"/>
                  </a:cubicBezTo>
                  <a:cubicBezTo>
                    <a:pt x="0" y="9"/>
                    <a:pt x="34" y="54"/>
                    <a:pt x="86" y="102"/>
                  </a:cubicBezTo>
                  <a:cubicBezTo>
                    <a:pt x="133" y="146"/>
                    <a:pt x="177" y="178"/>
                    <a:pt x="191" y="178"/>
                  </a:cubicBezTo>
                  <a:cubicBezTo>
                    <a:pt x="193" y="178"/>
                    <a:pt x="194" y="177"/>
                    <a:pt x="195" y="176"/>
                  </a:cubicBezTo>
                  <a:cubicBezTo>
                    <a:pt x="202" y="169"/>
                    <a:pt x="164" y="124"/>
                    <a:pt x="112" y="76"/>
                  </a:cubicBezTo>
                  <a:cubicBezTo>
                    <a:pt x="65" y="32"/>
                    <a:pt x="21" y="0"/>
                    <a:pt x="1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6"/>
            <p:cNvSpPr/>
            <p:nvPr/>
          </p:nvSpPr>
          <p:spPr>
            <a:xfrm>
              <a:off x="8003457" y="4673697"/>
              <a:ext cx="13075" cy="1558"/>
            </a:xfrm>
            <a:custGeom>
              <a:avLst/>
              <a:gdLst/>
              <a:ahLst/>
              <a:cxnLst/>
              <a:rect l="l" t="t" r="r" b="b"/>
              <a:pathLst>
                <a:path w="319" h="38" extrusionOk="0">
                  <a:moveTo>
                    <a:pt x="158" y="1"/>
                  </a:moveTo>
                  <a:cubicBezTo>
                    <a:pt x="72" y="1"/>
                    <a:pt x="1" y="8"/>
                    <a:pt x="1" y="19"/>
                  </a:cubicBezTo>
                  <a:cubicBezTo>
                    <a:pt x="1" y="27"/>
                    <a:pt x="72" y="37"/>
                    <a:pt x="158" y="37"/>
                  </a:cubicBezTo>
                  <a:cubicBezTo>
                    <a:pt x="247" y="37"/>
                    <a:pt x="318" y="30"/>
                    <a:pt x="318" y="19"/>
                  </a:cubicBezTo>
                  <a:cubicBezTo>
                    <a:pt x="318" y="11"/>
                    <a:pt x="247" y="1"/>
                    <a:pt x="15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6"/>
            <p:cNvSpPr/>
            <p:nvPr/>
          </p:nvSpPr>
          <p:spPr>
            <a:xfrm>
              <a:off x="8003908" y="4666114"/>
              <a:ext cx="15083" cy="2172"/>
            </a:xfrm>
            <a:custGeom>
              <a:avLst/>
              <a:gdLst/>
              <a:ahLst/>
              <a:cxnLst/>
              <a:rect l="l" t="t" r="r" b="b"/>
              <a:pathLst>
                <a:path w="368" h="53" extrusionOk="0">
                  <a:moveTo>
                    <a:pt x="353" y="0"/>
                  </a:moveTo>
                  <a:cubicBezTo>
                    <a:pt x="329" y="0"/>
                    <a:pt x="261" y="11"/>
                    <a:pt x="183" y="14"/>
                  </a:cubicBezTo>
                  <a:cubicBezTo>
                    <a:pt x="87" y="21"/>
                    <a:pt x="4" y="14"/>
                    <a:pt x="4" y="25"/>
                  </a:cubicBezTo>
                  <a:cubicBezTo>
                    <a:pt x="1" y="32"/>
                    <a:pt x="65" y="52"/>
                    <a:pt x="151" y="52"/>
                  </a:cubicBezTo>
                  <a:cubicBezTo>
                    <a:pt x="163" y="52"/>
                    <a:pt x="175" y="52"/>
                    <a:pt x="188" y="51"/>
                  </a:cubicBezTo>
                  <a:cubicBezTo>
                    <a:pt x="288" y="48"/>
                    <a:pt x="367" y="14"/>
                    <a:pt x="363" y="3"/>
                  </a:cubicBezTo>
                  <a:cubicBezTo>
                    <a:pt x="363" y="1"/>
                    <a:pt x="359" y="0"/>
                    <a:pt x="35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6"/>
            <p:cNvSpPr/>
            <p:nvPr/>
          </p:nvSpPr>
          <p:spPr>
            <a:xfrm>
              <a:off x="7971897" y="4668860"/>
              <a:ext cx="23773" cy="13731"/>
            </a:xfrm>
            <a:custGeom>
              <a:avLst/>
              <a:gdLst/>
              <a:ahLst/>
              <a:cxnLst/>
              <a:rect l="l" t="t" r="r" b="b"/>
              <a:pathLst>
                <a:path w="580" h="335" extrusionOk="0">
                  <a:moveTo>
                    <a:pt x="183" y="36"/>
                  </a:moveTo>
                  <a:cubicBezTo>
                    <a:pt x="223" y="36"/>
                    <a:pt x="264" y="42"/>
                    <a:pt x="297" y="51"/>
                  </a:cubicBezTo>
                  <a:cubicBezTo>
                    <a:pt x="371" y="77"/>
                    <a:pt x="426" y="119"/>
                    <a:pt x="461" y="163"/>
                  </a:cubicBezTo>
                  <a:cubicBezTo>
                    <a:pt x="494" y="205"/>
                    <a:pt x="513" y="243"/>
                    <a:pt x="526" y="273"/>
                  </a:cubicBezTo>
                  <a:lnTo>
                    <a:pt x="526" y="273"/>
                  </a:lnTo>
                  <a:cubicBezTo>
                    <a:pt x="492" y="269"/>
                    <a:pt x="445" y="262"/>
                    <a:pt x="386" y="250"/>
                  </a:cubicBezTo>
                  <a:cubicBezTo>
                    <a:pt x="330" y="238"/>
                    <a:pt x="259" y="219"/>
                    <a:pt x="184" y="193"/>
                  </a:cubicBezTo>
                  <a:cubicBezTo>
                    <a:pt x="150" y="178"/>
                    <a:pt x="109" y="167"/>
                    <a:pt x="76" y="145"/>
                  </a:cubicBezTo>
                  <a:cubicBezTo>
                    <a:pt x="42" y="122"/>
                    <a:pt x="31" y="85"/>
                    <a:pt x="61" y="62"/>
                  </a:cubicBezTo>
                  <a:cubicBezTo>
                    <a:pt x="95" y="43"/>
                    <a:pt x="139" y="36"/>
                    <a:pt x="183" y="36"/>
                  </a:cubicBezTo>
                  <a:close/>
                  <a:moveTo>
                    <a:pt x="190" y="1"/>
                  </a:moveTo>
                  <a:cubicBezTo>
                    <a:pt x="141" y="1"/>
                    <a:pt x="90" y="11"/>
                    <a:pt x="38" y="36"/>
                  </a:cubicBezTo>
                  <a:cubicBezTo>
                    <a:pt x="16" y="51"/>
                    <a:pt x="1" y="85"/>
                    <a:pt x="9" y="111"/>
                  </a:cubicBezTo>
                  <a:cubicBezTo>
                    <a:pt x="16" y="141"/>
                    <a:pt x="38" y="160"/>
                    <a:pt x="57" y="174"/>
                  </a:cubicBezTo>
                  <a:cubicBezTo>
                    <a:pt x="98" y="200"/>
                    <a:pt x="135" y="212"/>
                    <a:pt x="173" y="227"/>
                  </a:cubicBezTo>
                  <a:cubicBezTo>
                    <a:pt x="252" y="253"/>
                    <a:pt x="323" y="267"/>
                    <a:pt x="382" y="276"/>
                  </a:cubicBezTo>
                  <a:cubicBezTo>
                    <a:pt x="441" y="285"/>
                    <a:pt x="489" y="288"/>
                    <a:pt x="524" y="288"/>
                  </a:cubicBezTo>
                  <a:cubicBezTo>
                    <a:pt x="526" y="288"/>
                    <a:pt x="529" y="288"/>
                    <a:pt x="531" y="287"/>
                  </a:cubicBezTo>
                  <a:lnTo>
                    <a:pt x="531" y="287"/>
                  </a:lnTo>
                  <a:cubicBezTo>
                    <a:pt x="542" y="317"/>
                    <a:pt x="545" y="335"/>
                    <a:pt x="547" y="335"/>
                  </a:cubicBezTo>
                  <a:cubicBezTo>
                    <a:pt x="550" y="335"/>
                    <a:pt x="550" y="319"/>
                    <a:pt x="545" y="287"/>
                  </a:cubicBezTo>
                  <a:lnTo>
                    <a:pt x="545" y="287"/>
                  </a:lnTo>
                  <a:cubicBezTo>
                    <a:pt x="567" y="286"/>
                    <a:pt x="580" y="284"/>
                    <a:pt x="580" y="283"/>
                  </a:cubicBezTo>
                  <a:cubicBezTo>
                    <a:pt x="580" y="280"/>
                    <a:pt x="566" y="278"/>
                    <a:pt x="542" y="275"/>
                  </a:cubicBezTo>
                  <a:lnTo>
                    <a:pt x="542" y="275"/>
                  </a:lnTo>
                  <a:cubicBezTo>
                    <a:pt x="534" y="245"/>
                    <a:pt x="519" y="198"/>
                    <a:pt x="483" y="148"/>
                  </a:cubicBezTo>
                  <a:cubicBezTo>
                    <a:pt x="434" y="78"/>
                    <a:pt x="321" y="1"/>
                    <a:pt x="19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6"/>
            <p:cNvSpPr/>
            <p:nvPr/>
          </p:nvSpPr>
          <p:spPr>
            <a:xfrm>
              <a:off x="7992309" y="4665295"/>
              <a:ext cx="12255" cy="15493"/>
            </a:xfrm>
            <a:custGeom>
              <a:avLst/>
              <a:gdLst/>
              <a:ahLst/>
              <a:cxnLst/>
              <a:rect l="l" t="t" r="r" b="b"/>
              <a:pathLst>
                <a:path w="299" h="378" extrusionOk="0">
                  <a:moveTo>
                    <a:pt x="222" y="0"/>
                  </a:moveTo>
                  <a:cubicBezTo>
                    <a:pt x="142" y="0"/>
                    <a:pt x="99" y="57"/>
                    <a:pt x="67" y="97"/>
                  </a:cubicBezTo>
                  <a:cubicBezTo>
                    <a:pt x="33" y="146"/>
                    <a:pt x="15" y="198"/>
                    <a:pt x="11" y="239"/>
                  </a:cubicBezTo>
                  <a:cubicBezTo>
                    <a:pt x="1" y="325"/>
                    <a:pt x="24" y="377"/>
                    <a:pt x="29" y="377"/>
                  </a:cubicBezTo>
                  <a:cubicBezTo>
                    <a:pt x="29" y="377"/>
                    <a:pt x="30" y="377"/>
                    <a:pt x="30" y="377"/>
                  </a:cubicBezTo>
                  <a:cubicBezTo>
                    <a:pt x="37" y="377"/>
                    <a:pt x="18" y="325"/>
                    <a:pt x="33" y="247"/>
                  </a:cubicBezTo>
                  <a:cubicBezTo>
                    <a:pt x="45" y="206"/>
                    <a:pt x="63" y="161"/>
                    <a:pt x="93" y="120"/>
                  </a:cubicBezTo>
                  <a:cubicBezTo>
                    <a:pt x="122" y="80"/>
                    <a:pt x="171" y="37"/>
                    <a:pt x="219" y="37"/>
                  </a:cubicBezTo>
                  <a:cubicBezTo>
                    <a:pt x="221" y="37"/>
                    <a:pt x="222" y="37"/>
                    <a:pt x="224" y="37"/>
                  </a:cubicBezTo>
                  <a:cubicBezTo>
                    <a:pt x="273" y="49"/>
                    <a:pt x="254" y="123"/>
                    <a:pt x="224" y="164"/>
                  </a:cubicBezTo>
                  <a:cubicBezTo>
                    <a:pt x="197" y="209"/>
                    <a:pt x="168" y="247"/>
                    <a:pt x="142" y="280"/>
                  </a:cubicBezTo>
                  <a:cubicBezTo>
                    <a:pt x="85" y="340"/>
                    <a:pt x="41" y="370"/>
                    <a:pt x="45" y="373"/>
                  </a:cubicBezTo>
                  <a:cubicBezTo>
                    <a:pt x="45" y="374"/>
                    <a:pt x="46" y="374"/>
                    <a:pt x="46" y="374"/>
                  </a:cubicBezTo>
                  <a:cubicBezTo>
                    <a:pt x="55" y="374"/>
                    <a:pt x="101" y="351"/>
                    <a:pt x="161" y="299"/>
                  </a:cubicBezTo>
                  <a:cubicBezTo>
                    <a:pt x="190" y="269"/>
                    <a:pt x="224" y="228"/>
                    <a:pt x="254" y="180"/>
                  </a:cubicBezTo>
                  <a:cubicBezTo>
                    <a:pt x="269" y="157"/>
                    <a:pt x="283" y="127"/>
                    <a:pt x="292" y="94"/>
                  </a:cubicBezTo>
                  <a:cubicBezTo>
                    <a:pt x="299" y="60"/>
                    <a:pt x="276" y="8"/>
                    <a:pt x="231" y="0"/>
                  </a:cubicBezTo>
                  <a:cubicBezTo>
                    <a:pt x="228" y="0"/>
                    <a:pt x="225" y="0"/>
                    <a:pt x="22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6"/>
            <p:cNvSpPr/>
            <p:nvPr/>
          </p:nvSpPr>
          <p:spPr>
            <a:xfrm>
              <a:off x="8083831" y="4673943"/>
              <a:ext cx="45168" cy="35618"/>
            </a:xfrm>
            <a:custGeom>
              <a:avLst/>
              <a:gdLst/>
              <a:ahLst/>
              <a:cxnLst/>
              <a:rect l="l" t="t" r="r" b="b"/>
              <a:pathLst>
                <a:path w="1102" h="869" extrusionOk="0">
                  <a:moveTo>
                    <a:pt x="913" y="1"/>
                  </a:moveTo>
                  <a:cubicBezTo>
                    <a:pt x="901" y="1"/>
                    <a:pt x="888" y="1"/>
                    <a:pt x="874" y="2"/>
                  </a:cubicBezTo>
                  <a:cubicBezTo>
                    <a:pt x="733" y="9"/>
                    <a:pt x="534" y="58"/>
                    <a:pt x="359" y="193"/>
                  </a:cubicBezTo>
                  <a:cubicBezTo>
                    <a:pt x="183" y="327"/>
                    <a:pt x="83" y="507"/>
                    <a:pt x="41" y="641"/>
                  </a:cubicBezTo>
                  <a:cubicBezTo>
                    <a:pt x="19" y="708"/>
                    <a:pt x="8" y="767"/>
                    <a:pt x="4" y="805"/>
                  </a:cubicBezTo>
                  <a:cubicBezTo>
                    <a:pt x="0" y="846"/>
                    <a:pt x="0" y="865"/>
                    <a:pt x="4" y="869"/>
                  </a:cubicBezTo>
                  <a:cubicBezTo>
                    <a:pt x="8" y="869"/>
                    <a:pt x="15" y="779"/>
                    <a:pt x="64" y="652"/>
                  </a:cubicBezTo>
                  <a:cubicBezTo>
                    <a:pt x="112" y="521"/>
                    <a:pt x="214" y="350"/>
                    <a:pt x="381" y="222"/>
                  </a:cubicBezTo>
                  <a:cubicBezTo>
                    <a:pt x="550" y="95"/>
                    <a:pt x="740" y="43"/>
                    <a:pt x="878" y="28"/>
                  </a:cubicBezTo>
                  <a:cubicBezTo>
                    <a:pt x="919" y="25"/>
                    <a:pt x="955" y="24"/>
                    <a:pt x="986" y="24"/>
                  </a:cubicBezTo>
                  <a:cubicBezTo>
                    <a:pt x="1037" y="24"/>
                    <a:pt x="1073" y="26"/>
                    <a:pt x="1090" y="26"/>
                  </a:cubicBezTo>
                  <a:cubicBezTo>
                    <a:pt x="1098" y="26"/>
                    <a:pt x="1102" y="26"/>
                    <a:pt x="1102" y="24"/>
                  </a:cubicBezTo>
                  <a:cubicBezTo>
                    <a:pt x="1102" y="24"/>
                    <a:pt x="1080" y="17"/>
                    <a:pt x="1043" y="9"/>
                  </a:cubicBezTo>
                  <a:cubicBezTo>
                    <a:pt x="1009" y="6"/>
                    <a:pt x="966" y="1"/>
                    <a:pt x="91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6"/>
            <p:cNvSpPr/>
            <p:nvPr/>
          </p:nvSpPr>
          <p:spPr>
            <a:xfrm>
              <a:off x="8115965" y="4622710"/>
              <a:ext cx="1721" cy="51316"/>
            </a:xfrm>
            <a:custGeom>
              <a:avLst/>
              <a:gdLst/>
              <a:ahLst/>
              <a:cxnLst/>
              <a:rect l="l" t="t" r="r" b="b"/>
              <a:pathLst>
                <a:path w="42" h="1252" extrusionOk="0">
                  <a:moveTo>
                    <a:pt x="27" y="0"/>
                  </a:moveTo>
                  <a:cubicBezTo>
                    <a:pt x="16" y="0"/>
                    <a:pt x="4" y="281"/>
                    <a:pt x="4" y="628"/>
                  </a:cubicBezTo>
                  <a:cubicBezTo>
                    <a:pt x="1" y="972"/>
                    <a:pt x="9" y="1252"/>
                    <a:pt x="19" y="1252"/>
                  </a:cubicBezTo>
                  <a:cubicBezTo>
                    <a:pt x="19" y="1252"/>
                    <a:pt x="19" y="1252"/>
                    <a:pt x="20" y="1252"/>
                  </a:cubicBezTo>
                  <a:cubicBezTo>
                    <a:pt x="27" y="1252"/>
                    <a:pt x="38" y="970"/>
                    <a:pt x="42" y="628"/>
                  </a:cubicBezTo>
                  <a:cubicBezTo>
                    <a:pt x="42" y="281"/>
                    <a:pt x="38" y="0"/>
                    <a:pt x="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6"/>
            <p:cNvSpPr/>
            <p:nvPr/>
          </p:nvSpPr>
          <p:spPr>
            <a:xfrm>
              <a:off x="8043761" y="4299077"/>
              <a:ext cx="33632" cy="1881"/>
            </a:xfrm>
            <a:custGeom>
              <a:avLst/>
              <a:gdLst/>
              <a:ahLst/>
              <a:cxnLst/>
              <a:rect l="l" t="t" r="r" b="b"/>
              <a:pathLst>
                <a:path w="894" h="50" extrusionOk="0">
                  <a:moveTo>
                    <a:pt x="30" y="1"/>
                  </a:moveTo>
                  <a:cubicBezTo>
                    <a:pt x="12" y="1"/>
                    <a:pt x="1" y="2"/>
                    <a:pt x="0" y="4"/>
                  </a:cubicBezTo>
                  <a:cubicBezTo>
                    <a:pt x="0" y="16"/>
                    <a:pt x="198" y="46"/>
                    <a:pt x="449" y="49"/>
                  </a:cubicBezTo>
                  <a:cubicBezTo>
                    <a:pt x="465" y="49"/>
                    <a:pt x="482" y="50"/>
                    <a:pt x="498" y="50"/>
                  </a:cubicBezTo>
                  <a:cubicBezTo>
                    <a:pt x="721" y="50"/>
                    <a:pt x="893" y="23"/>
                    <a:pt x="893" y="16"/>
                  </a:cubicBezTo>
                  <a:cubicBezTo>
                    <a:pt x="893" y="12"/>
                    <a:pt x="868" y="11"/>
                    <a:pt x="825" y="11"/>
                  </a:cubicBezTo>
                  <a:cubicBezTo>
                    <a:pt x="763" y="11"/>
                    <a:pt x="665" y="13"/>
                    <a:pt x="550" y="13"/>
                  </a:cubicBezTo>
                  <a:cubicBezTo>
                    <a:pt x="518" y="13"/>
                    <a:pt x="484" y="13"/>
                    <a:pt x="449" y="12"/>
                  </a:cubicBezTo>
                  <a:cubicBezTo>
                    <a:pt x="257" y="12"/>
                    <a:pt x="95" y="1"/>
                    <a:pt x="3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6"/>
            <p:cNvSpPr/>
            <p:nvPr/>
          </p:nvSpPr>
          <p:spPr>
            <a:xfrm>
              <a:off x="8096201" y="4299905"/>
              <a:ext cx="3950" cy="6546"/>
            </a:xfrm>
            <a:custGeom>
              <a:avLst/>
              <a:gdLst/>
              <a:ahLst/>
              <a:cxnLst/>
              <a:rect l="l" t="t" r="r" b="b"/>
              <a:pathLst>
                <a:path w="105" h="174" extrusionOk="0">
                  <a:moveTo>
                    <a:pt x="94" y="0"/>
                  </a:moveTo>
                  <a:cubicBezTo>
                    <a:pt x="83" y="0"/>
                    <a:pt x="50" y="29"/>
                    <a:pt x="26" y="76"/>
                  </a:cubicBezTo>
                  <a:cubicBezTo>
                    <a:pt x="0" y="125"/>
                    <a:pt x="8" y="173"/>
                    <a:pt x="15" y="173"/>
                  </a:cubicBezTo>
                  <a:cubicBezTo>
                    <a:pt x="15" y="173"/>
                    <a:pt x="16" y="173"/>
                    <a:pt x="16" y="173"/>
                  </a:cubicBezTo>
                  <a:cubicBezTo>
                    <a:pt x="27" y="173"/>
                    <a:pt x="38" y="134"/>
                    <a:pt x="59" y="91"/>
                  </a:cubicBezTo>
                  <a:cubicBezTo>
                    <a:pt x="82" y="46"/>
                    <a:pt x="104" y="9"/>
                    <a:pt x="97" y="1"/>
                  </a:cubicBezTo>
                  <a:cubicBezTo>
                    <a:pt x="96" y="0"/>
                    <a:pt x="95" y="0"/>
                    <a:pt x="9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6"/>
            <p:cNvSpPr/>
            <p:nvPr/>
          </p:nvSpPr>
          <p:spPr>
            <a:xfrm>
              <a:off x="8097152" y="4686812"/>
              <a:ext cx="5410" cy="4755"/>
            </a:xfrm>
            <a:custGeom>
              <a:avLst/>
              <a:gdLst/>
              <a:ahLst/>
              <a:cxnLst/>
              <a:rect l="l" t="t" r="r" b="b"/>
              <a:pathLst>
                <a:path w="132" h="116" extrusionOk="0">
                  <a:moveTo>
                    <a:pt x="119" y="0"/>
                  </a:moveTo>
                  <a:cubicBezTo>
                    <a:pt x="107" y="0"/>
                    <a:pt x="78" y="18"/>
                    <a:pt x="53" y="43"/>
                  </a:cubicBezTo>
                  <a:cubicBezTo>
                    <a:pt x="19" y="76"/>
                    <a:pt x="1" y="106"/>
                    <a:pt x="8" y="114"/>
                  </a:cubicBezTo>
                  <a:cubicBezTo>
                    <a:pt x="9" y="115"/>
                    <a:pt x="10" y="115"/>
                    <a:pt x="12" y="115"/>
                  </a:cubicBezTo>
                  <a:cubicBezTo>
                    <a:pt x="24" y="115"/>
                    <a:pt x="50" y="98"/>
                    <a:pt x="79" y="69"/>
                  </a:cubicBezTo>
                  <a:cubicBezTo>
                    <a:pt x="109" y="39"/>
                    <a:pt x="131" y="9"/>
                    <a:pt x="123" y="2"/>
                  </a:cubicBezTo>
                  <a:cubicBezTo>
                    <a:pt x="122" y="1"/>
                    <a:pt x="121" y="0"/>
                    <a:pt x="11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6"/>
            <p:cNvSpPr/>
            <p:nvPr/>
          </p:nvSpPr>
          <p:spPr>
            <a:xfrm>
              <a:off x="8108013" y="4681033"/>
              <a:ext cx="7665" cy="3156"/>
            </a:xfrm>
            <a:custGeom>
              <a:avLst/>
              <a:gdLst/>
              <a:ahLst/>
              <a:cxnLst/>
              <a:rect l="l" t="t" r="r" b="b"/>
              <a:pathLst>
                <a:path w="187" h="77" extrusionOk="0">
                  <a:moveTo>
                    <a:pt x="131" y="0"/>
                  </a:moveTo>
                  <a:cubicBezTo>
                    <a:pt x="116" y="0"/>
                    <a:pt x="100" y="2"/>
                    <a:pt x="83" y="8"/>
                  </a:cubicBezTo>
                  <a:cubicBezTo>
                    <a:pt x="27" y="27"/>
                    <a:pt x="1" y="68"/>
                    <a:pt x="8" y="75"/>
                  </a:cubicBezTo>
                  <a:cubicBezTo>
                    <a:pt x="9" y="76"/>
                    <a:pt x="11" y="77"/>
                    <a:pt x="13" y="77"/>
                  </a:cubicBezTo>
                  <a:cubicBezTo>
                    <a:pt x="26" y="77"/>
                    <a:pt x="55" y="55"/>
                    <a:pt x="94" y="42"/>
                  </a:cubicBezTo>
                  <a:cubicBezTo>
                    <a:pt x="139" y="27"/>
                    <a:pt x="180" y="31"/>
                    <a:pt x="184" y="20"/>
                  </a:cubicBezTo>
                  <a:cubicBezTo>
                    <a:pt x="186" y="12"/>
                    <a:pt x="164" y="0"/>
                    <a:pt x="1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6"/>
            <p:cNvSpPr/>
            <p:nvPr/>
          </p:nvSpPr>
          <p:spPr>
            <a:xfrm>
              <a:off x="8121047" y="4679189"/>
              <a:ext cx="4140" cy="2090"/>
            </a:xfrm>
            <a:custGeom>
              <a:avLst/>
              <a:gdLst/>
              <a:ahLst/>
              <a:cxnLst/>
              <a:rect l="l" t="t" r="r" b="b"/>
              <a:pathLst>
                <a:path w="101" h="51" extrusionOk="0">
                  <a:moveTo>
                    <a:pt x="78" y="0"/>
                  </a:moveTo>
                  <a:cubicBezTo>
                    <a:pt x="68" y="0"/>
                    <a:pt x="56" y="3"/>
                    <a:pt x="45" y="8"/>
                  </a:cubicBezTo>
                  <a:cubicBezTo>
                    <a:pt x="19" y="15"/>
                    <a:pt x="0" y="31"/>
                    <a:pt x="4" y="42"/>
                  </a:cubicBezTo>
                  <a:cubicBezTo>
                    <a:pt x="6" y="48"/>
                    <a:pt x="12" y="50"/>
                    <a:pt x="21" y="50"/>
                  </a:cubicBezTo>
                  <a:cubicBezTo>
                    <a:pt x="31" y="50"/>
                    <a:pt x="43" y="48"/>
                    <a:pt x="56" y="42"/>
                  </a:cubicBezTo>
                  <a:cubicBezTo>
                    <a:pt x="82" y="34"/>
                    <a:pt x="101" y="20"/>
                    <a:pt x="97" y="8"/>
                  </a:cubicBezTo>
                  <a:cubicBezTo>
                    <a:pt x="95" y="3"/>
                    <a:pt x="88" y="0"/>
                    <a:pt x="7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6"/>
            <p:cNvSpPr/>
            <p:nvPr/>
          </p:nvSpPr>
          <p:spPr>
            <a:xfrm>
              <a:off x="7563917" y="2963384"/>
              <a:ext cx="615632" cy="1699260"/>
            </a:xfrm>
            <a:custGeom>
              <a:avLst/>
              <a:gdLst/>
              <a:ahLst/>
              <a:cxnLst/>
              <a:rect l="l" t="t" r="r" b="b"/>
              <a:pathLst>
                <a:path w="15020" h="41458" extrusionOk="0">
                  <a:moveTo>
                    <a:pt x="1461" y="1"/>
                  </a:moveTo>
                  <a:lnTo>
                    <a:pt x="1" y="21798"/>
                  </a:lnTo>
                  <a:lnTo>
                    <a:pt x="1" y="41457"/>
                  </a:lnTo>
                  <a:lnTo>
                    <a:pt x="5843" y="41457"/>
                  </a:lnTo>
                  <a:cubicBezTo>
                    <a:pt x="5843" y="41457"/>
                    <a:pt x="6089" y="24503"/>
                    <a:pt x="5936" y="23394"/>
                  </a:cubicBezTo>
                  <a:cubicBezTo>
                    <a:pt x="5936" y="23394"/>
                    <a:pt x="6879" y="6654"/>
                    <a:pt x="6994" y="6654"/>
                  </a:cubicBezTo>
                  <a:cubicBezTo>
                    <a:pt x="6995" y="6654"/>
                    <a:pt x="6996" y="6655"/>
                    <a:pt x="6996" y="6657"/>
                  </a:cubicBezTo>
                  <a:cubicBezTo>
                    <a:pt x="7221" y="7154"/>
                    <a:pt x="7217" y="21586"/>
                    <a:pt x="7542" y="23375"/>
                  </a:cubicBezTo>
                  <a:cubicBezTo>
                    <a:pt x="7870" y="25165"/>
                    <a:pt x="9380" y="41457"/>
                    <a:pt x="9380" y="41457"/>
                  </a:cubicBezTo>
                  <a:lnTo>
                    <a:pt x="15020" y="41457"/>
                  </a:lnTo>
                  <a:lnTo>
                    <a:pt x="13126" y="22777"/>
                  </a:lnTo>
                  <a:cubicBezTo>
                    <a:pt x="13089" y="20529"/>
                    <a:pt x="12510" y="759"/>
                    <a:pt x="12510" y="759"/>
                  </a:cubicBezTo>
                  <a:lnTo>
                    <a:pt x="146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6"/>
            <p:cNvSpPr/>
            <p:nvPr/>
          </p:nvSpPr>
          <p:spPr>
            <a:xfrm>
              <a:off x="7952183" y="4598364"/>
              <a:ext cx="222029" cy="38938"/>
            </a:xfrm>
            <a:custGeom>
              <a:avLst/>
              <a:gdLst/>
              <a:ahLst/>
              <a:cxnLst/>
              <a:rect l="l" t="t" r="r" b="b"/>
              <a:pathLst>
                <a:path w="5417" h="950" extrusionOk="0">
                  <a:moveTo>
                    <a:pt x="3602" y="0"/>
                  </a:moveTo>
                  <a:cubicBezTo>
                    <a:pt x="3464" y="0"/>
                    <a:pt x="3322" y="29"/>
                    <a:pt x="3190" y="79"/>
                  </a:cubicBezTo>
                  <a:cubicBezTo>
                    <a:pt x="3003" y="146"/>
                    <a:pt x="2835" y="255"/>
                    <a:pt x="2667" y="363"/>
                  </a:cubicBezTo>
                  <a:cubicBezTo>
                    <a:pt x="2335" y="584"/>
                    <a:pt x="2021" y="789"/>
                    <a:pt x="1685" y="827"/>
                  </a:cubicBezTo>
                  <a:cubicBezTo>
                    <a:pt x="1604" y="838"/>
                    <a:pt x="1525" y="844"/>
                    <a:pt x="1448" y="844"/>
                  </a:cubicBezTo>
                  <a:cubicBezTo>
                    <a:pt x="1209" y="844"/>
                    <a:pt x="990" y="795"/>
                    <a:pt x="804" y="744"/>
                  </a:cubicBezTo>
                  <a:cubicBezTo>
                    <a:pt x="337" y="607"/>
                    <a:pt x="48" y="474"/>
                    <a:pt x="8" y="474"/>
                  </a:cubicBezTo>
                  <a:cubicBezTo>
                    <a:pt x="6" y="474"/>
                    <a:pt x="4" y="474"/>
                    <a:pt x="4" y="475"/>
                  </a:cubicBezTo>
                  <a:cubicBezTo>
                    <a:pt x="0" y="482"/>
                    <a:pt x="71" y="524"/>
                    <a:pt x="202" y="591"/>
                  </a:cubicBezTo>
                  <a:cubicBezTo>
                    <a:pt x="333" y="651"/>
                    <a:pt x="527" y="744"/>
                    <a:pt x="778" y="827"/>
                  </a:cubicBezTo>
                  <a:cubicBezTo>
                    <a:pt x="979" y="889"/>
                    <a:pt x="1224" y="950"/>
                    <a:pt x="1498" y="950"/>
                  </a:cubicBezTo>
                  <a:cubicBezTo>
                    <a:pt x="1564" y="950"/>
                    <a:pt x="1631" y="946"/>
                    <a:pt x="1700" y="939"/>
                  </a:cubicBezTo>
                  <a:cubicBezTo>
                    <a:pt x="2066" y="901"/>
                    <a:pt x="2405" y="680"/>
                    <a:pt x="2734" y="464"/>
                  </a:cubicBezTo>
                  <a:cubicBezTo>
                    <a:pt x="3022" y="269"/>
                    <a:pt x="3324" y="112"/>
                    <a:pt x="3618" y="112"/>
                  </a:cubicBezTo>
                  <a:cubicBezTo>
                    <a:pt x="3656" y="112"/>
                    <a:pt x="3694" y="115"/>
                    <a:pt x="3731" y="120"/>
                  </a:cubicBezTo>
                  <a:cubicBezTo>
                    <a:pt x="4060" y="165"/>
                    <a:pt x="4333" y="334"/>
                    <a:pt x="4579" y="423"/>
                  </a:cubicBezTo>
                  <a:cubicBezTo>
                    <a:pt x="4771" y="499"/>
                    <a:pt x="4950" y="531"/>
                    <a:pt x="5089" y="531"/>
                  </a:cubicBezTo>
                  <a:cubicBezTo>
                    <a:pt x="5128" y="531"/>
                    <a:pt x="5164" y="529"/>
                    <a:pt x="5196" y="524"/>
                  </a:cubicBezTo>
                  <a:cubicBezTo>
                    <a:pt x="5349" y="501"/>
                    <a:pt x="5417" y="453"/>
                    <a:pt x="5417" y="449"/>
                  </a:cubicBezTo>
                  <a:cubicBezTo>
                    <a:pt x="5416" y="448"/>
                    <a:pt x="5414" y="447"/>
                    <a:pt x="5410" y="447"/>
                  </a:cubicBezTo>
                  <a:cubicBezTo>
                    <a:pt x="5388" y="447"/>
                    <a:pt x="5314" y="473"/>
                    <a:pt x="5192" y="479"/>
                  </a:cubicBezTo>
                  <a:cubicBezTo>
                    <a:pt x="5181" y="479"/>
                    <a:pt x="5169" y="480"/>
                    <a:pt x="5157" y="480"/>
                  </a:cubicBezTo>
                  <a:cubicBezTo>
                    <a:pt x="5017" y="480"/>
                    <a:pt x="4826" y="441"/>
                    <a:pt x="4610" y="344"/>
                  </a:cubicBezTo>
                  <a:cubicBezTo>
                    <a:pt x="4374" y="248"/>
                    <a:pt x="4109" y="68"/>
                    <a:pt x="3746" y="12"/>
                  </a:cubicBezTo>
                  <a:cubicBezTo>
                    <a:pt x="3699" y="4"/>
                    <a:pt x="3651" y="0"/>
                    <a:pt x="360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6"/>
            <p:cNvSpPr/>
            <p:nvPr/>
          </p:nvSpPr>
          <p:spPr>
            <a:xfrm>
              <a:off x="7569164" y="4597340"/>
              <a:ext cx="236539" cy="36889"/>
            </a:xfrm>
            <a:custGeom>
              <a:avLst/>
              <a:gdLst/>
              <a:ahLst/>
              <a:cxnLst/>
              <a:rect l="l" t="t" r="r" b="b"/>
              <a:pathLst>
                <a:path w="5771" h="900" extrusionOk="0">
                  <a:moveTo>
                    <a:pt x="5115" y="0"/>
                  </a:moveTo>
                  <a:cubicBezTo>
                    <a:pt x="5062" y="0"/>
                    <a:pt x="5007" y="5"/>
                    <a:pt x="4949" y="14"/>
                  </a:cubicBezTo>
                  <a:cubicBezTo>
                    <a:pt x="4658" y="56"/>
                    <a:pt x="4355" y="235"/>
                    <a:pt x="4045" y="433"/>
                  </a:cubicBezTo>
                  <a:cubicBezTo>
                    <a:pt x="3781" y="597"/>
                    <a:pt x="3473" y="781"/>
                    <a:pt x="3129" y="781"/>
                  </a:cubicBezTo>
                  <a:cubicBezTo>
                    <a:pt x="3074" y="781"/>
                    <a:pt x="3019" y="776"/>
                    <a:pt x="2962" y="766"/>
                  </a:cubicBezTo>
                  <a:cubicBezTo>
                    <a:pt x="2555" y="698"/>
                    <a:pt x="2200" y="471"/>
                    <a:pt x="1826" y="392"/>
                  </a:cubicBezTo>
                  <a:cubicBezTo>
                    <a:pt x="1701" y="364"/>
                    <a:pt x="1580" y="352"/>
                    <a:pt x="1464" y="352"/>
                  </a:cubicBezTo>
                  <a:cubicBezTo>
                    <a:pt x="1226" y="352"/>
                    <a:pt x="1010" y="401"/>
                    <a:pt x="829" y="459"/>
                  </a:cubicBezTo>
                  <a:cubicBezTo>
                    <a:pt x="560" y="545"/>
                    <a:pt x="355" y="645"/>
                    <a:pt x="212" y="717"/>
                  </a:cubicBezTo>
                  <a:cubicBezTo>
                    <a:pt x="74" y="788"/>
                    <a:pt x="0" y="833"/>
                    <a:pt x="4" y="840"/>
                  </a:cubicBezTo>
                  <a:cubicBezTo>
                    <a:pt x="4" y="841"/>
                    <a:pt x="6" y="842"/>
                    <a:pt x="8" y="842"/>
                  </a:cubicBezTo>
                  <a:cubicBezTo>
                    <a:pt x="51" y="842"/>
                    <a:pt x="357" y="689"/>
                    <a:pt x="852" y="541"/>
                  </a:cubicBezTo>
                  <a:cubicBezTo>
                    <a:pt x="1019" y="494"/>
                    <a:pt x="1214" y="456"/>
                    <a:pt x="1423" y="456"/>
                  </a:cubicBezTo>
                  <a:cubicBezTo>
                    <a:pt x="1545" y="456"/>
                    <a:pt x="1671" y="469"/>
                    <a:pt x="1800" y="500"/>
                  </a:cubicBezTo>
                  <a:cubicBezTo>
                    <a:pt x="2151" y="578"/>
                    <a:pt x="2498" y="810"/>
                    <a:pt x="2943" y="885"/>
                  </a:cubicBezTo>
                  <a:cubicBezTo>
                    <a:pt x="3002" y="895"/>
                    <a:pt x="3061" y="899"/>
                    <a:pt x="3120" y="899"/>
                  </a:cubicBezTo>
                  <a:cubicBezTo>
                    <a:pt x="3283" y="899"/>
                    <a:pt x="3443" y="864"/>
                    <a:pt x="3586" y="807"/>
                  </a:cubicBezTo>
                  <a:cubicBezTo>
                    <a:pt x="3780" y="731"/>
                    <a:pt x="3948" y="627"/>
                    <a:pt x="4105" y="526"/>
                  </a:cubicBezTo>
                  <a:cubicBezTo>
                    <a:pt x="4415" y="321"/>
                    <a:pt x="4695" y="145"/>
                    <a:pt x="4964" y="97"/>
                  </a:cubicBezTo>
                  <a:cubicBezTo>
                    <a:pt x="5029" y="84"/>
                    <a:pt x="5092" y="78"/>
                    <a:pt x="5152" y="78"/>
                  </a:cubicBezTo>
                  <a:cubicBezTo>
                    <a:pt x="5334" y="78"/>
                    <a:pt x="5484" y="130"/>
                    <a:pt x="5580" y="186"/>
                  </a:cubicBezTo>
                  <a:cubicBezTo>
                    <a:pt x="5706" y="265"/>
                    <a:pt x="5752" y="340"/>
                    <a:pt x="5762" y="340"/>
                  </a:cubicBezTo>
                  <a:cubicBezTo>
                    <a:pt x="5762" y="340"/>
                    <a:pt x="5763" y="340"/>
                    <a:pt x="5763" y="340"/>
                  </a:cubicBezTo>
                  <a:cubicBezTo>
                    <a:pt x="5770" y="336"/>
                    <a:pt x="5737" y="247"/>
                    <a:pt x="5606" y="149"/>
                  </a:cubicBezTo>
                  <a:cubicBezTo>
                    <a:pt x="5501" y="71"/>
                    <a:pt x="5330" y="0"/>
                    <a:pt x="511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6"/>
            <p:cNvSpPr/>
            <p:nvPr/>
          </p:nvSpPr>
          <p:spPr>
            <a:xfrm>
              <a:off x="7968987" y="3123476"/>
              <a:ext cx="91484" cy="30946"/>
            </a:xfrm>
            <a:custGeom>
              <a:avLst/>
              <a:gdLst/>
              <a:ahLst/>
              <a:cxnLst/>
              <a:rect l="l" t="t" r="r" b="b"/>
              <a:pathLst>
                <a:path w="2232" h="755" extrusionOk="0">
                  <a:moveTo>
                    <a:pt x="16" y="0"/>
                  </a:moveTo>
                  <a:cubicBezTo>
                    <a:pt x="14" y="0"/>
                    <a:pt x="13" y="1"/>
                    <a:pt x="13" y="2"/>
                  </a:cubicBezTo>
                  <a:cubicBezTo>
                    <a:pt x="1" y="13"/>
                    <a:pt x="76" y="129"/>
                    <a:pt x="244" y="274"/>
                  </a:cubicBezTo>
                  <a:cubicBezTo>
                    <a:pt x="416" y="424"/>
                    <a:pt x="685" y="588"/>
                    <a:pt x="1017" y="677"/>
                  </a:cubicBezTo>
                  <a:cubicBezTo>
                    <a:pt x="1216" y="733"/>
                    <a:pt x="1410" y="754"/>
                    <a:pt x="1580" y="754"/>
                  </a:cubicBezTo>
                  <a:cubicBezTo>
                    <a:pt x="1694" y="754"/>
                    <a:pt x="1797" y="745"/>
                    <a:pt x="1883" y="730"/>
                  </a:cubicBezTo>
                  <a:cubicBezTo>
                    <a:pt x="2107" y="689"/>
                    <a:pt x="2231" y="629"/>
                    <a:pt x="2228" y="614"/>
                  </a:cubicBezTo>
                  <a:cubicBezTo>
                    <a:pt x="2227" y="610"/>
                    <a:pt x="2220" y="608"/>
                    <a:pt x="2208" y="608"/>
                  </a:cubicBezTo>
                  <a:cubicBezTo>
                    <a:pt x="2148" y="608"/>
                    <a:pt x="1954" y="649"/>
                    <a:pt x="1689" y="649"/>
                  </a:cubicBezTo>
                  <a:cubicBezTo>
                    <a:pt x="1503" y="649"/>
                    <a:pt x="1282" y="629"/>
                    <a:pt x="1047" y="562"/>
                  </a:cubicBezTo>
                  <a:cubicBezTo>
                    <a:pt x="429" y="400"/>
                    <a:pt x="60" y="0"/>
                    <a:pt x="1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6"/>
            <p:cNvSpPr/>
            <p:nvPr/>
          </p:nvSpPr>
          <p:spPr>
            <a:xfrm>
              <a:off x="7606666" y="3113721"/>
              <a:ext cx="56522" cy="50169"/>
            </a:xfrm>
            <a:custGeom>
              <a:avLst/>
              <a:gdLst/>
              <a:ahLst/>
              <a:cxnLst/>
              <a:rect l="l" t="t" r="r" b="b"/>
              <a:pathLst>
                <a:path w="1379" h="1224" extrusionOk="0">
                  <a:moveTo>
                    <a:pt x="1363" y="0"/>
                  </a:moveTo>
                  <a:cubicBezTo>
                    <a:pt x="1328" y="0"/>
                    <a:pt x="1235" y="438"/>
                    <a:pt x="844" y="781"/>
                  </a:cubicBezTo>
                  <a:cubicBezTo>
                    <a:pt x="452" y="1136"/>
                    <a:pt x="0" y="1174"/>
                    <a:pt x="7" y="1210"/>
                  </a:cubicBezTo>
                  <a:cubicBezTo>
                    <a:pt x="9" y="1216"/>
                    <a:pt x="41" y="1224"/>
                    <a:pt x="95" y="1224"/>
                  </a:cubicBezTo>
                  <a:cubicBezTo>
                    <a:pt x="145" y="1224"/>
                    <a:pt x="215" y="1218"/>
                    <a:pt x="299" y="1200"/>
                  </a:cubicBezTo>
                  <a:cubicBezTo>
                    <a:pt x="478" y="1158"/>
                    <a:pt x="714" y="1058"/>
                    <a:pt x="923" y="871"/>
                  </a:cubicBezTo>
                  <a:cubicBezTo>
                    <a:pt x="1132" y="684"/>
                    <a:pt x="1262" y="460"/>
                    <a:pt x="1319" y="288"/>
                  </a:cubicBezTo>
                  <a:cubicBezTo>
                    <a:pt x="1378" y="117"/>
                    <a:pt x="1378" y="5"/>
                    <a:pt x="1364" y="0"/>
                  </a:cubicBezTo>
                  <a:cubicBezTo>
                    <a:pt x="1363" y="0"/>
                    <a:pt x="1363" y="0"/>
                    <a:pt x="136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6"/>
            <p:cNvSpPr/>
            <p:nvPr/>
          </p:nvSpPr>
          <p:spPr>
            <a:xfrm>
              <a:off x="6998877" y="2050375"/>
              <a:ext cx="605385" cy="670310"/>
            </a:xfrm>
            <a:custGeom>
              <a:avLst/>
              <a:gdLst/>
              <a:ahLst/>
              <a:cxnLst/>
              <a:rect l="l" t="t" r="r" b="b"/>
              <a:pathLst>
                <a:path w="14770" h="16354" extrusionOk="0">
                  <a:moveTo>
                    <a:pt x="1870" y="0"/>
                  </a:moveTo>
                  <a:cubicBezTo>
                    <a:pt x="1867" y="0"/>
                    <a:pt x="1864" y="1"/>
                    <a:pt x="1861" y="1"/>
                  </a:cubicBezTo>
                  <a:cubicBezTo>
                    <a:pt x="1357" y="23"/>
                    <a:pt x="1809" y="2462"/>
                    <a:pt x="1857" y="2694"/>
                  </a:cubicBezTo>
                  <a:cubicBezTo>
                    <a:pt x="1875" y="2779"/>
                    <a:pt x="1809" y="2827"/>
                    <a:pt x="1740" y="2827"/>
                  </a:cubicBezTo>
                  <a:cubicBezTo>
                    <a:pt x="1679" y="2827"/>
                    <a:pt x="1616" y="2790"/>
                    <a:pt x="1603" y="2709"/>
                  </a:cubicBezTo>
                  <a:cubicBezTo>
                    <a:pt x="1577" y="2530"/>
                    <a:pt x="1403" y="411"/>
                    <a:pt x="895" y="411"/>
                  </a:cubicBezTo>
                  <a:cubicBezTo>
                    <a:pt x="893" y="411"/>
                    <a:pt x="892" y="411"/>
                    <a:pt x="890" y="411"/>
                  </a:cubicBezTo>
                  <a:cubicBezTo>
                    <a:pt x="494" y="426"/>
                    <a:pt x="1245" y="2425"/>
                    <a:pt x="1031" y="2884"/>
                  </a:cubicBezTo>
                  <a:cubicBezTo>
                    <a:pt x="1010" y="2931"/>
                    <a:pt x="989" y="2952"/>
                    <a:pt x="967" y="2952"/>
                  </a:cubicBezTo>
                  <a:cubicBezTo>
                    <a:pt x="781" y="2952"/>
                    <a:pt x="586" y="1341"/>
                    <a:pt x="252" y="1341"/>
                  </a:cubicBezTo>
                  <a:cubicBezTo>
                    <a:pt x="249" y="1341"/>
                    <a:pt x="246" y="1342"/>
                    <a:pt x="244" y="1342"/>
                  </a:cubicBezTo>
                  <a:cubicBezTo>
                    <a:pt x="105" y="1352"/>
                    <a:pt x="1" y="1378"/>
                    <a:pt x="288" y="2530"/>
                  </a:cubicBezTo>
                  <a:cubicBezTo>
                    <a:pt x="426" y="3090"/>
                    <a:pt x="792" y="4071"/>
                    <a:pt x="1140" y="4953"/>
                  </a:cubicBezTo>
                  <a:lnTo>
                    <a:pt x="1128" y="4957"/>
                  </a:lnTo>
                  <a:cubicBezTo>
                    <a:pt x="1128" y="4957"/>
                    <a:pt x="3073" y="16354"/>
                    <a:pt x="8089" y="16354"/>
                  </a:cubicBezTo>
                  <a:cubicBezTo>
                    <a:pt x="8229" y="16354"/>
                    <a:pt x="8372" y="16345"/>
                    <a:pt x="8517" y="16326"/>
                  </a:cubicBezTo>
                  <a:cubicBezTo>
                    <a:pt x="14176" y="15613"/>
                    <a:pt x="14769" y="15064"/>
                    <a:pt x="14769" y="15064"/>
                  </a:cubicBezTo>
                  <a:lnTo>
                    <a:pt x="13593" y="10750"/>
                  </a:lnTo>
                  <a:cubicBezTo>
                    <a:pt x="13593" y="10750"/>
                    <a:pt x="9452" y="11830"/>
                    <a:pt x="8103" y="11830"/>
                  </a:cubicBezTo>
                  <a:cubicBezTo>
                    <a:pt x="7894" y="11830"/>
                    <a:pt x="7751" y="11804"/>
                    <a:pt x="7703" y="11744"/>
                  </a:cubicBezTo>
                  <a:cubicBezTo>
                    <a:pt x="5696" y="9263"/>
                    <a:pt x="4681" y="5850"/>
                    <a:pt x="4363" y="4624"/>
                  </a:cubicBezTo>
                  <a:cubicBezTo>
                    <a:pt x="4412" y="4449"/>
                    <a:pt x="4467" y="4243"/>
                    <a:pt x="4550" y="4004"/>
                  </a:cubicBezTo>
                  <a:cubicBezTo>
                    <a:pt x="4617" y="3799"/>
                    <a:pt x="4726" y="3609"/>
                    <a:pt x="4860" y="3437"/>
                  </a:cubicBezTo>
                  <a:cubicBezTo>
                    <a:pt x="5021" y="3231"/>
                    <a:pt x="5248" y="2966"/>
                    <a:pt x="5417" y="2858"/>
                  </a:cubicBezTo>
                  <a:cubicBezTo>
                    <a:pt x="5626" y="2727"/>
                    <a:pt x="5566" y="2409"/>
                    <a:pt x="5341" y="2395"/>
                  </a:cubicBezTo>
                  <a:cubicBezTo>
                    <a:pt x="5336" y="2395"/>
                    <a:pt x="5330" y="2394"/>
                    <a:pt x="5324" y="2394"/>
                  </a:cubicBezTo>
                  <a:cubicBezTo>
                    <a:pt x="5088" y="2394"/>
                    <a:pt x="4520" y="2744"/>
                    <a:pt x="4098" y="3395"/>
                  </a:cubicBezTo>
                  <a:cubicBezTo>
                    <a:pt x="4009" y="3532"/>
                    <a:pt x="3933" y="3588"/>
                    <a:pt x="3867" y="3588"/>
                  </a:cubicBezTo>
                  <a:cubicBezTo>
                    <a:pt x="3611" y="3588"/>
                    <a:pt x="3518" y="2724"/>
                    <a:pt x="3471" y="2361"/>
                  </a:cubicBezTo>
                  <a:cubicBezTo>
                    <a:pt x="3414" y="1909"/>
                    <a:pt x="3176" y="513"/>
                    <a:pt x="3022" y="418"/>
                  </a:cubicBezTo>
                  <a:cubicBezTo>
                    <a:pt x="2977" y="391"/>
                    <a:pt x="2934" y="377"/>
                    <a:pt x="2893" y="377"/>
                  </a:cubicBezTo>
                  <a:cubicBezTo>
                    <a:pt x="2732" y="377"/>
                    <a:pt x="2621" y="588"/>
                    <a:pt x="2675" y="949"/>
                  </a:cubicBezTo>
                  <a:cubicBezTo>
                    <a:pt x="2742" y="1409"/>
                    <a:pt x="2847" y="2772"/>
                    <a:pt x="2607" y="2790"/>
                  </a:cubicBezTo>
                  <a:cubicBezTo>
                    <a:pt x="2606" y="2790"/>
                    <a:pt x="2605" y="2790"/>
                    <a:pt x="2604" y="2790"/>
                  </a:cubicBezTo>
                  <a:cubicBezTo>
                    <a:pt x="2367" y="2790"/>
                    <a:pt x="2114" y="494"/>
                    <a:pt x="2114" y="494"/>
                  </a:cubicBezTo>
                  <a:cubicBezTo>
                    <a:pt x="2114" y="494"/>
                    <a:pt x="2136" y="0"/>
                    <a:pt x="1870" y="0"/>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1" name="Google Shape;2681;p46"/>
            <p:cNvGrpSpPr/>
            <p:nvPr/>
          </p:nvGrpSpPr>
          <p:grpSpPr>
            <a:xfrm>
              <a:off x="5819039" y="2060417"/>
              <a:ext cx="1596955" cy="1097563"/>
              <a:chOff x="5819039" y="2060417"/>
              <a:chExt cx="1596955" cy="1097563"/>
            </a:xfrm>
          </p:grpSpPr>
          <p:sp>
            <p:nvSpPr>
              <p:cNvPr id="2682" name="Google Shape;2682;p46"/>
              <p:cNvSpPr/>
              <p:nvPr/>
            </p:nvSpPr>
            <p:spPr>
              <a:xfrm>
                <a:off x="7240616" y="2327401"/>
                <a:ext cx="23773" cy="5082"/>
              </a:xfrm>
              <a:custGeom>
                <a:avLst/>
                <a:gdLst/>
                <a:ahLst/>
                <a:cxnLst/>
                <a:rect l="l" t="t" r="r" b="b"/>
                <a:pathLst>
                  <a:path w="580" h="124" extrusionOk="0">
                    <a:moveTo>
                      <a:pt x="234" y="0"/>
                    </a:moveTo>
                    <a:cubicBezTo>
                      <a:pt x="104" y="0"/>
                      <a:pt x="3" y="21"/>
                      <a:pt x="0" y="51"/>
                    </a:cubicBezTo>
                    <a:cubicBezTo>
                      <a:pt x="0" y="84"/>
                      <a:pt x="127" y="114"/>
                      <a:pt x="288" y="122"/>
                    </a:cubicBezTo>
                    <a:cubicBezTo>
                      <a:pt x="311" y="123"/>
                      <a:pt x="333" y="123"/>
                      <a:pt x="354" y="123"/>
                    </a:cubicBezTo>
                    <a:cubicBezTo>
                      <a:pt x="482" y="123"/>
                      <a:pt x="576" y="105"/>
                      <a:pt x="579" y="77"/>
                    </a:cubicBezTo>
                    <a:cubicBezTo>
                      <a:pt x="579" y="43"/>
                      <a:pt x="452" y="10"/>
                      <a:pt x="292" y="2"/>
                    </a:cubicBezTo>
                    <a:cubicBezTo>
                      <a:pt x="272" y="1"/>
                      <a:pt x="252" y="0"/>
                      <a:pt x="2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6"/>
              <p:cNvSpPr/>
              <p:nvPr/>
            </p:nvSpPr>
            <p:spPr>
              <a:xfrm>
                <a:off x="7310744" y="2325310"/>
                <a:ext cx="46562" cy="6066"/>
              </a:xfrm>
              <a:custGeom>
                <a:avLst/>
                <a:gdLst/>
                <a:ahLst/>
                <a:cxnLst/>
                <a:rect l="l" t="t" r="r" b="b"/>
                <a:pathLst>
                  <a:path w="1136" h="148" extrusionOk="0">
                    <a:moveTo>
                      <a:pt x="901" y="0"/>
                    </a:moveTo>
                    <a:cubicBezTo>
                      <a:pt x="806" y="0"/>
                      <a:pt x="688" y="5"/>
                      <a:pt x="561" y="16"/>
                    </a:cubicBezTo>
                    <a:cubicBezTo>
                      <a:pt x="251" y="38"/>
                      <a:pt x="0" y="87"/>
                      <a:pt x="0" y="116"/>
                    </a:cubicBezTo>
                    <a:cubicBezTo>
                      <a:pt x="0" y="137"/>
                      <a:pt x="98" y="148"/>
                      <a:pt x="245" y="148"/>
                    </a:cubicBezTo>
                    <a:cubicBezTo>
                      <a:pt x="338" y="148"/>
                      <a:pt x="451" y="144"/>
                      <a:pt x="571" y="135"/>
                    </a:cubicBezTo>
                    <a:cubicBezTo>
                      <a:pt x="885" y="109"/>
                      <a:pt x="1135" y="64"/>
                      <a:pt x="1132" y="30"/>
                    </a:cubicBezTo>
                    <a:cubicBezTo>
                      <a:pt x="1130" y="11"/>
                      <a:pt x="1039" y="0"/>
                      <a:pt x="9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6"/>
              <p:cNvSpPr/>
              <p:nvPr/>
            </p:nvSpPr>
            <p:spPr>
              <a:xfrm>
                <a:off x="5820392" y="2062917"/>
                <a:ext cx="1595602" cy="1094858"/>
              </a:xfrm>
              <a:custGeom>
                <a:avLst/>
                <a:gdLst/>
                <a:ahLst/>
                <a:cxnLst/>
                <a:rect l="l" t="t" r="r" b="b"/>
                <a:pathLst>
                  <a:path w="38929" h="26712" extrusionOk="0">
                    <a:moveTo>
                      <a:pt x="3321" y="0"/>
                    </a:moveTo>
                    <a:cubicBezTo>
                      <a:pt x="2417" y="0"/>
                      <a:pt x="1649" y="696"/>
                      <a:pt x="1585" y="1614"/>
                    </a:cubicBezTo>
                    <a:lnTo>
                      <a:pt x="71" y="22385"/>
                    </a:lnTo>
                    <a:cubicBezTo>
                      <a:pt x="1" y="23342"/>
                      <a:pt x="721" y="24174"/>
                      <a:pt x="1678" y="24245"/>
                    </a:cubicBezTo>
                    <a:lnTo>
                      <a:pt x="35484" y="26707"/>
                    </a:lnTo>
                    <a:cubicBezTo>
                      <a:pt x="35528" y="26710"/>
                      <a:pt x="35571" y="26712"/>
                      <a:pt x="35614" y="26712"/>
                    </a:cubicBezTo>
                    <a:cubicBezTo>
                      <a:pt x="36518" y="26712"/>
                      <a:pt x="37280" y="26013"/>
                      <a:pt x="37349" y="25100"/>
                    </a:cubicBezTo>
                    <a:lnTo>
                      <a:pt x="38861" y="4330"/>
                    </a:lnTo>
                    <a:cubicBezTo>
                      <a:pt x="38928" y="3374"/>
                      <a:pt x="38207" y="2537"/>
                      <a:pt x="37251" y="2470"/>
                    </a:cubicBezTo>
                    <a:lnTo>
                      <a:pt x="3445" y="5"/>
                    </a:lnTo>
                    <a:cubicBezTo>
                      <a:pt x="3403" y="2"/>
                      <a:pt x="3362" y="0"/>
                      <a:pt x="3321"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6"/>
              <p:cNvSpPr/>
              <p:nvPr/>
            </p:nvSpPr>
            <p:spPr>
              <a:xfrm>
                <a:off x="5819039" y="2060417"/>
                <a:ext cx="1596627" cy="1097563"/>
              </a:xfrm>
              <a:custGeom>
                <a:avLst/>
                <a:gdLst/>
                <a:ahLst/>
                <a:cxnLst/>
                <a:rect l="l" t="t" r="r" b="b"/>
                <a:pathLst>
                  <a:path w="38954" h="26778" extrusionOk="0">
                    <a:moveTo>
                      <a:pt x="3354" y="1"/>
                    </a:moveTo>
                    <a:cubicBezTo>
                      <a:pt x="2860" y="1"/>
                      <a:pt x="2372" y="213"/>
                      <a:pt x="2035" y="573"/>
                    </a:cubicBezTo>
                    <a:cubicBezTo>
                      <a:pt x="1856" y="768"/>
                      <a:pt x="1718" y="1003"/>
                      <a:pt x="1636" y="1257"/>
                    </a:cubicBezTo>
                    <a:cubicBezTo>
                      <a:pt x="1550" y="1514"/>
                      <a:pt x="1554" y="1780"/>
                      <a:pt x="1532" y="2034"/>
                    </a:cubicBezTo>
                    <a:cubicBezTo>
                      <a:pt x="1457" y="3057"/>
                      <a:pt x="1382" y="4073"/>
                      <a:pt x="1307" y="5081"/>
                    </a:cubicBezTo>
                    <a:cubicBezTo>
                      <a:pt x="1161" y="7098"/>
                      <a:pt x="1016" y="9089"/>
                      <a:pt x="874" y="11043"/>
                    </a:cubicBezTo>
                    <a:cubicBezTo>
                      <a:pt x="590" y="14950"/>
                      <a:pt x="318" y="18719"/>
                      <a:pt x="56" y="22312"/>
                    </a:cubicBezTo>
                    <a:cubicBezTo>
                      <a:pt x="0" y="22763"/>
                      <a:pt x="108" y="23249"/>
                      <a:pt x="381" y="23620"/>
                    </a:cubicBezTo>
                    <a:cubicBezTo>
                      <a:pt x="650" y="23992"/>
                      <a:pt x="1061" y="24254"/>
                      <a:pt x="1509" y="24332"/>
                    </a:cubicBezTo>
                    <a:cubicBezTo>
                      <a:pt x="2394" y="24422"/>
                      <a:pt x="3250" y="24467"/>
                      <a:pt x="4102" y="24534"/>
                    </a:cubicBezTo>
                    <a:cubicBezTo>
                      <a:pt x="5805" y="24658"/>
                      <a:pt x="7455" y="24777"/>
                      <a:pt x="9050" y="24889"/>
                    </a:cubicBezTo>
                    <a:cubicBezTo>
                      <a:pt x="12244" y="25121"/>
                      <a:pt x="15221" y="25333"/>
                      <a:pt x="17936" y="25532"/>
                    </a:cubicBezTo>
                    <a:cubicBezTo>
                      <a:pt x="23367" y="25916"/>
                      <a:pt x="27759" y="26230"/>
                      <a:pt x="30800" y="26450"/>
                    </a:cubicBezTo>
                    <a:cubicBezTo>
                      <a:pt x="32317" y="26555"/>
                      <a:pt x="33496" y="26637"/>
                      <a:pt x="34296" y="26693"/>
                    </a:cubicBezTo>
                    <a:cubicBezTo>
                      <a:pt x="34696" y="26719"/>
                      <a:pt x="35002" y="26738"/>
                      <a:pt x="35208" y="26753"/>
                    </a:cubicBezTo>
                    <a:cubicBezTo>
                      <a:pt x="35413" y="26764"/>
                      <a:pt x="35517" y="26768"/>
                      <a:pt x="35517" y="26768"/>
                    </a:cubicBezTo>
                    <a:cubicBezTo>
                      <a:pt x="35517" y="26768"/>
                      <a:pt x="35413" y="26757"/>
                      <a:pt x="35208" y="26742"/>
                    </a:cubicBezTo>
                    <a:cubicBezTo>
                      <a:pt x="35002" y="26723"/>
                      <a:pt x="34699" y="26701"/>
                      <a:pt x="34300" y="26667"/>
                    </a:cubicBezTo>
                    <a:cubicBezTo>
                      <a:pt x="33496" y="26607"/>
                      <a:pt x="32320" y="26518"/>
                      <a:pt x="30804" y="26402"/>
                    </a:cubicBezTo>
                    <a:cubicBezTo>
                      <a:pt x="27763" y="26178"/>
                      <a:pt x="23370" y="25849"/>
                      <a:pt x="17940" y="25446"/>
                    </a:cubicBezTo>
                    <a:cubicBezTo>
                      <a:pt x="15225" y="25247"/>
                      <a:pt x="12251" y="25027"/>
                      <a:pt x="9058" y="24792"/>
                    </a:cubicBezTo>
                    <a:cubicBezTo>
                      <a:pt x="7463" y="24673"/>
                      <a:pt x="5812" y="24553"/>
                      <a:pt x="4109" y="24430"/>
                    </a:cubicBezTo>
                    <a:cubicBezTo>
                      <a:pt x="3261" y="24363"/>
                      <a:pt x="2387" y="24314"/>
                      <a:pt x="1528" y="24228"/>
                    </a:cubicBezTo>
                    <a:cubicBezTo>
                      <a:pt x="1109" y="24153"/>
                      <a:pt x="721" y="23906"/>
                      <a:pt x="471" y="23556"/>
                    </a:cubicBezTo>
                    <a:cubicBezTo>
                      <a:pt x="217" y="23204"/>
                      <a:pt x="113" y="22760"/>
                      <a:pt x="168" y="22320"/>
                    </a:cubicBezTo>
                    <a:cubicBezTo>
                      <a:pt x="430" y="18729"/>
                      <a:pt x="706" y="14957"/>
                      <a:pt x="994" y="11051"/>
                    </a:cubicBezTo>
                    <a:cubicBezTo>
                      <a:pt x="1135" y="9097"/>
                      <a:pt x="1281" y="7110"/>
                      <a:pt x="1427" y="5089"/>
                    </a:cubicBezTo>
                    <a:cubicBezTo>
                      <a:pt x="1502" y="4081"/>
                      <a:pt x="1576" y="3064"/>
                      <a:pt x="1651" y="2042"/>
                    </a:cubicBezTo>
                    <a:cubicBezTo>
                      <a:pt x="1673" y="1783"/>
                      <a:pt x="1673" y="1530"/>
                      <a:pt x="1752" y="1294"/>
                    </a:cubicBezTo>
                    <a:cubicBezTo>
                      <a:pt x="1826" y="1059"/>
                      <a:pt x="1957" y="839"/>
                      <a:pt x="2125" y="656"/>
                    </a:cubicBezTo>
                    <a:cubicBezTo>
                      <a:pt x="2439" y="318"/>
                      <a:pt x="2895" y="121"/>
                      <a:pt x="3360" y="121"/>
                    </a:cubicBezTo>
                    <a:cubicBezTo>
                      <a:pt x="3399" y="121"/>
                      <a:pt x="3438" y="122"/>
                      <a:pt x="3478" y="125"/>
                    </a:cubicBezTo>
                    <a:cubicBezTo>
                      <a:pt x="11762" y="730"/>
                      <a:pt x="19658" y="1302"/>
                      <a:pt x="26837" y="1825"/>
                    </a:cubicBezTo>
                    <a:cubicBezTo>
                      <a:pt x="30430" y="2083"/>
                      <a:pt x="33841" y="2329"/>
                      <a:pt x="37034" y="2561"/>
                    </a:cubicBezTo>
                    <a:cubicBezTo>
                      <a:pt x="37235" y="2576"/>
                      <a:pt x="37430" y="2587"/>
                      <a:pt x="37616" y="2639"/>
                    </a:cubicBezTo>
                    <a:cubicBezTo>
                      <a:pt x="37799" y="2691"/>
                      <a:pt x="37975" y="2773"/>
                      <a:pt x="38132" y="2885"/>
                    </a:cubicBezTo>
                    <a:cubicBezTo>
                      <a:pt x="38446" y="3106"/>
                      <a:pt x="38677" y="3431"/>
                      <a:pt x="38782" y="3793"/>
                    </a:cubicBezTo>
                    <a:cubicBezTo>
                      <a:pt x="38897" y="4152"/>
                      <a:pt x="38827" y="4536"/>
                      <a:pt x="38808" y="4914"/>
                    </a:cubicBezTo>
                    <a:cubicBezTo>
                      <a:pt x="38778" y="5295"/>
                      <a:pt x="38752" y="5669"/>
                      <a:pt x="38726" y="6038"/>
                    </a:cubicBezTo>
                    <a:cubicBezTo>
                      <a:pt x="38618" y="7521"/>
                      <a:pt x="38516" y="8944"/>
                      <a:pt x="38420" y="10299"/>
                    </a:cubicBezTo>
                    <a:cubicBezTo>
                      <a:pt x="38031" y="15731"/>
                      <a:pt x="37718" y="20127"/>
                      <a:pt x="37501" y="23167"/>
                    </a:cubicBezTo>
                    <a:cubicBezTo>
                      <a:pt x="37449" y="23925"/>
                      <a:pt x="37399" y="24598"/>
                      <a:pt x="37359" y="25184"/>
                    </a:cubicBezTo>
                    <a:cubicBezTo>
                      <a:pt x="37306" y="25771"/>
                      <a:pt x="36982" y="26200"/>
                      <a:pt x="36660" y="26428"/>
                    </a:cubicBezTo>
                    <a:cubicBezTo>
                      <a:pt x="36339" y="26663"/>
                      <a:pt x="36029" y="26735"/>
                      <a:pt x="35827" y="26757"/>
                    </a:cubicBezTo>
                    <a:cubicBezTo>
                      <a:pt x="35745" y="26766"/>
                      <a:pt x="35679" y="26768"/>
                      <a:pt x="35628" y="26768"/>
                    </a:cubicBezTo>
                    <a:cubicBezTo>
                      <a:pt x="35577" y="26768"/>
                      <a:pt x="35543" y="26766"/>
                      <a:pt x="35527" y="26766"/>
                    </a:cubicBezTo>
                    <a:cubicBezTo>
                      <a:pt x="35520" y="26766"/>
                      <a:pt x="35517" y="26766"/>
                      <a:pt x="35517" y="26768"/>
                    </a:cubicBezTo>
                    <a:cubicBezTo>
                      <a:pt x="35517" y="26768"/>
                      <a:pt x="35544" y="26771"/>
                      <a:pt x="35596" y="26775"/>
                    </a:cubicBezTo>
                    <a:cubicBezTo>
                      <a:pt x="35616" y="26777"/>
                      <a:pt x="35640" y="26778"/>
                      <a:pt x="35667" y="26778"/>
                    </a:cubicBezTo>
                    <a:cubicBezTo>
                      <a:pt x="35711" y="26778"/>
                      <a:pt x="35765" y="26775"/>
                      <a:pt x="35827" y="26768"/>
                    </a:cubicBezTo>
                    <a:cubicBezTo>
                      <a:pt x="36032" y="26749"/>
                      <a:pt x="36346" y="26685"/>
                      <a:pt x="36675" y="26447"/>
                    </a:cubicBezTo>
                    <a:cubicBezTo>
                      <a:pt x="37004" y="26219"/>
                      <a:pt x="37337" y="25785"/>
                      <a:pt x="37392" y="25188"/>
                    </a:cubicBezTo>
                    <a:cubicBezTo>
                      <a:pt x="37437" y="24601"/>
                      <a:pt x="37489" y="23929"/>
                      <a:pt x="37549" y="23171"/>
                    </a:cubicBezTo>
                    <a:cubicBezTo>
                      <a:pt x="37773" y="20131"/>
                      <a:pt x="38102" y="15735"/>
                      <a:pt x="38506" y="10308"/>
                    </a:cubicBezTo>
                    <a:cubicBezTo>
                      <a:pt x="38602" y="8948"/>
                      <a:pt x="38711" y="7529"/>
                      <a:pt x="38819" y="6045"/>
                    </a:cubicBezTo>
                    <a:cubicBezTo>
                      <a:pt x="38845" y="5676"/>
                      <a:pt x="38871" y="5298"/>
                      <a:pt x="38901" y="4921"/>
                    </a:cubicBezTo>
                    <a:cubicBezTo>
                      <a:pt x="38913" y="4731"/>
                      <a:pt x="38931" y="4544"/>
                      <a:pt x="38942" y="4350"/>
                    </a:cubicBezTo>
                    <a:cubicBezTo>
                      <a:pt x="38954" y="4155"/>
                      <a:pt x="38928" y="3957"/>
                      <a:pt x="38871" y="3767"/>
                    </a:cubicBezTo>
                    <a:cubicBezTo>
                      <a:pt x="38763" y="3383"/>
                      <a:pt x="38520" y="3038"/>
                      <a:pt x="38188" y="2807"/>
                    </a:cubicBezTo>
                    <a:cubicBezTo>
                      <a:pt x="38023" y="2688"/>
                      <a:pt x="37841" y="2598"/>
                      <a:pt x="37642" y="2542"/>
                    </a:cubicBezTo>
                    <a:cubicBezTo>
                      <a:pt x="37444" y="2486"/>
                      <a:pt x="37239" y="2478"/>
                      <a:pt x="37041" y="2464"/>
                    </a:cubicBezTo>
                    <a:cubicBezTo>
                      <a:pt x="33848" y="2228"/>
                      <a:pt x="30438" y="1978"/>
                      <a:pt x="26848" y="1713"/>
                    </a:cubicBezTo>
                    <a:cubicBezTo>
                      <a:pt x="19665" y="1190"/>
                      <a:pt x="11773" y="611"/>
                      <a:pt x="3485" y="6"/>
                    </a:cubicBezTo>
                    <a:cubicBezTo>
                      <a:pt x="3441" y="2"/>
                      <a:pt x="3398" y="1"/>
                      <a:pt x="335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6"/>
              <p:cNvSpPr/>
              <p:nvPr/>
            </p:nvSpPr>
            <p:spPr>
              <a:xfrm>
                <a:off x="5950524" y="2700990"/>
                <a:ext cx="29306" cy="87016"/>
              </a:xfrm>
              <a:custGeom>
                <a:avLst/>
                <a:gdLst/>
                <a:ahLst/>
                <a:cxnLst/>
                <a:rect l="l" t="t" r="r" b="b"/>
                <a:pathLst>
                  <a:path w="715" h="2123" extrusionOk="0">
                    <a:moveTo>
                      <a:pt x="12" y="1"/>
                    </a:moveTo>
                    <a:lnTo>
                      <a:pt x="1" y="192"/>
                    </a:lnTo>
                    <a:lnTo>
                      <a:pt x="486" y="228"/>
                    </a:lnTo>
                    <a:lnTo>
                      <a:pt x="348" y="2107"/>
                    </a:lnTo>
                    <a:lnTo>
                      <a:pt x="561" y="2122"/>
                    </a:lnTo>
                    <a:lnTo>
                      <a:pt x="714" y="53"/>
                    </a:lnTo>
                    <a:lnTo>
                      <a:pt x="12"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6"/>
              <p:cNvSpPr/>
              <p:nvPr/>
            </p:nvSpPr>
            <p:spPr>
              <a:xfrm>
                <a:off x="6001347" y="2706359"/>
                <a:ext cx="61153" cy="88082"/>
              </a:xfrm>
              <a:custGeom>
                <a:avLst/>
                <a:gdLst/>
                <a:ahLst/>
                <a:cxnLst/>
                <a:rect l="l" t="t" r="r" b="b"/>
                <a:pathLst>
                  <a:path w="1492" h="2149" extrusionOk="0">
                    <a:moveTo>
                      <a:pt x="725" y="1"/>
                    </a:moveTo>
                    <a:cubicBezTo>
                      <a:pt x="451" y="1"/>
                      <a:pt x="222" y="86"/>
                      <a:pt x="68" y="247"/>
                    </a:cubicBezTo>
                    <a:lnTo>
                      <a:pt x="209" y="385"/>
                    </a:lnTo>
                    <a:cubicBezTo>
                      <a:pt x="338" y="257"/>
                      <a:pt x="505" y="195"/>
                      <a:pt x="705" y="195"/>
                    </a:cubicBezTo>
                    <a:cubicBezTo>
                      <a:pt x="732" y="195"/>
                      <a:pt x="760" y="196"/>
                      <a:pt x="789" y="199"/>
                    </a:cubicBezTo>
                    <a:cubicBezTo>
                      <a:pt x="1106" y="221"/>
                      <a:pt x="1263" y="381"/>
                      <a:pt x="1248" y="621"/>
                    </a:cubicBezTo>
                    <a:cubicBezTo>
                      <a:pt x="1237" y="762"/>
                      <a:pt x="1181" y="897"/>
                      <a:pt x="931" y="1109"/>
                    </a:cubicBezTo>
                    <a:lnTo>
                      <a:pt x="12" y="1890"/>
                    </a:lnTo>
                    <a:lnTo>
                      <a:pt x="1" y="2040"/>
                    </a:lnTo>
                    <a:lnTo>
                      <a:pt x="1450" y="2148"/>
                    </a:lnTo>
                    <a:lnTo>
                      <a:pt x="1464" y="1957"/>
                    </a:lnTo>
                    <a:lnTo>
                      <a:pt x="326" y="1876"/>
                    </a:lnTo>
                    <a:lnTo>
                      <a:pt x="1080" y="1233"/>
                    </a:lnTo>
                    <a:cubicBezTo>
                      <a:pt x="1379" y="983"/>
                      <a:pt x="1454" y="811"/>
                      <a:pt x="1469" y="613"/>
                    </a:cubicBezTo>
                    <a:cubicBezTo>
                      <a:pt x="1491" y="266"/>
                      <a:pt x="1240" y="34"/>
                      <a:pt x="823" y="4"/>
                    </a:cubicBezTo>
                    <a:cubicBezTo>
                      <a:pt x="790" y="2"/>
                      <a:pt x="757" y="1"/>
                      <a:pt x="725"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6"/>
              <p:cNvSpPr/>
              <p:nvPr/>
            </p:nvSpPr>
            <p:spPr>
              <a:xfrm>
                <a:off x="6078197" y="2713983"/>
                <a:ext cx="74146" cy="85623"/>
              </a:xfrm>
              <a:custGeom>
                <a:avLst/>
                <a:gdLst/>
                <a:ahLst/>
                <a:cxnLst/>
                <a:rect l="l" t="t" r="r" b="b"/>
                <a:pathLst>
                  <a:path w="1809" h="2089" extrusionOk="0">
                    <a:moveTo>
                      <a:pt x="1207" y="1"/>
                    </a:moveTo>
                    <a:lnTo>
                      <a:pt x="12" y="1290"/>
                    </a:lnTo>
                    <a:lnTo>
                      <a:pt x="1" y="1443"/>
                    </a:lnTo>
                    <a:lnTo>
                      <a:pt x="1166" y="1528"/>
                    </a:lnTo>
                    <a:lnTo>
                      <a:pt x="1129" y="2074"/>
                    </a:lnTo>
                    <a:lnTo>
                      <a:pt x="1342" y="2089"/>
                    </a:lnTo>
                    <a:lnTo>
                      <a:pt x="1379" y="1544"/>
                    </a:lnTo>
                    <a:lnTo>
                      <a:pt x="1794" y="1573"/>
                    </a:lnTo>
                    <a:lnTo>
                      <a:pt x="1808" y="1387"/>
                    </a:lnTo>
                    <a:lnTo>
                      <a:pt x="1394" y="1357"/>
                    </a:lnTo>
                    <a:lnTo>
                      <a:pt x="1427" y="875"/>
                    </a:lnTo>
                    <a:lnTo>
                      <a:pt x="1222" y="864"/>
                    </a:lnTo>
                    <a:lnTo>
                      <a:pt x="1185" y="1342"/>
                    </a:lnTo>
                    <a:lnTo>
                      <a:pt x="289" y="1275"/>
                    </a:lnTo>
                    <a:lnTo>
                      <a:pt x="1442" y="16"/>
                    </a:lnTo>
                    <a:lnTo>
                      <a:pt x="1207"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6"/>
              <p:cNvSpPr/>
              <p:nvPr/>
            </p:nvSpPr>
            <p:spPr>
              <a:xfrm>
                <a:off x="6208165" y="2723327"/>
                <a:ext cx="74146" cy="85787"/>
              </a:xfrm>
              <a:custGeom>
                <a:avLst/>
                <a:gdLst/>
                <a:ahLst/>
                <a:cxnLst/>
                <a:rect l="l" t="t" r="r" b="b"/>
                <a:pathLst>
                  <a:path w="1809" h="2093" extrusionOk="0">
                    <a:moveTo>
                      <a:pt x="1207" y="1"/>
                    </a:moveTo>
                    <a:lnTo>
                      <a:pt x="12" y="1293"/>
                    </a:lnTo>
                    <a:lnTo>
                      <a:pt x="1" y="1447"/>
                    </a:lnTo>
                    <a:lnTo>
                      <a:pt x="1166" y="1533"/>
                    </a:lnTo>
                    <a:lnTo>
                      <a:pt x="1129" y="2078"/>
                    </a:lnTo>
                    <a:lnTo>
                      <a:pt x="1342" y="2093"/>
                    </a:lnTo>
                    <a:lnTo>
                      <a:pt x="1379" y="1547"/>
                    </a:lnTo>
                    <a:lnTo>
                      <a:pt x="1793" y="1577"/>
                    </a:lnTo>
                    <a:lnTo>
                      <a:pt x="1809" y="1390"/>
                    </a:lnTo>
                    <a:lnTo>
                      <a:pt x="1394" y="1361"/>
                    </a:lnTo>
                    <a:lnTo>
                      <a:pt x="1428" y="879"/>
                    </a:lnTo>
                    <a:lnTo>
                      <a:pt x="1222" y="864"/>
                    </a:lnTo>
                    <a:lnTo>
                      <a:pt x="1185" y="1345"/>
                    </a:lnTo>
                    <a:lnTo>
                      <a:pt x="288" y="1278"/>
                    </a:lnTo>
                    <a:lnTo>
                      <a:pt x="1443" y="19"/>
                    </a:lnTo>
                    <a:lnTo>
                      <a:pt x="1207"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6"/>
              <p:cNvSpPr/>
              <p:nvPr/>
            </p:nvSpPr>
            <p:spPr>
              <a:xfrm>
                <a:off x="6293745" y="2727180"/>
                <a:ext cx="63408" cy="87139"/>
              </a:xfrm>
              <a:custGeom>
                <a:avLst/>
                <a:gdLst/>
                <a:ahLst/>
                <a:cxnLst/>
                <a:rect l="l" t="t" r="r" b="b"/>
                <a:pathLst>
                  <a:path w="1547" h="2126" extrusionOk="0">
                    <a:moveTo>
                      <a:pt x="386" y="1"/>
                    </a:moveTo>
                    <a:lnTo>
                      <a:pt x="202" y="1032"/>
                    </a:lnTo>
                    <a:lnTo>
                      <a:pt x="643" y="1061"/>
                    </a:lnTo>
                    <a:cubicBezTo>
                      <a:pt x="1170" y="1103"/>
                      <a:pt x="1323" y="1278"/>
                      <a:pt x="1305" y="1543"/>
                    </a:cubicBezTo>
                    <a:cubicBezTo>
                      <a:pt x="1287" y="1779"/>
                      <a:pt x="1112" y="1931"/>
                      <a:pt x="807" y="1931"/>
                    </a:cubicBezTo>
                    <a:cubicBezTo>
                      <a:pt x="783" y="1931"/>
                      <a:pt x="758" y="1930"/>
                      <a:pt x="733" y="1928"/>
                    </a:cubicBezTo>
                    <a:cubicBezTo>
                      <a:pt x="467" y="1909"/>
                      <a:pt x="240" y="1789"/>
                      <a:pt x="117" y="1644"/>
                    </a:cubicBezTo>
                    <a:lnTo>
                      <a:pt x="0" y="1804"/>
                    </a:lnTo>
                    <a:cubicBezTo>
                      <a:pt x="146" y="1977"/>
                      <a:pt x="423" y="2099"/>
                      <a:pt x="722" y="2122"/>
                    </a:cubicBezTo>
                    <a:cubicBezTo>
                      <a:pt x="755" y="2124"/>
                      <a:pt x="787" y="2125"/>
                      <a:pt x="818" y="2125"/>
                    </a:cubicBezTo>
                    <a:cubicBezTo>
                      <a:pt x="1263" y="2125"/>
                      <a:pt x="1496" y="1878"/>
                      <a:pt x="1517" y="1551"/>
                    </a:cubicBezTo>
                    <a:cubicBezTo>
                      <a:pt x="1547" y="1184"/>
                      <a:pt x="1327" y="923"/>
                      <a:pt x="703" y="878"/>
                    </a:cubicBezTo>
                    <a:lnTo>
                      <a:pt x="438" y="856"/>
                    </a:lnTo>
                    <a:lnTo>
                      <a:pt x="557" y="202"/>
                    </a:lnTo>
                    <a:lnTo>
                      <a:pt x="1502" y="273"/>
                    </a:lnTo>
                    <a:lnTo>
                      <a:pt x="1517" y="82"/>
                    </a:lnTo>
                    <a:lnTo>
                      <a:pt x="386"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6"/>
              <p:cNvSpPr/>
              <p:nvPr/>
            </p:nvSpPr>
            <p:spPr>
              <a:xfrm>
                <a:off x="6375349" y="2734230"/>
                <a:ext cx="65744" cy="86320"/>
              </a:xfrm>
              <a:custGeom>
                <a:avLst/>
                <a:gdLst/>
                <a:ahLst/>
                <a:cxnLst/>
                <a:rect l="l" t="t" r="r" b="b"/>
                <a:pathLst>
                  <a:path w="1604" h="2106" extrusionOk="0">
                    <a:moveTo>
                      <a:pt x="815" y="1025"/>
                    </a:moveTo>
                    <a:cubicBezTo>
                      <a:pt x="834" y="1025"/>
                      <a:pt x="854" y="1026"/>
                      <a:pt x="874" y="1027"/>
                    </a:cubicBezTo>
                    <a:cubicBezTo>
                      <a:pt x="1196" y="1050"/>
                      <a:pt x="1383" y="1236"/>
                      <a:pt x="1364" y="1510"/>
                    </a:cubicBezTo>
                    <a:cubicBezTo>
                      <a:pt x="1346" y="1771"/>
                      <a:pt x="1148" y="1925"/>
                      <a:pt x="874" y="1925"/>
                    </a:cubicBezTo>
                    <a:cubicBezTo>
                      <a:pt x="858" y="1925"/>
                      <a:pt x="842" y="1925"/>
                      <a:pt x="826" y="1924"/>
                    </a:cubicBezTo>
                    <a:cubicBezTo>
                      <a:pt x="467" y="1898"/>
                      <a:pt x="295" y="1666"/>
                      <a:pt x="310" y="1438"/>
                    </a:cubicBezTo>
                    <a:cubicBezTo>
                      <a:pt x="328" y="1197"/>
                      <a:pt x="532" y="1025"/>
                      <a:pt x="815" y="1025"/>
                    </a:cubicBezTo>
                    <a:close/>
                    <a:moveTo>
                      <a:pt x="991" y="1"/>
                    </a:moveTo>
                    <a:cubicBezTo>
                      <a:pt x="472" y="1"/>
                      <a:pt x="96" y="338"/>
                      <a:pt x="49" y="1008"/>
                    </a:cubicBezTo>
                    <a:cubicBezTo>
                      <a:pt x="0" y="1658"/>
                      <a:pt x="273" y="2062"/>
                      <a:pt x="822" y="2103"/>
                    </a:cubicBezTo>
                    <a:cubicBezTo>
                      <a:pt x="846" y="2105"/>
                      <a:pt x="869" y="2106"/>
                      <a:pt x="891" y="2106"/>
                    </a:cubicBezTo>
                    <a:cubicBezTo>
                      <a:pt x="1259" y="2106"/>
                      <a:pt x="1548" y="1883"/>
                      <a:pt x="1573" y="1520"/>
                    </a:cubicBezTo>
                    <a:cubicBezTo>
                      <a:pt x="1603" y="1139"/>
                      <a:pt x="1334" y="878"/>
                      <a:pt x="923" y="848"/>
                    </a:cubicBezTo>
                    <a:cubicBezTo>
                      <a:pt x="899" y="846"/>
                      <a:pt x="875" y="845"/>
                      <a:pt x="851" y="845"/>
                    </a:cubicBezTo>
                    <a:cubicBezTo>
                      <a:pt x="594" y="845"/>
                      <a:pt x="371" y="956"/>
                      <a:pt x="262" y="1158"/>
                    </a:cubicBezTo>
                    <a:cubicBezTo>
                      <a:pt x="262" y="1095"/>
                      <a:pt x="262" y="1034"/>
                      <a:pt x="266" y="986"/>
                    </a:cubicBezTo>
                    <a:cubicBezTo>
                      <a:pt x="305" y="455"/>
                      <a:pt x="586" y="189"/>
                      <a:pt x="994" y="189"/>
                    </a:cubicBezTo>
                    <a:cubicBezTo>
                      <a:pt x="1016" y="189"/>
                      <a:pt x="1039" y="189"/>
                      <a:pt x="1062" y="191"/>
                    </a:cubicBezTo>
                    <a:cubicBezTo>
                      <a:pt x="1214" y="202"/>
                      <a:pt x="1357" y="239"/>
                      <a:pt x="1457" y="317"/>
                    </a:cubicBezTo>
                    <a:lnTo>
                      <a:pt x="1555" y="153"/>
                    </a:lnTo>
                    <a:cubicBezTo>
                      <a:pt x="1431" y="64"/>
                      <a:pt x="1259" y="19"/>
                      <a:pt x="1072" y="4"/>
                    </a:cubicBezTo>
                    <a:cubicBezTo>
                      <a:pt x="1045" y="2"/>
                      <a:pt x="1018" y="1"/>
                      <a:pt x="99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6"/>
              <p:cNvSpPr/>
              <p:nvPr/>
            </p:nvSpPr>
            <p:spPr>
              <a:xfrm>
                <a:off x="6493554" y="2741279"/>
                <a:ext cx="63408" cy="87590"/>
              </a:xfrm>
              <a:custGeom>
                <a:avLst/>
                <a:gdLst/>
                <a:ahLst/>
                <a:cxnLst/>
                <a:rect l="l" t="t" r="r" b="b"/>
                <a:pathLst>
                  <a:path w="1547" h="2137" extrusionOk="0">
                    <a:moveTo>
                      <a:pt x="217" y="0"/>
                    </a:moveTo>
                    <a:lnTo>
                      <a:pt x="202" y="187"/>
                    </a:lnTo>
                    <a:lnTo>
                      <a:pt x="1262" y="265"/>
                    </a:lnTo>
                    <a:lnTo>
                      <a:pt x="635" y="941"/>
                    </a:lnTo>
                    <a:lnTo>
                      <a:pt x="624" y="1098"/>
                    </a:lnTo>
                    <a:lnTo>
                      <a:pt x="773" y="1109"/>
                    </a:lnTo>
                    <a:cubicBezTo>
                      <a:pt x="1154" y="1139"/>
                      <a:pt x="1319" y="1315"/>
                      <a:pt x="1300" y="1562"/>
                    </a:cubicBezTo>
                    <a:cubicBezTo>
                      <a:pt x="1283" y="1799"/>
                      <a:pt x="1110" y="1941"/>
                      <a:pt x="817" y="1941"/>
                    </a:cubicBezTo>
                    <a:cubicBezTo>
                      <a:pt x="792" y="1941"/>
                      <a:pt x="766" y="1940"/>
                      <a:pt x="740" y="1938"/>
                    </a:cubicBezTo>
                    <a:cubicBezTo>
                      <a:pt x="471" y="1920"/>
                      <a:pt x="239" y="1800"/>
                      <a:pt x="116" y="1655"/>
                    </a:cubicBezTo>
                    <a:lnTo>
                      <a:pt x="0" y="1815"/>
                    </a:lnTo>
                    <a:cubicBezTo>
                      <a:pt x="145" y="1988"/>
                      <a:pt x="426" y="2114"/>
                      <a:pt x="724" y="2133"/>
                    </a:cubicBezTo>
                    <a:cubicBezTo>
                      <a:pt x="758" y="2135"/>
                      <a:pt x="791" y="2137"/>
                      <a:pt x="823" y="2137"/>
                    </a:cubicBezTo>
                    <a:cubicBezTo>
                      <a:pt x="1261" y="2137"/>
                      <a:pt x="1496" y="1900"/>
                      <a:pt x="1520" y="1576"/>
                    </a:cubicBezTo>
                    <a:cubicBezTo>
                      <a:pt x="1543" y="1248"/>
                      <a:pt x="1338" y="997"/>
                      <a:pt x="897" y="941"/>
                    </a:cubicBezTo>
                    <a:lnTo>
                      <a:pt x="1535" y="247"/>
                    </a:lnTo>
                    <a:lnTo>
                      <a:pt x="1546" y="97"/>
                    </a:lnTo>
                    <a:lnTo>
                      <a:pt x="217"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6"/>
              <p:cNvSpPr/>
              <p:nvPr/>
            </p:nvSpPr>
            <p:spPr>
              <a:xfrm>
                <a:off x="6576347" y="2748903"/>
                <a:ext cx="65744" cy="86361"/>
              </a:xfrm>
              <a:custGeom>
                <a:avLst/>
                <a:gdLst/>
                <a:ahLst/>
                <a:cxnLst/>
                <a:rect l="l" t="t" r="r" b="b"/>
                <a:pathLst>
                  <a:path w="1604" h="2107" extrusionOk="0">
                    <a:moveTo>
                      <a:pt x="825" y="1022"/>
                    </a:moveTo>
                    <a:cubicBezTo>
                      <a:pt x="843" y="1022"/>
                      <a:pt x="860" y="1023"/>
                      <a:pt x="878" y="1024"/>
                    </a:cubicBezTo>
                    <a:cubicBezTo>
                      <a:pt x="1196" y="1047"/>
                      <a:pt x="1387" y="1237"/>
                      <a:pt x="1364" y="1510"/>
                    </a:cubicBezTo>
                    <a:cubicBezTo>
                      <a:pt x="1346" y="1766"/>
                      <a:pt x="1151" y="1923"/>
                      <a:pt x="881" y="1923"/>
                    </a:cubicBezTo>
                    <a:cubicBezTo>
                      <a:pt x="863" y="1923"/>
                      <a:pt x="845" y="1922"/>
                      <a:pt x="826" y="1921"/>
                    </a:cubicBezTo>
                    <a:cubicBezTo>
                      <a:pt x="471" y="1895"/>
                      <a:pt x="296" y="1667"/>
                      <a:pt x="314" y="1438"/>
                    </a:cubicBezTo>
                    <a:cubicBezTo>
                      <a:pt x="332" y="1196"/>
                      <a:pt x="536" y="1022"/>
                      <a:pt x="825" y="1022"/>
                    </a:cubicBezTo>
                    <a:close/>
                    <a:moveTo>
                      <a:pt x="985" y="1"/>
                    </a:moveTo>
                    <a:cubicBezTo>
                      <a:pt x="470" y="1"/>
                      <a:pt x="99" y="341"/>
                      <a:pt x="49" y="1005"/>
                    </a:cubicBezTo>
                    <a:cubicBezTo>
                      <a:pt x="1" y="1659"/>
                      <a:pt x="273" y="2062"/>
                      <a:pt x="823" y="2104"/>
                    </a:cubicBezTo>
                    <a:cubicBezTo>
                      <a:pt x="846" y="2105"/>
                      <a:pt x="869" y="2106"/>
                      <a:pt x="892" y="2106"/>
                    </a:cubicBezTo>
                    <a:cubicBezTo>
                      <a:pt x="1262" y="2106"/>
                      <a:pt x="1549" y="1883"/>
                      <a:pt x="1577" y="1517"/>
                    </a:cubicBezTo>
                    <a:cubicBezTo>
                      <a:pt x="1603" y="1140"/>
                      <a:pt x="1335" y="878"/>
                      <a:pt x="923" y="849"/>
                    </a:cubicBezTo>
                    <a:cubicBezTo>
                      <a:pt x="898" y="847"/>
                      <a:pt x="874" y="846"/>
                      <a:pt x="850" y="846"/>
                    </a:cubicBezTo>
                    <a:cubicBezTo>
                      <a:pt x="593" y="846"/>
                      <a:pt x="375" y="954"/>
                      <a:pt x="266" y="1155"/>
                    </a:cubicBezTo>
                    <a:cubicBezTo>
                      <a:pt x="262" y="1092"/>
                      <a:pt x="266" y="1035"/>
                      <a:pt x="270" y="987"/>
                    </a:cubicBezTo>
                    <a:cubicBezTo>
                      <a:pt x="308" y="458"/>
                      <a:pt x="584" y="189"/>
                      <a:pt x="988" y="189"/>
                    </a:cubicBezTo>
                    <a:cubicBezTo>
                      <a:pt x="1012" y="189"/>
                      <a:pt x="1036" y="190"/>
                      <a:pt x="1061" y="192"/>
                    </a:cubicBezTo>
                    <a:cubicBezTo>
                      <a:pt x="1218" y="202"/>
                      <a:pt x="1357" y="240"/>
                      <a:pt x="1457" y="318"/>
                    </a:cubicBezTo>
                    <a:lnTo>
                      <a:pt x="1554" y="154"/>
                    </a:lnTo>
                    <a:cubicBezTo>
                      <a:pt x="1431" y="64"/>
                      <a:pt x="1259" y="19"/>
                      <a:pt x="1073" y="4"/>
                    </a:cubicBezTo>
                    <a:cubicBezTo>
                      <a:pt x="1043" y="2"/>
                      <a:pt x="1014" y="1"/>
                      <a:pt x="985"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6"/>
              <p:cNvSpPr/>
              <p:nvPr/>
            </p:nvSpPr>
            <p:spPr>
              <a:xfrm>
                <a:off x="6659304" y="2752715"/>
                <a:ext cx="64063" cy="86894"/>
              </a:xfrm>
              <a:custGeom>
                <a:avLst/>
                <a:gdLst/>
                <a:ahLst/>
                <a:cxnLst/>
                <a:rect l="l" t="t" r="r" b="b"/>
                <a:pathLst>
                  <a:path w="1563" h="2120" extrusionOk="0">
                    <a:moveTo>
                      <a:pt x="42" y="1"/>
                    </a:moveTo>
                    <a:lnTo>
                      <a:pt x="1" y="580"/>
                    </a:lnTo>
                    <a:lnTo>
                      <a:pt x="211" y="595"/>
                    </a:lnTo>
                    <a:lnTo>
                      <a:pt x="237" y="207"/>
                    </a:lnTo>
                    <a:lnTo>
                      <a:pt x="1301" y="285"/>
                    </a:lnTo>
                    <a:lnTo>
                      <a:pt x="315" y="2100"/>
                    </a:lnTo>
                    <a:lnTo>
                      <a:pt x="543" y="2119"/>
                    </a:lnTo>
                    <a:lnTo>
                      <a:pt x="1552" y="263"/>
                    </a:lnTo>
                    <a:lnTo>
                      <a:pt x="1562" y="113"/>
                    </a:lnTo>
                    <a:lnTo>
                      <a:pt x="42"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6"/>
              <p:cNvSpPr/>
              <p:nvPr/>
            </p:nvSpPr>
            <p:spPr>
              <a:xfrm>
                <a:off x="6780583" y="2761609"/>
                <a:ext cx="64022" cy="86853"/>
              </a:xfrm>
              <a:custGeom>
                <a:avLst/>
                <a:gdLst/>
                <a:ahLst/>
                <a:cxnLst/>
                <a:rect l="l" t="t" r="r" b="b"/>
                <a:pathLst>
                  <a:path w="1562" h="2119" extrusionOk="0">
                    <a:moveTo>
                      <a:pt x="41" y="1"/>
                    </a:moveTo>
                    <a:lnTo>
                      <a:pt x="0" y="576"/>
                    </a:lnTo>
                    <a:lnTo>
                      <a:pt x="210" y="591"/>
                    </a:lnTo>
                    <a:lnTo>
                      <a:pt x="236" y="206"/>
                    </a:lnTo>
                    <a:lnTo>
                      <a:pt x="1300" y="281"/>
                    </a:lnTo>
                    <a:lnTo>
                      <a:pt x="314" y="2100"/>
                    </a:lnTo>
                    <a:lnTo>
                      <a:pt x="542" y="2119"/>
                    </a:lnTo>
                    <a:lnTo>
                      <a:pt x="1551" y="263"/>
                    </a:lnTo>
                    <a:lnTo>
                      <a:pt x="1562" y="113"/>
                    </a:lnTo>
                    <a:lnTo>
                      <a:pt x="41"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6"/>
              <p:cNvSpPr/>
              <p:nvPr/>
            </p:nvSpPr>
            <p:spPr>
              <a:xfrm>
                <a:off x="6856818" y="2768945"/>
                <a:ext cx="67547" cy="86607"/>
              </a:xfrm>
              <a:custGeom>
                <a:avLst/>
                <a:gdLst/>
                <a:ahLst/>
                <a:cxnLst/>
                <a:rect l="l" t="t" r="r" b="b"/>
                <a:pathLst>
                  <a:path w="1648" h="2113" extrusionOk="0">
                    <a:moveTo>
                      <a:pt x="850" y="181"/>
                    </a:moveTo>
                    <a:cubicBezTo>
                      <a:pt x="872" y="181"/>
                      <a:pt x="895" y="182"/>
                      <a:pt x="919" y="184"/>
                    </a:cubicBezTo>
                    <a:cubicBezTo>
                      <a:pt x="1229" y="206"/>
                      <a:pt x="1424" y="363"/>
                      <a:pt x="1408" y="599"/>
                    </a:cubicBezTo>
                    <a:cubicBezTo>
                      <a:pt x="1391" y="806"/>
                      <a:pt x="1217" y="934"/>
                      <a:pt x="936" y="934"/>
                    </a:cubicBezTo>
                    <a:cubicBezTo>
                      <a:pt x="914" y="934"/>
                      <a:pt x="891" y="933"/>
                      <a:pt x="867" y="932"/>
                    </a:cubicBezTo>
                    <a:cubicBezTo>
                      <a:pt x="546" y="905"/>
                      <a:pt x="367" y="748"/>
                      <a:pt x="381" y="520"/>
                    </a:cubicBezTo>
                    <a:cubicBezTo>
                      <a:pt x="398" y="306"/>
                      <a:pt x="575" y="181"/>
                      <a:pt x="850" y="181"/>
                    </a:cubicBezTo>
                    <a:close/>
                    <a:moveTo>
                      <a:pt x="772" y="1096"/>
                    </a:moveTo>
                    <a:cubicBezTo>
                      <a:pt x="799" y="1096"/>
                      <a:pt x="827" y="1097"/>
                      <a:pt x="856" y="1099"/>
                    </a:cubicBezTo>
                    <a:cubicBezTo>
                      <a:pt x="1222" y="1125"/>
                      <a:pt x="1427" y="1301"/>
                      <a:pt x="1408" y="1555"/>
                    </a:cubicBezTo>
                    <a:cubicBezTo>
                      <a:pt x="1391" y="1792"/>
                      <a:pt x="1193" y="1931"/>
                      <a:pt x="876" y="1931"/>
                    </a:cubicBezTo>
                    <a:cubicBezTo>
                      <a:pt x="849" y="1931"/>
                      <a:pt x="821" y="1930"/>
                      <a:pt x="793" y="1928"/>
                    </a:cubicBezTo>
                    <a:cubicBezTo>
                      <a:pt x="426" y="1902"/>
                      <a:pt x="224" y="1727"/>
                      <a:pt x="243" y="1469"/>
                    </a:cubicBezTo>
                    <a:cubicBezTo>
                      <a:pt x="260" y="1235"/>
                      <a:pt x="452" y="1096"/>
                      <a:pt x="772" y="1096"/>
                    </a:cubicBezTo>
                    <a:close/>
                    <a:moveTo>
                      <a:pt x="838" y="1"/>
                    </a:moveTo>
                    <a:cubicBezTo>
                      <a:pt x="454" y="1"/>
                      <a:pt x="193" y="187"/>
                      <a:pt x="169" y="498"/>
                    </a:cubicBezTo>
                    <a:cubicBezTo>
                      <a:pt x="153" y="715"/>
                      <a:pt x="258" y="879"/>
                      <a:pt x="464" y="976"/>
                    </a:cubicBezTo>
                    <a:cubicBezTo>
                      <a:pt x="198" y="1044"/>
                      <a:pt x="45" y="1208"/>
                      <a:pt x="27" y="1458"/>
                    </a:cubicBezTo>
                    <a:cubicBezTo>
                      <a:pt x="0" y="1823"/>
                      <a:pt x="284" y="2074"/>
                      <a:pt x="781" y="2108"/>
                    </a:cubicBezTo>
                    <a:cubicBezTo>
                      <a:pt x="820" y="2111"/>
                      <a:pt x="857" y="2112"/>
                      <a:pt x="894" y="2112"/>
                    </a:cubicBezTo>
                    <a:cubicBezTo>
                      <a:pt x="1324" y="2112"/>
                      <a:pt x="1605" y="1911"/>
                      <a:pt x="1629" y="1573"/>
                    </a:cubicBezTo>
                    <a:cubicBezTo>
                      <a:pt x="1644" y="1327"/>
                      <a:pt x="1513" y="1140"/>
                      <a:pt x="1260" y="1036"/>
                    </a:cubicBezTo>
                    <a:cubicBezTo>
                      <a:pt x="1479" y="968"/>
                      <a:pt x="1606" y="819"/>
                      <a:pt x="1625" y="606"/>
                    </a:cubicBezTo>
                    <a:cubicBezTo>
                      <a:pt x="1648" y="266"/>
                      <a:pt x="1372" y="35"/>
                      <a:pt x="934" y="5"/>
                    </a:cubicBezTo>
                    <a:cubicBezTo>
                      <a:pt x="901" y="2"/>
                      <a:pt x="869" y="1"/>
                      <a:pt x="838"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6"/>
              <p:cNvSpPr/>
              <p:nvPr/>
            </p:nvSpPr>
            <p:spPr>
              <a:xfrm>
                <a:off x="6943627" y="2774847"/>
                <a:ext cx="65703" cy="86320"/>
              </a:xfrm>
              <a:custGeom>
                <a:avLst/>
                <a:gdLst/>
                <a:ahLst/>
                <a:cxnLst/>
                <a:rect l="l" t="t" r="r" b="b"/>
                <a:pathLst>
                  <a:path w="1603" h="2106" extrusionOk="0">
                    <a:moveTo>
                      <a:pt x="723" y="184"/>
                    </a:moveTo>
                    <a:cubicBezTo>
                      <a:pt x="741" y="184"/>
                      <a:pt x="759" y="185"/>
                      <a:pt x="778" y="186"/>
                    </a:cubicBezTo>
                    <a:cubicBezTo>
                      <a:pt x="1136" y="212"/>
                      <a:pt x="1307" y="440"/>
                      <a:pt x="1293" y="667"/>
                    </a:cubicBezTo>
                    <a:cubicBezTo>
                      <a:pt x="1275" y="911"/>
                      <a:pt x="1068" y="1084"/>
                      <a:pt x="778" y="1084"/>
                    </a:cubicBezTo>
                    <a:cubicBezTo>
                      <a:pt x="760" y="1084"/>
                      <a:pt x="743" y="1084"/>
                      <a:pt x="725" y="1082"/>
                    </a:cubicBezTo>
                    <a:cubicBezTo>
                      <a:pt x="407" y="1060"/>
                      <a:pt x="221" y="869"/>
                      <a:pt x="240" y="597"/>
                    </a:cubicBezTo>
                    <a:cubicBezTo>
                      <a:pt x="257" y="341"/>
                      <a:pt x="452" y="184"/>
                      <a:pt x="723" y="184"/>
                    </a:cubicBezTo>
                    <a:close/>
                    <a:moveTo>
                      <a:pt x="710" y="0"/>
                    </a:moveTo>
                    <a:cubicBezTo>
                      <a:pt x="340" y="0"/>
                      <a:pt x="54" y="224"/>
                      <a:pt x="30" y="589"/>
                    </a:cubicBezTo>
                    <a:cubicBezTo>
                      <a:pt x="0" y="967"/>
                      <a:pt x="269" y="1228"/>
                      <a:pt x="680" y="1258"/>
                    </a:cubicBezTo>
                    <a:cubicBezTo>
                      <a:pt x="705" y="1260"/>
                      <a:pt x="729" y="1261"/>
                      <a:pt x="753" y="1261"/>
                    </a:cubicBezTo>
                    <a:cubicBezTo>
                      <a:pt x="1010" y="1261"/>
                      <a:pt x="1228" y="1153"/>
                      <a:pt x="1338" y="952"/>
                    </a:cubicBezTo>
                    <a:cubicBezTo>
                      <a:pt x="1341" y="1012"/>
                      <a:pt x="1338" y="1071"/>
                      <a:pt x="1338" y="1119"/>
                    </a:cubicBezTo>
                    <a:cubicBezTo>
                      <a:pt x="1299" y="1649"/>
                      <a:pt x="1020" y="1918"/>
                      <a:pt x="614" y="1918"/>
                    </a:cubicBezTo>
                    <a:cubicBezTo>
                      <a:pt x="590" y="1918"/>
                      <a:pt x="566" y="1917"/>
                      <a:pt x="542" y="1915"/>
                    </a:cubicBezTo>
                    <a:cubicBezTo>
                      <a:pt x="389" y="1904"/>
                      <a:pt x="247" y="1867"/>
                      <a:pt x="146" y="1788"/>
                    </a:cubicBezTo>
                    <a:lnTo>
                      <a:pt x="49" y="1953"/>
                    </a:lnTo>
                    <a:cubicBezTo>
                      <a:pt x="172" y="2043"/>
                      <a:pt x="344" y="2087"/>
                      <a:pt x="531" y="2102"/>
                    </a:cubicBezTo>
                    <a:cubicBezTo>
                      <a:pt x="561" y="2104"/>
                      <a:pt x="591" y="2105"/>
                      <a:pt x="621" y="2105"/>
                    </a:cubicBezTo>
                    <a:cubicBezTo>
                      <a:pt x="1135" y="2105"/>
                      <a:pt x="1505" y="1765"/>
                      <a:pt x="1554" y="1101"/>
                    </a:cubicBezTo>
                    <a:cubicBezTo>
                      <a:pt x="1602" y="447"/>
                      <a:pt x="1330" y="43"/>
                      <a:pt x="781" y="3"/>
                    </a:cubicBezTo>
                    <a:cubicBezTo>
                      <a:pt x="757" y="1"/>
                      <a:pt x="733" y="0"/>
                      <a:pt x="710"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6"/>
              <p:cNvSpPr/>
              <p:nvPr/>
            </p:nvSpPr>
            <p:spPr>
              <a:xfrm>
                <a:off x="7066997" y="2782470"/>
                <a:ext cx="29429" cy="86812"/>
              </a:xfrm>
              <a:custGeom>
                <a:avLst/>
                <a:gdLst/>
                <a:ahLst/>
                <a:cxnLst/>
                <a:rect l="l" t="t" r="r" b="b"/>
                <a:pathLst>
                  <a:path w="718" h="2118" extrusionOk="0">
                    <a:moveTo>
                      <a:pt x="16" y="0"/>
                    </a:moveTo>
                    <a:lnTo>
                      <a:pt x="1" y="186"/>
                    </a:lnTo>
                    <a:lnTo>
                      <a:pt x="490" y="224"/>
                    </a:lnTo>
                    <a:lnTo>
                      <a:pt x="352" y="2103"/>
                    </a:lnTo>
                    <a:lnTo>
                      <a:pt x="564" y="2117"/>
                    </a:lnTo>
                    <a:lnTo>
                      <a:pt x="718" y="48"/>
                    </a:lnTo>
                    <a:lnTo>
                      <a:pt x="16"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6"/>
              <p:cNvSpPr/>
              <p:nvPr/>
            </p:nvSpPr>
            <p:spPr>
              <a:xfrm>
                <a:off x="7117861" y="2787676"/>
                <a:ext cx="61235" cy="88041"/>
              </a:xfrm>
              <a:custGeom>
                <a:avLst/>
                <a:gdLst/>
                <a:ahLst/>
                <a:cxnLst/>
                <a:rect l="l" t="t" r="r" b="b"/>
                <a:pathLst>
                  <a:path w="1494" h="2148" extrusionOk="0">
                    <a:moveTo>
                      <a:pt x="727" y="0"/>
                    </a:moveTo>
                    <a:cubicBezTo>
                      <a:pt x="453" y="0"/>
                      <a:pt x="224" y="85"/>
                      <a:pt x="71" y="246"/>
                    </a:cubicBezTo>
                    <a:lnTo>
                      <a:pt x="213" y="388"/>
                    </a:lnTo>
                    <a:cubicBezTo>
                      <a:pt x="341" y="256"/>
                      <a:pt x="504" y="194"/>
                      <a:pt x="708" y="194"/>
                    </a:cubicBezTo>
                    <a:cubicBezTo>
                      <a:pt x="735" y="194"/>
                      <a:pt x="763" y="195"/>
                      <a:pt x="792" y="198"/>
                    </a:cubicBezTo>
                    <a:cubicBezTo>
                      <a:pt x="1109" y="220"/>
                      <a:pt x="1266" y="380"/>
                      <a:pt x="1247" y="620"/>
                    </a:cubicBezTo>
                    <a:cubicBezTo>
                      <a:pt x="1240" y="761"/>
                      <a:pt x="1183" y="896"/>
                      <a:pt x="933" y="1109"/>
                    </a:cubicBezTo>
                    <a:lnTo>
                      <a:pt x="11" y="1890"/>
                    </a:lnTo>
                    <a:lnTo>
                      <a:pt x="0" y="2043"/>
                    </a:lnTo>
                    <a:lnTo>
                      <a:pt x="1452" y="2147"/>
                    </a:lnTo>
                    <a:lnTo>
                      <a:pt x="1468" y="1957"/>
                    </a:lnTo>
                    <a:lnTo>
                      <a:pt x="328" y="1875"/>
                    </a:lnTo>
                    <a:lnTo>
                      <a:pt x="1083" y="1236"/>
                    </a:lnTo>
                    <a:cubicBezTo>
                      <a:pt x="1378" y="982"/>
                      <a:pt x="1457" y="811"/>
                      <a:pt x="1468" y="613"/>
                    </a:cubicBezTo>
                    <a:cubicBezTo>
                      <a:pt x="1494" y="265"/>
                      <a:pt x="1244" y="33"/>
                      <a:pt x="825" y="4"/>
                    </a:cubicBezTo>
                    <a:cubicBezTo>
                      <a:pt x="792" y="2"/>
                      <a:pt x="759" y="0"/>
                      <a:pt x="727"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6"/>
              <p:cNvSpPr/>
              <p:nvPr/>
            </p:nvSpPr>
            <p:spPr>
              <a:xfrm>
                <a:off x="7192825" y="2792225"/>
                <a:ext cx="63572" cy="87631"/>
              </a:xfrm>
              <a:custGeom>
                <a:avLst/>
                <a:gdLst/>
                <a:ahLst/>
                <a:cxnLst/>
                <a:rect l="l" t="t" r="r" b="b"/>
                <a:pathLst>
                  <a:path w="1551" h="2138" extrusionOk="0">
                    <a:moveTo>
                      <a:pt x="221" y="0"/>
                    </a:moveTo>
                    <a:lnTo>
                      <a:pt x="206" y="188"/>
                    </a:lnTo>
                    <a:lnTo>
                      <a:pt x="1264" y="266"/>
                    </a:lnTo>
                    <a:lnTo>
                      <a:pt x="640" y="942"/>
                    </a:lnTo>
                    <a:lnTo>
                      <a:pt x="628" y="1099"/>
                    </a:lnTo>
                    <a:lnTo>
                      <a:pt x="774" y="1110"/>
                    </a:lnTo>
                    <a:cubicBezTo>
                      <a:pt x="1159" y="1136"/>
                      <a:pt x="1323" y="1312"/>
                      <a:pt x="1304" y="1562"/>
                    </a:cubicBezTo>
                    <a:cubicBezTo>
                      <a:pt x="1288" y="1800"/>
                      <a:pt x="1115" y="1942"/>
                      <a:pt x="817" y="1942"/>
                    </a:cubicBezTo>
                    <a:cubicBezTo>
                      <a:pt x="792" y="1942"/>
                      <a:pt x="767" y="1941"/>
                      <a:pt x="740" y="1939"/>
                    </a:cubicBezTo>
                    <a:cubicBezTo>
                      <a:pt x="471" y="1921"/>
                      <a:pt x="240" y="1801"/>
                      <a:pt x="116" y="1652"/>
                    </a:cubicBezTo>
                    <a:lnTo>
                      <a:pt x="1" y="1812"/>
                    </a:lnTo>
                    <a:cubicBezTo>
                      <a:pt x="151" y="1988"/>
                      <a:pt x="430" y="2112"/>
                      <a:pt x="730" y="2134"/>
                    </a:cubicBezTo>
                    <a:cubicBezTo>
                      <a:pt x="763" y="2136"/>
                      <a:pt x="794" y="2138"/>
                      <a:pt x="825" y="2138"/>
                    </a:cubicBezTo>
                    <a:cubicBezTo>
                      <a:pt x="1261" y="2138"/>
                      <a:pt x="1500" y="1901"/>
                      <a:pt x="1521" y="1577"/>
                    </a:cubicBezTo>
                    <a:cubicBezTo>
                      <a:pt x="1547" y="1245"/>
                      <a:pt x="1342" y="998"/>
                      <a:pt x="901" y="942"/>
                    </a:cubicBezTo>
                    <a:lnTo>
                      <a:pt x="1540" y="247"/>
                    </a:lnTo>
                    <a:lnTo>
                      <a:pt x="1551" y="98"/>
                    </a:lnTo>
                    <a:lnTo>
                      <a:pt x="221"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6"/>
              <p:cNvSpPr/>
              <p:nvPr/>
            </p:nvSpPr>
            <p:spPr>
              <a:xfrm>
                <a:off x="6594586" y="2896781"/>
                <a:ext cx="682032" cy="86402"/>
              </a:xfrm>
              <a:custGeom>
                <a:avLst/>
                <a:gdLst/>
                <a:ahLst/>
                <a:cxnLst/>
                <a:rect l="l" t="t" r="r" b="b"/>
                <a:pathLst>
                  <a:path w="16640" h="2108" extrusionOk="0">
                    <a:moveTo>
                      <a:pt x="68" y="1"/>
                    </a:moveTo>
                    <a:lnTo>
                      <a:pt x="0" y="901"/>
                    </a:lnTo>
                    <a:lnTo>
                      <a:pt x="16577" y="2107"/>
                    </a:lnTo>
                    <a:lnTo>
                      <a:pt x="16640" y="1207"/>
                    </a:lnTo>
                    <a:lnTo>
                      <a:pt x="68"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6"/>
              <p:cNvSpPr/>
              <p:nvPr/>
            </p:nvSpPr>
            <p:spPr>
              <a:xfrm>
                <a:off x="6920183" y="2994492"/>
                <a:ext cx="351099" cy="62178"/>
              </a:xfrm>
              <a:custGeom>
                <a:avLst/>
                <a:gdLst/>
                <a:ahLst/>
                <a:cxnLst/>
                <a:rect l="l" t="t" r="r" b="b"/>
                <a:pathLst>
                  <a:path w="8566" h="1517" extrusionOk="0">
                    <a:moveTo>
                      <a:pt x="64" y="0"/>
                    </a:moveTo>
                    <a:lnTo>
                      <a:pt x="0" y="897"/>
                    </a:lnTo>
                    <a:lnTo>
                      <a:pt x="8502" y="1516"/>
                    </a:lnTo>
                    <a:lnTo>
                      <a:pt x="8566" y="620"/>
                    </a:lnTo>
                    <a:lnTo>
                      <a:pt x="64"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6"/>
              <p:cNvSpPr/>
              <p:nvPr/>
            </p:nvSpPr>
            <p:spPr>
              <a:xfrm>
                <a:off x="5934580" y="2416915"/>
                <a:ext cx="297528" cy="227153"/>
              </a:xfrm>
              <a:custGeom>
                <a:avLst/>
                <a:gdLst/>
                <a:ahLst/>
                <a:cxnLst/>
                <a:rect l="l" t="t" r="r" b="b"/>
                <a:pathLst>
                  <a:path w="7259" h="5542" extrusionOk="0">
                    <a:moveTo>
                      <a:pt x="1402" y="0"/>
                    </a:moveTo>
                    <a:cubicBezTo>
                      <a:pt x="805" y="0"/>
                      <a:pt x="302" y="460"/>
                      <a:pt x="259" y="1064"/>
                    </a:cubicBezTo>
                    <a:lnTo>
                      <a:pt x="46" y="3973"/>
                    </a:lnTo>
                    <a:cubicBezTo>
                      <a:pt x="1" y="4605"/>
                      <a:pt x="476" y="5154"/>
                      <a:pt x="1107" y="5199"/>
                    </a:cubicBezTo>
                    <a:lnTo>
                      <a:pt x="5776" y="5539"/>
                    </a:lnTo>
                    <a:cubicBezTo>
                      <a:pt x="5803" y="5541"/>
                      <a:pt x="5831" y="5542"/>
                      <a:pt x="5859" y="5542"/>
                    </a:cubicBezTo>
                    <a:cubicBezTo>
                      <a:pt x="6454" y="5542"/>
                      <a:pt x="6958" y="5085"/>
                      <a:pt x="7001" y="4482"/>
                    </a:cubicBezTo>
                    <a:lnTo>
                      <a:pt x="7213" y="1568"/>
                    </a:lnTo>
                    <a:cubicBezTo>
                      <a:pt x="7258" y="937"/>
                      <a:pt x="6784" y="391"/>
                      <a:pt x="6157" y="343"/>
                    </a:cubicBezTo>
                    <a:lnTo>
                      <a:pt x="1484" y="3"/>
                    </a:lnTo>
                    <a:cubicBezTo>
                      <a:pt x="1457" y="1"/>
                      <a:pt x="1429" y="0"/>
                      <a:pt x="1402"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4" name="Google Shape;2704;p46"/>
              <p:cNvGrpSpPr/>
              <p:nvPr/>
            </p:nvGrpSpPr>
            <p:grpSpPr>
              <a:xfrm>
                <a:off x="5937326" y="2478845"/>
                <a:ext cx="288793" cy="99682"/>
                <a:chOff x="5937326" y="2478845"/>
                <a:chExt cx="288793" cy="99682"/>
              </a:xfrm>
            </p:grpSpPr>
            <p:sp>
              <p:nvSpPr>
                <p:cNvPr id="2705" name="Google Shape;2705;p46"/>
                <p:cNvSpPr/>
                <p:nvPr/>
              </p:nvSpPr>
              <p:spPr>
                <a:xfrm>
                  <a:off x="5937326" y="2478845"/>
                  <a:ext cx="196207" cy="99682"/>
                </a:xfrm>
                <a:custGeom>
                  <a:avLst/>
                  <a:gdLst/>
                  <a:ahLst/>
                  <a:cxnLst/>
                  <a:rect l="l" t="t" r="r" b="b"/>
                  <a:pathLst>
                    <a:path w="4787" h="2432" extrusionOk="0">
                      <a:moveTo>
                        <a:pt x="158" y="1"/>
                      </a:moveTo>
                      <a:lnTo>
                        <a:pt x="135" y="333"/>
                      </a:lnTo>
                      <a:lnTo>
                        <a:pt x="3714" y="595"/>
                      </a:lnTo>
                      <a:cubicBezTo>
                        <a:pt x="4125" y="621"/>
                        <a:pt x="4438" y="987"/>
                        <a:pt x="4409" y="1398"/>
                      </a:cubicBezTo>
                      <a:cubicBezTo>
                        <a:pt x="4380" y="1794"/>
                        <a:pt x="4052" y="2095"/>
                        <a:pt x="3660" y="2095"/>
                      </a:cubicBezTo>
                      <a:cubicBezTo>
                        <a:pt x="3642" y="2095"/>
                        <a:pt x="3624" y="2094"/>
                        <a:pt x="3606" y="2093"/>
                      </a:cubicBezTo>
                      <a:lnTo>
                        <a:pt x="28" y="1831"/>
                      </a:lnTo>
                      <a:lnTo>
                        <a:pt x="1" y="2167"/>
                      </a:lnTo>
                      <a:lnTo>
                        <a:pt x="3583" y="2429"/>
                      </a:lnTo>
                      <a:cubicBezTo>
                        <a:pt x="3608" y="2431"/>
                        <a:pt x="3633" y="2432"/>
                        <a:pt x="3658" y="2432"/>
                      </a:cubicBezTo>
                      <a:cubicBezTo>
                        <a:pt x="4224" y="2432"/>
                        <a:pt x="4702" y="1996"/>
                        <a:pt x="4745" y="1424"/>
                      </a:cubicBezTo>
                      <a:cubicBezTo>
                        <a:pt x="4786" y="826"/>
                        <a:pt x="4338" y="304"/>
                        <a:pt x="3740" y="263"/>
                      </a:cubicBezTo>
                      <a:lnTo>
                        <a:pt x="158"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6"/>
                <p:cNvSpPr/>
                <p:nvPr/>
              </p:nvSpPr>
              <p:spPr>
                <a:xfrm>
                  <a:off x="6124430" y="2529873"/>
                  <a:ext cx="101690" cy="20986"/>
                </a:xfrm>
                <a:custGeom>
                  <a:avLst/>
                  <a:gdLst/>
                  <a:ahLst/>
                  <a:cxnLst/>
                  <a:rect l="l" t="t" r="r" b="b"/>
                  <a:pathLst>
                    <a:path w="2481" h="512" extrusionOk="0">
                      <a:moveTo>
                        <a:pt x="23" y="0"/>
                      </a:moveTo>
                      <a:lnTo>
                        <a:pt x="1" y="333"/>
                      </a:lnTo>
                      <a:lnTo>
                        <a:pt x="2459" y="512"/>
                      </a:lnTo>
                      <a:lnTo>
                        <a:pt x="2481" y="179"/>
                      </a:lnTo>
                      <a:lnTo>
                        <a:pt x="23"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7" name="Google Shape;2707;p46"/>
              <p:cNvSpPr/>
              <p:nvPr/>
            </p:nvSpPr>
            <p:spPr>
              <a:xfrm>
                <a:off x="5990486" y="2240797"/>
                <a:ext cx="737611" cy="116404"/>
              </a:xfrm>
              <a:custGeom>
                <a:avLst/>
                <a:gdLst/>
                <a:ahLst/>
                <a:cxnLst/>
                <a:rect l="l" t="t" r="r" b="b"/>
                <a:pathLst>
                  <a:path w="17996" h="2840" extrusionOk="0">
                    <a:moveTo>
                      <a:pt x="112" y="1"/>
                    </a:moveTo>
                    <a:lnTo>
                      <a:pt x="0" y="1536"/>
                    </a:lnTo>
                    <a:lnTo>
                      <a:pt x="17884" y="2840"/>
                    </a:lnTo>
                    <a:lnTo>
                      <a:pt x="17996" y="1304"/>
                    </a:lnTo>
                    <a:lnTo>
                      <a:pt x="112"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8" name="Google Shape;2708;p46"/>
            <p:cNvSpPr/>
            <p:nvPr/>
          </p:nvSpPr>
          <p:spPr>
            <a:xfrm>
              <a:off x="7676753" y="2025250"/>
              <a:ext cx="25125" cy="133250"/>
            </a:xfrm>
            <a:custGeom>
              <a:avLst/>
              <a:gdLst/>
              <a:ahLst/>
              <a:cxnLst/>
              <a:rect l="l" t="t" r="r" b="b"/>
              <a:pathLst>
                <a:path w="613" h="3251" extrusionOk="0">
                  <a:moveTo>
                    <a:pt x="613" y="1"/>
                  </a:moveTo>
                  <a:cubicBezTo>
                    <a:pt x="187" y="404"/>
                    <a:pt x="1" y="1017"/>
                    <a:pt x="30" y="1600"/>
                  </a:cubicBezTo>
                  <a:cubicBezTo>
                    <a:pt x="61" y="2186"/>
                    <a:pt x="288" y="2746"/>
                    <a:pt x="583" y="3250"/>
                  </a:cubicBezTo>
                  <a:lnTo>
                    <a:pt x="61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6"/>
            <p:cNvSpPr/>
            <p:nvPr/>
          </p:nvSpPr>
          <p:spPr>
            <a:xfrm>
              <a:off x="7690689" y="2008569"/>
              <a:ext cx="230432" cy="460290"/>
            </a:xfrm>
            <a:custGeom>
              <a:avLst/>
              <a:gdLst/>
              <a:ahLst/>
              <a:cxnLst/>
              <a:rect l="l" t="t" r="r" b="b"/>
              <a:pathLst>
                <a:path w="5622" h="11230" extrusionOk="0">
                  <a:moveTo>
                    <a:pt x="2724" y="1"/>
                  </a:moveTo>
                  <a:lnTo>
                    <a:pt x="90" y="1290"/>
                  </a:lnTo>
                  <a:cubicBezTo>
                    <a:pt x="90" y="1290"/>
                    <a:pt x="0" y="4598"/>
                    <a:pt x="90" y="6029"/>
                  </a:cubicBezTo>
                  <a:cubicBezTo>
                    <a:pt x="176" y="7463"/>
                    <a:pt x="1626" y="7617"/>
                    <a:pt x="1626" y="7617"/>
                  </a:cubicBezTo>
                  <a:cubicBezTo>
                    <a:pt x="1626" y="7617"/>
                    <a:pt x="1581" y="8408"/>
                    <a:pt x="1536" y="9242"/>
                  </a:cubicBezTo>
                  <a:cubicBezTo>
                    <a:pt x="1480" y="10273"/>
                    <a:pt x="2260" y="11154"/>
                    <a:pt x="3288" y="11225"/>
                  </a:cubicBezTo>
                  <a:cubicBezTo>
                    <a:pt x="3333" y="11228"/>
                    <a:pt x="3378" y="11229"/>
                    <a:pt x="3422" y="11229"/>
                  </a:cubicBezTo>
                  <a:cubicBezTo>
                    <a:pt x="4424" y="11229"/>
                    <a:pt x="5265" y="10440"/>
                    <a:pt x="5308" y="9425"/>
                  </a:cubicBezTo>
                  <a:lnTo>
                    <a:pt x="5622" y="2197"/>
                  </a:lnTo>
                  <a:lnTo>
                    <a:pt x="2724" y="1"/>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6"/>
            <p:cNvSpPr/>
            <p:nvPr/>
          </p:nvSpPr>
          <p:spPr>
            <a:xfrm>
              <a:off x="7713641" y="2152636"/>
              <a:ext cx="15083" cy="15206"/>
            </a:xfrm>
            <a:custGeom>
              <a:avLst/>
              <a:gdLst/>
              <a:ahLst/>
              <a:cxnLst/>
              <a:rect l="l" t="t" r="r" b="b"/>
              <a:pathLst>
                <a:path w="368" h="371" extrusionOk="0">
                  <a:moveTo>
                    <a:pt x="184" y="0"/>
                  </a:moveTo>
                  <a:cubicBezTo>
                    <a:pt x="83" y="0"/>
                    <a:pt x="1" y="83"/>
                    <a:pt x="1" y="183"/>
                  </a:cubicBezTo>
                  <a:cubicBezTo>
                    <a:pt x="1" y="288"/>
                    <a:pt x="83" y="371"/>
                    <a:pt x="184" y="371"/>
                  </a:cubicBezTo>
                  <a:cubicBezTo>
                    <a:pt x="285" y="371"/>
                    <a:pt x="367" y="288"/>
                    <a:pt x="367" y="183"/>
                  </a:cubicBezTo>
                  <a:cubicBezTo>
                    <a:pt x="367" y="83"/>
                    <a:pt x="285" y="0"/>
                    <a:pt x="18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6"/>
            <p:cNvSpPr/>
            <p:nvPr/>
          </p:nvSpPr>
          <p:spPr>
            <a:xfrm>
              <a:off x="7698353" y="2142963"/>
              <a:ext cx="30495" cy="9222"/>
            </a:xfrm>
            <a:custGeom>
              <a:avLst/>
              <a:gdLst/>
              <a:ahLst/>
              <a:cxnLst/>
              <a:rect l="l" t="t" r="r" b="b"/>
              <a:pathLst>
                <a:path w="744" h="225" extrusionOk="0">
                  <a:moveTo>
                    <a:pt x="396" y="0"/>
                  </a:moveTo>
                  <a:cubicBezTo>
                    <a:pt x="385" y="0"/>
                    <a:pt x="374" y="1"/>
                    <a:pt x="363" y="2"/>
                  </a:cubicBezTo>
                  <a:cubicBezTo>
                    <a:pt x="239" y="9"/>
                    <a:pt x="135" y="61"/>
                    <a:pt x="79" y="114"/>
                  </a:cubicBezTo>
                  <a:cubicBezTo>
                    <a:pt x="19" y="166"/>
                    <a:pt x="1" y="210"/>
                    <a:pt x="12" y="221"/>
                  </a:cubicBezTo>
                  <a:cubicBezTo>
                    <a:pt x="14" y="223"/>
                    <a:pt x="16" y="224"/>
                    <a:pt x="20" y="224"/>
                  </a:cubicBezTo>
                  <a:cubicBezTo>
                    <a:pt x="59" y="224"/>
                    <a:pt x="189" y="127"/>
                    <a:pt x="370" y="121"/>
                  </a:cubicBezTo>
                  <a:cubicBezTo>
                    <a:pt x="384" y="120"/>
                    <a:pt x="398" y="119"/>
                    <a:pt x="412" y="119"/>
                  </a:cubicBezTo>
                  <a:cubicBezTo>
                    <a:pt x="563" y="119"/>
                    <a:pt x="680" y="181"/>
                    <a:pt x="722" y="181"/>
                  </a:cubicBezTo>
                  <a:cubicBezTo>
                    <a:pt x="728" y="181"/>
                    <a:pt x="733" y="180"/>
                    <a:pt x="736" y="176"/>
                  </a:cubicBezTo>
                  <a:cubicBezTo>
                    <a:pt x="744" y="166"/>
                    <a:pt x="722" y="121"/>
                    <a:pt x="658" y="76"/>
                  </a:cubicBezTo>
                  <a:cubicBezTo>
                    <a:pt x="597" y="35"/>
                    <a:pt x="505" y="0"/>
                    <a:pt x="3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6"/>
            <p:cNvSpPr/>
            <p:nvPr/>
          </p:nvSpPr>
          <p:spPr>
            <a:xfrm>
              <a:off x="7800778" y="2152636"/>
              <a:ext cx="15206" cy="15206"/>
            </a:xfrm>
            <a:custGeom>
              <a:avLst/>
              <a:gdLst/>
              <a:ahLst/>
              <a:cxnLst/>
              <a:rect l="l" t="t" r="r" b="b"/>
              <a:pathLst>
                <a:path w="371" h="371" extrusionOk="0">
                  <a:moveTo>
                    <a:pt x="183" y="0"/>
                  </a:moveTo>
                  <a:cubicBezTo>
                    <a:pt x="83" y="0"/>
                    <a:pt x="0" y="83"/>
                    <a:pt x="0" y="183"/>
                  </a:cubicBezTo>
                  <a:cubicBezTo>
                    <a:pt x="0" y="288"/>
                    <a:pt x="83" y="371"/>
                    <a:pt x="183" y="371"/>
                  </a:cubicBezTo>
                  <a:cubicBezTo>
                    <a:pt x="288" y="371"/>
                    <a:pt x="370" y="288"/>
                    <a:pt x="370" y="183"/>
                  </a:cubicBezTo>
                  <a:cubicBezTo>
                    <a:pt x="370" y="83"/>
                    <a:pt x="288"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6"/>
            <p:cNvSpPr/>
            <p:nvPr/>
          </p:nvSpPr>
          <p:spPr>
            <a:xfrm>
              <a:off x="7788196" y="2142963"/>
              <a:ext cx="30536" cy="9222"/>
            </a:xfrm>
            <a:custGeom>
              <a:avLst/>
              <a:gdLst/>
              <a:ahLst/>
              <a:cxnLst/>
              <a:rect l="l" t="t" r="r" b="b"/>
              <a:pathLst>
                <a:path w="745" h="225" extrusionOk="0">
                  <a:moveTo>
                    <a:pt x="393" y="0"/>
                  </a:moveTo>
                  <a:cubicBezTo>
                    <a:pt x="382" y="0"/>
                    <a:pt x="370" y="1"/>
                    <a:pt x="359" y="2"/>
                  </a:cubicBezTo>
                  <a:cubicBezTo>
                    <a:pt x="236" y="9"/>
                    <a:pt x="135" y="61"/>
                    <a:pt x="76" y="114"/>
                  </a:cubicBezTo>
                  <a:cubicBezTo>
                    <a:pt x="19" y="166"/>
                    <a:pt x="1" y="210"/>
                    <a:pt x="12" y="221"/>
                  </a:cubicBezTo>
                  <a:cubicBezTo>
                    <a:pt x="14" y="223"/>
                    <a:pt x="17" y="224"/>
                    <a:pt x="21" y="224"/>
                  </a:cubicBezTo>
                  <a:cubicBezTo>
                    <a:pt x="59" y="224"/>
                    <a:pt x="187" y="127"/>
                    <a:pt x="367" y="121"/>
                  </a:cubicBezTo>
                  <a:cubicBezTo>
                    <a:pt x="382" y="120"/>
                    <a:pt x="396" y="119"/>
                    <a:pt x="410" y="119"/>
                  </a:cubicBezTo>
                  <a:cubicBezTo>
                    <a:pt x="563" y="119"/>
                    <a:pt x="681" y="181"/>
                    <a:pt x="720" y="181"/>
                  </a:cubicBezTo>
                  <a:cubicBezTo>
                    <a:pt x="726" y="181"/>
                    <a:pt x="731" y="180"/>
                    <a:pt x="733" y="176"/>
                  </a:cubicBezTo>
                  <a:cubicBezTo>
                    <a:pt x="745" y="166"/>
                    <a:pt x="718" y="121"/>
                    <a:pt x="655" y="76"/>
                  </a:cubicBezTo>
                  <a:cubicBezTo>
                    <a:pt x="597" y="35"/>
                    <a:pt x="502" y="0"/>
                    <a:pt x="39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6"/>
            <p:cNvSpPr/>
            <p:nvPr/>
          </p:nvSpPr>
          <p:spPr>
            <a:xfrm>
              <a:off x="7747045" y="2228091"/>
              <a:ext cx="44266" cy="22912"/>
            </a:xfrm>
            <a:custGeom>
              <a:avLst/>
              <a:gdLst/>
              <a:ahLst/>
              <a:cxnLst/>
              <a:rect l="l" t="t" r="r" b="b"/>
              <a:pathLst>
                <a:path w="1080" h="559" extrusionOk="0">
                  <a:moveTo>
                    <a:pt x="953" y="1"/>
                  </a:moveTo>
                  <a:cubicBezTo>
                    <a:pt x="710" y="121"/>
                    <a:pt x="273" y="296"/>
                    <a:pt x="1" y="330"/>
                  </a:cubicBezTo>
                  <a:cubicBezTo>
                    <a:pt x="1" y="330"/>
                    <a:pt x="160" y="559"/>
                    <a:pt x="441" y="559"/>
                  </a:cubicBezTo>
                  <a:cubicBezTo>
                    <a:pt x="505" y="559"/>
                    <a:pt x="577" y="546"/>
                    <a:pt x="654" y="516"/>
                  </a:cubicBezTo>
                  <a:cubicBezTo>
                    <a:pt x="1080" y="349"/>
                    <a:pt x="953" y="1"/>
                    <a:pt x="953"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6"/>
            <p:cNvSpPr/>
            <p:nvPr/>
          </p:nvSpPr>
          <p:spPr>
            <a:xfrm>
              <a:off x="7757169" y="2294571"/>
              <a:ext cx="77917" cy="40865"/>
            </a:xfrm>
            <a:custGeom>
              <a:avLst/>
              <a:gdLst/>
              <a:ahLst/>
              <a:cxnLst/>
              <a:rect l="l" t="t" r="r" b="b"/>
              <a:pathLst>
                <a:path w="1901" h="997" extrusionOk="0">
                  <a:moveTo>
                    <a:pt x="1900" y="0"/>
                  </a:moveTo>
                  <a:lnTo>
                    <a:pt x="1900" y="0"/>
                  </a:lnTo>
                  <a:cubicBezTo>
                    <a:pt x="1000" y="628"/>
                    <a:pt x="67" y="639"/>
                    <a:pt x="4" y="639"/>
                  </a:cubicBezTo>
                  <a:cubicBezTo>
                    <a:pt x="1" y="639"/>
                    <a:pt x="0" y="639"/>
                    <a:pt x="0" y="639"/>
                  </a:cubicBezTo>
                  <a:lnTo>
                    <a:pt x="0" y="639"/>
                  </a:lnTo>
                  <a:lnTo>
                    <a:pt x="33" y="994"/>
                  </a:lnTo>
                  <a:cubicBezTo>
                    <a:pt x="73" y="995"/>
                    <a:pt x="112" y="996"/>
                    <a:pt x="150" y="996"/>
                  </a:cubicBezTo>
                  <a:cubicBezTo>
                    <a:pt x="1494" y="996"/>
                    <a:pt x="1900" y="0"/>
                    <a:pt x="1900" y="0"/>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6"/>
            <p:cNvSpPr/>
            <p:nvPr/>
          </p:nvSpPr>
          <p:spPr>
            <a:xfrm>
              <a:off x="7912057" y="2156488"/>
              <a:ext cx="50415" cy="51972"/>
            </a:xfrm>
            <a:custGeom>
              <a:avLst/>
              <a:gdLst/>
              <a:ahLst/>
              <a:cxnLst/>
              <a:rect l="l" t="t" r="r" b="b"/>
              <a:pathLst>
                <a:path w="1230" h="1268" extrusionOk="0">
                  <a:moveTo>
                    <a:pt x="650" y="1"/>
                  </a:moveTo>
                  <a:cubicBezTo>
                    <a:pt x="634" y="1"/>
                    <a:pt x="618" y="2"/>
                    <a:pt x="602" y="3"/>
                  </a:cubicBezTo>
                  <a:cubicBezTo>
                    <a:pt x="363" y="30"/>
                    <a:pt x="173" y="227"/>
                    <a:pt x="86" y="448"/>
                  </a:cubicBezTo>
                  <a:cubicBezTo>
                    <a:pt x="0" y="672"/>
                    <a:pt x="0" y="919"/>
                    <a:pt x="8" y="1158"/>
                  </a:cubicBezTo>
                  <a:lnTo>
                    <a:pt x="34" y="1187"/>
                  </a:lnTo>
                  <a:cubicBezTo>
                    <a:pt x="155" y="1240"/>
                    <a:pt x="288" y="1267"/>
                    <a:pt x="420" y="1267"/>
                  </a:cubicBezTo>
                  <a:cubicBezTo>
                    <a:pt x="564" y="1267"/>
                    <a:pt x="706" y="1235"/>
                    <a:pt x="830" y="1165"/>
                  </a:cubicBezTo>
                  <a:cubicBezTo>
                    <a:pt x="1069" y="1031"/>
                    <a:pt x="1229" y="747"/>
                    <a:pt x="1185" y="474"/>
                  </a:cubicBezTo>
                  <a:cubicBezTo>
                    <a:pt x="1142" y="217"/>
                    <a:pt x="905" y="1"/>
                    <a:pt x="650"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6"/>
            <p:cNvSpPr/>
            <p:nvPr/>
          </p:nvSpPr>
          <p:spPr>
            <a:xfrm>
              <a:off x="7929107" y="2168784"/>
              <a:ext cx="21887" cy="29593"/>
            </a:xfrm>
            <a:custGeom>
              <a:avLst/>
              <a:gdLst/>
              <a:ahLst/>
              <a:cxnLst/>
              <a:rect l="l" t="t" r="r" b="b"/>
              <a:pathLst>
                <a:path w="534" h="722" extrusionOk="0">
                  <a:moveTo>
                    <a:pt x="261" y="1"/>
                  </a:moveTo>
                  <a:cubicBezTo>
                    <a:pt x="234" y="1"/>
                    <a:pt x="208" y="5"/>
                    <a:pt x="186" y="10"/>
                  </a:cubicBezTo>
                  <a:cubicBezTo>
                    <a:pt x="55" y="47"/>
                    <a:pt x="3" y="103"/>
                    <a:pt x="7" y="115"/>
                  </a:cubicBezTo>
                  <a:cubicBezTo>
                    <a:pt x="8" y="119"/>
                    <a:pt x="14" y="121"/>
                    <a:pt x="22" y="121"/>
                  </a:cubicBezTo>
                  <a:cubicBezTo>
                    <a:pt x="50" y="121"/>
                    <a:pt x="114" y="101"/>
                    <a:pt x="198" y="96"/>
                  </a:cubicBezTo>
                  <a:cubicBezTo>
                    <a:pt x="204" y="95"/>
                    <a:pt x="210" y="95"/>
                    <a:pt x="217" y="95"/>
                  </a:cubicBezTo>
                  <a:cubicBezTo>
                    <a:pt x="264" y="95"/>
                    <a:pt x="318" y="108"/>
                    <a:pt x="354" y="141"/>
                  </a:cubicBezTo>
                  <a:cubicBezTo>
                    <a:pt x="395" y="178"/>
                    <a:pt x="410" y="253"/>
                    <a:pt x="406" y="331"/>
                  </a:cubicBezTo>
                  <a:cubicBezTo>
                    <a:pt x="395" y="496"/>
                    <a:pt x="291" y="611"/>
                    <a:pt x="189" y="637"/>
                  </a:cubicBezTo>
                  <a:cubicBezTo>
                    <a:pt x="156" y="647"/>
                    <a:pt x="126" y="650"/>
                    <a:pt x="101" y="650"/>
                  </a:cubicBezTo>
                  <a:cubicBezTo>
                    <a:pt x="66" y="650"/>
                    <a:pt x="40" y="645"/>
                    <a:pt x="24" y="645"/>
                  </a:cubicBezTo>
                  <a:cubicBezTo>
                    <a:pt x="17" y="645"/>
                    <a:pt x="13" y="646"/>
                    <a:pt x="10" y="649"/>
                  </a:cubicBezTo>
                  <a:cubicBezTo>
                    <a:pt x="0" y="656"/>
                    <a:pt x="56" y="722"/>
                    <a:pt x="174" y="722"/>
                  </a:cubicBezTo>
                  <a:cubicBezTo>
                    <a:pt x="185" y="722"/>
                    <a:pt x="196" y="721"/>
                    <a:pt x="208" y="720"/>
                  </a:cubicBezTo>
                  <a:cubicBezTo>
                    <a:pt x="272" y="712"/>
                    <a:pt x="358" y="679"/>
                    <a:pt x="417" y="608"/>
                  </a:cubicBezTo>
                  <a:cubicBezTo>
                    <a:pt x="481" y="541"/>
                    <a:pt x="518" y="443"/>
                    <a:pt x="526" y="339"/>
                  </a:cubicBezTo>
                  <a:cubicBezTo>
                    <a:pt x="534" y="241"/>
                    <a:pt x="511" y="125"/>
                    <a:pt x="425" y="58"/>
                  </a:cubicBezTo>
                  <a:cubicBezTo>
                    <a:pt x="371" y="14"/>
                    <a:pt x="313" y="1"/>
                    <a:pt x="261" y="1"/>
                  </a:cubicBez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6"/>
            <p:cNvSpPr/>
            <p:nvPr/>
          </p:nvSpPr>
          <p:spPr>
            <a:xfrm>
              <a:off x="7669130" y="1993363"/>
              <a:ext cx="263673" cy="172393"/>
            </a:xfrm>
            <a:custGeom>
              <a:avLst/>
              <a:gdLst/>
              <a:ahLst/>
              <a:cxnLst/>
              <a:rect l="l" t="t" r="r" b="b"/>
              <a:pathLst>
                <a:path w="6433" h="4206" extrusionOk="0">
                  <a:moveTo>
                    <a:pt x="3021" y="0"/>
                  </a:moveTo>
                  <a:cubicBezTo>
                    <a:pt x="2150" y="0"/>
                    <a:pt x="1279" y="330"/>
                    <a:pt x="635" y="921"/>
                  </a:cubicBezTo>
                  <a:cubicBezTo>
                    <a:pt x="0" y="1709"/>
                    <a:pt x="848" y="2209"/>
                    <a:pt x="1270" y="2538"/>
                  </a:cubicBezTo>
                  <a:cubicBezTo>
                    <a:pt x="1535" y="2745"/>
                    <a:pt x="2224" y="3224"/>
                    <a:pt x="2925" y="3224"/>
                  </a:cubicBezTo>
                  <a:cubicBezTo>
                    <a:pt x="3083" y="3224"/>
                    <a:pt x="3241" y="3200"/>
                    <a:pt x="3395" y="3143"/>
                  </a:cubicBezTo>
                  <a:cubicBezTo>
                    <a:pt x="3100" y="2743"/>
                    <a:pt x="2760" y="2568"/>
                    <a:pt x="2629" y="2187"/>
                  </a:cubicBezTo>
                  <a:lnTo>
                    <a:pt x="2629" y="2187"/>
                  </a:lnTo>
                  <a:cubicBezTo>
                    <a:pt x="2973" y="2673"/>
                    <a:pt x="3336" y="3038"/>
                    <a:pt x="3926" y="3098"/>
                  </a:cubicBezTo>
                  <a:cubicBezTo>
                    <a:pt x="3806" y="2755"/>
                    <a:pt x="3642" y="2056"/>
                    <a:pt x="3769" y="2026"/>
                  </a:cubicBezTo>
                  <a:lnTo>
                    <a:pt x="3769" y="2026"/>
                  </a:lnTo>
                  <a:cubicBezTo>
                    <a:pt x="3903" y="3195"/>
                    <a:pt x="4859" y="4205"/>
                    <a:pt x="5682" y="4205"/>
                  </a:cubicBezTo>
                  <a:cubicBezTo>
                    <a:pt x="5821" y="4205"/>
                    <a:pt x="5957" y="4176"/>
                    <a:pt x="6084" y="4114"/>
                  </a:cubicBezTo>
                  <a:cubicBezTo>
                    <a:pt x="6432" y="3263"/>
                    <a:pt x="6308" y="2250"/>
                    <a:pt x="5812" y="1481"/>
                  </a:cubicBezTo>
                  <a:cubicBezTo>
                    <a:pt x="5315" y="708"/>
                    <a:pt x="4467" y="185"/>
                    <a:pt x="3560" y="43"/>
                  </a:cubicBezTo>
                  <a:cubicBezTo>
                    <a:pt x="3382" y="15"/>
                    <a:pt x="3201" y="0"/>
                    <a:pt x="302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6"/>
            <p:cNvSpPr/>
            <p:nvPr/>
          </p:nvSpPr>
          <p:spPr>
            <a:xfrm>
              <a:off x="7910376" y="2196737"/>
              <a:ext cx="37299" cy="36766"/>
            </a:xfrm>
            <a:custGeom>
              <a:avLst/>
              <a:gdLst/>
              <a:ahLst/>
              <a:cxnLst/>
              <a:rect l="l" t="t" r="r" b="b"/>
              <a:pathLst>
                <a:path w="910" h="897" extrusionOk="0">
                  <a:moveTo>
                    <a:pt x="336" y="1"/>
                  </a:moveTo>
                  <a:cubicBezTo>
                    <a:pt x="305" y="1"/>
                    <a:pt x="199" y="32"/>
                    <a:pt x="101" y="164"/>
                  </a:cubicBezTo>
                  <a:cubicBezTo>
                    <a:pt x="45" y="243"/>
                    <a:pt x="0" y="359"/>
                    <a:pt x="19" y="490"/>
                  </a:cubicBezTo>
                  <a:cubicBezTo>
                    <a:pt x="34" y="617"/>
                    <a:pt x="105" y="759"/>
                    <a:pt x="240" y="837"/>
                  </a:cubicBezTo>
                  <a:cubicBezTo>
                    <a:pt x="312" y="878"/>
                    <a:pt x="392" y="897"/>
                    <a:pt x="467" y="897"/>
                  </a:cubicBezTo>
                  <a:cubicBezTo>
                    <a:pt x="535" y="897"/>
                    <a:pt x="600" y="882"/>
                    <a:pt x="655" y="855"/>
                  </a:cubicBezTo>
                  <a:cubicBezTo>
                    <a:pt x="777" y="800"/>
                    <a:pt x="848" y="688"/>
                    <a:pt x="871" y="594"/>
                  </a:cubicBezTo>
                  <a:cubicBezTo>
                    <a:pt x="910" y="407"/>
                    <a:pt x="821" y="306"/>
                    <a:pt x="805" y="306"/>
                  </a:cubicBezTo>
                  <a:cubicBezTo>
                    <a:pt x="804" y="306"/>
                    <a:pt x="804" y="306"/>
                    <a:pt x="803" y="307"/>
                  </a:cubicBezTo>
                  <a:cubicBezTo>
                    <a:pt x="785" y="314"/>
                    <a:pt x="845" y="419"/>
                    <a:pt x="789" y="568"/>
                  </a:cubicBezTo>
                  <a:cubicBezTo>
                    <a:pt x="762" y="643"/>
                    <a:pt x="703" y="717"/>
                    <a:pt x="610" y="755"/>
                  </a:cubicBezTo>
                  <a:cubicBezTo>
                    <a:pt x="570" y="771"/>
                    <a:pt x="525" y="780"/>
                    <a:pt x="478" y="780"/>
                  </a:cubicBezTo>
                  <a:cubicBezTo>
                    <a:pt x="419" y="780"/>
                    <a:pt x="357" y="766"/>
                    <a:pt x="303" y="733"/>
                  </a:cubicBezTo>
                  <a:cubicBezTo>
                    <a:pt x="206" y="676"/>
                    <a:pt x="146" y="572"/>
                    <a:pt x="127" y="474"/>
                  </a:cubicBezTo>
                  <a:cubicBezTo>
                    <a:pt x="109" y="374"/>
                    <a:pt x="135" y="281"/>
                    <a:pt x="172" y="209"/>
                  </a:cubicBezTo>
                  <a:cubicBezTo>
                    <a:pt x="251" y="67"/>
                    <a:pt x="355" y="19"/>
                    <a:pt x="344" y="4"/>
                  </a:cubicBezTo>
                  <a:cubicBezTo>
                    <a:pt x="344" y="2"/>
                    <a:pt x="341" y="1"/>
                    <a:pt x="336" y="1"/>
                  </a:cubicBezTo>
                  <a:close/>
                </a:path>
              </a:pathLst>
            </a:custGeom>
            <a:solidFill>
              <a:srgbClr val="E850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6"/>
            <p:cNvSpPr/>
            <p:nvPr/>
          </p:nvSpPr>
          <p:spPr>
            <a:xfrm>
              <a:off x="7457229" y="2394823"/>
              <a:ext cx="653915" cy="794461"/>
            </a:xfrm>
            <a:custGeom>
              <a:avLst/>
              <a:gdLst/>
              <a:ahLst/>
              <a:cxnLst/>
              <a:rect l="l" t="t" r="r" b="b"/>
              <a:pathLst>
                <a:path w="15954" h="19383" extrusionOk="0">
                  <a:moveTo>
                    <a:pt x="11004" y="1"/>
                  </a:moveTo>
                  <a:cubicBezTo>
                    <a:pt x="11004" y="1"/>
                    <a:pt x="11055" y="343"/>
                    <a:pt x="9871" y="343"/>
                  </a:cubicBezTo>
                  <a:cubicBezTo>
                    <a:pt x="9305" y="343"/>
                    <a:pt x="8458" y="265"/>
                    <a:pt x="7187" y="34"/>
                  </a:cubicBezTo>
                  <a:cubicBezTo>
                    <a:pt x="7127" y="23"/>
                    <a:pt x="7060" y="18"/>
                    <a:pt x="6986" y="18"/>
                  </a:cubicBezTo>
                  <a:cubicBezTo>
                    <a:pt x="5279" y="18"/>
                    <a:pt x="1" y="2790"/>
                    <a:pt x="1" y="2790"/>
                  </a:cubicBezTo>
                  <a:lnTo>
                    <a:pt x="1879" y="7359"/>
                  </a:lnTo>
                  <a:lnTo>
                    <a:pt x="4042" y="6907"/>
                  </a:lnTo>
                  <a:lnTo>
                    <a:pt x="4710" y="10548"/>
                  </a:lnTo>
                  <a:cubicBezTo>
                    <a:pt x="3803" y="13551"/>
                    <a:pt x="3317" y="16218"/>
                    <a:pt x="3317" y="16218"/>
                  </a:cubicBezTo>
                  <a:lnTo>
                    <a:pt x="8382" y="19382"/>
                  </a:lnTo>
                  <a:lnTo>
                    <a:pt x="9167" y="17899"/>
                  </a:lnTo>
                  <a:lnTo>
                    <a:pt x="10418" y="19091"/>
                  </a:lnTo>
                  <a:lnTo>
                    <a:pt x="15819" y="16218"/>
                  </a:lnTo>
                  <a:cubicBezTo>
                    <a:pt x="15150" y="12749"/>
                    <a:pt x="13466" y="11852"/>
                    <a:pt x="13466" y="11288"/>
                  </a:cubicBezTo>
                  <a:cubicBezTo>
                    <a:pt x="13466" y="9686"/>
                    <a:pt x="13230" y="11243"/>
                    <a:pt x="14590" y="5895"/>
                  </a:cubicBezTo>
                  <a:cubicBezTo>
                    <a:pt x="15953" y="549"/>
                    <a:pt x="11004" y="1"/>
                    <a:pt x="11004"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6"/>
            <p:cNvSpPr/>
            <p:nvPr/>
          </p:nvSpPr>
          <p:spPr>
            <a:xfrm>
              <a:off x="7749914" y="2394823"/>
              <a:ext cx="158376" cy="153621"/>
            </a:xfrm>
            <a:custGeom>
              <a:avLst/>
              <a:gdLst/>
              <a:ahLst/>
              <a:cxnLst/>
              <a:rect l="l" t="t" r="r" b="b"/>
              <a:pathLst>
                <a:path w="3864" h="3748" extrusionOk="0">
                  <a:moveTo>
                    <a:pt x="3863" y="1"/>
                  </a:moveTo>
                  <a:lnTo>
                    <a:pt x="46" y="34"/>
                  </a:lnTo>
                  <a:cubicBezTo>
                    <a:pt x="46" y="34"/>
                    <a:pt x="1" y="3747"/>
                    <a:pt x="856" y="3747"/>
                  </a:cubicBezTo>
                  <a:cubicBezTo>
                    <a:pt x="884" y="3747"/>
                    <a:pt x="913" y="3743"/>
                    <a:pt x="943" y="3735"/>
                  </a:cubicBezTo>
                  <a:cubicBezTo>
                    <a:pt x="1887" y="3478"/>
                    <a:pt x="3785" y="1775"/>
                    <a:pt x="3863"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6"/>
            <p:cNvSpPr/>
            <p:nvPr/>
          </p:nvSpPr>
          <p:spPr>
            <a:xfrm>
              <a:off x="7760202" y="2565981"/>
              <a:ext cx="14264" cy="114560"/>
            </a:xfrm>
            <a:custGeom>
              <a:avLst/>
              <a:gdLst/>
              <a:ahLst/>
              <a:cxnLst/>
              <a:rect l="l" t="t" r="r" b="b"/>
              <a:pathLst>
                <a:path w="348" h="2795" extrusionOk="0">
                  <a:moveTo>
                    <a:pt x="314" y="0"/>
                  </a:moveTo>
                  <a:cubicBezTo>
                    <a:pt x="284" y="0"/>
                    <a:pt x="190" y="623"/>
                    <a:pt x="116" y="1390"/>
                  </a:cubicBezTo>
                  <a:cubicBezTo>
                    <a:pt x="38" y="2163"/>
                    <a:pt x="0" y="2791"/>
                    <a:pt x="34" y="2794"/>
                  </a:cubicBezTo>
                  <a:cubicBezTo>
                    <a:pt x="34" y="2794"/>
                    <a:pt x="34" y="2794"/>
                    <a:pt x="34" y="2794"/>
                  </a:cubicBezTo>
                  <a:cubicBezTo>
                    <a:pt x="68" y="2794"/>
                    <a:pt x="158" y="2172"/>
                    <a:pt x="235" y="1405"/>
                  </a:cubicBezTo>
                  <a:cubicBezTo>
                    <a:pt x="311" y="631"/>
                    <a:pt x="347" y="4"/>
                    <a:pt x="314" y="0"/>
                  </a:cubicBezTo>
                  <a:cubicBezTo>
                    <a:pt x="314" y="0"/>
                    <a:pt x="314" y="0"/>
                    <a:pt x="31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6"/>
            <p:cNvSpPr/>
            <p:nvPr/>
          </p:nvSpPr>
          <p:spPr>
            <a:xfrm>
              <a:off x="7781761" y="2575162"/>
              <a:ext cx="6476" cy="92181"/>
            </a:xfrm>
            <a:custGeom>
              <a:avLst/>
              <a:gdLst/>
              <a:ahLst/>
              <a:cxnLst/>
              <a:rect l="l" t="t" r="r" b="b"/>
              <a:pathLst>
                <a:path w="158" h="2249" extrusionOk="0">
                  <a:moveTo>
                    <a:pt x="50" y="0"/>
                  </a:moveTo>
                  <a:cubicBezTo>
                    <a:pt x="50" y="0"/>
                    <a:pt x="50" y="0"/>
                    <a:pt x="50" y="0"/>
                  </a:cubicBezTo>
                  <a:cubicBezTo>
                    <a:pt x="16" y="0"/>
                    <a:pt x="1" y="505"/>
                    <a:pt x="19" y="1124"/>
                  </a:cubicBezTo>
                  <a:cubicBezTo>
                    <a:pt x="35" y="1746"/>
                    <a:pt x="76" y="2249"/>
                    <a:pt x="109" y="2249"/>
                  </a:cubicBezTo>
                  <a:cubicBezTo>
                    <a:pt x="109" y="2249"/>
                    <a:pt x="109" y="2249"/>
                    <a:pt x="109" y="2249"/>
                  </a:cubicBezTo>
                  <a:cubicBezTo>
                    <a:pt x="143" y="2249"/>
                    <a:pt x="158" y="1745"/>
                    <a:pt x="140" y="1124"/>
                  </a:cubicBezTo>
                  <a:cubicBezTo>
                    <a:pt x="124" y="503"/>
                    <a:pt x="83" y="0"/>
                    <a:pt x="5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6"/>
            <p:cNvSpPr/>
            <p:nvPr/>
          </p:nvSpPr>
          <p:spPr>
            <a:xfrm>
              <a:off x="7749176" y="2681644"/>
              <a:ext cx="10001" cy="14796"/>
            </a:xfrm>
            <a:custGeom>
              <a:avLst/>
              <a:gdLst/>
              <a:ahLst/>
              <a:cxnLst/>
              <a:rect l="l" t="t" r="r" b="b"/>
              <a:pathLst>
                <a:path w="244" h="361" extrusionOk="0">
                  <a:moveTo>
                    <a:pt x="203" y="0"/>
                  </a:moveTo>
                  <a:cubicBezTo>
                    <a:pt x="170" y="0"/>
                    <a:pt x="97" y="49"/>
                    <a:pt x="53" y="144"/>
                  </a:cubicBezTo>
                  <a:cubicBezTo>
                    <a:pt x="1" y="256"/>
                    <a:pt x="27" y="361"/>
                    <a:pt x="56" y="361"/>
                  </a:cubicBezTo>
                  <a:cubicBezTo>
                    <a:pt x="90" y="361"/>
                    <a:pt x="120" y="283"/>
                    <a:pt x="161" y="193"/>
                  </a:cubicBezTo>
                  <a:cubicBezTo>
                    <a:pt x="202" y="107"/>
                    <a:pt x="243" y="32"/>
                    <a:pt x="217" y="6"/>
                  </a:cubicBezTo>
                  <a:cubicBezTo>
                    <a:pt x="214" y="2"/>
                    <a:pt x="210" y="0"/>
                    <a:pt x="2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6"/>
            <p:cNvSpPr/>
            <p:nvPr/>
          </p:nvSpPr>
          <p:spPr>
            <a:xfrm>
              <a:off x="7754997" y="2683243"/>
              <a:ext cx="6312" cy="13239"/>
            </a:xfrm>
            <a:custGeom>
              <a:avLst/>
              <a:gdLst/>
              <a:ahLst/>
              <a:cxnLst/>
              <a:rect l="l" t="t" r="r" b="b"/>
              <a:pathLst>
                <a:path w="154" h="323" extrusionOk="0">
                  <a:moveTo>
                    <a:pt x="103" y="0"/>
                  </a:moveTo>
                  <a:cubicBezTo>
                    <a:pt x="71" y="0"/>
                    <a:pt x="33" y="65"/>
                    <a:pt x="19" y="149"/>
                  </a:cubicBezTo>
                  <a:cubicBezTo>
                    <a:pt x="0" y="236"/>
                    <a:pt x="12" y="314"/>
                    <a:pt x="45" y="322"/>
                  </a:cubicBezTo>
                  <a:cubicBezTo>
                    <a:pt x="47" y="322"/>
                    <a:pt x="48" y="322"/>
                    <a:pt x="50" y="322"/>
                  </a:cubicBezTo>
                  <a:cubicBezTo>
                    <a:pt x="83" y="322"/>
                    <a:pt x="117" y="257"/>
                    <a:pt x="135" y="172"/>
                  </a:cubicBezTo>
                  <a:cubicBezTo>
                    <a:pt x="153" y="82"/>
                    <a:pt x="143" y="8"/>
                    <a:pt x="109" y="1"/>
                  </a:cubicBezTo>
                  <a:cubicBezTo>
                    <a:pt x="107" y="0"/>
                    <a:pt x="105" y="0"/>
                    <a:pt x="1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6"/>
            <p:cNvSpPr/>
            <p:nvPr/>
          </p:nvSpPr>
          <p:spPr>
            <a:xfrm>
              <a:off x="7758357" y="2683243"/>
              <a:ext cx="5697" cy="13198"/>
            </a:xfrm>
            <a:custGeom>
              <a:avLst/>
              <a:gdLst/>
              <a:ahLst/>
              <a:cxnLst/>
              <a:rect l="l" t="t" r="r" b="b"/>
              <a:pathLst>
                <a:path w="139" h="322" extrusionOk="0">
                  <a:moveTo>
                    <a:pt x="55" y="1"/>
                  </a:moveTo>
                  <a:cubicBezTo>
                    <a:pt x="54" y="1"/>
                    <a:pt x="53" y="1"/>
                    <a:pt x="53" y="1"/>
                  </a:cubicBezTo>
                  <a:cubicBezTo>
                    <a:pt x="19" y="4"/>
                    <a:pt x="1" y="79"/>
                    <a:pt x="8" y="168"/>
                  </a:cubicBezTo>
                  <a:cubicBezTo>
                    <a:pt x="19" y="252"/>
                    <a:pt x="51" y="322"/>
                    <a:pt x="84" y="322"/>
                  </a:cubicBezTo>
                  <a:cubicBezTo>
                    <a:pt x="85" y="322"/>
                    <a:pt x="86" y="322"/>
                    <a:pt x="87" y="322"/>
                  </a:cubicBezTo>
                  <a:cubicBezTo>
                    <a:pt x="120" y="318"/>
                    <a:pt x="139" y="244"/>
                    <a:pt x="128" y="154"/>
                  </a:cubicBezTo>
                  <a:cubicBezTo>
                    <a:pt x="120" y="70"/>
                    <a:pt x="88" y="1"/>
                    <a:pt x="5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6"/>
            <p:cNvSpPr/>
            <p:nvPr/>
          </p:nvSpPr>
          <p:spPr>
            <a:xfrm>
              <a:off x="7759915" y="2679021"/>
              <a:ext cx="12665" cy="20043"/>
            </a:xfrm>
            <a:custGeom>
              <a:avLst/>
              <a:gdLst/>
              <a:ahLst/>
              <a:cxnLst/>
              <a:rect l="l" t="t" r="r" b="b"/>
              <a:pathLst>
                <a:path w="309" h="489" extrusionOk="0">
                  <a:moveTo>
                    <a:pt x="36" y="0"/>
                  </a:moveTo>
                  <a:cubicBezTo>
                    <a:pt x="30" y="0"/>
                    <a:pt x="25" y="2"/>
                    <a:pt x="23" y="6"/>
                  </a:cubicBezTo>
                  <a:cubicBezTo>
                    <a:pt x="0" y="33"/>
                    <a:pt x="71" y="126"/>
                    <a:pt x="127" y="249"/>
                  </a:cubicBezTo>
                  <a:cubicBezTo>
                    <a:pt x="187" y="373"/>
                    <a:pt x="213" y="488"/>
                    <a:pt x="247" y="488"/>
                  </a:cubicBezTo>
                  <a:cubicBezTo>
                    <a:pt x="247" y="488"/>
                    <a:pt x="248" y="488"/>
                    <a:pt x="248" y="488"/>
                  </a:cubicBezTo>
                  <a:cubicBezTo>
                    <a:pt x="281" y="488"/>
                    <a:pt x="309" y="348"/>
                    <a:pt x="235" y="200"/>
                  </a:cubicBezTo>
                  <a:cubicBezTo>
                    <a:pt x="177" y="69"/>
                    <a:pt x="75" y="0"/>
                    <a:pt x="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6"/>
            <p:cNvSpPr/>
            <p:nvPr/>
          </p:nvSpPr>
          <p:spPr>
            <a:xfrm>
              <a:off x="7783318" y="2663447"/>
              <a:ext cx="5246" cy="18485"/>
            </a:xfrm>
            <a:custGeom>
              <a:avLst/>
              <a:gdLst/>
              <a:ahLst/>
              <a:cxnLst/>
              <a:rect l="l" t="t" r="r" b="b"/>
              <a:pathLst>
                <a:path w="128" h="451" extrusionOk="0">
                  <a:moveTo>
                    <a:pt x="89" y="1"/>
                  </a:moveTo>
                  <a:cubicBezTo>
                    <a:pt x="58" y="1"/>
                    <a:pt x="0" y="94"/>
                    <a:pt x="0" y="225"/>
                  </a:cubicBezTo>
                  <a:cubicBezTo>
                    <a:pt x="0" y="356"/>
                    <a:pt x="57" y="451"/>
                    <a:pt x="88" y="451"/>
                  </a:cubicBezTo>
                  <a:cubicBezTo>
                    <a:pt x="90" y="451"/>
                    <a:pt x="92" y="450"/>
                    <a:pt x="94" y="450"/>
                  </a:cubicBezTo>
                  <a:cubicBezTo>
                    <a:pt x="128" y="439"/>
                    <a:pt x="120" y="341"/>
                    <a:pt x="120" y="225"/>
                  </a:cubicBezTo>
                  <a:cubicBezTo>
                    <a:pt x="120" y="110"/>
                    <a:pt x="128" y="9"/>
                    <a:pt x="94" y="1"/>
                  </a:cubicBezTo>
                  <a:cubicBezTo>
                    <a:pt x="92" y="1"/>
                    <a:pt x="90" y="1"/>
                    <a:pt x="8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6"/>
            <p:cNvSpPr/>
            <p:nvPr/>
          </p:nvSpPr>
          <p:spPr>
            <a:xfrm>
              <a:off x="7788810" y="2664717"/>
              <a:ext cx="5574" cy="14592"/>
            </a:xfrm>
            <a:custGeom>
              <a:avLst/>
              <a:gdLst/>
              <a:ahLst/>
              <a:cxnLst/>
              <a:rect l="l" t="t" r="r" b="b"/>
              <a:pathLst>
                <a:path w="136" h="356" extrusionOk="0">
                  <a:moveTo>
                    <a:pt x="53" y="1"/>
                  </a:moveTo>
                  <a:cubicBezTo>
                    <a:pt x="20" y="4"/>
                    <a:pt x="1" y="86"/>
                    <a:pt x="8" y="184"/>
                  </a:cubicBezTo>
                  <a:cubicBezTo>
                    <a:pt x="16" y="278"/>
                    <a:pt x="51" y="355"/>
                    <a:pt x="81" y="355"/>
                  </a:cubicBezTo>
                  <a:cubicBezTo>
                    <a:pt x="82" y="355"/>
                    <a:pt x="82" y="355"/>
                    <a:pt x="83" y="355"/>
                  </a:cubicBezTo>
                  <a:cubicBezTo>
                    <a:pt x="116" y="351"/>
                    <a:pt x="135" y="270"/>
                    <a:pt x="128" y="172"/>
                  </a:cubicBezTo>
                  <a:cubicBezTo>
                    <a:pt x="120" y="75"/>
                    <a:pt x="83" y="1"/>
                    <a:pt x="5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6"/>
            <p:cNvSpPr/>
            <p:nvPr/>
          </p:nvSpPr>
          <p:spPr>
            <a:xfrm>
              <a:off x="7790040" y="2665865"/>
              <a:ext cx="11395" cy="12296"/>
            </a:xfrm>
            <a:custGeom>
              <a:avLst/>
              <a:gdLst/>
              <a:ahLst/>
              <a:cxnLst/>
              <a:rect l="l" t="t" r="r" b="b"/>
              <a:pathLst>
                <a:path w="278" h="300" extrusionOk="0">
                  <a:moveTo>
                    <a:pt x="44" y="1"/>
                  </a:moveTo>
                  <a:cubicBezTo>
                    <a:pt x="37" y="1"/>
                    <a:pt x="32" y="2"/>
                    <a:pt x="27" y="6"/>
                  </a:cubicBezTo>
                  <a:cubicBezTo>
                    <a:pt x="0" y="25"/>
                    <a:pt x="31" y="107"/>
                    <a:pt x="90" y="185"/>
                  </a:cubicBezTo>
                  <a:cubicBezTo>
                    <a:pt x="143" y="254"/>
                    <a:pt x="201" y="299"/>
                    <a:pt x="235" y="299"/>
                  </a:cubicBezTo>
                  <a:cubicBezTo>
                    <a:pt x="241" y="299"/>
                    <a:pt x="247" y="297"/>
                    <a:pt x="251" y="294"/>
                  </a:cubicBezTo>
                  <a:cubicBezTo>
                    <a:pt x="277" y="275"/>
                    <a:pt x="247" y="192"/>
                    <a:pt x="188" y="114"/>
                  </a:cubicBezTo>
                  <a:cubicBezTo>
                    <a:pt x="135" y="46"/>
                    <a:pt x="76" y="1"/>
                    <a:pt x="4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6"/>
            <p:cNvSpPr/>
            <p:nvPr/>
          </p:nvSpPr>
          <p:spPr>
            <a:xfrm>
              <a:off x="7790655" y="2664020"/>
              <a:ext cx="13526" cy="11395"/>
            </a:xfrm>
            <a:custGeom>
              <a:avLst/>
              <a:gdLst/>
              <a:ahLst/>
              <a:cxnLst/>
              <a:rect l="l" t="t" r="r" b="b"/>
              <a:pathLst>
                <a:path w="330" h="278" extrusionOk="0">
                  <a:moveTo>
                    <a:pt x="53" y="0"/>
                  </a:moveTo>
                  <a:cubicBezTo>
                    <a:pt x="30" y="0"/>
                    <a:pt x="15" y="7"/>
                    <a:pt x="12" y="18"/>
                  </a:cubicBezTo>
                  <a:cubicBezTo>
                    <a:pt x="1" y="51"/>
                    <a:pt x="68" y="99"/>
                    <a:pt x="139" y="167"/>
                  </a:cubicBezTo>
                  <a:cubicBezTo>
                    <a:pt x="206" y="221"/>
                    <a:pt x="258" y="277"/>
                    <a:pt x="289" y="277"/>
                  </a:cubicBezTo>
                  <a:cubicBezTo>
                    <a:pt x="293" y="277"/>
                    <a:pt x="296" y="277"/>
                    <a:pt x="299" y="275"/>
                  </a:cubicBezTo>
                  <a:cubicBezTo>
                    <a:pt x="330" y="264"/>
                    <a:pt x="311" y="159"/>
                    <a:pt x="221" y="77"/>
                  </a:cubicBezTo>
                  <a:cubicBezTo>
                    <a:pt x="161" y="22"/>
                    <a:pt x="95" y="0"/>
                    <a:pt x="5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6"/>
            <p:cNvSpPr/>
            <p:nvPr/>
          </p:nvSpPr>
          <p:spPr>
            <a:xfrm>
              <a:off x="7731716" y="2413267"/>
              <a:ext cx="17338" cy="15329"/>
            </a:xfrm>
            <a:custGeom>
              <a:avLst/>
              <a:gdLst/>
              <a:ahLst/>
              <a:cxnLst/>
              <a:rect l="l" t="t" r="r" b="b"/>
              <a:pathLst>
                <a:path w="423" h="374" extrusionOk="0">
                  <a:moveTo>
                    <a:pt x="199" y="21"/>
                  </a:moveTo>
                  <a:cubicBezTo>
                    <a:pt x="202" y="40"/>
                    <a:pt x="251" y="44"/>
                    <a:pt x="285" y="99"/>
                  </a:cubicBezTo>
                  <a:cubicBezTo>
                    <a:pt x="325" y="159"/>
                    <a:pt x="314" y="242"/>
                    <a:pt x="221" y="253"/>
                  </a:cubicBezTo>
                  <a:cubicBezTo>
                    <a:pt x="217" y="253"/>
                    <a:pt x="213" y="253"/>
                    <a:pt x="210" y="253"/>
                  </a:cubicBezTo>
                  <a:cubicBezTo>
                    <a:pt x="126" y="253"/>
                    <a:pt x="102" y="179"/>
                    <a:pt x="128" y="118"/>
                  </a:cubicBezTo>
                  <a:cubicBezTo>
                    <a:pt x="150" y="54"/>
                    <a:pt x="199" y="40"/>
                    <a:pt x="199" y="21"/>
                  </a:cubicBezTo>
                  <a:close/>
                  <a:moveTo>
                    <a:pt x="245" y="0"/>
                  </a:moveTo>
                  <a:cubicBezTo>
                    <a:pt x="218" y="0"/>
                    <a:pt x="200" y="10"/>
                    <a:pt x="198" y="18"/>
                  </a:cubicBezTo>
                  <a:lnTo>
                    <a:pt x="198" y="18"/>
                  </a:lnTo>
                  <a:cubicBezTo>
                    <a:pt x="196" y="13"/>
                    <a:pt x="184" y="8"/>
                    <a:pt x="167" y="8"/>
                  </a:cubicBezTo>
                  <a:cubicBezTo>
                    <a:pt x="138" y="8"/>
                    <a:pt x="94" y="22"/>
                    <a:pt x="56" y="73"/>
                  </a:cubicBezTo>
                  <a:cubicBezTo>
                    <a:pt x="27" y="115"/>
                    <a:pt x="1" y="182"/>
                    <a:pt x="30" y="256"/>
                  </a:cubicBezTo>
                  <a:cubicBezTo>
                    <a:pt x="54" y="327"/>
                    <a:pt x="132" y="374"/>
                    <a:pt x="207" y="374"/>
                  </a:cubicBezTo>
                  <a:cubicBezTo>
                    <a:pt x="216" y="374"/>
                    <a:pt x="224" y="373"/>
                    <a:pt x="232" y="372"/>
                  </a:cubicBezTo>
                  <a:cubicBezTo>
                    <a:pt x="318" y="365"/>
                    <a:pt x="401" y="301"/>
                    <a:pt x="411" y="219"/>
                  </a:cubicBezTo>
                  <a:cubicBezTo>
                    <a:pt x="423" y="141"/>
                    <a:pt x="385" y="80"/>
                    <a:pt x="352" y="44"/>
                  </a:cubicBezTo>
                  <a:cubicBezTo>
                    <a:pt x="312" y="10"/>
                    <a:pt x="274" y="0"/>
                    <a:pt x="24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6"/>
            <p:cNvSpPr/>
            <p:nvPr/>
          </p:nvSpPr>
          <p:spPr>
            <a:xfrm>
              <a:off x="7733561" y="2437449"/>
              <a:ext cx="10903" cy="7706"/>
            </a:xfrm>
            <a:custGeom>
              <a:avLst/>
              <a:gdLst/>
              <a:ahLst/>
              <a:cxnLst/>
              <a:rect l="l" t="t" r="r" b="b"/>
              <a:pathLst>
                <a:path w="266" h="188" extrusionOk="0">
                  <a:moveTo>
                    <a:pt x="55" y="1"/>
                  </a:moveTo>
                  <a:cubicBezTo>
                    <a:pt x="40" y="1"/>
                    <a:pt x="27" y="5"/>
                    <a:pt x="19" y="14"/>
                  </a:cubicBezTo>
                  <a:cubicBezTo>
                    <a:pt x="1" y="40"/>
                    <a:pt x="38" y="100"/>
                    <a:pt x="97" y="145"/>
                  </a:cubicBezTo>
                  <a:cubicBezTo>
                    <a:pt x="140" y="172"/>
                    <a:pt x="183" y="187"/>
                    <a:pt x="213" y="187"/>
                  </a:cubicBezTo>
                  <a:cubicBezTo>
                    <a:pt x="229" y="187"/>
                    <a:pt x="241" y="183"/>
                    <a:pt x="247" y="174"/>
                  </a:cubicBezTo>
                  <a:cubicBezTo>
                    <a:pt x="266" y="148"/>
                    <a:pt x="232" y="88"/>
                    <a:pt x="168" y="44"/>
                  </a:cubicBezTo>
                  <a:cubicBezTo>
                    <a:pt x="127" y="16"/>
                    <a:pt x="85" y="1"/>
                    <a:pt x="5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6"/>
            <p:cNvSpPr/>
            <p:nvPr/>
          </p:nvSpPr>
          <p:spPr>
            <a:xfrm>
              <a:off x="7735487" y="2450769"/>
              <a:ext cx="11763" cy="6476"/>
            </a:xfrm>
            <a:custGeom>
              <a:avLst/>
              <a:gdLst/>
              <a:ahLst/>
              <a:cxnLst/>
              <a:rect l="l" t="t" r="r" b="b"/>
              <a:pathLst>
                <a:path w="287" h="158" extrusionOk="0">
                  <a:moveTo>
                    <a:pt x="230" y="1"/>
                  </a:moveTo>
                  <a:cubicBezTo>
                    <a:pt x="202" y="1"/>
                    <a:pt x="164" y="16"/>
                    <a:pt x="121" y="32"/>
                  </a:cubicBezTo>
                  <a:cubicBezTo>
                    <a:pt x="66" y="55"/>
                    <a:pt x="9" y="74"/>
                    <a:pt x="6" y="107"/>
                  </a:cubicBezTo>
                  <a:cubicBezTo>
                    <a:pt x="0" y="131"/>
                    <a:pt x="40" y="158"/>
                    <a:pt x="96" y="158"/>
                  </a:cubicBezTo>
                  <a:cubicBezTo>
                    <a:pt x="117" y="158"/>
                    <a:pt x="141" y="154"/>
                    <a:pt x="166" y="144"/>
                  </a:cubicBezTo>
                  <a:cubicBezTo>
                    <a:pt x="256" y="107"/>
                    <a:pt x="286" y="29"/>
                    <a:pt x="260" y="10"/>
                  </a:cubicBezTo>
                  <a:cubicBezTo>
                    <a:pt x="252" y="3"/>
                    <a:pt x="242" y="1"/>
                    <a:pt x="23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6"/>
            <p:cNvSpPr/>
            <p:nvPr/>
          </p:nvSpPr>
          <p:spPr>
            <a:xfrm>
              <a:off x="7738602" y="2466672"/>
              <a:ext cx="8771" cy="8607"/>
            </a:xfrm>
            <a:custGeom>
              <a:avLst/>
              <a:gdLst/>
              <a:ahLst/>
              <a:cxnLst/>
              <a:rect l="l" t="t" r="r" b="b"/>
              <a:pathLst>
                <a:path w="214" h="210" extrusionOk="0">
                  <a:moveTo>
                    <a:pt x="167" y="0"/>
                  </a:moveTo>
                  <a:cubicBezTo>
                    <a:pt x="138" y="0"/>
                    <a:pt x="96" y="26"/>
                    <a:pt x="60" y="67"/>
                  </a:cubicBezTo>
                  <a:cubicBezTo>
                    <a:pt x="16" y="119"/>
                    <a:pt x="0" y="179"/>
                    <a:pt x="27" y="201"/>
                  </a:cubicBezTo>
                  <a:cubicBezTo>
                    <a:pt x="34" y="207"/>
                    <a:pt x="42" y="209"/>
                    <a:pt x="51" y="209"/>
                  </a:cubicBezTo>
                  <a:cubicBezTo>
                    <a:pt x="80" y="209"/>
                    <a:pt x="120" y="184"/>
                    <a:pt x="154" y="145"/>
                  </a:cubicBezTo>
                  <a:cubicBezTo>
                    <a:pt x="198" y="89"/>
                    <a:pt x="214" y="29"/>
                    <a:pt x="188" y="6"/>
                  </a:cubicBezTo>
                  <a:cubicBezTo>
                    <a:pt x="182" y="2"/>
                    <a:pt x="175" y="0"/>
                    <a:pt x="1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6"/>
            <p:cNvSpPr/>
            <p:nvPr/>
          </p:nvSpPr>
          <p:spPr>
            <a:xfrm>
              <a:off x="7732167" y="2483681"/>
              <a:ext cx="22256" cy="20494"/>
            </a:xfrm>
            <a:custGeom>
              <a:avLst/>
              <a:gdLst/>
              <a:ahLst/>
              <a:cxnLst/>
              <a:rect l="l" t="t" r="r" b="b"/>
              <a:pathLst>
                <a:path w="543" h="500" extrusionOk="0">
                  <a:moveTo>
                    <a:pt x="334" y="74"/>
                  </a:moveTo>
                  <a:lnTo>
                    <a:pt x="334" y="74"/>
                  </a:lnTo>
                  <a:cubicBezTo>
                    <a:pt x="350" y="87"/>
                    <a:pt x="366" y="104"/>
                    <a:pt x="381" y="126"/>
                  </a:cubicBezTo>
                  <a:cubicBezTo>
                    <a:pt x="412" y="167"/>
                    <a:pt x="426" y="223"/>
                    <a:pt x="404" y="275"/>
                  </a:cubicBezTo>
                  <a:cubicBezTo>
                    <a:pt x="386" y="331"/>
                    <a:pt x="326" y="379"/>
                    <a:pt x="266" y="379"/>
                  </a:cubicBezTo>
                  <a:cubicBezTo>
                    <a:pt x="207" y="379"/>
                    <a:pt x="147" y="327"/>
                    <a:pt x="131" y="275"/>
                  </a:cubicBezTo>
                  <a:cubicBezTo>
                    <a:pt x="117" y="227"/>
                    <a:pt x="139" y="174"/>
                    <a:pt x="176" y="141"/>
                  </a:cubicBezTo>
                  <a:cubicBezTo>
                    <a:pt x="255" y="77"/>
                    <a:pt x="329" y="100"/>
                    <a:pt x="337" y="85"/>
                  </a:cubicBezTo>
                  <a:cubicBezTo>
                    <a:pt x="340" y="83"/>
                    <a:pt x="339" y="79"/>
                    <a:pt x="334" y="74"/>
                  </a:cubicBezTo>
                  <a:close/>
                  <a:moveTo>
                    <a:pt x="295" y="0"/>
                  </a:moveTo>
                  <a:cubicBezTo>
                    <a:pt x="263" y="0"/>
                    <a:pt x="244" y="11"/>
                    <a:pt x="247" y="17"/>
                  </a:cubicBezTo>
                  <a:cubicBezTo>
                    <a:pt x="245" y="27"/>
                    <a:pt x="275" y="33"/>
                    <a:pt x="313" y="58"/>
                  </a:cubicBezTo>
                  <a:lnTo>
                    <a:pt x="313" y="58"/>
                  </a:lnTo>
                  <a:cubicBezTo>
                    <a:pt x="296" y="49"/>
                    <a:pt x="271" y="41"/>
                    <a:pt x="241" y="41"/>
                  </a:cubicBezTo>
                  <a:cubicBezTo>
                    <a:pt x="209" y="41"/>
                    <a:pt x="171" y="50"/>
                    <a:pt x="128" y="74"/>
                  </a:cubicBezTo>
                  <a:cubicBezTo>
                    <a:pt x="68" y="103"/>
                    <a:pt x="0" y="197"/>
                    <a:pt x="23" y="301"/>
                  </a:cubicBezTo>
                  <a:cubicBezTo>
                    <a:pt x="50" y="402"/>
                    <a:pt x="139" y="496"/>
                    <a:pt x="266" y="500"/>
                  </a:cubicBezTo>
                  <a:cubicBezTo>
                    <a:pt x="393" y="500"/>
                    <a:pt x="483" y="402"/>
                    <a:pt x="509" y="312"/>
                  </a:cubicBezTo>
                  <a:cubicBezTo>
                    <a:pt x="543" y="212"/>
                    <a:pt x="498" y="115"/>
                    <a:pt x="445" y="70"/>
                  </a:cubicBezTo>
                  <a:cubicBezTo>
                    <a:pt x="389" y="15"/>
                    <a:pt x="333" y="0"/>
                    <a:pt x="29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6"/>
            <p:cNvSpPr/>
            <p:nvPr/>
          </p:nvSpPr>
          <p:spPr>
            <a:xfrm>
              <a:off x="7742291" y="2511224"/>
              <a:ext cx="11231" cy="11231"/>
            </a:xfrm>
            <a:custGeom>
              <a:avLst/>
              <a:gdLst/>
              <a:ahLst/>
              <a:cxnLst/>
              <a:rect l="l" t="t" r="r" b="b"/>
              <a:pathLst>
                <a:path w="274" h="274" extrusionOk="0">
                  <a:moveTo>
                    <a:pt x="227" y="1"/>
                  </a:moveTo>
                  <a:cubicBezTo>
                    <a:pt x="190" y="1"/>
                    <a:pt x="129" y="27"/>
                    <a:pt x="79" y="85"/>
                  </a:cubicBezTo>
                  <a:cubicBezTo>
                    <a:pt x="4" y="167"/>
                    <a:pt x="0" y="264"/>
                    <a:pt x="34" y="272"/>
                  </a:cubicBezTo>
                  <a:cubicBezTo>
                    <a:pt x="37" y="273"/>
                    <a:pt x="39" y="274"/>
                    <a:pt x="42" y="274"/>
                  </a:cubicBezTo>
                  <a:cubicBezTo>
                    <a:pt x="72" y="274"/>
                    <a:pt x="117" y="222"/>
                    <a:pt x="169" y="164"/>
                  </a:cubicBezTo>
                  <a:cubicBezTo>
                    <a:pt x="224" y="100"/>
                    <a:pt x="273" y="44"/>
                    <a:pt x="258" y="14"/>
                  </a:cubicBezTo>
                  <a:cubicBezTo>
                    <a:pt x="254" y="5"/>
                    <a:pt x="243" y="1"/>
                    <a:pt x="22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6"/>
            <p:cNvSpPr/>
            <p:nvPr/>
          </p:nvSpPr>
          <p:spPr>
            <a:xfrm>
              <a:off x="7748275" y="2528889"/>
              <a:ext cx="11190" cy="11190"/>
            </a:xfrm>
            <a:custGeom>
              <a:avLst/>
              <a:gdLst/>
              <a:ahLst/>
              <a:cxnLst/>
              <a:rect l="l" t="t" r="r" b="b"/>
              <a:pathLst>
                <a:path w="273" h="273" extrusionOk="0">
                  <a:moveTo>
                    <a:pt x="231" y="0"/>
                  </a:moveTo>
                  <a:cubicBezTo>
                    <a:pt x="200" y="0"/>
                    <a:pt x="156" y="52"/>
                    <a:pt x="105" y="110"/>
                  </a:cubicBezTo>
                  <a:cubicBezTo>
                    <a:pt x="49" y="173"/>
                    <a:pt x="0" y="229"/>
                    <a:pt x="15" y="259"/>
                  </a:cubicBezTo>
                  <a:cubicBezTo>
                    <a:pt x="20" y="268"/>
                    <a:pt x="31" y="273"/>
                    <a:pt x="46" y="273"/>
                  </a:cubicBezTo>
                  <a:cubicBezTo>
                    <a:pt x="83" y="273"/>
                    <a:pt x="144" y="246"/>
                    <a:pt x="195" y="188"/>
                  </a:cubicBezTo>
                  <a:cubicBezTo>
                    <a:pt x="265" y="106"/>
                    <a:pt x="273" y="12"/>
                    <a:pt x="239" y="2"/>
                  </a:cubicBezTo>
                  <a:cubicBezTo>
                    <a:pt x="237" y="1"/>
                    <a:pt x="234" y="0"/>
                    <a:pt x="2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6"/>
            <p:cNvSpPr/>
            <p:nvPr/>
          </p:nvSpPr>
          <p:spPr>
            <a:xfrm>
              <a:off x="7757579" y="2542086"/>
              <a:ext cx="5574" cy="14592"/>
            </a:xfrm>
            <a:custGeom>
              <a:avLst/>
              <a:gdLst/>
              <a:ahLst/>
              <a:cxnLst/>
              <a:rect l="l" t="t" r="r" b="b"/>
              <a:pathLst>
                <a:path w="136" h="356" extrusionOk="0">
                  <a:moveTo>
                    <a:pt x="55" y="0"/>
                  </a:moveTo>
                  <a:cubicBezTo>
                    <a:pt x="54" y="0"/>
                    <a:pt x="54" y="1"/>
                    <a:pt x="53" y="1"/>
                  </a:cubicBezTo>
                  <a:cubicBezTo>
                    <a:pt x="20" y="4"/>
                    <a:pt x="1" y="87"/>
                    <a:pt x="8" y="183"/>
                  </a:cubicBezTo>
                  <a:cubicBezTo>
                    <a:pt x="16" y="279"/>
                    <a:pt x="48" y="356"/>
                    <a:pt x="81" y="356"/>
                  </a:cubicBezTo>
                  <a:cubicBezTo>
                    <a:pt x="82" y="356"/>
                    <a:pt x="83" y="356"/>
                    <a:pt x="83" y="356"/>
                  </a:cubicBezTo>
                  <a:cubicBezTo>
                    <a:pt x="116" y="352"/>
                    <a:pt x="135" y="270"/>
                    <a:pt x="128" y="173"/>
                  </a:cubicBezTo>
                  <a:cubicBezTo>
                    <a:pt x="120" y="77"/>
                    <a:pt x="88" y="0"/>
                    <a:pt x="5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6"/>
            <p:cNvSpPr/>
            <p:nvPr/>
          </p:nvSpPr>
          <p:spPr>
            <a:xfrm>
              <a:off x="7796926" y="2554546"/>
              <a:ext cx="10780" cy="6886"/>
            </a:xfrm>
            <a:custGeom>
              <a:avLst/>
              <a:gdLst/>
              <a:ahLst/>
              <a:cxnLst/>
              <a:rect l="l" t="t" r="r" b="b"/>
              <a:pathLst>
                <a:path w="263" h="168" extrusionOk="0">
                  <a:moveTo>
                    <a:pt x="61" y="1"/>
                  </a:moveTo>
                  <a:cubicBezTo>
                    <a:pt x="41" y="1"/>
                    <a:pt x="26" y="6"/>
                    <a:pt x="20" y="18"/>
                  </a:cubicBezTo>
                  <a:cubicBezTo>
                    <a:pt x="1" y="48"/>
                    <a:pt x="39" y="100"/>
                    <a:pt x="101" y="138"/>
                  </a:cubicBezTo>
                  <a:cubicBezTo>
                    <a:pt x="138" y="157"/>
                    <a:pt x="174" y="167"/>
                    <a:pt x="202" y="167"/>
                  </a:cubicBezTo>
                  <a:cubicBezTo>
                    <a:pt x="222" y="167"/>
                    <a:pt x="237" y="161"/>
                    <a:pt x="244" y="148"/>
                  </a:cubicBezTo>
                  <a:cubicBezTo>
                    <a:pt x="263" y="119"/>
                    <a:pt x="225" y="67"/>
                    <a:pt x="161" y="33"/>
                  </a:cubicBezTo>
                  <a:cubicBezTo>
                    <a:pt x="125" y="11"/>
                    <a:pt x="88" y="1"/>
                    <a:pt x="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6"/>
            <p:cNvSpPr/>
            <p:nvPr/>
          </p:nvSpPr>
          <p:spPr>
            <a:xfrm>
              <a:off x="7811353" y="2541963"/>
              <a:ext cx="12419" cy="11231"/>
            </a:xfrm>
            <a:custGeom>
              <a:avLst/>
              <a:gdLst/>
              <a:ahLst/>
              <a:cxnLst/>
              <a:rect l="l" t="t" r="r" b="b"/>
              <a:pathLst>
                <a:path w="303" h="274" extrusionOk="0">
                  <a:moveTo>
                    <a:pt x="261" y="1"/>
                  </a:moveTo>
                  <a:cubicBezTo>
                    <a:pt x="227" y="1"/>
                    <a:pt x="166" y="36"/>
                    <a:pt x="108" y="93"/>
                  </a:cubicBezTo>
                  <a:cubicBezTo>
                    <a:pt x="41" y="164"/>
                    <a:pt x="0" y="243"/>
                    <a:pt x="26" y="265"/>
                  </a:cubicBezTo>
                  <a:cubicBezTo>
                    <a:pt x="31" y="271"/>
                    <a:pt x="38" y="273"/>
                    <a:pt x="46" y="273"/>
                  </a:cubicBezTo>
                  <a:cubicBezTo>
                    <a:pt x="79" y="273"/>
                    <a:pt x="138" y="236"/>
                    <a:pt x="194" y="179"/>
                  </a:cubicBezTo>
                  <a:cubicBezTo>
                    <a:pt x="265" y="108"/>
                    <a:pt x="302" y="30"/>
                    <a:pt x="280" y="7"/>
                  </a:cubicBezTo>
                  <a:cubicBezTo>
                    <a:pt x="276" y="3"/>
                    <a:pt x="269" y="1"/>
                    <a:pt x="2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6"/>
            <p:cNvSpPr/>
            <p:nvPr/>
          </p:nvSpPr>
          <p:spPr>
            <a:xfrm>
              <a:off x="7830002" y="2529914"/>
              <a:ext cx="15657" cy="13444"/>
            </a:xfrm>
            <a:custGeom>
              <a:avLst/>
              <a:gdLst/>
              <a:ahLst/>
              <a:cxnLst/>
              <a:rect l="l" t="t" r="r" b="b"/>
              <a:pathLst>
                <a:path w="382" h="328" extrusionOk="0">
                  <a:moveTo>
                    <a:pt x="162" y="62"/>
                  </a:moveTo>
                  <a:cubicBezTo>
                    <a:pt x="181" y="75"/>
                    <a:pt x="215" y="89"/>
                    <a:pt x="259" y="102"/>
                  </a:cubicBezTo>
                  <a:lnTo>
                    <a:pt x="259" y="102"/>
                  </a:lnTo>
                  <a:cubicBezTo>
                    <a:pt x="272" y="137"/>
                    <a:pt x="250" y="208"/>
                    <a:pt x="206" y="208"/>
                  </a:cubicBezTo>
                  <a:cubicBezTo>
                    <a:pt x="204" y="208"/>
                    <a:pt x="202" y="208"/>
                    <a:pt x="200" y="208"/>
                  </a:cubicBezTo>
                  <a:cubicBezTo>
                    <a:pt x="175" y="208"/>
                    <a:pt x="142" y="188"/>
                    <a:pt x="132" y="170"/>
                  </a:cubicBezTo>
                  <a:cubicBezTo>
                    <a:pt x="120" y="152"/>
                    <a:pt x="123" y="122"/>
                    <a:pt x="135" y="96"/>
                  </a:cubicBezTo>
                  <a:cubicBezTo>
                    <a:pt x="143" y="81"/>
                    <a:pt x="152" y="70"/>
                    <a:pt x="162" y="62"/>
                  </a:cubicBezTo>
                  <a:close/>
                  <a:moveTo>
                    <a:pt x="166" y="0"/>
                  </a:moveTo>
                  <a:cubicBezTo>
                    <a:pt x="140" y="0"/>
                    <a:pt x="105" y="11"/>
                    <a:pt x="68" y="44"/>
                  </a:cubicBezTo>
                  <a:cubicBezTo>
                    <a:pt x="34" y="73"/>
                    <a:pt x="1" y="141"/>
                    <a:pt x="30" y="215"/>
                  </a:cubicBezTo>
                  <a:cubicBezTo>
                    <a:pt x="59" y="278"/>
                    <a:pt x="122" y="328"/>
                    <a:pt x="200" y="328"/>
                  </a:cubicBezTo>
                  <a:cubicBezTo>
                    <a:pt x="206" y="328"/>
                    <a:pt x="212" y="328"/>
                    <a:pt x="218" y="327"/>
                  </a:cubicBezTo>
                  <a:cubicBezTo>
                    <a:pt x="299" y="320"/>
                    <a:pt x="359" y="249"/>
                    <a:pt x="366" y="189"/>
                  </a:cubicBezTo>
                  <a:cubicBezTo>
                    <a:pt x="382" y="125"/>
                    <a:pt x="359" y="63"/>
                    <a:pt x="322" y="29"/>
                  </a:cubicBezTo>
                  <a:lnTo>
                    <a:pt x="303" y="18"/>
                  </a:lnTo>
                  <a:lnTo>
                    <a:pt x="292" y="18"/>
                  </a:lnTo>
                  <a:cubicBezTo>
                    <a:pt x="279" y="17"/>
                    <a:pt x="266" y="17"/>
                    <a:pt x="255" y="17"/>
                  </a:cubicBezTo>
                  <a:cubicBezTo>
                    <a:pt x="237" y="17"/>
                    <a:pt x="221" y="18"/>
                    <a:pt x="207" y="19"/>
                  </a:cubicBezTo>
                  <a:lnTo>
                    <a:pt x="207" y="19"/>
                  </a:lnTo>
                  <a:cubicBezTo>
                    <a:pt x="209" y="11"/>
                    <a:pt x="192" y="0"/>
                    <a:pt x="16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6"/>
            <p:cNvSpPr/>
            <p:nvPr/>
          </p:nvSpPr>
          <p:spPr>
            <a:xfrm>
              <a:off x="7847626" y="2515896"/>
              <a:ext cx="6312" cy="13239"/>
            </a:xfrm>
            <a:custGeom>
              <a:avLst/>
              <a:gdLst/>
              <a:ahLst/>
              <a:cxnLst/>
              <a:rect l="l" t="t" r="r" b="b"/>
              <a:pathLst>
                <a:path w="154" h="323" extrusionOk="0">
                  <a:moveTo>
                    <a:pt x="103" y="1"/>
                  </a:moveTo>
                  <a:cubicBezTo>
                    <a:pt x="70" y="1"/>
                    <a:pt x="33" y="65"/>
                    <a:pt x="19" y="147"/>
                  </a:cubicBezTo>
                  <a:cubicBezTo>
                    <a:pt x="0" y="236"/>
                    <a:pt x="12" y="315"/>
                    <a:pt x="45" y="322"/>
                  </a:cubicBezTo>
                  <a:cubicBezTo>
                    <a:pt x="46" y="322"/>
                    <a:pt x="46" y="322"/>
                    <a:pt x="47" y="322"/>
                  </a:cubicBezTo>
                  <a:cubicBezTo>
                    <a:pt x="77" y="322"/>
                    <a:pt x="116" y="260"/>
                    <a:pt x="135" y="173"/>
                  </a:cubicBezTo>
                  <a:cubicBezTo>
                    <a:pt x="153" y="83"/>
                    <a:pt x="142" y="5"/>
                    <a:pt x="109" y="1"/>
                  </a:cubicBezTo>
                  <a:cubicBezTo>
                    <a:pt x="107" y="1"/>
                    <a:pt x="105" y="1"/>
                    <a:pt x="10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6"/>
            <p:cNvSpPr/>
            <p:nvPr/>
          </p:nvSpPr>
          <p:spPr>
            <a:xfrm>
              <a:off x="7857709" y="2508355"/>
              <a:ext cx="13034" cy="6968"/>
            </a:xfrm>
            <a:custGeom>
              <a:avLst/>
              <a:gdLst/>
              <a:ahLst/>
              <a:cxnLst/>
              <a:rect l="l" t="t" r="r" b="b"/>
              <a:pathLst>
                <a:path w="318" h="170" extrusionOk="0">
                  <a:moveTo>
                    <a:pt x="66" y="1"/>
                  </a:moveTo>
                  <a:cubicBezTo>
                    <a:pt x="41" y="1"/>
                    <a:pt x="22" y="7"/>
                    <a:pt x="16" y="20"/>
                  </a:cubicBezTo>
                  <a:cubicBezTo>
                    <a:pt x="1" y="51"/>
                    <a:pt x="57" y="103"/>
                    <a:pt x="135" y="141"/>
                  </a:cubicBezTo>
                  <a:cubicBezTo>
                    <a:pt x="181" y="159"/>
                    <a:pt x="224" y="169"/>
                    <a:pt x="255" y="169"/>
                  </a:cubicBezTo>
                  <a:cubicBezTo>
                    <a:pt x="281" y="169"/>
                    <a:pt x="298" y="162"/>
                    <a:pt x="304" y="148"/>
                  </a:cubicBezTo>
                  <a:cubicBezTo>
                    <a:pt x="318" y="118"/>
                    <a:pt x="266" y="65"/>
                    <a:pt x="183" y="32"/>
                  </a:cubicBezTo>
                  <a:cubicBezTo>
                    <a:pt x="140" y="11"/>
                    <a:pt x="97" y="1"/>
                    <a:pt x="6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6"/>
            <p:cNvSpPr/>
            <p:nvPr/>
          </p:nvSpPr>
          <p:spPr>
            <a:xfrm>
              <a:off x="7870046" y="2492534"/>
              <a:ext cx="13280" cy="12583"/>
            </a:xfrm>
            <a:custGeom>
              <a:avLst/>
              <a:gdLst/>
              <a:ahLst/>
              <a:cxnLst/>
              <a:rect l="l" t="t" r="r" b="b"/>
              <a:pathLst>
                <a:path w="324" h="307" extrusionOk="0">
                  <a:moveTo>
                    <a:pt x="174" y="1"/>
                  </a:moveTo>
                  <a:cubicBezTo>
                    <a:pt x="165" y="1"/>
                    <a:pt x="156" y="1"/>
                    <a:pt x="148" y="3"/>
                  </a:cubicBezTo>
                  <a:cubicBezTo>
                    <a:pt x="65" y="18"/>
                    <a:pt x="55" y="82"/>
                    <a:pt x="70" y="85"/>
                  </a:cubicBezTo>
                  <a:cubicBezTo>
                    <a:pt x="72" y="87"/>
                    <a:pt x="75" y="88"/>
                    <a:pt x="79" y="88"/>
                  </a:cubicBezTo>
                  <a:cubicBezTo>
                    <a:pt x="88" y="88"/>
                    <a:pt x="101" y="85"/>
                    <a:pt x="117" y="85"/>
                  </a:cubicBezTo>
                  <a:cubicBezTo>
                    <a:pt x="126" y="85"/>
                    <a:pt x="137" y="86"/>
                    <a:pt x="148" y="89"/>
                  </a:cubicBezTo>
                  <a:cubicBezTo>
                    <a:pt x="193" y="101"/>
                    <a:pt x="211" y="127"/>
                    <a:pt x="189" y="168"/>
                  </a:cubicBezTo>
                  <a:cubicBezTo>
                    <a:pt x="176" y="186"/>
                    <a:pt x="163" y="194"/>
                    <a:pt x="148" y="194"/>
                  </a:cubicBezTo>
                  <a:cubicBezTo>
                    <a:pt x="133" y="194"/>
                    <a:pt x="116" y="185"/>
                    <a:pt x="99" y="168"/>
                  </a:cubicBezTo>
                  <a:cubicBezTo>
                    <a:pt x="73" y="137"/>
                    <a:pt x="73" y="108"/>
                    <a:pt x="62" y="96"/>
                  </a:cubicBezTo>
                  <a:cubicBezTo>
                    <a:pt x="61" y="95"/>
                    <a:pt x="59" y="95"/>
                    <a:pt x="57" y="95"/>
                  </a:cubicBezTo>
                  <a:cubicBezTo>
                    <a:pt x="41" y="95"/>
                    <a:pt x="1" y="135"/>
                    <a:pt x="25" y="205"/>
                  </a:cubicBezTo>
                  <a:cubicBezTo>
                    <a:pt x="36" y="242"/>
                    <a:pt x="62" y="287"/>
                    <a:pt x="125" y="302"/>
                  </a:cubicBezTo>
                  <a:cubicBezTo>
                    <a:pt x="136" y="306"/>
                    <a:pt x="147" y="307"/>
                    <a:pt x="158" y="307"/>
                  </a:cubicBezTo>
                  <a:cubicBezTo>
                    <a:pt x="210" y="307"/>
                    <a:pt x="265" y="274"/>
                    <a:pt x="289" y="231"/>
                  </a:cubicBezTo>
                  <a:cubicBezTo>
                    <a:pt x="324" y="179"/>
                    <a:pt x="324" y="96"/>
                    <a:pt x="279" y="48"/>
                  </a:cubicBezTo>
                  <a:cubicBezTo>
                    <a:pt x="246" y="13"/>
                    <a:pt x="207" y="1"/>
                    <a:pt x="17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6"/>
            <p:cNvSpPr/>
            <p:nvPr/>
          </p:nvSpPr>
          <p:spPr>
            <a:xfrm>
              <a:off x="7882506" y="2473639"/>
              <a:ext cx="6189" cy="8116"/>
            </a:xfrm>
            <a:custGeom>
              <a:avLst/>
              <a:gdLst/>
              <a:ahLst/>
              <a:cxnLst/>
              <a:rect l="l" t="t" r="r" b="b"/>
              <a:pathLst>
                <a:path w="151" h="198" extrusionOk="0">
                  <a:moveTo>
                    <a:pt x="52" y="0"/>
                  </a:moveTo>
                  <a:cubicBezTo>
                    <a:pt x="48" y="0"/>
                    <a:pt x="45" y="1"/>
                    <a:pt x="42" y="1"/>
                  </a:cubicBezTo>
                  <a:cubicBezTo>
                    <a:pt x="12" y="12"/>
                    <a:pt x="1" y="64"/>
                    <a:pt x="20" y="117"/>
                  </a:cubicBezTo>
                  <a:cubicBezTo>
                    <a:pt x="36" y="165"/>
                    <a:pt x="69" y="197"/>
                    <a:pt x="97" y="197"/>
                  </a:cubicBezTo>
                  <a:cubicBezTo>
                    <a:pt x="101" y="197"/>
                    <a:pt x="105" y="197"/>
                    <a:pt x="109" y="195"/>
                  </a:cubicBezTo>
                  <a:cubicBezTo>
                    <a:pt x="139" y="184"/>
                    <a:pt x="150" y="131"/>
                    <a:pt x="132" y="79"/>
                  </a:cubicBezTo>
                  <a:cubicBezTo>
                    <a:pt x="115" y="33"/>
                    <a:pt x="82" y="0"/>
                    <a:pt x="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6"/>
            <p:cNvSpPr/>
            <p:nvPr/>
          </p:nvSpPr>
          <p:spPr>
            <a:xfrm>
              <a:off x="7890621" y="2462286"/>
              <a:ext cx="10616" cy="6845"/>
            </a:xfrm>
            <a:custGeom>
              <a:avLst/>
              <a:gdLst/>
              <a:ahLst/>
              <a:cxnLst/>
              <a:rect l="l" t="t" r="r" b="b"/>
              <a:pathLst>
                <a:path w="259" h="167" extrusionOk="0">
                  <a:moveTo>
                    <a:pt x="63" y="1"/>
                  </a:moveTo>
                  <a:cubicBezTo>
                    <a:pt x="41" y="1"/>
                    <a:pt x="24" y="7"/>
                    <a:pt x="16" y="20"/>
                  </a:cubicBezTo>
                  <a:cubicBezTo>
                    <a:pt x="1" y="46"/>
                    <a:pt x="38" y="99"/>
                    <a:pt x="98" y="136"/>
                  </a:cubicBezTo>
                  <a:cubicBezTo>
                    <a:pt x="134" y="155"/>
                    <a:pt x="171" y="166"/>
                    <a:pt x="199" y="166"/>
                  </a:cubicBezTo>
                  <a:cubicBezTo>
                    <a:pt x="219" y="166"/>
                    <a:pt x="236" y="160"/>
                    <a:pt x="244" y="148"/>
                  </a:cubicBezTo>
                  <a:cubicBezTo>
                    <a:pt x="258" y="117"/>
                    <a:pt x="221" y="65"/>
                    <a:pt x="158" y="32"/>
                  </a:cubicBezTo>
                  <a:cubicBezTo>
                    <a:pt x="124" y="11"/>
                    <a:pt x="90" y="1"/>
                    <a:pt x="6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46"/>
            <p:cNvSpPr/>
            <p:nvPr/>
          </p:nvSpPr>
          <p:spPr>
            <a:xfrm>
              <a:off x="7897343" y="2447736"/>
              <a:ext cx="12911" cy="6886"/>
            </a:xfrm>
            <a:custGeom>
              <a:avLst/>
              <a:gdLst/>
              <a:ahLst/>
              <a:cxnLst/>
              <a:rect l="l" t="t" r="r" b="b"/>
              <a:pathLst>
                <a:path w="315" h="168" extrusionOk="0">
                  <a:moveTo>
                    <a:pt x="252" y="0"/>
                  </a:moveTo>
                  <a:cubicBezTo>
                    <a:pt x="220" y="0"/>
                    <a:pt x="178" y="10"/>
                    <a:pt x="135" y="28"/>
                  </a:cubicBezTo>
                  <a:cubicBezTo>
                    <a:pt x="54" y="65"/>
                    <a:pt x="1" y="118"/>
                    <a:pt x="12" y="148"/>
                  </a:cubicBezTo>
                  <a:cubicBezTo>
                    <a:pt x="19" y="161"/>
                    <a:pt x="38" y="168"/>
                    <a:pt x="65" y="168"/>
                  </a:cubicBezTo>
                  <a:cubicBezTo>
                    <a:pt x="97" y="168"/>
                    <a:pt x="139" y="158"/>
                    <a:pt x="184" y="140"/>
                  </a:cubicBezTo>
                  <a:cubicBezTo>
                    <a:pt x="263" y="103"/>
                    <a:pt x="315" y="51"/>
                    <a:pt x="304" y="20"/>
                  </a:cubicBezTo>
                  <a:cubicBezTo>
                    <a:pt x="297" y="7"/>
                    <a:pt x="278" y="0"/>
                    <a:pt x="2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6"/>
            <p:cNvSpPr/>
            <p:nvPr/>
          </p:nvSpPr>
          <p:spPr>
            <a:xfrm>
              <a:off x="7908532" y="2423513"/>
              <a:ext cx="13977" cy="12911"/>
            </a:xfrm>
            <a:custGeom>
              <a:avLst/>
              <a:gdLst/>
              <a:ahLst/>
              <a:cxnLst/>
              <a:rect l="l" t="t" r="r" b="b"/>
              <a:pathLst>
                <a:path w="341" h="315" extrusionOk="0">
                  <a:moveTo>
                    <a:pt x="189" y="0"/>
                  </a:moveTo>
                  <a:cubicBezTo>
                    <a:pt x="149" y="0"/>
                    <a:pt x="127" y="22"/>
                    <a:pt x="135" y="32"/>
                  </a:cubicBezTo>
                  <a:cubicBezTo>
                    <a:pt x="139" y="47"/>
                    <a:pt x="176" y="51"/>
                    <a:pt x="207" y="85"/>
                  </a:cubicBezTo>
                  <a:cubicBezTo>
                    <a:pt x="236" y="126"/>
                    <a:pt x="236" y="167"/>
                    <a:pt x="184" y="189"/>
                  </a:cubicBezTo>
                  <a:cubicBezTo>
                    <a:pt x="174" y="193"/>
                    <a:pt x="165" y="194"/>
                    <a:pt x="156" y="194"/>
                  </a:cubicBezTo>
                  <a:cubicBezTo>
                    <a:pt x="122" y="194"/>
                    <a:pt x="104" y="165"/>
                    <a:pt x="98" y="126"/>
                  </a:cubicBezTo>
                  <a:cubicBezTo>
                    <a:pt x="94" y="81"/>
                    <a:pt x="120" y="55"/>
                    <a:pt x="112" y="40"/>
                  </a:cubicBezTo>
                  <a:cubicBezTo>
                    <a:pt x="112" y="36"/>
                    <a:pt x="107" y="33"/>
                    <a:pt x="99" y="33"/>
                  </a:cubicBezTo>
                  <a:cubicBezTo>
                    <a:pt x="78" y="33"/>
                    <a:pt x="37" y="52"/>
                    <a:pt x="16" y="111"/>
                  </a:cubicBezTo>
                  <a:cubicBezTo>
                    <a:pt x="5" y="149"/>
                    <a:pt x="0" y="204"/>
                    <a:pt x="42" y="256"/>
                  </a:cubicBezTo>
                  <a:cubicBezTo>
                    <a:pt x="70" y="295"/>
                    <a:pt x="117" y="314"/>
                    <a:pt x="164" y="314"/>
                  </a:cubicBezTo>
                  <a:cubicBezTo>
                    <a:pt x="186" y="314"/>
                    <a:pt x="209" y="310"/>
                    <a:pt x="229" y="301"/>
                  </a:cubicBezTo>
                  <a:cubicBezTo>
                    <a:pt x="288" y="279"/>
                    <a:pt x="341" y="211"/>
                    <a:pt x="337" y="144"/>
                  </a:cubicBezTo>
                  <a:cubicBezTo>
                    <a:pt x="329" y="77"/>
                    <a:pt x="288" y="37"/>
                    <a:pt x="255" y="18"/>
                  </a:cubicBezTo>
                  <a:cubicBezTo>
                    <a:pt x="230" y="5"/>
                    <a:pt x="208" y="0"/>
                    <a:pt x="18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6"/>
            <p:cNvSpPr/>
            <p:nvPr/>
          </p:nvSpPr>
          <p:spPr>
            <a:xfrm>
              <a:off x="7914803" y="2402733"/>
              <a:ext cx="12460" cy="5533"/>
            </a:xfrm>
            <a:custGeom>
              <a:avLst/>
              <a:gdLst/>
              <a:ahLst/>
              <a:cxnLst/>
              <a:rect l="l" t="t" r="r" b="b"/>
              <a:pathLst>
                <a:path w="304" h="135" extrusionOk="0">
                  <a:moveTo>
                    <a:pt x="212" y="0"/>
                  </a:moveTo>
                  <a:cubicBezTo>
                    <a:pt x="190" y="0"/>
                    <a:pt x="165" y="3"/>
                    <a:pt x="139" y="9"/>
                  </a:cubicBezTo>
                  <a:cubicBezTo>
                    <a:pt x="61" y="28"/>
                    <a:pt x="1" y="69"/>
                    <a:pt x="9" y="99"/>
                  </a:cubicBezTo>
                  <a:cubicBezTo>
                    <a:pt x="14" y="121"/>
                    <a:pt x="47" y="134"/>
                    <a:pt x="93" y="134"/>
                  </a:cubicBezTo>
                  <a:cubicBezTo>
                    <a:pt x="115" y="134"/>
                    <a:pt x="140" y="131"/>
                    <a:pt x="166" y="125"/>
                  </a:cubicBezTo>
                  <a:cubicBezTo>
                    <a:pt x="247" y="106"/>
                    <a:pt x="304" y="65"/>
                    <a:pt x="296" y="35"/>
                  </a:cubicBezTo>
                  <a:cubicBezTo>
                    <a:pt x="291" y="13"/>
                    <a:pt x="257" y="0"/>
                    <a:pt x="21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46"/>
            <p:cNvSpPr/>
            <p:nvPr/>
          </p:nvSpPr>
          <p:spPr>
            <a:xfrm>
              <a:off x="7913737" y="2393143"/>
              <a:ext cx="5246" cy="4017"/>
            </a:xfrm>
            <a:custGeom>
              <a:avLst/>
              <a:gdLst/>
              <a:ahLst/>
              <a:cxnLst/>
              <a:rect l="l" t="t" r="r" b="b"/>
              <a:pathLst>
                <a:path w="128" h="98" extrusionOk="0">
                  <a:moveTo>
                    <a:pt x="128" y="0"/>
                  </a:moveTo>
                  <a:lnTo>
                    <a:pt x="64" y="49"/>
                  </a:lnTo>
                  <a:cubicBezTo>
                    <a:pt x="86" y="33"/>
                    <a:pt x="107" y="17"/>
                    <a:pt x="128" y="0"/>
                  </a:cubicBezTo>
                  <a:close/>
                  <a:moveTo>
                    <a:pt x="64" y="49"/>
                  </a:moveTo>
                  <a:cubicBezTo>
                    <a:pt x="43" y="65"/>
                    <a:pt x="21" y="81"/>
                    <a:pt x="1" y="97"/>
                  </a:cubicBezTo>
                  <a:lnTo>
                    <a:pt x="64" y="49"/>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6"/>
            <p:cNvSpPr/>
            <p:nvPr/>
          </p:nvSpPr>
          <p:spPr>
            <a:xfrm>
              <a:off x="7482641" y="2523028"/>
              <a:ext cx="6353" cy="9099"/>
            </a:xfrm>
            <a:custGeom>
              <a:avLst/>
              <a:gdLst/>
              <a:ahLst/>
              <a:cxnLst/>
              <a:rect l="l" t="t" r="r" b="b"/>
              <a:pathLst>
                <a:path w="155" h="222" extrusionOk="0">
                  <a:moveTo>
                    <a:pt x="102" y="0"/>
                  </a:moveTo>
                  <a:cubicBezTo>
                    <a:pt x="70" y="0"/>
                    <a:pt x="36" y="39"/>
                    <a:pt x="20" y="92"/>
                  </a:cubicBezTo>
                  <a:cubicBezTo>
                    <a:pt x="1" y="152"/>
                    <a:pt x="12" y="208"/>
                    <a:pt x="42" y="219"/>
                  </a:cubicBezTo>
                  <a:cubicBezTo>
                    <a:pt x="46" y="220"/>
                    <a:pt x="50" y="221"/>
                    <a:pt x="54" y="221"/>
                  </a:cubicBezTo>
                  <a:cubicBezTo>
                    <a:pt x="84" y="221"/>
                    <a:pt x="119" y="183"/>
                    <a:pt x="135" y="129"/>
                  </a:cubicBezTo>
                  <a:cubicBezTo>
                    <a:pt x="154" y="69"/>
                    <a:pt x="142" y="14"/>
                    <a:pt x="113" y="2"/>
                  </a:cubicBezTo>
                  <a:cubicBezTo>
                    <a:pt x="109" y="1"/>
                    <a:pt x="106" y="0"/>
                    <a:pt x="1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6"/>
            <p:cNvSpPr/>
            <p:nvPr/>
          </p:nvSpPr>
          <p:spPr>
            <a:xfrm>
              <a:off x="7490429" y="2544259"/>
              <a:ext cx="14592" cy="13567"/>
            </a:xfrm>
            <a:custGeom>
              <a:avLst/>
              <a:gdLst/>
              <a:ahLst/>
              <a:cxnLst/>
              <a:rect l="l" t="t" r="r" b="b"/>
              <a:pathLst>
                <a:path w="356" h="331" extrusionOk="0">
                  <a:moveTo>
                    <a:pt x="190" y="0"/>
                  </a:moveTo>
                  <a:cubicBezTo>
                    <a:pt x="146" y="0"/>
                    <a:pt x="123" y="25"/>
                    <a:pt x="128" y="34"/>
                  </a:cubicBezTo>
                  <a:cubicBezTo>
                    <a:pt x="135" y="49"/>
                    <a:pt x="173" y="52"/>
                    <a:pt x="206" y="86"/>
                  </a:cubicBezTo>
                  <a:cubicBezTo>
                    <a:pt x="244" y="123"/>
                    <a:pt x="251" y="175"/>
                    <a:pt x="195" y="201"/>
                  </a:cubicBezTo>
                  <a:cubicBezTo>
                    <a:pt x="181" y="209"/>
                    <a:pt x="168" y="212"/>
                    <a:pt x="157" y="212"/>
                  </a:cubicBezTo>
                  <a:cubicBezTo>
                    <a:pt x="122" y="212"/>
                    <a:pt x="100" y="182"/>
                    <a:pt x="94" y="146"/>
                  </a:cubicBezTo>
                  <a:cubicBezTo>
                    <a:pt x="83" y="97"/>
                    <a:pt x="106" y="67"/>
                    <a:pt x="94" y="52"/>
                  </a:cubicBezTo>
                  <a:cubicBezTo>
                    <a:pt x="93" y="49"/>
                    <a:pt x="90" y="47"/>
                    <a:pt x="84" y="47"/>
                  </a:cubicBezTo>
                  <a:cubicBezTo>
                    <a:pt x="65" y="47"/>
                    <a:pt x="23" y="72"/>
                    <a:pt x="9" y="142"/>
                  </a:cubicBezTo>
                  <a:cubicBezTo>
                    <a:pt x="1" y="179"/>
                    <a:pt x="4" y="239"/>
                    <a:pt x="54" y="287"/>
                  </a:cubicBezTo>
                  <a:cubicBezTo>
                    <a:pt x="82" y="316"/>
                    <a:pt x="124" y="331"/>
                    <a:pt x="167" y="331"/>
                  </a:cubicBezTo>
                  <a:cubicBezTo>
                    <a:pt x="196" y="331"/>
                    <a:pt x="225" y="324"/>
                    <a:pt x="251" y="310"/>
                  </a:cubicBezTo>
                  <a:cubicBezTo>
                    <a:pt x="311" y="280"/>
                    <a:pt x="356" y="206"/>
                    <a:pt x="345" y="139"/>
                  </a:cubicBezTo>
                  <a:cubicBezTo>
                    <a:pt x="333" y="71"/>
                    <a:pt x="289" y="34"/>
                    <a:pt x="251" y="15"/>
                  </a:cubicBezTo>
                  <a:cubicBezTo>
                    <a:pt x="228" y="4"/>
                    <a:pt x="207" y="0"/>
                    <a:pt x="19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6"/>
            <p:cNvSpPr/>
            <p:nvPr/>
          </p:nvSpPr>
          <p:spPr>
            <a:xfrm>
              <a:off x="7498134" y="2571023"/>
              <a:ext cx="12132" cy="6517"/>
            </a:xfrm>
            <a:custGeom>
              <a:avLst/>
              <a:gdLst/>
              <a:ahLst/>
              <a:cxnLst/>
              <a:rect l="l" t="t" r="r" b="b"/>
              <a:pathLst>
                <a:path w="296" h="159" extrusionOk="0">
                  <a:moveTo>
                    <a:pt x="68" y="1"/>
                  </a:moveTo>
                  <a:cubicBezTo>
                    <a:pt x="38" y="1"/>
                    <a:pt x="17" y="8"/>
                    <a:pt x="11" y="23"/>
                  </a:cubicBezTo>
                  <a:cubicBezTo>
                    <a:pt x="0" y="53"/>
                    <a:pt x="49" y="105"/>
                    <a:pt x="123" y="135"/>
                  </a:cubicBezTo>
                  <a:cubicBezTo>
                    <a:pt x="161" y="151"/>
                    <a:pt x="200" y="159"/>
                    <a:pt x="230" y="159"/>
                  </a:cubicBezTo>
                  <a:cubicBezTo>
                    <a:pt x="258" y="159"/>
                    <a:pt x="278" y="152"/>
                    <a:pt x="284" y="135"/>
                  </a:cubicBezTo>
                  <a:cubicBezTo>
                    <a:pt x="295" y="105"/>
                    <a:pt x="247" y="57"/>
                    <a:pt x="171" y="23"/>
                  </a:cubicBezTo>
                  <a:cubicBezTo>
                    <a:pt x="134" y="8"/>
                    <a:pt x="97" y="1"/>
                    <a:pt x="6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46"/>
            <p:cNvSpPr/>
            <p:nvPr/>
          </p:nvSpPr>
          <p:spPr>
            <a:xfrm>
              <a:off x="7503913" y="2591311"/>
              <a:ext cx="9878" cy="5574"/>
            </a:xfrm>
            <a:custGeom>
              <a:avLst/>
              <a:gdLst/>
              <a:ahLst/>
              <a:cxnLst/>
              <a:rect l="l" t="t" r="r" b="b"/>
              <a:pathLst>
                <a:path w="241" h="136" extrusionOk="0">
                  <a:moveTo>
                    <a:pt x="82" y="1"/>
                  </a:moveTo>
                  <a:cubicBezTo>
                    <a:pt x="47" y="1"/>
                    <a:pt x="19" y="12"/>
                    <a:pt x="12" y="32"/>
                  </a:cubicBezTo>
                  <a:cubicBezTo>
                    <a:pt x="1" y="66"/>
                    <a:pt x="42" y="107"/>
                    <a:pt x="101" y="125"/>
                  </a:cubicBezTo>
                  <a:cubicBezTo>
                    <a:pt x="123" y="132"/>
                    <a:pt x="144" y="136"/>
                    <a:pt x="163" y="136"/>
                  </a:cubicBezTo>
                  <a:cubicBezTo>
                    <a:pt x="196" y="136"/>
                    <a:pt x="222" y="125"/>
                    <a:pt x="229" y="103"/>
                  </a:cubicBezTo>
                  <a:cubicBezTo>
                    <a:pt x="240" y="73"/>
                    <a:pt x="199" y="32"/>
                    <a:pt x="139" y="10"/>
                  </a:cubicBezTo>
                  <a:cubicBezTo>
                    <a:pt x="119" y="4"/>
                    <a:pt x="100" y="1"/>
                    <a:pt x="8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6"/>
            <p:cNvSpPr/>
            <p:nvPr/>
          </p:nvSpPr>
          <p:spPr>
            <a:xfrm>
              <a:off x="7512192" y="2608361"/>
              <a:ext cx="8034" cy="10042"/>
            </a:xfrm>
            <a:custGeom>
              <a:avLst/>
              <a:gdLst/>
              <a:ahLst/>
              <a:cxnLst/>
              <a:rect l="l" t="t" r="r" b="b"/>
              <a:pathLst>
                <a:path w="196" h="245" extrusionOk="0">
                  <a:moveTo>
                    <a:pt x="152" y="0"/>
                  </a:moveTo>
                  <a:cubicBezTo>
                    <a:pt x="121" y="0"/>
                    <a:pt x="77" y="37"/>
                    <a:pt x="45" y="90"/>
                  </a:cubicBezTo>
                  <a:cubicBezTo>
                    <a:pt x="8" y="158"/>
                    <a:pt x="1" y="225"/>
                    <a:pt x="30" y="240"/>
                  </a:cubicBezTo>
                  <a:cubicBezTo>
                    <a:pt x="34" y="243"/>
                    <a:pt x="40" y="245"/>
                    <a:pt x="45" y="245"/>
                  </a:cubicBezTo>
                  <a:cubicBezTo>
                    <a:pt x="74" y="245"/>
                    <a:pt x="119" y="207"/>
                    <a:pt x="150" y="154"/>
                  </a:cubicBezTo>
                  <a:cubicBezTo>
                    <a:pt x="187" y="87"/>
                    <a:pt x="195" y="20"/>
                    <a:pt x="168" y="4"/>
                  </a:cubicBezTo>
                  <a:cubicBezTo>
                    <a:pt x="163" y="1"/>
                    <a:pt x="158" y="0"/>
                    <a:pt x="1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46"/>
            <p:cNvSpPr/>
            <p:nvPr/>
          </p:nvSpPr>
          <p:spPr>
            <a:xfrm>
              <a:off x="7517398" y="2618977"/>
              <a:ext cx="18731" cy="16026"/>
            </a:xfrm>
            <a:custGeom>
              <a:avLst/>
              <a:gdLst/>
              <a:ahLst/>
              <a:cxnLst/>
              <a:rect l="l" t="t" r="r" b="b"/>
              <a:pathLst>
                <a:path w="457" h="391" extrusionOk="0">
                  <a:moveTo>
                    <a:pt x="229" y="0"/>
                  </a:moveTo>
                  <a:cubicBezTo>
                    <a:pt x="146" y="0"/>
                    <a:pt x="111" y="57"/>
                    <a:pt x="124" y="64"/>
                  </a:cubicBezTo>
                  <a:cubicBezTo>
                    <a:pt x="126" y="66"/>
                    <a:pt x="130" y="66"/>
                    <a:pt x="135" y="66"/>
                  </a:cubicBezTo>
                  <a:cubicBezTo>
                    <a:pt x="143" y="66"/>
                    <a:pt x="153" y="65"/>
                    <a:pt x="166" y="65"/>
                  </a:cubicBezTo>
                  <a:cubicBezTo>
                    <a:pt x="188" y="65"/>
                    <a:pt x="216" y="69"/>
                    <a:pt x="247" y="90"/>
                  </a:cubicBezTo>
                  <a:cubicBezTo>
                    <a:pt x="318" y="123"/>
                    <a:pt x="355" y="228"/>
                    <a:pt x="262" y="261"/>
                  </a:cubicBezTo>
                  <a:cubicBezTo>
                    <a:pt x="244" y="268"/>
                    <a:pt x="225" y="272"/>
                    <a:pt x="207" y="272"/>
                  </a:cubicBezTo>
                  <a:cubicBezTo>
                    <a:pt x="180" y="272"/>
                    <a:pt x="155" y="264"/>
                    <a:pt x="139" y="250"/>
                  </a:cubicBezTo>
                  <a:cubicBezTo>
                    <a:pt x="113" y="228"/>
                    <a:pt x="108" y="183"/>
                    <a:pt x="120" y="164"/>
                  </a:cubicBezTo>
                  <a:cubicBezTo>
                    <a:pt x="123" y="149"/>
                    <a:pt x="141" y="144"/>
                    <a:pt x="157" y="144"/>
                  </a:cubicBezTo>
                  <a:cubicBezTo>
                    <a:pt x="161" y="144"/>
                    <a:pt x="165" y="144"/>
                    <a:pt x="169" y="145"/>
                  </a:cubicBezTo>
                  <a:cubicBezTo>
                    <a:pt x="187" y="149"/>
                    <a:pt x="195" y="160"/>
                    <a:pt x="203" y="160"/>
                  </a:cubicBezTo>
                  <a:cubicBezTo>
                    <a:pt x="210" y="160"/>
                    <a:pt x="220" y="138"/>
                    <a:pt x="198" y="108"/>
                  </a:cubicBezTo>
                  <a:cubicBezTo>
                    <a:pt x="185" y="95"/>
                    <a:pt x="159" y="80"/>
                    <a:pt x="127" y="80"/>
                  </a:cubicBezTo>
                  <a:cubicBezTo>
                    <a:pt x="104" y="80"/>
                    <a:pt x="78" y="88"/>
                    <a:pt x="53" y="112"/>
                  </a:cubicBezTo>
                  <a:cubicBezTo>
                    <a:pt x="4" y="164"/>
                    <a:pt x="1" y="257"/>
                    <a:pt x="60" y="324"/>
                  </a:cubicBezTo>
                  <a:cubicBezTo>
                    <a:pt x="100" y="369"/>
                    <a:pt x="156" y="390"/>
                    <a:pt x="215" y="390"/>
                  </a:cubicBezTo>
                  <a:cubicBezTo>
                    <a:pt x="246" y="390"/>
                    <a:pt x="277" y="384"/>
                    <a:pt x="307" y="373"/>
                  </a:cubicBezTo>
                  <a:cubicBezTo>
                    <a:pt x="396" y="347"/>
                    <a:pt x="456" y="231"/>
                    <a:pt x="427" y="149"/>
                  </a:cubicBezTo>
                  <a:cubicBezTo>
                    <a:pt x="396" y="64"/>
                    <a:pt x="333" y="26"/>
                    <a:pt x="281" y="7"/>
                  </a:cubicBezTo>
                  <a:cubicBezTo>
                    <a:pt x="262" y="2"/>
                    <a:pt x="245" y="0"/>
                    <a:pt x="22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6"/>
            <p:cNvSpPr/>
            <p:nvPr/>
          </p:nvSpPr>
          <p:spPr>
            <a:xfrm>
              <a:off x="7528423" y="2645413"/>
              <a:ext cx="8607" cy="7050"/>
            </a:xfrm>
            <a:custGeom>
              <a:avLst/>
              <a:gdLst/>
              <a:ahLst/>
              <a:cxnLst/>
              <a:rect l="l" t="t" r="r" b="b"/>
              <a:pathLst>
                <a:path w="210" h="172" extrusionOk="0">
                  <a:moveTo>
                    <a:pt x="156" y="1"/>
                  </a:moveTo>
                  <a:cubicBezTo>
                    <a:pt x="130" y="1"/>
                    <a:pt x="96" y="15"/>
                    <a:pt x="64" y="42"/>
                  </a:cubicBezTo>
                  <a:cubicBezTo>
                    <a:pt x="19" y="83"/>
                    <a:pt x="1" y="136"/>
                    <a:pt x="23" y="158"/>
                  </a:cubicBezTo>
                  <a:cubicBezTo>
                    <a:pt x="31" y="167"/>
                    <a:pt x="44" y="172"/>
                    <a:pt x="58" y="172"/>
                  </a:cubicBezTo>
                  <a:cubicBezTo>
                    <a:pt x="84" y="172"/>
                    <a:pt x="117" y="158"/>
                    <a:pt x="146" y="131"/>
                  </a:cubicBezTo>
                  <a:cubicBezTo>
                    <a:pt x="191" y="91"/>
                    <a:pt x="210" y="38"/>
                    <a:pt x="187" y="12"/>
                  </a:cubicBezTo>
                  <a:cubicBezTo>
                    <a:pt x="180" y="4"/>
                    <a:pt x="169" y="1"/>
                    <a:pt x="15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6"/>
            <p:cNvSpPr/>
            <p:nvPr/>
          </p:nvSpPr>
          <p:spPr>
            <a:xfrm>
              <a:off x="7533628" y="2662053"/>
              <a:ext cx="8935" cy="8116"/>
            </a:xfrm>
            <a:custGeom>
              <a:avLst/>
              <a:gdLst/>
              <a:ahLst/>
              <a:cxnLst/>
              <a:rect l="l" t="t" r="r" b="b"/>
              <a:pathLst>
                <a:path w="218" h="198" extrusionOk="0">
                  <a:moveTo>
                    <a:pt x="170" y="1"/>
                  </a:moveTo>
                  <a:cubicBezTo>
                    <a:pt x="142" y="1"/>
                    <a:pt x="100" y="22"/>
                    <a:pt x="67" y="58"/>
                  </a:cubicBezTo>
                  <a:cubicBezTo>
                    <a:pt x="19" y="106"/>
                    <a:pt x="0" y="166"/>
                    <a:pt x="26" y="189"/>
                  </a:cubicBezTo>
                  <a:cubicBezTo>
                    <a:pt x="32" y="195"/>
                    <a:pt x="41" y="197"/>
                    <a:pt x="51" y="197"/>
                  </a:cubicBezTo>
                  <a:cubicBezTo>
                    <a:pt x="79" y="197"/>
                    <a:pt x="121" y="176"/>
                    <a:pt x="153" y="140"/>
                  </a:cubicBezTo>
                  <a:cubicBezTo>
                    <a:pt x="202" y="92"/>
                    <a:pt x="217" y="32"/>
                    <a:pt x="195" y="9"/>
                  </a:cubicBezTo>
                  <a:cubicBezTo>
                    <a:pt x="189" y="3"/>
                    <a:pt x="180" y="1"/>
                    <a:pt x="17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6"/>
            <p:cNvSpPr/>
            <p:nvPr/>
          </p:nvSpPr>
          <p:spPr>
            <a:xfrm>
              <a:off x="7630070" y="3071054"/>
              <a:ext cx="9222" cy="12501"/>
            </a:xfrm>
            <a:custGeom>
              <a:avLst/>
              <a:gdLst/>
              <a:ahLst/>
              <a:cxnLst/>
              <a:rect l="l" t="t" r="r" b="b"/>
              <a:pathLst>
                <a:path w="225" h="305" extrusionOk="0">
                  <a:moveTo>
                    <a:pt x="42" y="1"/>
                  </a:moveTo>
                  <a:cubicBezTo>
                    <a:pt x="38" y="1"/>
                    <a:pt x="34" y="1"/>
                    <a:pt x="31" y="3"/>
                  </a:cubicBezTo>
                  <a:cubicBezTo>
                    <a:pt x="0" y="18"/>
                    <a:pt x="16" y="100"/>
                    <a:pt x="60" y="182"/>
                  </a:cubicBezTo>
                  <a:cubicBezTo>
                    <a:pt x="100" y="255"/>
                    <a:pt x="154" y="304"/>
                    <a:pt x="184" y="304"/>
                  </a:cubicBezTo>
                  <a:cubicBezTo>
                    <a:pt x="188" y="304"/>
                    <a:pt x="192" y="303"/>
                    <a:pt x="195" y="302"/>
                  </a:cubicBezTo>
                  <a:cubicBezTo>
                    <a:pt x="224" y="287"/>
                    <a:pt x="214" y="205"/>
                    <a:pt x="165" y="122"/>
                  </a:cubicBezTo>
                  <a:cubicBezTo>
                    <a:pt x="126" y="50"/>
                    <a:pt x="74" y="1"/>
                    <a:pt x="4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6"/>
            <p:cNvSpPr/>
            <p:nvPr/>
          </p:nvSpPr>
          <p:spPr>
            <a:xfrm>
              <a:off x="7639579" y="3071054"/>
              <a:ext cx="7993" cy="12501"/>
            </a:xfrm>
            <a:custGeom>
              <a:avLst/>
              <a:gdLst/>
              <a:ahLst/>
              <a:cxnLst/>
              <a:rect l="l" t="t" r="r" b="b"/>
              <a:pathLst>
                <a:path w="195" h="305" extrusionOk="0">
                  <a:moveTo>
                    <a:pt x="41" y="1"/>
                  </a:moveTo>
                  <a:cubicBezTo>
                    <a:pt x="37" y="1"/>
                    <a:pt x="33" y="1"/>
                    <a:pt x="30" y="3"/>
                  </a:cubicBezTo>
                  <a:cubicBezTo>
                    <a:pt x="0" y="18"/>
                    <a:pt x="4" y="93"/>
                    <a:pt x="41" y="179"/>
                  </a:cubicBezTo>
                  <a:cubicBezTo>
                    <a:pt x="74" y="252"/>
                    <a:pt x="123" y="304"/>
                    <a:pt x="154" y="304"/>
                  </a:cubicBezTo>
                  <a:cubicBezTo>
                    <a:pt x="158" y="304"/>
                    <a:pt x="161" y="303"/>
                    <a:pt x="165" y="302"/>
                  </a:cubicBezTo>
                  <a:cubicBezTo>
                    <a:pt x="194" y="287"/>
                    <a:pt x="187" y="212"/>
                    <a:pt x="153" y="127"/>
                  </a:cubicBezTo>
                  <a:cubicBezTo>
                    <a:pt x="120" y="53"/>
                    <a:pt x="72" y="1"/>
                    <a:pt x="4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6"/>
            <p:cNvSpPr/>
            <p:nvPr/>
          </p:nvSpPr>
          <p:spPr>
            <a:xfrm>
              <a:off x="7654580" y="3087449"/>
              <a:ext cx="12583" cy="11558"/>
            </a:xfrm>
            <a:custGeom>
              <a:avLst/>
              <a:gdLst/>
              <a:ahLst/>
              <a:cxnLst/>
              <a:rect l="l" t="t" r="r" b="b"/>
              <a:pathLst>
                <a:path w="307" h="282" extrusionOk="0">
                  <a:moveTo>
                    <a:pt x="159" y="0"/>
                  </a:moveTo>
                  <a:cubicBezTo>
                    <a:pt x="111" y="0"/>
                    <a:pt x="88" y="31"/>
                    <a:pt x="97" y="41"/>
                  </a:cubicBezTo>
                  <a:cubicBezTo>
                    <a:pt x="109" y="55"/>
                    <a:pt x="138" y="55"/>
                    <a:pt x="161" y="81"/>
                  </a:cubicBezTo>
                  <a:cubicBezTo>
                    <a:pt x="187" y="111"/>
                    <a:pt x="190" y="134"/>
                    <a:pt x="157" y="156"/>
                  </a:cubicBezTo>
                  <a:cubicBezTo>
                    <a:pt x="146" y="162"/>
                    <a:pt x="137" y="165"/>
                    <a:pt x="129" y="165"/>
                  </a:cubicBezTo>
                  <a:cubicBezTo>
                    <a:pt x="112" y="165"/>
                    <a:pt x="100" y="152"/>
                    <a:pt x="90" y="126"/>
                  </a:cubicBezTo>
                  <a:cubicBezTo>
                    <a:pt x="78" y="93"/>
                    <a:pt x="93" y="63"/>
                    <a:pt x="83" y="51"/>
                  </a:cubicBezTo>
                  <a:cubicBezTo>
                    <a:pt x="82" y="48"/>
                    <a:pt x="77" y="46"/>
                    <a:pt x="71" y="46"/>
                  </a:cubicBezTo>
                  <a:cubicBezTo>
                    <a:pt x="52" y="46"/>
                    <a:pt x="16" y="66"/>
                    <a:pt x="7" y="122"/>
                  </a:cubicBezTo>
                  <a:cubicBezTo>
                    <a:pt x="0" y="160"/>
                    <a:pt x="7" y="208"/>
                    <a:pt x="49" y="249"/>
                  </a:cubicBezTo>
                  <a:cubicBezTo>
                    <a:pt x="72" y="271"/>
                    <a:pt x="105" y="281"/>
                    <a:pt x="138" y="281"/>
                  </a:cubicBezTo>
                  <a:cubicBezTo>
                    <a:pt x="168" y="281"/>
                    <a:pt x="198" y="273"/>
                    <a:pt x="221" y="257"/>
                  </a:cubicBezTo>
                  <a:cubicBezTo>
                    <a:pt x="273" y="227"/>
                    <a:pt x="307" y="160"/>
                    <a:pt x="292" y="100"/>
                  </a:cubicBezTo>
                  <a:cubicBezTo>
                    <a:pt x="273" y="44"/>
                    <a:pt x="232" y="18"/>
                    <a:pt x="198" y="7"/>
                  </a:cubicBezTo>
                  <a:cubicBezTo>
                    <a:pt x="184" y="2"/>
                    <a:pt x="170" y="0"/>
                    <a:pt x="15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6"/>
            <p:cNvSpPr/>
            <p:nvPr/>
          </p:nvSpPr>
          <p:spPr>
            <a:xfrm>
              <a:off x="7675401" y="3095236"/>
              <a:ext cx="12583" cy="9017"/>
            </a:xfrm>
            <a:custGeom>
              <a:avLst/>
              <a:gdLst/>
              <a:ahLst/>
              <a:cxnLst/>
              <a:rect l="l" t="t" r="r" b="b"/>
              <a:pathLst>
                <a:path w="307" h="220" extrusionOk="0">
                  <a:moveTo>
                    <a:pt x="256" y="0"/>
                  </a:moveTo>
                  <a:cubicBezTo>
                    <a:pt x="223" y="0"/>
                    <a:pt x="170" y="23"/>
                    <a:pt x="116" y="63"/>
                  </a:cubicBezTo>
                  <a:cubicBezTo>
                    <a:pt x="41" y="115"/>
                    <a:pt x="1" y="182"/>
                    <a:pt x="18" y="209"/>
                  </a:cubicBezTo>
                  <a:cubicBezTo>
                    <a:pt x="25" y="216"/>
                    <a:pt x="35" y="220"/>
                    <a:pt x="48" y="220"/>
                  </a:cubicBezTo>
                  <a:cubicBezTo>
                    <a:pt x="83" y="220"/>
                    <a:pt x="136" y="197"/>
                    <a:pt x="187" y="156"/>
                  </a:cubicBezTo>
                  <a:cubicBezTo>
                    <a:pt x="261" y="104"/>
                    <a:pt x="306" y="37"/>
                    <a:pt x="284" y="11"/>
                  </a:cubicBezTo>
                  <a:cubicBezTo>
                    <a:pt x="278" y="4"/>
                    <a:pt x="269" y="0"/>
                    <a:pt x="25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6"/>
            <p:cNvSpPr/>
            <p:nvPr/>
          </p:nvSpPr>
          <p:spPr>
            <a:xfrm>
              <a:off x="7687779" y="3104212"/>
              <a:ext cx="9386" cy="6066"/>
            </a:xfrm>
            <a:custGeom>
              <a:avLst/>
              <a:gdLst/>
              <a:ahLst/>
              <a:cxnLst/>
              <a:rect l="l" t="t" r="r" b="b"/>
              <a:pathLst>
                <a:path w="229" h="148" extrusionOk="0">
                  <a:moveTo>
                    <a:pt x="164" y="1"/>
                  </a:moveTo>
                  <a:cubicBezTo>
                    <a:pt x="142" y="1"/>
                    <a:pt x="115" y="7"/>
                    <a:pt x="90" y="20"/>
                  </a:cubicBezTo>
                  <a:cubicBezTo>
                    <a:pt x="35" y="46"/>
                    <a:pt x="1" y="94"/>
                    <a:pt x="16" y="125"/>
                  </a:cubicBezTo>
                  <a:cubicBezTo>
                    <a:pt x="23" y="140"/>
                    <a:pt x="42" y="147"/>
                    <a:pt x="66" y="147"/>
                  </a:cubicBezTo>
                  <a:cubicBezTo>
                    <a:pt x="88" y="147"/>
                    <a:pt x="115" y="141"/>
                    <a:pt x="142" y="128"/>
                  </a:cubicBezTo>
                  <a:cubicBezTo>
                    <a:pt x="199" y="98"/>
                    <a:pt x="228" y="53"/>
                    <a:pt x="214" y="23"/>
                  </a:cubicBezTo>
                  <a:cubicBezTo>
                    <a:pt x="206" y="8"/>
                    <a:pt x="187" y="1"/>
                    <a:pt x="16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6"/>
            <p:cNvSpPr/>
            <p:nvPr/>
          </p:nvSpPr>
          <p:spPr>
            <a:xfrm>
              <a:off x="7706428" y="3110647"/>
              <a:ext cx="5738" cy="9550"/>
            </a:xfrm>
            <a:custGeom>
              <a:avLst/>
              <a:gdLst/>
              <a:ahLst/>
              <a:cxnLst/>
              <a:rect l="l" t="t" r="r" b="b"/>
              <a:pathLst>
                <a:path w="140" h="233" extrusionOk="0">
                  <a:moveTo>
                    <a:pt x="57" y="1"/>
                  </a:moveTo>
                  <a:cubicBezTo>
                    <a:pt x="56" y="1"/>
                    <a:pt x="55" y="1"/>
                    <a:pt x="54" y="1"/>
                  </a:cubicBezTo>
                  <a:cubicBezTo>
                    <a:pt x="20" y="4"/>
                    <a:pt x="1" y="61"/>
                    <a:pt x="9" y="125"/>
                  </a:cubicBezTo>
                  <a:cubicBezTo>
                    <a:pt x="19" y="185"/>
                    <a:pt x="51" y="232"/>
                    <a:pt x="83" y="232"/>
                  </a:cubicBezTo>
                  <a:cubicBezTo>
                    <a:pt x="84" y="232"/>
                    <a:pt x="86" y="232"/>
                    <a:pt x="87" y="232"/>
                  </a:cubicBezTo>
                  <a:cubicBezTo>
                    <a:pt x="121" y="229"/>
                    <a:pt x="140" y="173"/>
                    <a:pt x="128" y="109"/>
                  </a:cubicBezTo>
                  <a:cubicBezTo>
                    <a:pt x="121" y="48"/>
                    <a:pt x="89" y="1"/>
                    <a:pt x="5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6"/>
            <p:cNvSpPr/>
            <p:nvPr/>
          </p:nvSpPr>
          <p:spPr>
            <a:xfrm>
              <a:off x="7727741" y="3117779"/>
              <a:ext cx="14264" cy="13157"/>
            </a:xfrm>
            <a:custGeom>
              <a:avLst/>
              <a:gdLst/>
              <a:ahLst/>
              <a:cxnLst/>
              <a:rect l="l" t="t" r="r" b="b"/>
              <a:pathLst>
                <a:path w="348" h="321" extrusionOk="0">
                  <a:moveTo>
                    <a:pt x="177" y="1"/>
                  </a:moveTo>
                  <a:cubicBezTo>
                    <a:pt x="115" y="1"/>
                    <a:pt x="89" y="41"/>
                    <a:pt x="101" y="47"/>
                  </a:cubicBezTo>
                  <a:cubicBezTo>
                    <a:pt x="108" y="63"/>
                    <a:pt x="146" y="55"/>
                    <a:pt x="184" y="85"/>
                  </a:cubicBezTo>
                  <a:cubicBezTo>
                    <a:pt x="221" y="115"/>
                    <a:pt x="236" y="159"/>
                    <a:pt x="187" y="189"/>
                  </a:cubicBezTo>
                  <a:cubicBezTo>
                    <a:pt x="173" y="197"/>
                    <a:pt x="160" y="201"/>
                    <a:pt x="148" y="201"/>
                  </a:cubicBezTo>
                  <a:cubicBezTo>
                    <a:pt x="118" y="201"/>
                    <a:pt x="98" y="176"/>
                    <a:pt x="91" y="141"/>
                  </a:cubicBezTo>
                  <a:cubicBezTo>
                    <a:pt x="82" y="96"/>
                    <a:pt x="105" y="66"/>
                    <a:pt x="94" y="51"/>
                  </a:cubicBezTo>
                  <a:cubicBezTo>
                    <a:pt x="94" y="47"/>
                    <a:pt x="90" y="45"/>
                    <a:pt x="84" y="45"/>
                  </a:cubicBezTo>
                  <a:cubicBezTo>
                    <a:pt x="64" y="45"/>
                    <a:pt x="20" y="68"/>
                    <a:pt x="8" y="137"/>
                  </a:cubicBezTo>
                  <a:cubicBezTo>
                    <a:pt x="1" y="178"/>
                    <a:pt x="5" y="234"/>
                    <a:pt x="53" y="282"/>
                  </a:cubicBezTo>
                  <a:cubicBezTo>
                    <a:pt x="80" y="308"/>
                    <a:pt x="117" y="320"/>
                    <a:pt x="154" y="320"/>
                  </a:cubicBezTo>
                  <a:cubicBezTo>
                    <a:pt x="188" y="320"/>
                    <a:pt x="222" y="310"/>
                    <a:pt x="251" y="290"/>
                  </a:cubicBezTo>
                  <a:cubicBezTo>
                    <a:pt x="307" y="256"/>
                    <a:pt x="348" y="178"/>
                    <a:pt x="325" y="111"/>
                  </a:cubicBezTo>
                  <a:cubicBezTo>
                    <a:pt x="307" y="47"/>
                    <a:pt x="255" y="18"/>
                    <a:pt x="217" y="6"/>
                  </a:cubicBezTo>
                  <a:cubicBezTo>
                    <a:pt x="202" y="2"/>
                    <a:pt x="189" y="1"/>
                    <a:pt x="17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6"/>
            <p:cNvSpPr/>
            <p:nvPr/>
          </p:nvSpPr>
          <p:spPr>
            <a:xfrm>
              <a:off x="7747045" y="3129378"/>
              <a:ext cx="11354" cy="9099"/>
            </a:xfrm>
            <a:custGeom>
              <a:avLst/>
              <a:gdLst/>
              <a:ahLst/>
              <a:cxnLst/>
              <a:rect l="l" t="t" r="r" b="b"/>
              <a:pathLst>
                <a:path w="277" h="222" extrusionOk="0">
                  <a:moveTo>
                    <a:pt x="227" y="1"/>
                  </a:moveTo>
                  <a:cubicBezTo>
                    <a:pt x="195" y="1"/>
                    <a:pt x="144" y="26"/>
                    <a:pt x="97" y="66"/>
                  </a:cubicBezTo>
                  <a:cubicBezTo>
                    <a:pt x="34" y="119"/>
                    <a:pt x="1" y="187"/>
                    <a:pt x="23" y="213"/>
                  </a:cubicBezTo>
                  <a:cubicBezTo>
                    <a:pt x="28" y="218"/>
                    <a:pt x="36" y="221"/>
                    <a:pt x="46" y="221"/>
                  </a:cubicBezTo>
                  <a:cubicBezTo>
                    <a:pt x="77" y="221"/>
                    <a:pt x="129" y="198"/>
                    <a:pt x="175" y="156"/>
                  </a:cubicBezTo>
                  <a:cubicBezTo>
                    <a:pt x="239" y="100"/>
                    <a:pt x="277" y="37"/>
                    <a:pt x="254" y="11"/>
                  </a:cubicBezTo>
                  <a:cubicBezTo>
                    <a:pt x="248" y="4"/>
                    <a:pt x="239" y="1"/>
                    <a:pt x="22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6"/>
            <p:cNvSpPr/>
            <p:nvPr/>
          </p:nvSpPr>
          <p:spPr>
            <a:xfrm>
              <a:off x="7763399" y="3139419"/>
              <a:ext cx="11968" cy="6886"/>
            </a:xfrm>
            <a:custGeom>
              <a:avLst/>
              <a:gdLst/>
              <a:ahLst/>
              <a:cxnLst/>
              <a:rect l="l" t="t" r="r" b="b"/>
              <a:pathLst>
                <a:path w="292" h="168" extrusionOk="0">
                  <a:moveTo>
                    <a:pt x="235" y="1"/>
                  </a:moveTo>
                  <a:cubicBezTo>
                    <a:pt x="206" y="1"/>
                    <a:pt x="164" y="17"/>
                    <a:pt x="121" y="35"/>
                  </a:cubicBezTo>
                  <a:cubicBezTo>
                    <a:pt x="53" y="64"/>
                    <a:pt x="0" y="98"/>
                    <a:pt x="0" y="132"/>
                  </a:cubicBezTo>
                  <a:cubicBezTo>
                    <a:pt x="3" y="152"/>
                    <a:pt x="33" y="168"/>
                    <a:pt x="76" y="168"/>
                  </a:cubicBezTo>
                  <a:cubicBezTo>
                    <a:pt x="103" y="168"/>
                    <a:pt x="136" y="161"/>
                    <a:pt x="169" y="147"/>
                  </a:cubicBezTo>
                  <a:cubicBezTo>
                    <a:pt x="255" y="109"/>
                    <a:pt x="292" y="35"/>
                    <a:pt x="266" y="12"/>
                  </a:cubicBezTo>
                  <a:cubicBezTo>
                    <a:pt x="259" y="4"/>
                    <a:pt x="248" y="1"/>
                    <a:pt x="2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46"/>
            <p:cNvSpPr/>
            <p:nvPr/>
          </p:nvSpPr>
          <p:spPr>
            <a:xfrm>
              <a:off x="7782703" y="3150076"/>
              <a:ext cx="6312" cy="8484"/>
            </a:xfrm>
            <a:custGeom>
              <a:avLst/>
              <a:gdLst/>
              <a:ahLst/>
              <a:cxnLst/>
              <a:rect l="l" t="t" r="r" b="b"/>
              <a:pathLst>
                <a:path w="154" h="207" extrusionOk="0">
                  <a:moveTo>
                    <a:pt x="54" y="1"/>
                  </a:moveTo>
                  <a:cubicBezTo>
                    <a:pt x="49" y="1"/>
                    <a:pt x="45" y="1"/>
                    <a:pt x="41" y="2"/>
                  </a:cubicBezTo>
                  <a:cubicBezTo>
                    <a:pt x="12" y="14"/>
                    <a:pt x="0" y="66"/>
                    <a:pt x="19" y="122"/>
                  </a:cubicBezTo>
                  <a:cubicBezTo>
                    <a:pt x="35" y="171"/>
                    <a:pt x="69" y="206"/>
                    <a:pt x="97" y="206"/>
                  </a:cubicBezTo>
                  <a:cubicBezTo>
                    <a:pt x="101" y="206"/>
                    <a:pt x="105" y="206"/>
                    <a:pt x="109" y="204"/>
                  </a:cubicBezTo>
                  <a:cubicBezTo>
                    <a:pt x="143" y="193"/>
                    <a:pt x="153" y="141"/>
                    <a:pt x="135" y="85"/>
                  </a:cubicBezTo>
                  <a:cubicBezTo>
                    <a:pt x="119" y="35"/>
                    <a:pt x="85" y="1"/>
                    <a:pt x="5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46"/>
            <p:cNvSpPr/>
            <p:nvPr/>
          </p:nvSpPr>
          <p:spPr>
            <a:xfrm>
              <a:off x="7798647" y="3147084"/>
              <a:ext cx="13649" cy="12050"/>
            </a:xfrm>
            <a:custGeom>
              <a:avLst/>
              <a:gdLst/>
              <a:ahLst/>
              <a:cxnLst/>
              <a:rect l="l" t="t" r="r" b="b"/>
              <a:pathLst>
                <a:path w="333" h="294" extrusionOk="0">
                  <a:moveTo>
                    <a:pt x="128" y="71"/>
                  </a:moveTo>
                  <a:lnTo>
                    <a:pt x="128" y="71"/>
                  </a:lnTo>
                  <a:cubicBezTo>
                    <a:pt x="138" y="73"/>
                    <a:pt x="149" y="76"/>
                    <a:pt x="161" y="83"/>
                  </a:cubicBezTo>
                  <a:cubicBezTo>
                    <a:pt x="202" y="110"/>
                    <a:pt x="216" y="139"/>
                    <a:pt x="171" y="165"/>
                  </a:cubicBezTo>
                  <a:cubicBezTo>
                    <a:pt x="160" y="173"/>
                    <a:pt x="150" y="176"/>
                    <a:pt x="142" y="176"/>
                  </a:cubicBezTo>
                  <a:cubicBezTo>
                    <a:pt x="122" y="176"/>
                    <a:pt x="112" y="155"/>
                    <a:pt x="112" y="120"/>
                  </a:cubicBezTo>
                  <a:cubicBezTo>
                    <a:pt x="112" y="98"/>
                    <a:pt x="121" y="83"/>
                    <a:pt x="128" y="71"/>
                  </a:cubicBezTo>
                  <a:close/>
                  <a:moveTo>
                    <a:pt x="164" y="0"/>
                  </a:moveTo>
                  <a:cubicBezTo>
                    <a:pt x="115" y="0"/>
                    <a:pt x="88" y="23"/>
                    <a:pt x="78" y="42"/>
                  </a:cubicBezTo>
                  <a:lnTo>
                    <a:pt x="78" y="42"/>
                  </a:lnTo>
                  <a:cubicBezTo>
                    <a:pt x="62" y="51"/>
                    <a:pt x="46" y="66"/>
                    <a:pt x="33" y="91"/>
                  </a:cubicBezTo>
                  <a:cubicBezTo>
                    <a:pt x="14" y="127"/>
                    <a:pt x="0" y="188"/>
                    <a:pt x="45" y="244"/>
                  </a:cubicBezTo>
                  <a:cubicBezTo>
                    <a:pt x="70" y="277"/>
                    <a:pt x="111" y="293"/>
                    <a:pt x="151" y="293"/>
                  </a:cubicBezTo>
                  <a:cubicBezTo>
                    <a:pt x="182" y="293"/>
                    <a:pt x="212" y="284"/>
                    <a:pt x="235" y="266"/>
                  </a:cubicBezTo>
                  <a:cubicBezTo>
                    <a:pt x="295" y="236"/>
                    <a:pt x="333" y="150"/>
                    <a:pt x="302" y="87"/>
                  </a:cubicBezTo>
                  <a:cubicBezTo>
                    <a:pt x="273" y="23"/>
                    <a:pt x="216" y="5"/>
                    <a:pt x="179" y="1"/>
                  </a:cubicBezTo>
                  <a:cubicBezTo>
                    <a:pt x="174" y="1"/>
                    <a:pt x="169" y="0"/>
                    <a:pt x="16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46"/>
            <p:cNvSpPr/>
            <p:nvPr/>
          </p:nvSpPr>
          <p:spPr>
            <a:xfrm>
              <a:off x="7809509" y="3129378"/>
              <a:ext cx="7050" cy="7337"/>
            </a:xfrm>
            <a:custGeom>
              <a:avLst/>
              <a:gdLst/>
              <a:ahLst/>
              <a:cxnLst/>
              <a:rect l="l" t="t" r="r" b="b"/>
              <a:pathLst>
                <a:path w="172" h="179" extrusionOk="0">
                  <a:moveTo>
                    <a:pt x="50" y="1"/>
                  </a:moveTo>
                  <a:cubicBezTo>
                    <a:pt x="42" y="1"/>
                    <a:pt x="34" y="3"/>
                    <a:pt x="26" y="7"/>
                  </a:cubicBezTo>
                  <a:cubicBezTo>
                    <a:pt x="0" y="26"/>
                    <a:pt x="4" y="78"/>
                    <a:pt x="37" y="123"/>
                  </a:cubicBezTo>
                  <a:cubicBezTo>
                    <a:pt x="63" y="159"/>
                    <a:pt x="94" y="179"/>
                    <a:pt x="120" y="179"/>
                  </a:cubicBezTo>
                  <a:cubicBezTo>
                    <a:pt x="129" y="179"/>
                    <a:pt x="138" y="176"/>
                    <a:pt x="146" y="171"/>
                  </a:cubicBezTo>
                  <a:cubicBezTo>
                    <a:pt x="172" y="152"/>
                    <a:pt x="168" y="100"/>
                    <a:pt x="135" y="56"/>
                  </a:cubicBezTo>
                  <a:cubicBezTo>
                    <a:pt x="109" y="22"/>
                    <a:pt x="77" y="1"/>
                    <a:pt x="5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46"/>
            <p:cNvSpPr/>
            <p:nvPr/>
          </p:nvSpPr>
          <p:spPr>
            <a:xfrm>
              <a:off x="7815739" y="3119582"/>
              <a:ext cx="7419" cy="6558"/>
            </a:xfrm>
            <a:custGeom>
              <a:avLst/>
              <a:gdLst/>
              <a:ahLst/>
              <a:cxnLst/>
              <a:rect l="l" t="t" r="r" b="b"/>
              <a:pathLst>
                <a:path w="181" h="160" extrusionOk="0">
                  <a:moveTo>
                    <a:pt x="57" y="0"/>
                  </a:moveTo>
                  <a:cubicBezTo>
                    <a:pt x="43" y="0"/>
                    <a:pt x="32" y="5"/>
                    <a:pt x="23" y="14"/>
                  </a:cubicBezTo>
                  <a:cubicBezTo>
                    <a:pt x="1" y="37"/>
                    <a:pt x="13" y="86"/>
                    <a:pt x="46" y="123"/>
                  </a:cubicBezTo>
                  <a:cubicBezTo>
                    <a:pt x="69" y="146"/>
                    <a:pt x="97" y="159"/>
                    <a:pt x="121" y="159"/>
                  </a:cubicBezTo>
                  <a:cubicBezTo>
                    <a:pt x="135" y="159"/>
                    <a:pt x="148" y="155"/>
                    <a:pt x="158" y="145"/>
                  </a:cubicBezTo>
                  <a:cubicBezTo>
                    <a:pt x="180" y="123"/>
                    <a:pt x="169" y="74"/>
                    <a:pt x="132" y="37"/>
                  </a:cubicBezTo>
                  <a:cubicBezTo>
                    <a:pt x="109" y="13"/>
                    <a:pt x="80" y="0"/>
                    <a:pt x="5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46"/>
            <p:cNvSpPr/>
            <p:nvPr/>
          </p:nvSpPr>
          <p:spPr>
            <a:xfrm>
              <a:off x="7825288" y="3102901"/>
              <a:ext cx="11354" cy="9796"/>
            </a:xfrm>
            <a:custGeom>
              <a:avLst/>
              <a:gdLst/>
              <a:ahLst/>
              <a:cxnLst/>
              <a:rect l="l" t="t" r="r" b="b"/>
              <a:pathLst>
                <a:path w="277" h="239" extrusionOk="0">
                  <a:moveTo>
                    <a:pt x="162" y="0"/>
                  </a:moveTo>
                  <a:cubicBezTo>
                    <a:pt x="116" y="0"/>
                    <a:pt x="96" y="38"/>
                    <a:pt x="109" y="45"/>
                  </a:cubicBezTo>
                  <a:cubicBezTo>
                    <a:pt x="119" y="55"/>
                    <a:pt x="142" y="59"/>
                    <a:pt x="157" y="81"/>
                  </a:cubicBezTo>
                  <a:cubicBezTo>
                    <a:pt x="164" y="93"/>
                    <a:pt x="168" y="107"/>
                    <a:pt x="164" y="107"/>
                  </a:cubicBezTo>
                  <a:cubicBezTo>
                    <a:pt x="161" y="107"/>
                    <a:pt x="157" y="112"/>
                    <a:pt x="142" y="115"/>
                  </a:cubicBezTo>
                  <a:cubicBezTo>
                    <a:pt x="134" y="117"/>
                    <a:pt x="129" y="118"/>
                    <a:pt x="126" y="118"/>
                  </a:cubicBezTo>
                  <a:cubicBezTo>
                    <a:pt x="122" y="118"/>
                    <a:pt x="119" y="117"/>
                    <a:pt x="116" y="115"/>
                  </a:cubicBezTo>
                  <a:cubicBezTo>
                    <a:pt x="109" y="107"/>
                    <a:pt x="104" y="93"/>
                    <a:pt x="100" y="78"/>
                  </a:cubicBezTo>
                  <a:cubicBezTo>
                    <a:pt x="97" y="48"/>
                    <a:pt x="112" y="26"/>
                    <a:pt x="100" y="11"/>
                  </a:cubicBezTo>
                  <a:cubicBezTo>
                    <a:pt x="99" y="5"/>
                    <a:pt x="93" y="2"/>
                    <a:pt x="84" y="2"/>
                  </a:cubicBezTo>
                  <a:cubicBezTo>
                    <a:pt x="67" y="2"/>
                    <a:pt x="39" y="15"/>
                    <a:pt x="19" y="55"/>
                  </a:cubicBezTo>
                  <a:cubicBezTo>
                    <a:pt x="7" y="85"/>
                    <a:pt x="0" y="130"/>
                    <a:pt x="26" y="175"/>
                  </a:cubicBezTo>
                  <a:cubicBezTo>
                    <a:pt x="44" y="214"/>
                    <a:pt x="94" y="239"/>
                    <a:pt x="140" y="239"/>
                  </a:cubicBezTo>
                  <a:cubicBezTo>
                    <a:pt x="151" y="239"/>
                    <a:pt x="161" y="238"/>
                    <a:pt x="171" y="235"/>
                  </a:cubicBezTo>
                  <a:cubicBezTo>
                    <a:pt x="224" y="224"/>
                    <a:pt x="276" y="171"/>
                    <a:pt x="273" y="107"/>
                  </a:cubicBezTo>
                  <a:cubicBezTo>
                    <a:pt x="269" y="48"/>
                    <a:pt x="228" y="18"/>
                    <a:pt x="198" y="7"/>
                  </a:cubicBezTo>
                  <a:cubicBezTo>
                    <a:pt x="185" y="2"/>
                    <a:pt x="173" y="0"/>
                    <a:pt x="16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46"/>
            <p:cNvSpPr/>
            <p:nvPr/>
          </p:nvSpPr>
          <p:spPr>
            <a:xfrm>
              <a:off x="7842585" y="3113967"/>
              <a:ext cx="5533" cy="6271"/>
            </a:xfrm>
            <a:custGeom>
              <a:avLst/>
              <a:gdLst/>
              <a:ahLst/>
              <a:cxnLst/>
              <a:rect l="l" t="t" r="r" b="b"/>
              <a:pathLst>
                <a:path w="135" h="153" extrusionOk="0">
                  <a:moveTo>
                    <a:pt x="74" y="1"/>
                  </a:moveTo>
                  <a:cubicBezTo>
                    <a:pt x="44" y="1"/>
                    <a:pt x="17" y="26"/>
                    <a:pt x="7" y="61"/>
                  </a:cubicBezTo>
                  <a:cubicBezTo>
                    <a:pt x="0" y="103"/>
                    <a:pt x="18" y="144"/>
                    <a:pt x="52" y="151"/>
                  </a:cubicBezTo>
                  <a:cubicBezTo>
                    <a:pt x="55" y="152"/>
                    <a:pt x="59" y="152"/>
                    <a:pt x="62" y="152"/>
                  </a:cubicBezTo>
                  <a:cubicBezTo>
                    <a:pt x="89" y="152"/>
                    <a:pt x="117" y="124"/>
                    <a:pt x="127" y="88"/>
                  </a:cubicBezTo>
                  <a:cubicBezTo>
                    <a:pt x="135" y="47"/>
                    <a:pt x="116" y="9"/>
                    <a:pt x="85" y="2"/>
                  </a:cubicBezTo>
                  <a:cubicBezTo>
                    <a:pt x="81" y="1"/>
                    <a:pt x="77" y="1"/>
                    <a:pt x="7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46"/>
            <p:cNvSpPr/>
            <p:nvPr/>
          </p:nvSpPr>
          <p:spPr>
            <a:xfrm>
              <a:off x="7850208" y="3120730"/>
              <a:ext cx="5533" cy="7788"/>
            </a:xfrm>
            <a:custGeom>
              <a:avLst/>
              <a:gdLst/>
              <a:ahLst/>
              <a:cxnLst/>
              <a:rect l="l" t="t" r="r" b="b"/>
              <a:pathLst>
                <a:path w="135" h="190" extrusionOk="0">
                  <a:moveTo>
                    <a:pt x="71" y="1"/>
                  </a:moveTo>
                  <a:cubicBezTo>
                    <a:pt x="69" y="1"/>
                    <a:pt x="67" y="1"/>
                    <a:pt x="64" y="1"/>
                  </a:cubicBezTo>
                  <a:cubicBezTo>
                    <a:pt x="34" y="9"/>
                    <a:pt x="11" y="46"/>
                    <a:pt x="4" y="87"/>
                  </a:cubicBezTo>
                  <a:cubicBezTo>
                    <a:pt x="1" y="125"/>
                    <a:pt x="4" y="165"/>
                    <a:pt x="30" y="184"/>
                  </a:cubicBezTo>
                  <a:cubicBezTo>
                    <a:pt x="35" y="188"/>
                    <a:pt x="42" y="190"/>
                    <a:pt x="49" y="190"/>
                  </a:cubicBezTo>
                  <a:cubicBezTo>
                    <a:pt x="77" y="190"/>
                    <a:pt x="115" y="160"/>
                    <a:pt x="124" y="106"/>
                  </a:cubicBezTo>
                  <a:cubicBezTo>
                    <a:pt x="134" y="47"/>
                    <a:pt x="102" y="1"/>
                    <a:pt x="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46"/>
            <p:cNvSpPr/>
            <p:nvPr/>
          </p:nvSpPr>
          <p:spPr>
            <a:xfrm>
              <a:off x="7853323" y="3135362"/>
              <a:ext cx="8402" cy="5164"/>
            </a:xfrm>
            <a:custGeom>
              <a:avLst/>
              <a:gdLst/>
              <a:ahLst/>
              <a:cxnLst/>
              <a:rect l="l" t="t" r="r" b="b"/>
              <a:pathLst>
                <a:path w="205" h="126" extrusionOk="0">
                  <a:moveTo>
                    <a:pt x="89" y="1"/>
                  </a:moveTo>
                  <a:cubicBezTo>
                    <a:pt x="37" y="1"/>
                    <a:pt x="0" y="33"/>
                    <a:pt x="7" y="63"/>
                  </a:cubicBezTo>
                  <a:cubicBezTo>
                    <a:pt x="11" y="93"/>
                    <a:pt x="48" y="115"/>
                    <a:pt x="89" y="122"/>
                  </a:cubicBezTo>
                  <a:cubicBezTo>
                    <a:pt x="99" y="124"/>
                    <a:pt x="109" y="125"/>
                    <a:pt x="119" y="125"/>
                  </a:cubicBezTo>
                  <a:cubicBezTo>
                    <a:pt x="149" y="125"/>
                    <a:pt x="176" y="116"/>
                    <a:pt x="190" y="96"/>
                  </a:cubicBezTo>
                  <a:cubicBezTo>
                    <a:pt x="204" y="67"/>
                    <a:pt x="175" y="15"/>
                    <a:pt x="111" y="3"/>
                  </a:cubicBezTo>
                  <a:cubicBezTo>
                    <a:pt x="103" y="2"/>
                    <a:pt x="96" y="1"/>
                    <a:pt x="8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6"/>
            <p:cNvSpPr/>
            <p:nvPr/>
          </p:nvSpPr>
          <p:spPr>
            <a:xfrm>
              <a:off x="7865537" y="3146551"/>
              <a:ext cx="11968" cy="10821"/>
            </a:xfrm>
            <a:custGeom>
              <a:avLst/>
              <a:gdLst/>
              <a:ahLst/>
              <a:cxnLst/>
              <a:rect l="l" t="t" r="r" b="b"/>
              <a:pathLst>
                <a:path w="292" h="264" extrusionOk="0">
                  <a:moveTo>
                    <a:pt x="121" y="70"/>
                  </a:moveTo>
                  <a:cubicBezTo>
                    <a:pt x="128" y="74"/>
                    <a:pt x="136" y="78"/>
                    <a:pt x="142" y="85"/>
                  </a:cubicBezTo>
                  <a:cubicBezTo>
                    <a:pt x="153" y="92"/>
                    <a:pt x="165" y="107"/>
                    <a:pt x="165" y="118"/>
                  </a:cubicBezTo>
                  <a:cubicBezTo>
                    <a:pt x="161" y="126"/>
                    <a:pt x="161" y="130"/>
                    <a:pt x="146" y="140"/>
                  </a:cubicBezTo>
                  <a:cubicBezTo>
                    <a:pt x="131" y="149"/>
                    <a:pt x="123" y="145"/>
                    <a:pt x="123" y="149"/>
                  </a:cubicBezTo>
                  <a:cubicBezTo>
                    <a:pt x="116" y="149"/>
                    <a:pt x="108" y="133"/>
                    <a:pt x="108" y="118"/>
                  </a:cubicBezTo>
                  <a:cubicBezTo>
                    <a:pt x="106" y="97"/>
                    <a:pt x="115" y="83"/>
                    <a:pt x="121" y="70"/>
                  </a:cubicBezTo>
                  <a:close/>
                  <a:moveTo>
                    <a:pt x="150" y="1"/>
                  </a:moveTo>
                  <a:cubicBezTo>
                    <a:pt x="97" y="1"/>
                    <a:pt x="74" y="31"/>
                    <a:pt x="79" y="44"/>
                  </a:cubicBezTo>
                  <a:lnTo>
                    <a:pt x="79" y="44"/>
                  </a:lnTo>
                  <a:cubicBezTo>
                    <a:pt x="63" y="49"/>
                    <a:pt x="45" y="63"/>
                    <a:pt x="30" y="88"/>
                  </a:cubicBezTo>
                  <a:cubicBezTo>
                    <a:pt x="11" y="118"/>
                    <a:pt x="1" y="171"/>
                    <a:pt x="41" y="223"/>
                  </a:cubicBezTo>
                  <a:cubicBezTo>
                    <a:pt x="62" y="250"/>
                    <a:pt x="98" y="264"/>
                    <a:pt x="134" y="264"/>
                  </a:cubicBezTo>
                  <a:cubicBezTo>
                    <a:pt x="161" y="264"/>
                    <a:pt x="189" y="256"/>
                    <a:pt x="209" y="242"/>
                  </a:cubicBezTo>
                  <a:cubicBezTo>
                    <a:pt x="258" y="216"/>
                    <a:pt x="292" y="140"/>
                    <a:pt x="269" y="85"/>
                  </a:cubicBezTo>
                  <a:cubicBezTo>
                    <a:pt x="247" y="33"/>
                    <a:pt x="206" y="10"/>
                    <a:pt x="172" y="2"/>
                  </a:cubicBezTo>
                  <a:cubicBezTo>
                    <a:pt x="164" y="1"/>
                    <a:pt x="157" y="1"/>
                    <a:pt x="15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6"/>
            <p:cNvSpPr/>
            <p:nvPr/>
          </p:nvSpPr>
          <p:spPr>
            <a:xfrm>
              <a:off x="7878694" y="3161019"/>
              <a:ext cx="5246" cy="6189"/>
            </a:xfrm>
            <a:custGeom>
              <a:avLst/>
              <a:gdLst/>
              <a:ahLst/>
              <a:cxnLst/>
              <a:rect l="l" t="t" r="r" b="b"/>
              <a:pathLst>
                <a:path w="128" h="151" extrusionOk="0">
                  <a:moveTo>
                    <a:pt x="66" y="1"/>
                  </a:moveTo>
                  <a:cubicBezTo>
                    <a:pt x="35" y="1"/>
                    <a:pt x="7" y="32"/>
                    <a:pt x="4" y="72"/>
                  </a:cubicBezTo>
                  <a:cubicBezTo>
                    <a:pt x="0" y="113"/>
                    <a:pt x="23" y="146"/>
                    <a:pt x="56" y="151"/>
                  </a:cubicBezTo>
                  <a:cubicBezTo>
                    <a:pt x="58" y="151"/>
                    <a:pt x="60" y="151"/>
                    <a:pt x="61" y="151"/>
                  </a:cubicBezTo>
                  <a:cubicBezTo>
                    <a:pt x="93" y="151"/>
                    <a:pt x="120" y="121"/>
                    <a:pt x="123" y="83"/>
                  </a:cubicBezTo>
                  <a:cubicBezTo>
                    <a:pt x="128" y="42"/>
                    <a:pt x="105" y="4"/>
                    <a:pt x="71" y="1"/>
                  </a:cubicBezTo>
                  <a:cubicBezTo>
                    <a:pt x="70" y="1"/>
                    <a:pt x="68" y="1"/>
                    <a:pt x="6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6"/>
            <p:cNvSpPr/>
            <p:nvPr/>
          </p:nvSpPr>
          <p:spPr>
            <a:xfrm>
              <a:off x="7889432" y="3153765"/>
              <a:ext cx="10288" cy="5410"/>
            </a:xfrm>
            <a:custGeom>
              <a:avLst/>
              <a:gdLst/>
              <a:ahLst/>
              <a:cxnLst/>
              <a:rect l="l" t="t" r="r" b="b"/>
              <a:pathLst>
                <a:path w="251" h="132" extrusionOk="0">
                  <a:moveTo>
                    <a:pt x="90" y="0"/>
                  </a:moveTo>
                  <a:cubicBezTo>
                    <a:pt x="47" y="0"/>
                    <a:pt x="13" y="15"/>
                    <a:pt x="7" y="40"/>
                  </a:cubicBezTo>
                  <a:cubicBezTo>
                    <a:pt x="0" y="73"/>
                    <a:pt x="49" y="111"/>
                    <a:pt x="112" y="126"/>
                  </a:cubicBezTo>
                  <a:cubicBezTo>
                    <a:pt x="129" y="130"/>
                    <a:pt x="145" y="131"/>
                    <a:pt x="160" y="131"/>
                  </a:cubicBezTo>
                  <a:cubicBezTo>
                    <a:pt x="203" y="131"/>
                    <a:pt x="237" y="117"/>
                    <a:pt x="242" y="92"/>
                  </a:cubicBezTo>
                  <a:cubicBezTo>
                    <a:pt x="250" y="62"/>
                    <a:pt x="202" y="21"/>
                    <a:pt x="138" y="6"/>
                  </a:cubicBezTo>
                  <a:cubicBezTo>
                    <a:pt x="122" y="2"/>
                    <a:pt x="105" y="0"/>
                    <a:pt x="9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6"/>
            <p:cNvSpPr/>
            <p:nvPr/>
          </p:nvSpPr>
          <p:spPr>
            <a:xfrm>
              <a:off x="7903204" y="3147371"/>
              <a:ext cx="5369" cy="6968"/>
            </a:xfrm>
            <a:custGeom>
              <a:avLst/>
              <a:gdLst/>
              <a:ahLst/>
              <a:cxnLst/>
              <a:rect l="l" t="t" r="r" b="b"/>
              <a:pathLst>
                <a:path w="131" h="170" extrusionOk="0">
                  <a:moveTo>
                    <a:pt x="61" y="1"/>
                  </a:moveTo>
                  <a:cubicBezTo>
                    <a:pt x="59" y="1"/>
                    <a:pt x="58" y="1"/>
                    <a:pt x="56" y="1"/>
                  </a:cubicBezTo>
                  <a:cubicBezTo>
                    <a:pt x="26" y="5"/>
                    <a:pt x="0" y="42"/>
                    <a:pt x="8" y="91"/>
                  </a:cubicBezTo>
                  <a:cubicBezTo>
                    <a:pt x="11" y="136"/>
                    <a:pt x="41" y="170"/>
                    <a:pt x="75" y="170"/>
                  </a:cubicBezTo>
                  <a:cubicBezTo>
                    <a:pt x="104" y="165"/>
                    <a:pt x="130" y="125"/>
                    <a:pt x="127" y="80"/>
                  </a:cubicBezTo>
                  <a:cubicBezTo>
                    <a:pt x="120" y="33"/>
                    <a:pt x="93" y="1"/>
                    <a:pt x="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46"/>
            <p:cNvSpPr/>
            <p:nvPr/>
          </p:nvSpPr>
          <p:spPr>
            <a:xfrm>
              <a:off x="7916647" y="3137165"/>
              <a:ext cx="4959" cy="6886"/>
            </a:xfrm>
            <a:custGeom>
              <a:avLst/>
              <a:gdLst/>
              <a:ahLst/>
              <a:cxnLst/>
              <a:rect l="l" t="t" r="r" b="b"/>
              <a:pathLst>
                <a:path w="121" h="168" extrusionOk="0">
                  <a:moveTo>
                    <a:pt x="61" y="0"/>
                  </a:moveTo>
                  <a:cubicBezTo>
                    <a:pt x="26" y="0"/>
                    <a:pt x="0" y="38"/>
                    <a:pt x="0" y="86"/>
                  </a:cubicBezTo>
                  <a:cubicBezTo>
                    <a:pt x="0" y="131"/>
                    <a:pt x="26" y="168"/>
                    <a:pt x="61" y="168"/>
                  </a:cubicBezTo>
                  <a:cubicBezTo>
                    <a:pt x="90" y="168"/>
                    <a:pt x="121" y="131"/>
                    <a:pt x="121" y="86"/>
                  </a:cubicBezTo>
                  <a:cubicBezTo>
                    <a:pt x="121" y="38"/>
                    <a:pt x="90" y="0"/>
                    <a:pt x="6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46"/>
            <p:cNvSpPr/>
            <p:nvPr/>
          </p:nvSpPr>
          <p:spPr>
            <a:xfrm>
              <a:off x="7924148" y="3128804"/>
              <a:ext cx="12583" cy="11190"/>
            </a:xfrm>
            <a:custGeom>
              <a:avLst/>
              <a:gdLst/>
              <a:ahLst/>
              <a:cxnLst/>
              <a:rect l="l" t="t" r="r" b="b"/>
              <a:pathLst>
                <a:path w="307" h="273" extrusionOk="0">
                  <a:moveTo>
                    <a:pt x="155" y="60"/>
                  </a:moveTo>
                  <a:cubicBezTo>
                    <a:pt x="164" y="66"/>
                    <a:pt x="172" y="74"/>
                    <a:pt x="180" y="85"/>
                  </a:cubicBezTo>
                  <a:cubicBezTo>
                    <a:pt x="191" y="99"/>
                    <a:pt x="195" y="125"/>
                    <a:pt x="191" y="133"/>
                  </a:cubicBezTo>
                  <a:cubicBezTo>
                    <a:pt x="184" y="144"/>
                    <a:pt x="176" y="148"/>
                    <a:pt x="150" y="152"/>
                  </a:cubicBezTo>
                  <a:cubicBezTo>
                    <a:pt x="128" y="148"/>
                    <a:pt x="117" y="140"/>
                    <a:pt x="112" y="130"/>
                  </a:cubicBezTo>
                  <a:cubicBezTo>
                    <a:pt x="109" y="122"/>
                    <a:pt x="117" y="99"/>
                    <a:pt x="128" y="85"/>
                  </a:cubicBezTo>
                  <a:cubicBezTo>
                    <a:pt x="137" y="73"/>
                    <a:pt x="146" y="65"/>
                    <a:pt x="155" y="60"/>
                  </a:cubicBezTo>
                  <a:close/>
                  <a:moveTo>
                    <a:pt x="171" y="0"/>
                  </a:moveTo>
                  <a:cubicBezTo>
                    <a:pt x="165" y="0"/>
                    <a:pt x="159" y="1"/>
                    <a:pt x="153" y="2"/>
                  </a:cubicBezTo>
                  <a:lnTo>
                    <a:pt x="153" y="2"/>
                  </a:lnTo>
                  <a:cubicBezTo>
                    <a:pt x="148" y="1"/>
                    <a:pt x="142" y="0"/>
                    <a:pt x="135" y="0"/>
                  </a:cubicBezTo>
                  <a:cubicBezTo>
                    <a:pt x="119" y="0"/>
                    <a:pt x="100" y="4"/>
                    <a:pt x="79" y="13"/>
                  </a:cubicBezTo>
                  <a:cubicBezTo>
                    <a:pt x="45" y="32"/>
                    <a:pt x="0" y="70"/>
                    <a:pt x="5" y="140"/>
                  </a:cubicBezTo>
                  <a:cubicBezTo>
                    <a:pt x="5" y="215"/>
                    <a:pt x="79" y="271"/>
                    <a:pt x="146" y="271"/>
                  </a:cubicBezTo>
                  <a:cubicBezTo>
                    <a:pt x="150" y="272"/>
                    <a:pt x="154" y="272"/>
                    <a:pt x="158" y="272"/>
                  </a:cubicBezTo>
                  <a:cubicBezTo>
                    <a:pt x="220" y="272"/>
                    <a:pt x="292" y="222"/>
                    <a:pt x="300" y="156"/>
                  </a:cubicBezTo>
                  <a:cubicBezTo>
                    <a:pt x="307" y="85"/>
                    <a:pt x="266" y="40"/>
                    <a:pt x="236" y="21"/>
                  </a:cubicBezTo>
                  <a:cubicBezTo>
                    <a:pt x="212" y="6"/>
                    <a:pt x="190" y="0"/>
                    <a:pt x="1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6"/>
            <p:cNvSpPr/>
            <p:nvPr/>
          </p:nvSpPr>
          <p:spPr>
            <a:xfrm>
              <a:off x="7945051" y="3117738"/>
              <a:ext cx="10534" cy="5205"/>
            </a:xfrm>
            <a:custGeom>
              <a:avLst/>
              <a:gdLst/>
              <a:ahLst/>
              <a:cxnLst/>
              <a:rect l="l" t="t" r="r" b="b"/>
              <a:pathLst>
                <a:path w="257" h="127" extrusionOk="0">
                  <a:moveTo>
                    <a:pt x="109" y="1"/>
                  </a:moveTo>
                  <a:cubicBezTo>
                    <a:pt x="43" y="1"/>
                    <a:pt x="0" y="48"/>
                    <a:pt x="14" y="74"/>
                  </a:cubicBezTo>
                  <a:cubicBezTo>
                    <a:pt x="33" y="104"/>
                    <a:pt x="73" y="112"/>
                    <a:pt x="118" y="119"/>
                  </a:cubicBezTo>
                  <a:cubicBezTo>
                    <a:pt x="139" y="123"/>
                    <a:pt x="161" y="126"/>
                    <a:pt x="180" y="126"/>
                  </a:cubicBezTo>
                  <a:cubicBezTo>
                    <a:pt x="200" y="126"/>
                    <a:pt x="218" y="122"/>
                    <a:pt x="230" y="108"/>
                  </a:cubicBezTo>
                  <a:cubicBezTo>
                    <a:pt x="257" y="86"/>
                    <a:pt x="223" y="14"/>
                    <a:pt x="137" y="4"/>
                  </a:cubicBezTo>
                  <a:cubicBezTo>
                    <a:pt x="127" y="2"/>
                    <a:pt x="118" y="1"/>
                    <a:pt x="1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6"/>
            <p:cNvSpPr/>
            <p:nvPr/>
          </p:nvSpPr>
          <p:spPr>
            <a:xfrm>
              <a:off x="7955708" y="3110975"/>
              <a:ext cx="12419" cy="5410"/>
            </a:xfrm>
            <a:custGeom>
              <a:avLst/>
              <a:gdLst/>
              <a:ahLst/>
              <a:cxnLst/>
              <a:rect l="l" t="t" r="r" b="b"/>
              <a:pathLst>
                <a:path w="303" h="132" extrusionOk="0">
                  <a:moveTo>
                    <a:pt x="120" y="1"/>
                  </a:moveTo>
                  <a:cubicBezTo>
                    <a:pt x="51" y="1"/>
                    <a:pt x="1" y="32"/>
                    <a:pt x="4" y="56"/>
                  </a:cubicBezTo>
                  <a:cubicBezTo>
                    <a:pt x="11" y="90"/>
                    <a:pt x="71" y="108"/>
                    <a:pt x="138" y="124"/>
                  </a:cubicBezTo>
                  <a:cubicBezTo>
                    <a:pt x="169" y="128"/>
                    <a:pt x="198" y="132"/>
                    <a:pt x="223" y="132"/>
                  </a:cubicBezTo>
                  <a:cubicBezTo>
                    <a:pt x="255" y="132"/>
                    <a:pt x="279" y="126"/>
                    <a:pt x="288" y="108"/>
                  </a:cubicBezTo>
                  <a:cubicBezTo>
                    <a:pt x="302" y="79"/>
                    <a:pt x="250" y="19"/>
                    <a:pt x="161" y="4"/>
                  </a:cubicBezTo>
                  <a:cubicBezTo>
                    <a:pt x="147" y="2"/>
                    <a:pt x="133" y="1"/>
                    <a:pt x="12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6"/>
            <p:cNvSpPr/>
            <p:nvPr/>
          </p:nvSpPr>
          <p:spPr>
            <a:xfrm>
              <a:off x="7972512" y="3102368"/>
              <a:ext cx="5410" cy="6804"/>
            </a:xfrm>
            <a:custGeom>
              <a:avLst/>
              <a:gdLst/>
              <a:ahLst/>
              <a:cxnLst/>
              <a:rect l="l" t="t" r="r" b="b"/>
              <a:pathLst>
                <a:path w="132" h="166" extrusionOk="0">
                  <a:moveTo>
                    <a:pt x="70" y="1"/>
                  </a:moveTo>
                  <a:cubicBezTo>
                    <a:pt x="39" y="1"/>
                    <a:pt x="12" y="33"/>
                    <a:pt x="8" y="80"/>
                  </a:cubicBezTo>
                  <a:cubicBezTo>
                    <a:pt x="1" y="125"/>
                    <a:pt x="27" y="165"/>
                    <a:pt x="57" y="165"/>
                  </a:cubicBezTo>
                  <a:cubicBezTo>
                    <a:pt x="59" y="165"/>
                    <a:pt x="61" y="166"/>
                    <a:pt x="63" y="166"/>
                  </a:cubicBezTo>
                  <a:cubicBezTo>
                    <a:pt x="94" y="166"/>
                    <a:pt x="121" y="133"/>
                    <a:pt x="128" y="91"/>
                  </a:cubicBezTo>
                  <a:cubicBezTo>
                    <a:pt x="132" y="42"/>
                    <a:pt x="106" y="5"/>
                    <a:pt x="75" y="1"/>
                  </a:cubicBezTo>
                  <a:cubicBezTo>
                    <a:pt x="74" y="1"/>
                    <a:pt x="72" y="1"/>
                    <a:pt x="7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6"/>
            <p:cNvSpPr/>
            <p:nvPr/>
          </p:nvSpPr>
          <p:spPr>
            <a:xfrm>
              <a:off x="7982021" y="3089908"/>
              <a:ext cx="12747" cy="11558"/>
            </a:xfrm>
            <a:custGeom>
              <a:avLst/>
              <a:gdLst/>
              <a:ahLst/>
              <a:cxnLst/>
              <a:rect l="l" t="t" r="r" b="b"/>
              <a:pathLst>
                <a:path w="311" h="282" extrusionOk="0">
                  <a:moveTo>
                    <a:pt x="163" y="75"/>
                  </a:moveTo>
                  <a:cubicBezTo>
                    <a:pt x="166" y="77"/>
                    <a:pt x="169" y="79"/>
                    <a:pt x="172" y="81"/>
                  </a:cubicBezTo>
                  <a:cubicBezTo>
                    <a:pt x="191" y="96"/>
                    <a:pt x="195" y="111"/>
                    <a:pt x="195" y="122"/>
                  </a:cubicBezTo>
                  <a:cubicBezTo>
                    <a:pt x="191" y="141"/>
                    <a:pt x="179" y="160"/>
                    <a:pt x="169" y="160"/>
                  </a:cubicBezTo>
                  <a:cubicBezTo>
                    <a:pt x="167" y="162"/>
                    <a:pt x="164" y="163"/>
                    <a:pt x="160" y="163"/>
                  </a:cubicBezTo>
                  <a:cubicBezTo>
                    <a:pt x="150" y="163"/>
                    <a:pt x="137" y="157"/>
                    <a:pt x="131" y="148"/>
                  </a:cubicBezTo>
                  <a:cubicBezTo>
                    <a:pt x="124" y="137"/>
                    <a:pt x="120" y="129"/>
                    <a:pt x="127" y="111"/>
                  </a:cubicBezTo>
                  <a:cubicBezTo>
                    <a:pt x="136" y="92"/>
                    <a:pt x="151" y="82"/>
                    <a:pt x="163" y="75"/>
                  </a:cubicBezTo>
                  <a:close/>
                  <a:moveTo>
                    <a:pt x="176" y="0"/>
                  </a:moveTo>
                  <a:cubicBezTo>
                    <a:pt x="132" y="0"/>
                    <a:pt x="107" y="20"/>
                    <a:pt x="99" y="34"/>
                  </a:cubicBezTo>
                  <a:lnTo>
                    <a:pt x="99" y="34"/>
                  </a:lnTo>
                  <a:cubicBezTo>
                    <a:pt x="89" y="38"/>
                    <a:pt x="78" y="43"/>
                    <a:pt x="67" y="51"/>
                  </a:cubicBezTo>
                  <a:cubicBezTo>
                    <a:pt x="34" y="74"/>
                    <a:pt x="0" y="141"/>
                    <a:pt x="34" y="200"/>
                  </a:cubicBezTo>
                  <a:cubicBezTo>
                    <a:pt x="58" y="246"/>
                    <a:pt x="105" y="282"/>
                    <a:pt x="165" y="282"/>
                  </a:cubicBezTo>
                  <a:cubicBezTo>
                    <a:pt x="179" y="282"/>
                    <a:pt x="194" y="280"/>
                    <a:pt x="210" y="276"/>
                  </a:cubicBezTo>
                  <a:cubicBezTo>
                    <a:pt x="284" y="245"/>
                    <a:pt x="310" y="171"/>
                    <a:pt x="303" y="115"/>
                  </a:cubicBezTo>
                  <a:cubicBezTo>
                    <a:pt x="296" y="51"/>
                    <a:pt x="243" y="10"/>
                    <a:pt x="206" y="3"/>
                  </a:cubicBezTo>
                  <a:cubicBezTo>
                    <a:pt x="195" y="1"/>
                    <a:pt x="185" y="0"/>
                    <a:pt x="1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46"/>
            <p:cNvSpPr/>
            <p:nvPr/>
          </p:nvSpPr>
          <p:spPr>
            <a:xfrm>
              <a:off x="8000096" y="3084580"/>
              <a:ext cx="5533" cy="6886"/>
            </a:xfrm>
            <a:custGeom>
              <a:avLst/>
              <a:gdLst/>
              <a:ahLst/>
              <a:cxnLst/>
              <a:rect l="l" t="t" r="r" b="b"/>
              <a:pathLst>
                <a:path w="135" h="168" extrusionOk="0">
                  <a:moveTo>
                    <a:pt x="74" y="1"/>
                  </a:moveTo>
                  <a:cubicBezTo>
                    <a:pt x="46" y="1"/>
                    <a:pt x="18" y="33"/>
                    <a:pt x="7" y="73"/>
                  </a:cubicBezTo>
                  <a:cubicBezTo>
                    <a:pt x="0" y="118"/>
                    <a:pt x="19" y="163"/>
                    <a:pt x="52" y="166"/>
                  </a:cubicBezTo>
                  <a:cubicBezTo>
                    <a:pt x="55" y="167"/>
                    <a:pt x="58" y="167"/>
                    <a:pt x="61" y="167"/>
                  </a:cubicBezTo>
                  <a:cubicBezTo>
                    <a:pt x="89" y="167"/>
                    <a:pt x="117" y="139"/>
                    <a:pt x="128" y="95"/>
                  </a:cubicBezTo>
                  <a:cubicBezTo>
                    <a:pt x="135" y="51"/>
                    <a:pt x="116" y="6"/>
                    <a:pt x="83" y="2"/>
                  </a:cubicBezTo>
                  <a:cubicBezTo>
                    <a:pt x="80" y="1"/>
                    <a:pt x="77" y="1"/>
                    <a:pt x="7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46"/>
            <p:cNvSpPr/>
            <p:nvPr/>
          </p:nvSpPr>
          <p:spPr>
            <a:xfrm>
              <a:off x="8013703" y="3073759"/>
              <a:ext cx="5287" cy="6189"/>
            </a:xfrm>
            <a:custGeom>
              <a:avLst/>
              <a:gdLst/>
              <a:ahLst/>
              <a:cxnLst/>
              <a:rect l="l" t="t" r="r" b="b"/>
              <a:pathLst>
                <a:path w="129" h="151" extrusionOk="0">
                  <a:moveTo>
                    <a:pt x="66" y="1"/>
                  </a:moveTo>
                  <a:cubicBezTo>
                    <a:pt x="35" y="1"/>
                    <a:pt x="8" y="29"/>
                    <a:pt x="4" y="68"/>
                  </a:cubicBezTo>
                  <a:cubicBezTo>
                    <a:pt x="1" y="109"/>
                    <a:pt x="23" y="146"/>
                    <a:pt x="56" y="151"/>
                  </a:cubicBezTo>
                  <a:cubicBezTo>
                    <a:pt x="58" y="151"/>
                    <a:pt x="60" y="151"/>
                    <a:pt x="61" y="151"/>
                  </a:cubicBezTo>
                  <a:cubicBezTo>
                    <a:pt x="90" y="151"/>
                    <a:pt x="120" y="121"/>
                    <a:pt x="124" y="79"/>
                  </a:cubicBezTo>
                  <a:cubicBezTo>
                    <a:pt x="128" y="38"/>
                    <a:pt x="106" y="4"/>
                    <a:pt x="72" y="1"/>
                  </a:cubicBezTo>
                  <a:cubicBezTo>
                    <a:pt x="70" y="1"/>
                    <a:pt x="68" y="1"/>
                    <a:pt x="6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46"/>
            <p:cNvSpPr/>
            <p:nvPr/>
          </p:nvSpPr>
          <p:spPr>
            <a:xfrm>
              <a:off x="8024647" y="3064087"/>
              <a:ext cx="11313" cy="5533"/>
            </a:xfrm>
            <a:custGeom>
              <a:avLst/>
              <a:gdLst/>
              <a:ahLst/>
              <a:cxnLst/>
              <a:rect l="l" t="t" r="r" b="b"/>
              <a:pathLst>
                <a:path w="276" h="135" extrusionOk="0">
                  <a:moveTo>
                    <a:pt x="104" y="0"/>
                  </a:moveTo>
                  <a:cubicBezTo>
                    <a:pt x="44" y="0"/>
                    <a:pt x="1" y="29"/>
                    <a:pt x="6" y="54"/>
                  </a:cubicBezTo>
                  <a:cubicBezTo>
                    <a:pt x="10" y="87"/>
                    <a:pt x="63" y="110"/>
                    <a:pt x="122" y="125"/>
                  </a:cubicBezTo>
                  <a:cubicBezTo>
                    <a:pt x="151" y="130"/>
                    <a:pt x="178" y="134"/>
                    <a:pt x="201" y="134"/>
                  </a:cubicBezTo>
                  <a:cubicBezTo>
                    <a:pt x="227" y="134"/>
                    <a:pt x="247" y="129"/>
                    <a:pt x="256" y="113"/>
                  </a:cubicBezTo>
                  <a:cubicBezTo>
                    <a:pt x="275" y="87"/>
                    <a:pt x="230" y="23"/>
                    <a:pt x="148" y="6"/>
                  </a:cubicBezTo>
                  <a:cubicBezTo>
                    <a:pt x="133" y="2"/>
                    <a:pt x="118" y="0"/>
                    <a:pt x="10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6"/>
            <p:cNvSpPr/>
            <p:nvPr/>
          </p:nvSpPr>
          <p:spPr>
            <a:xfrm>
              <a:off x="8041369" y="3056135"/>
              <a:ext cx="5615" cy="6148"/>
            </a:xfrm>
            <a:custGeom>
              <a:avLst/>
              <a:gdLst/>
              <a:ahLst/>
              <a:cxnLst/>
              <a:rect l="l" t="t" r="r" b="b"/>
              <a:pathLst>
                <a:path w="137" h="150" extrusionOk="0">
                  <a:moveTo>
                    <a:pt x="84" y="0"/>
                  </a:moveTo>
                  <a:cubicBezTo>
                    <a:pt x="60" y="0"/>
                    <a:pt x="29" y="18"/>
                    <a:pt x="17" y="57"/>
                  </a:cubicBezTo>
                  <a:cubicBezTo>
                    <a:pt x="1" y="112"/>
                    <a:pt x="34" y="150"/>
                    <a:pt x="63" y="150"/>
                  </a:cubicBezTo>
                  <a:cubicBezTo>
                    <a:pt x="67" y="150"/>
                    <a:pt x="72" y="149"/>
                    <a:pt x="76" y="147"/>
                  </a:cubicBezTo>
                  <a:cubicBezTo>
                    <a:pt x="107" y="136"/>
                    <a:pt x="125" y="110"/>
                    <a:pt x="133" y="95"/>
                  </a:cubicBezTo>
                  <a:cubicBezTo>
                    <a:pt x="136" y="72"/>
                    <a:pt x="133" y="43"/>
                    <a:pt x="114" y="16"/>
                  </a:cubicBezTo>
                  <a:cubicBezTo>
                    <a:pt x="108" y="5"/>
                    <a:pt x="97" y="0"/>
                    <a:pt x="8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46"/>
            <p:cNvSpPr/>
            <p:nvPr/>
          </p:nvSpPr>
          <p:spPr>
            <a:xfrm>
              <a:off x="8053378" y="3045110"/>
              <a:ext cx="5369" cy="6189"/>
            </a:xfrm>
            <a:custGeom>
              <a:avLst/>
              <a:gdLst/>
              <a:ahLst/>
              <a:cxnLst/>
              <a:rect l="l" t="t" r="r" b="b"/>
              <a:pathLst>
                <a:path w="131" h="151" extrusionOk="0">
                  <a:moveTo>
                    <a:pt x="65" y="0"/>
                  </a:moveTo>
                  <a:cubicBezTo>
                    <a:pt x="36" y="0"/>
                    <a:pt x="11" y="32"/>
                    <a:pt x="4" y="69"/>
                  </a:cubicBezTo>
                  <a:cubicBezTo>
                    <a:pt x="0" y="110"/>
                    <a:pt x="22" y="147"/>
                    <a:pt x="57" y="150"/>
                  </a:cubicBezTo>
                  <a:cubicBezTo>
                    <a:pt x="59" y="151"/>
                    <a:pt x="61" y="151"/>
                    <a:pt x="63" y="151"/>
                  </a:cubicBezTo>
                  <a:cubicBezTo>
                    <a:pt x="93" y="151"/>
                    <a:pt x="120" y="122"/>
                    <a:pt x="124" y="83"/>
                  </a:cubicBezTo>
                  <a:cubicBezTo>
                    <a:pt x="131" y="43"/>
                    <a:pt x="109" y="5"/>
                    <a:pt x="74" y="1"/>
                  </a:cubicBezTo>
                  <a:cubicBezTo>
                    <a:pt x="71" y="1"/>
                    <a:pt x="68" y="0"/>
                    <a:pt x="6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46"/>
            <p:cNvSpPr/>
            <p:nvPr/>
          </p:nvSpPr>
          <p:spPr>
            <a:xfrm>
              <a:off x="7856643" y="2547865"/>
              <a:ext cx="214734" cy="213668"/>
            </a:xfrm>
            <a:custGeom>
              <a:avLst/>
              <a:gdLst/>
              <a:ahLst/>
              <a:cxnLst/>
              <a:rect l="l" t="t" r="r" b="b"/>
              <a:pathLst>
                <a:path w="5239" h="5213" extrusionOk="0">
                  <a:moveTo>
                    <a:pt x="2418" y="1"/>
                  </a:moveTo>
                  <a:cubicBezTo>
                    <a:pt x="1908" y="1"/>
                    <a:pt x="1528" y="32"/>
                    <a:pt x="1528" y="32"/>
                  </a:cubicBezTo>
                  <a:lnTo>
                    <a:pt x="1" y="1570"/>
                  </a:lnTo>
                  <a:lnTo>
                    <a:pt x="3702" y="5212"/>
                  </a:lnTo>
                  <a:cubicBezTo>
                    <a:pt x="3702" y="5212"/>
                    <a:pt x="4457" y="3016"/>
                    <a:pt x="4983" y="1081"/>
                  </a:cubicBezTo>
                  <a:cubicBezTo>
                    <a:pt x="5239" y="148"/>
                    <a:pt x="3524" y="1"/>
                    <a:pt x="2418"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46"/>
            <p:cNvSpPr/>
            <p:nvPr/>
          </p:nvSpPr>
          <p:spPr>
            <a:xfrm>
              <a:off x="7891400" y="2604836"/>
              <a:ext cx="5574" cy="13239"/>
            </a:xfrm>
            <a:custGeom>
              <a:avLst/>
              <a:gdLst/>
              <a:ahLst/>
              <a:cxnLst/>
              <a:rect l="l" t="t" r="r" b="b"/>
              <a:pathLst>
                <a:path w="136" h="323" extrusionOk="0">
                  <a:moveTo>
                    <a:pt x="53" y="1"/>
                  </a:moveTo>
                  <a:cubicBezTo>
                    <a:pt x="19" y="5"/>
                    <a:pt x="1" y="80"/>
                    <a:pt x="8" y="169"/>
                  </a:cubicBezTo>
                  <a:cubicBezTo>
                    <a:pt x="15" y="257"/>
                    <a:pt x="51" y="323"/>
                    <a:pt x="80" y="323"/>
                  </a:cubicBezTo>
                  <a:cubicBezTo>
                    <a:pt x="81" y="323"/>
                    <a:pt x="81" y="323"/>
                    <a:pt x="82" y="323"/>
                  </a:cubicBezTo>
                  <a:cubicBezTo>
                    <a:pt x="116" y="319"/>
                    <a:pt x="135" y="244"/>
                    <a:pt x="127" y="158"/>
                  </a:cubicBezTo>
                  <a:cubicBezTo>
                    <a:pt x="120" y="68"/>
                    <a:pt x="87" y="1"/>
                    <a:pt x="5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46"/>
            <p:cNvSpPr/>
            <p:nvPr/>
          </p:nvSpPr>
          <p:spPr>
            <a:xfrm>
              <a:off x="7898736" y="2618198"/>
              <a:ext cx="10616" cy="5041"/>
            </a:xfrm>
            <a:custGeom>
              <a:avLst/>
              <a:gdLst/>
              <a:ahLst/>
              <a:cxnLst/>
              <a:rect l="l" t="t" r="r" b="b"/>
              <a:pathLst>
                <a:path w="259" h="123" extrusionOk="0">
                  <a:moveTo>
                    <a:pt x="127" y="0"/>
                  </a:moveTo>
                  <a:cubicBezTo>
                    <a:pt x="56" y="0"/>
                    <a:pt x="1" y="30"/>
                    <a:pt x="1" y="60"/>
                  </a:cubicBezTo>
                  <a:cubicBezTo>
                    <a:pt x="1" y="93"/>
                    <a:pt x="56" y="123"/>
                    <a:pt x="127" y="123"/>
                  </a:cubicBezTo>
                  <a:cubicBezTo>
                    <a:pt x="199" y="123"/>
                    <a:pt x="258" y="93"/>
                    <a:pt x="258" y="60"/>
                  </a:cubicBezTo>
                  <a:cubicBezTo>
                    <a:pt x="258" y="30"/>
                    <a:pt x="199" y="0"/>
                    <a:pt x="1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46"/>
            <p:cNvSpPr/>
            <p:nvPr/>
          </p:nvSpPr>
          <p:spPr>
            <a:xfrm>
              <a:off x="7912057" y="2631026"/>
              <a:ext cx="4959" cy="10944"/>
            </a:xfrm>
            <a:custGeom>
              <a:avLst/>
              <a:gdLst/>
              <a:ahLst/>
              <a:cxnLst/>
              <a:rect l="l" t="t" r="r" b="b"/>
              <a:pathLst>
                <a:path w="121" h="267" extrusionOk="0">
                  <a:moveTo>
                    <a:pt x="40" y="1"/>
                  </a:moveTo>
                  <a:cubicBezTo>
                    <a:pt x="35" y="1"/>
                    <a:pt x="31" y="2"/>
                    <a:pt x="26" y="4"/>
                  </a:cubicBezTo>
                  <a:cubicBezTo>
                    <a:pt x="0" y="23"/>
                    <a:pt x="4" y="75"/>
                    <a:pt x="0" y="132"/>
                  </a:cubicBezTo>
                  <a:cubicBezTo>
                    <a:pt x="4" y="187"/>
                    <a:pt x="0" y="244"/>
                    <a:pt x="26" y="263"/>
                  </a:cubicBezTo>
                  <a:cubicBezTo>
                    <a:pt x="30" y="265"/>
                    <a:pt x="35" y="266"/>
                    <a:pt x="40" y="266"/>
                  </a:cubicBezTo>
                  <a:cubicBezTo>
                    <a:pt x="72" y="266"/>
                    <a:pt x="121" y="216"/>
                    <a:pt x="121" y="132"/>
                  </a:cubicBezTo>
                  <a:cubicBezTo>
                    <a:pt x="121" y="51"/>
                    <a:pt x="73" y="1"/>
                    <a:pt x="4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46"/>
            <p:cNvSpPr/>
            <p:nvPr/>
          </p:nvSpPr>
          <p:spPr>
            <a:xfrm>
              <a:off x="7921238" y="2641724"/>
              <a:ext cx="15985" cy="14059"/>
            </a:xfrm>
            <a:custGeom>
              <a:avLst/>
              <a:gdLst/>
              <a:ahLst/>
              <a:cxnLst/>
              <a:rect l="l" t="t" r="r" b="b"/>
              <a:pathLst>
                <a:path w="390" h="343" extrusionOk="0">
                  <a:moveTo>
                    <a:pt x="196" y="75"/>
                  </a:moveTo>
                  <a:cubicBezTo>
                    <a:pt x="202" y="78"/>
                    <a:pt x="208" y="82"/>
                    <a:pt x="214" y="87"/>
                  </a:cubicBezTo>
                  <a:cubicBezTo>
                    <a:pt x="266" y="124"/>
                    <a:pt x="285" y="195"/>
                    <a:pt x="206" y="218"/>
                  </a:cubicBezTo>
                  <a:cubicBezTo>
                    <a:pt x="194" y="221"/>
                    <a:pt x="184" y="222"/>
                    <a:pt x="175" y="222"/>
                  </a:cubicBezTo>
                  <a:cubicBezTo>
                    <a:pt x="122" y="222"/>
                    <a:pt x="110" y="172"/>
                    <a:pt x="139" y="124"/>
                  </a:cubicBezTo>
                  <a:cubicBezTo>
                    <a:pt x="156" y="94"/>
                    <a:pt x="178" y="83"/>
                    <a:pt x="196" y="75"/>
                  </a:cubicBezTo>
                  <a:close/>
                  <a:moveTo>
                    <a:pt x="199" y="1"/>
                  </a:moveTo>
                  <a:cubicBezTo>
                    <a:pt x="141" y="1"/>
                    <a:pt x="109" y="34"/>
                    <a:pt x="108" y="46"/>
                  </a:cubicBezTo>
                  <a:lnTo>
                    <a:pt x="108" y="46"/>
                  </a:lnTo>
                  <a:cubicBezTo>
                    <a:pt x="97" y="52"/>
                    <a:pt x="86" y="60"/>
                    <a:pt x="76" y="69"/>
                  </a:cubicBezTo>
                  <a:cubicBezTo>
                    <a:pt x="42" y="98"/>
                    <a:pt x="1" y="162"/>
                    <a:pt x="31" y="244"/>
                  </a:cubicBezTo>
                  <a:cubicBezTo>
                    <a:pt x="51" y="309"/>
                    <a:pt x="121" y="343"/>
                    <a:pt x="186" y="343"/>
                  </a:cubicBezTo>
                  <a:cubicBezTo>
                    <a:pt x="206" y="343"/>
                    <a:pt x="226" y="340"/>
                    <a:pt x="243" y="333"/>
                  </a:cubicBezTo>
                  <a:cubicBezTo>
                    <a:pt x="318" y="315"/>
                    <a:pt x="390" y="226"/>
                    <a:pt x="371" y="143"/>
                  </a:cubicBezTo>
                  <a:cubicBezTo>
                    <a:pt x="352" y="64"/>
                    <a:pt x="295" y="28"/>
                    <a:pt x="251" y="9"/>
                  </a:cubicBezTo>
                  <a:cubicBezTo>
                    <a:pt x="232" y="3"/>
                    <a:pt x="214" y="1"/>
                    <a:pt x="19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46"/>
            <p:cNvSpPr/>
            <p:nvPr/>
          </p:nvSpPr>
          <p:spPr>
            <a:xfrm>
              <a:off x="7940379" y="2661397"/>
              <a:ext cx="6189" cy="8034"/>
            </a:xfrm>
            <a:custGeom>
              <a:avLst/>
              <a:gdLst/>
              <a:ahLst/>
              <a:cxnLst/>
              <a:rect l="l" t="t" r="r" b="b"/>
              <a:pathLst>
                <a:path w="151" h="196" extrusionOk="0">
                  <a:moveTo>
                    <a:pt x="93" y="1"/>
                  </a:moveTo>
                  <a:cubicBezTo>
                    <a:pt x="65" y="1"/>
                    <a:pt x="33" y="32"/>
                    <a:pt x="19" y="77"/>
                  </a:cubicBezTo>
                  <a:cubicBezTo>
                    <a:pt x="1" y="130"/>
                    <a:pt x="12" y="182"/>
                    <a:pt x="42" y="194"/>
                  </a:cubicBezTo>
                  <a:cubicBezTo>
                    <a:pt x="46" y="195"/>
                    <a:pt x="50" y="196"/>
                    <a:pt x="55" y="196"/>
                  </a:cubicBezTo>
                  <a:cubicBezTo>
                    <a:pt x="84" y="196"/>
                    <a:pt x="115" y="164"/>
                    <a:pt x="131" y="115"/>
                  </a:cubicBezTo>
                  <a:cubicBezTo>
                    <a:pt x="150" y="63"/>
                    <a:pt x="139" y="10"/>
                    <a:pt x="105" y="3"/>
                  </a:cubicBezTo>
                  <a:cubicBezTo>
                    <a:pt x="102" y="2"/>
                    <a:pt x="98" y="1"/>
                    <a:pt x="9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46"/>
            <p:cNvSpPr/>
            <p:nvPr/>
          </p:nvSpPr>
          <p:spPr>
            <a:xfrm>
              <a:off x="7951691" y="2666562"/>
              <a:ext cx="6476" cy="15821"/>
            </a:xfrm>
            <a:custGeom>
              <a:avLst/>
              <a:gdLst/>
              <a:ahLst/>
              <a:cxnLst/>
              <a:rect l="l" t="t" r="r" b="b"/>
              <a:pathLst>
                <a:path w="158" h="386" extrusionOk="0">
                  <a:moveTo>
                    <a:pt x="110" y="1"/>
                  </a:moveTo>
                  <a:cubicBezTo>
                    <a:pt x="77" y="1"/>
                    <a:pt x="38" y="81"/>
                    <a:pt x="19" y="184"/>
                  </a:cubicBezTo>
                  <a:cubicBezTo>
                    <a:pt x="1" y="292"/>
                    <a:pt x="12" y="382"/>
                    <a:pt x="45" y="385"/>
                  </a:cubicBezTo>
                  <a:cubicBezTo>
                    <a:pt x="47" y="386"/>
                    <a:pt x="48" y="386"/>
                    <a:pt x="50" y="386"/>
                  </a:cubicBezTo>
                  <a:cubicBezTo>
                    <a:pt x="83" y="386"/>
                    <a:pt x="122" y="306"/>
                    <a:pt x="140" y="206"/>
                  </a:cubicBezTo>
                  <a:cubicBezTo>
                    <a:pt x="158" y="97"/>
                    <a:pt x="143" y="8"/>
                    <a:pt x="113" y="1"/>
                  </a:cubicBezTo>
                  <a:cubicBezTo>
                    <a:pt x="112" y="1"/>
                    <a:pt x="111" y="1"/>
                    <a:pt x="11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46"/>
            <p:cNvSpPr/>
            <p:nvPr/>
          </p:nvSpPr>
          <p:spPr>
            <a:xfrm>
              <a:off x="7959027" y="2681890"/>
              <a:ext cx="12173" cy="5123"/>
            </a:xfrm>
            <a:custGeom>
              <a:avLst/>
              <a:gdLst/>
              <a:ahLst/>
              <a:cxnLst/>
              <a:rect l="l" t="t" r="r" b="b"/>
              <a:pathLst>
                <a:path w="297" h="125" extrusionOk="0">
                  <a:moveTo>
                    <a:pt x="183" y="0"/>
                  </a:moveTo>
                  <a:cubicBezTo>
                    <a:pt x="170" y="0"/>
                    <a:pt x="157" y="1"/>
                    <a:pt x="143" y="3"/>
                  </a:cubicBezTo>
                  <a:cubicBezTo>
                    <a:pt x="61" y="11"/>
                    <a:pt x="1" y="44"/>
                    <a:pt x="5" y="78"/>
                  </a:cubicBezTo>
                  <a:cubicBezTo>
                    <a:pt x="8" y="107"/>
                    <a:pt x="58" y="125"/>
                    <a:pt x="122" y="125"/>
                  </a:cubicBezTo>
                  <a:cubicBezTo>
                    <a:pt x="132" y="125"/>
                    <a:pt x="143" y="124"/>
                    <a:pt x="154" y="123"/>
                  </a:cubicBezTo>
                  <a:cubicBezTo>
                    <a:pt x="237" y="112"/>
                    <a:pt x="297" y="78"/>
                    <a:pt x="292" y="44"/>
                  </a:cubicBezTo>
                  <a:cubicBezTo>
                    <a:pt x="289" y="20"/>
                    <a:pt x="243" y="0"/>
                    <a:pt x="18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46"/>
            <p:cNvSpPr/>
            <p:nvPr/>
          </p:nvSpPr>
          <p:spPr>
            <a:xfrm>
              <a:off x="7972840" y="2689924"/>
              <a:ext cx="15493" cy="14837"/>
            </a:xfrm>
            <a:custGeom>
              <a:avLst/>
              <a:gdLst/>
              <a:ahLst/>
              <a:cxnLst/>
              <a:rect l="l" t="t" r="r" b="b"/>
              <a:pathLst>
                <a:path w="378" h="362" extrusionOk="0">
                  <a:moveTo>
                    <a:pt x="176" y="1"/>
                  </a:moveTo>
                  <a:cubicBezTo>
                    <a:pt x="132" y="1"/>
                    <a:pt x="107" y="21"/>
                    <a:pt x="112" y="31"/>
                  </a:cubicBezTo>
                  <a:cubicBezTo>
                    <a:pt x="117" y="47"/>
                    <a:pt x="161" y="50"/>
                    <a:pt x="206" y="91"/>
                  </a:cubicBezTo>
                  <a:cubicBezTo>
                    <a:pt x="251" y="133"/>
                    <a:pt x="274" y="200"/>
                    <a:pt x="206" y="233"/>
                  </a:cubicBezTo>
                  <a:cubicBezTo>
                    <a:pt x="191" y="239"/>
                    <a:pt x="178" y="242"/>
                    <a:pt x="167" y="242"/>
                  </a:cubicBezTo>
                  <a:cubicBezTo>
                    <a:pt x="130" y="242"/>
                    <a:pt x="119" y="210"/>
                    <a:pt x="143" y="170"/>
                  </a:cubicBezTo>
                  <a:cubicBezTo>
                    <a:pt x="165" y="121"/>
                    <a:pt x="202" y="129"/>
                    <a:pt x="213" y="114"/>
                  </a:cubicBezTo>
                  <a:cubicBezTo>
                    <a:pt x="217" y="110"/>
                    <a:pt x="213" y="91"/>
                    <a:pt x="187" y="81"/>
                  </a:cubicBezTo>
                  <a:cubicBezTo>
                    <a:pt x="181" y="78"/>
                    <a:pt x="173" y="76"/>
                    <a:pt x="164" y="76"/>
                  </a:cubicBezTo>
                  <a:cubicBezTo>
                    <a:pt x="137" y="76"/>
                    <a:pt x="103" y="89"/>
                    <a:pt x="75" y="114"/>
                  </a:cubicBezTo>
                  <a:cubicBezTo>
                    <a:pt x="45" y="143"/>
                    <a:pt x="0" y="211"/>
                    <a:pt x="45" y="293"/>
                  </a:cubicBezTo>
                  <a:cubicBezTo>
                    <a:pt x="73" y="339"/>
                    <a:pt x="124" y="361"/>
                    <a:pt x="175" y="361"/>
                  </a:cubicBezTo>
                  <a:cubicBezTo>
                    <a:pt x="206" y="361"/>
                    <a:pt x="237" y="353"/>
                    <a:pt x="262" y="338"/>
                  </a:cubicBezTo>
                  <a:cubicBezTo>
                    <a:pt x="333" y="308"/>
                    <a:pt x="377" y="215"/>
                    <a:pt x="355" y="143"/>
                  </a:cubicBezTo>
                  <a:cubicBezTo>
                    <a:pt x="341" y="73"/>
                    <a:pt x="288" y="36"/>
                    <a:pt x="247" y="17"/>
                  </a:cubicBezTo>
                  <a:cubicBezTo>
                    <a:pt x="220" y="5"/>
                    <a:pt x="196" y="1"/>
                    <a:pt x="17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46"/>
            <p:cNvSpPr/>
            <p:nvPr/>
          </p:nvSpPr>
          <p:spPr>
            <a:xfrm>
              <a:off x="7990915" y="2708654"/>
              <a:ext cx="4918" cy="15821"/>
            </a:xfrm>
            <a:custGeom>
              <a:avLst/>
              <a:gdLst/>
              <a:ahLst/>
              <a:cxnLst/>
              <a:rect l="l" t="t" r="r" b="b"/>
              <a:pathLst>
                <a:path w="120" h="386" extrusionOk="0">
                  <a:moveTo>
                    <a:pt x="60" y="0"/>
                  </a:moveTo>
                  <a:cubicBezTo>
                    <a:pt x="26" y="0"/>
                    <a:pt x="0" y="90"/>
                    <a:pt x="0" y="195"/>
                  </a:cubicBezTo>
                  <a:cubicBezTo>
                    <a:pt x="0" y="300"/>
                    <a:pt x="26" y="386"/>
                    <a:pt x="60" y="386"/>
                  </a:cubicBezTo>
                  <a:cubicBezTo>
                    <a:pt x="93" y="386"/>
                    <a:pt x="119" y="300"/>
                    <a:pt x="119" y="195"/>
                  </a:cubicBezTo>
                  <a:cubicBezTo>
                    <a:pt x="119" y="90"/>
                    <a:pt x="93" y="0"/>
                    <a:pt x="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46"/>
            <p:cNvSpPr/>
            <p:nvPr/>
          </p:nvSpPr>
          <p:spPr>
            <a:xfrm>
              <a:off x="7861521" y="2484337"/>
              <a:ext cx="109519" cy="126078"/>
            </a:xfrm>
            <a:custGeom>
              <a:avLst/>
              <a:gdLst/>
              <a:ahLst/>
              <a:cxnLst/>
              <a:rect l="l" t="t" r="r" b="b"/>
              <a:pathLst>
                <a:path w="2672" h="3076" extrusionOk="0">
                  <a:moveTo>
                    <a:pt x="2656" y="1"/>
                  </a:moveTo>
                  <a:cubicBezTo>
                    <a:pt x="2637" y="1"/>
                    <a:pt x="2497" y="178"/>
                    <a:pt x="2261" y="442"/>
                  </a:cubicBezTo>
                  <a:cubicBezTo>
                    <a:pt x="1992" y="753"/>
                    <a:pt x="1671" y="1115"/>
                    <a:pt x="1316" y="1522"/>
                  </a:cubicBezTo>
                  <a:cubicBezTo>
                    <a:pt x="946" y="1940"/>
                    <a:pt x="614" y="2321"/>
                    <a:pt x="375" y="2601"/>
                  </a:cubicBezTo>
                  <a:cubicBezTo>
                    <a:pt x="139" y="2885"/>
                    <a:pt x="1" y="3064"/>
                    <a:pt x="12" y="3075"/>
                  </a:cubicBezTo>
                  <a:cubicBezTo>
                    <a:pt x="13" y="3076"/>
                    <a:pt x="13" y="3076"/>
                    <a:pt x="14" y="3076"/>
                  </a:cubicBezTo>
                  <a:cubicBezTo>
                    <a:pt x="35" y="3076"/>
                    <a:pt x="197" y="2917"/>
                    <a:pt x="438" y="2661"/>
                  </a:cubicBezTo>
                  <a:cubicBezTo>
                    <a:pt x="692" y="2392"/>
                    <a:pt x="1035" y="2018"/>
                    <a:pt x="1406" y="1601"/>
                  </a:cubicBezTo>
                  <a:cubicBezTo>
                    <a:pt x="1775" y="1178"/>
                    <a:pt x="2104" y="789"/>
                    <a:pt x="2328" y="498"/>
                  </a:cubicBezTo>
                  <a:cubicBezTo>
                    <a:pt x="2552" y="207"/>
                    <a:pt x="2671" y="9"/>
                    <a:pt x="2657" y="1"/>
                  </a:cubicBezTo>
                  <a:cubicBezTo>
                    <a:pt x="2657" y="1"/>
                    <a:pt x="2656" y="1"/>
                    <a:pt x="265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46"/>
            <p:cNvSpPr/>
            <p:nvPr/>
          </p:nvSpPr>
          <p:spPr>
            <a:xfrm>
              <a:off x="8066084" y="3046135"/>
              <a:ext cx="10903" cy="5451"/>
            </a:xfrm>
            <a:custGeom>
              <a:avLst/>
              <a:gdLst/>
              <a:ahLst/>
              <a:cxnLst/>
              <a:rect l="l" t="t" r="r" b="b"/>
              <a:pathLst>
                <a:path w="266" h="133" extrusionOk="0">
                  <a:moveTo>
                    <a:pt x="84" y="1"/>
                  </a:moveTo>
                  <a:cubicBezTo>
                    <a:pt x="45" y="1"/>
                    <a:pt x="15" y="13"/>
                    <a:pt x="7" y="36"/>
                  </a:cubicBezTo>
                  <a:cubicBezTo>
                    <a:pt x="0" y="70"/>
                    <a:pt x="49" y="107"/>
                    <a:pt x="119" y="125"/>
                  </a:cubicBezTo>
                  <a:cubicBezTo>
                    <a:pt x="140" y="130"/>
                    <a:pt x="160" y="132"/>
                    <a:pt x="178" y="132"/>
                  </a:cubicBezTo>
                  <a:cubicBezTo>
                    <a:pt x="220" y="132"/>
                    <a:pt x="253" y="120"/>
                    <a:pt x="258" y="99"/>
                  </a:cubicBezTo>
                  <a:cubicBezTo>
                    <a:pt x="266" y="66"/>
                    <a:pt x="217" y="25"/>
                    <a:pt x="145" y="10"/>
                  </a:cubicBezTo>
                  <a:cubicBezTo>
                    <a:pt x="124" y="4"/>
                    <a:pt x="103" y="1"/>
                    <a:pt x="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6"/>
            <p:cNvSpPr/>
            <p:nvPr/>
          </p:nvSpPr>
          <p:spPr>
            <a:xfrm>
              <a:off x="8079774" y="3036421"/>
              <a:ext cx="12214" cy="9427"/>
            </a:xfrm>
            <a:custGeom>
              <a:avLst/>
              <a:gdLst/>
              <a:ahLst/>
              <a:cxnLst/>
              <a:rect l="l" t="t" r="r" b="b"/>
              <a:pathLst>
                <a:path w="298" h="230" extrusionOk="0">
                  <a:moveTo>
                    <a:pt x="126" y="68"/>
                  </a:moveTo>
                  <a:cubicBezTo>
                    <a:pt x="138" y="72"/>
                    <a:pt x="152" y="77"/>
                    <a:pt x="163" y="86"/>
                  </a:cubicBezTo>
                  <a:cubicBezTo>
                    <a:pt x="178" y="93"/>
                    <a:pt x="178" y="101"/>
                    <a:pt x="178" y="109"/>
                  </a:cubicBezTo>
                  <a:cubicBezTo>
                    <a:pt x="178" y="108"/>
                    <a:pt x="178" y="108"/>
                    <a:pt x="178" y="108"/>
                  </a:cubicBezTo>
                  <a:lnTo>
                    <a:pt x="178" y="108"/>
                  </a:lnTo>
                  <a:cubicBezTo>
                    <a:pt x="177" y="108"/>
                    <a:pt x="178" y="108"/>
                    <a:pt x="178" y="109"/>
                  </a:cubicBezTo>
                  <a:lnTo>
                    <a:pt x="178" y="109"/>
                  </a:lnTo>
                  <a:cubicBezTo>
                    <a:pt x="178" y="109"/>
                    <a:pt x="178" y="109"/>
                    <a:pt x="178" y="109"/>
                  </a:cubicBezTo>
                  <a:lnTo>
                    <a:pt x="178" y="109"/>
                  </a:lnTo>
                  <a:cubicBezTo>
                    <a:pt x="178" y="109"/>
                    <a:pt x="178" y="109"/>
                    <a:pt x="178" y="109"/>
                  </a:cubicBezTo>
                  <a:lnTo>
                    <a:pt x="178" y="109"/>
                  </a:lnTo>
                  <a:cubicBezTo>
                    <a:pt x="178" y="109"/>
                    <a:pt x="178" y="109"/>
                    <a:pt x="178" y="109"/>
                  </a:cubicBezTo>
                  <a:lnTo>
                    <a:pt x="178" y="109"/>
                  </a:lnTo>
                  <a:cubicBezTo>
                    <a:pt x="175" y="109"/>
                    <a:pt x="172" y="110"/>
                    <a:pt x="170" y="110"/>
                  </a:cubicBezTo>
                  <a:cubicBezTo>
                    <a:pt x="148" y="110"/>
                    <a:pt x="122" y="90"/>
                    <a:pt x="122" y="90"/>
                  </a:cubicBezTo>
                  <a:cubicBezTo>
                    <a:pt x="120" y="82"/>
                    <a:pt x="122" y="74"/>
                    <a:pt x="126" y="68"/>
                  </a:cubicBezTo>
                  <a:close/>
                  <a:moveTo>
                    <a:pt x="183" y="115"/>
                  </a:moveTo>
                  <a:cubicBezTo>
                    <a:pt x="184" y="115"/>
                    <a:pt x="184" y="116"/>
                    <a:pt x="185" y="116"/>
                  </a:cubicBezTo>
                  <a:cubicBezTo>
                    <a:pt x="186" y="117"/>
                    <a:pt x="186" y="118"/>
                    <a:pt x="186" y="118"/>
                  </a:cubicBezTo>
                  <a:cubicBezTo>
                    <a:pt x="185" y="118"/>
                    <a:pt x="184" y="117"/>
                    <a:pt x="183" y="115"/>
                  </a:cubicBezTo>
                  <a:close/>
                  <a:moveTo>
                    <a:pt x="178" y="0"/>
                  </a:moveTo>
                  <a:cubicBezTo>
                    <a:pt x="153" y="1"/>
                    <a:pt x="134" y="8"/>
                    <a:pt x="122" y="15"/>
                  </a:cubicBezTo>
                  <a:lnTo>
                    <a:pt x="122" y="15"/>
                  </a:lnTo>
                  <a:cubicBezTo>
                    <a:pt x="122" y="15"/>
                    <a:pt x="122" y="15"/>
                    <a:pt x="122" y="15"/>
                  </a:cubicBezTo>
                  <a:cubicBezTo>
                    <a:pt x="118" y="15"/>
                    <a:pt x="115" y="15"/>
                    <a:pt x="111" y="15"/>
                  </a:cubicBezTo>
                  <a:cubicBezTo>
                    <a:pt x="90" y="15"/>
                    <a:pt x="63" y="24"/>
                    <a:pt x="44" y="53"/>
                  </a:cubicBezTo>
                  <a:cubicBezTo>
                    <a:pt x="1" y="132"/>
                    <a:pt x="72" y="229"/>
                    <a:pt x="169" y="229"/>
                  </a:cubicBezTo>
                  <a:cubicBezTo>
                    <a:pt x="181" y="229"/>
                    <a:pt x="194" y="228"/>
                    <a:pt x="208" y="224"/>
                  </a:cubicBezTo>
                  <a:cubicBezTo>
                    <a:pt x="242" y="217"/>
                    <a:pt x="271" y="191"/>
                    <a:pt x="287" y="157"/>
                  </a:cubicBezTo>
                  <a:cubicBezTo>
                    <a:pt x="297" y="124"/>
                    <a:pt x="294" y="93"/>
                    <a:pt x="282" y="71"/>
                  </a:cubicBezTo>
                  <a:cubicBezTo>
                    <a:pt x="260" y="23"/>
                    <a:pt x="208" y="0"/>
                    <a:pt x="17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6"/>
            <p:cNvSpPr/>
            <p:nvPr/>
          </p:nvSpPr>
          <p:spPr>
            <a:xfrm>
              <a:off x="7206023" y="2581187"/>
              <a:ext cx="779418" cy="357001"/>
            </a:xfrm>
            <a:custGeom>
              <a:avLst/>
              <a:gdLst/>
              <a:ahLst/>
              <a:cxnLst/>
              <a:rect l="l" t="t" r="r" b="b"/>
              <a:pathLst>
                <a:path w="19016" h="8710" extrusionOk="0">
                  <a:moveTo>
                    <a:pt x="4381" y="1"/>
                  </a:moveTo>
                  <a:cubicBezTo>
                    <a:pt x="4332" y="1"/>
                    <a:pt x="4282" y="19"/>
                    <a:pt x="4240" y="59"/>
                  </a:cubicBezTo>
                  <a:cubicBezTo>
                    <a:pt x="4087" y="197"/>
                    <a:pt x="3952" y="772"/>
                    <a:pt x="4075" y="1467"/>
                  </a:cubicBezTo>
                  <a:cubicBezTo>
                    <a:pt x="4079" y="1479"/>
                    <a:pt x="4079" y="1489"/>
                    <a:pt x="4079" y="1501"/>
                  </a:cubicBezTo>
                  <a:cubicBezTo>
                    <a:pt x="4112" y="1714"/>
                    <a:pt x="4060" y="1793"/>
                    <a:pt x="3964" y="1793"/>
                  </a:cubicBezTo>
                  <a:cubicBezTo>
                    <a:pt x="3742" y="1793"/>
                    <a:pt x="3282" y="1367"/>
                    <a:pt x="3071" y="1179"/>
                  </a:cubicBezTo>
                  <a:cubicBezTo>
                    <a:pt x="2773" y="912"/>
                    <a:pt x="1832" y="144"/>
                    <a:pt x="1653" y="144"/>
                  </a:cubicBezTo>
                  <a:cubicBezTo>
                    <a:pt x="1650" y="144"/>
                    <a:pt x="1647" y="144"/>
                    <a:pt x="1644" y="145"/>
                  </a:cubicBezTo>
                  <a:cubicBezTo>
                    <a:pt x="1416" y="186"/>
                    <a:pt x="1420" y="443"/>
                    <a:pt x="1726" y="705"/>
                  </a:cubicBezTo>
                  <a:cubicBezTo>
                    <a:pt x="2040" y="974"/>
                    <a:pt x="2902" y="1826"/>
                    <a:pt x="2757" y="1982"/>
                  </a:cubicBezTo>
                  <a:cubicBezTo>
                    <a:pt x="2750" y="1990"/>
                    <a:pt x="2738" y="1994"/>
                    <a:pt x="2724" y="1994"/>
                  </a:cubicBezTo>
                  <a:cubicBezTo>
                    <a:pt x="2458" y="1994"/>
                    <a:pt x="1094" y="735"/>
                    <a:pt x="1094" y="735"/>
                  </a:cubicBezTo>
                  <a:cubicBezTo>
                    <a:pt x="1094" y="735"/>
                    <a:pt x="917" y="507"/>
                    <a:pt x="756" y="507"/>
                  </a:cubicBezTo>
                  <a:cubicBezTo>
                    <a:pt x="716" y="507"/>
                    <a:pt x="677" y="521"/>
                    <a:pt x="642" y="555"/>
                  </a:cubicBezTo>
                  <a:cubicBezTo>
                    <a:pt x="325" y="869"/>
                    <a:pt x="2047" y="2236"/>
                    <a:pt x="2211" y="2363"/>
                  </a:cubicBezTo>
                  <a:cubicBezTo>
                    <a:pt x="2302" y="2431"/>
                    <a:pt x="2227" y="2554"/>
                    <a:pt x="2133" y="2554"/>
                  </a:cubicBezTo>
                  <a:cubicBezTo>
                    <a:pt x="2107" y="2554"/>
                    <a:pt x="2080" y="2545"/>
                    <a:pt x="2054" y="2524"/>
                  </a:cubicBezTo>
                  <a:cubicBezTo>
                    <a:pt x="1945" y="2434"/>
                    <a:pt x="847" y="1362"/>
                    <a:pt x="386" y="1362"/>
                  </a:cubicBezTo>
                  <a:cubicBezTo>
                    <a:pt x="331" y="1362"/>
                    <a:pt x="285" y="1378"/>
                    <a:pt x="251" y="1411"/>
                  </a:cubicBezTo>
                  <a:cubicBezTo>
                    <a:pt x="1" y="1653"/>
                    <a:pt x="1655" y="2546"/>
                    <a:pt x="1785" y="2984"/>
                  </a:cubicBezTo>
                  <a:cubicBezTo>
                    <a:pt x="1806" y="3050"/>
                    <a:pt x="1793" y="3077"/>
                    <a:pt x="1755" y="3077"/>
                  </a:cubicBezTo>
                  <a:cubicBezTo>
                    <a:pt x="1567" y="3077"/>
                    <a:pt x="763" y="2384"/>
                    <a:pt x="456" y="2384"/>
                  </a:cubicBezTo>
                  <a:cubicBezTo>
                    <a:pt x="420" y="2384"/>
                    <a:pt x="390" y="2394"/>
                    <a:pt x="370" y="2415"/>
                  </a:cubicBezTo>
                  <a:cubicBezTo>
                    <a:pt x="287" y="2509"/>
                    <a:pt x="236" y="2587"/>
                    <a:pt x="1094" y="3189"/>
                  </a:cubicBezTo>
                  <a:cubicBezTo>
                    <a:pt x="1554" y="3513"/>
                    <a:pt x="2503" y="4018"/>
                    <a:pt x="3299" y="4425"/>
                  </a:cubicBezTo>
                  <a:lnTo>
                    <a:pt x="3392" y="4470"/>
                  </a:lnTo>
                  <a:cubicBezTo>
                    <a:pt x="3392" y="4470"/>
                    <a:pt x="9281" y="8709"/>
                    <a:pt x="13450" y="8709"/>
                  </a:cubicBezTo>
                  <a:cubicBezTo>
                    <a:pt x="14709" y="8709"/>
                    <a:pt x="15811" y="8323"/>
                    <a:pt x="16547" y="7316"/>
                  </a:cubicBezTo>
                  <a:cubicBezTo>
                    <a:pt x="18493" y="4656"/>
                    <a:pt x="18628" y="4508"/>
                    <a:pt x="19016" y="3842"/>
                  </a:cubicBezTo>
                  <a:lnTo>
                    <a:pt x="16154" y="1034"/>
                  </a:lnTo>
                  <a:cubicBezTo>
                    <a:pt x="16154" y="1034"/>
                    <a:pt x="13268" y="4762"/>
                    <a:pt x="12669" y="4762"/>
                  </a:cubicBezTo>
                  <a:cubicBezTo>
                    <a:pt x="12665" y="4762"/>
                    <a:pt x="12662" y="4762"/>
                    <a:pt x="12658" y="4761"/>
                  </a:cubicBezTo>
                  <a:cubicBezTo>
                    <a:pt x="9472" y="4518"/>
                    <a:pt x="6294" y="2908"/>
                    <a:pt x="5188" y="2300"/>
                  </a:cubicBezTo>
                  <a:cubicBezTo>
                    <a:pt x="5091" y="2146"/>
                    <a:pt x="4983" y="1960"/>
                    <a:pt x="4864" y="1739"/>
                  </a:cubicBezTo>
                  <a:cubicBezTo>
                    <a:pt x="4762" y="1549"/>
                    <a:pt x="4695" y="1340"/>
                    <a:pt x="4666" y="1127"/>
                  </a:cubicBezTo>
                  <a:cubicBezTo>
                    <a:pt x="4632" y="900"/>
                    <a:pt x="4598" y="608"/>
                    <a:pt x="4617" y="406"/>
                  </a:cubicBezTo>
                  <a:cubicBezTo>
                    <a:pt x="4621" y="388"/>
                    <a:pt x="4621" y="369"/>
                    <a:pt x="4624" y="354"/>
                  </a:cubicBezTo>
                  <a:cubicBezTo>
                    <a:pt x="4635" y="317"/>
                    <a:pt x="4635" y="283"/>
                    <a:pt x="4632" y="250"/>
                  </a:cubicBezTo>
                  <a:cubicBezTo>
                    <a:pt x="4621" y="106"/>
                    <a:pt x="4502" y="1"/>
                    <a:pt x="4381"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46"/>
            <p:cNvSpPr/>
            <p:nvPr/>
          </p:nvSpPr>
          <p:spPr>
            <a:xfrm flipH="1">
              <a:off x="7744211" y="2144852"/>
              <a:ext cx="28500" cy="81600"/>
            </a:xfrm>
            <a:prstGeom prst="rtTriangle">
              <a:avLst/>
            </a:prstGeom>
            <a:solidFill>
              <a:srgbClr val="E4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7" name="Google Shape;2807;p46"/>
          <p:cNvGrpSpPr/>
          <p:nvPr/>
        </p:nvGrpSpPr>
        <p:grpSpPr>
          <a:xfrm rot="756199">
            <a:off x="5892235" y="4165295"/>
            <a:ext cx="502396" cy="423275"/>
            <a:chOff x="2681574" y="1237063"/>
            <a:chExt cx="340338" cy="314998"/>
          </a:xfrm>
        </p:grpSpPr>
        <p:sp>
          <p:nvSpPr>
            <p:cNvPr id="2808" name="Google Shape;2808;p46"/>
            <p:cNvSpPr/>
            <p:nvPr/>
          </p:nvSpPr>
          <p:spPr>
            <a:xfrm>
              <a:off x="2681574" y="1237063"/>
              <a:ext cx="340338" cy="314998"/>
            </a:xfrm>
            <a:custGeom>
              <a:avLst/>
              <a:gdLst/>
              <a:ahLst/>
              <a:cxnLst/>
              <a:rect l="l" t="t" r="r" b="b"/>
              <a:pathLst>
                <a:path w="9227" h="8540" extrusionOk="0">
                  <a:moveTo>
                    <a:pt x="6425" y="0"/>
                  </a:moveTo>
                  <a:cubicBezTo>
                    <a:pt x="6425" y="0"/>
                    <a:pt x="6228" y="2011"/>
                    <a:pt x="3964" y="2884"/>
                  </a:cubicBezTo>
                  <a:cubicBezTo>
                    <a:pt x="2562" y="3427"/>
                    <a:pt x="1" y="4855"/>
                    <a:pt x="254" y="5974"/>
                  </a:cubicBezTo>
                  <a:lnTo>
                    <a:pt x="2369" y="8540"/>
                  </a:lnTo>
                  <a:cubicBezTo>
                    <a:pt x="2369" y="8540"/>
                    <a:pt x="3746" y="7084"/>
                    <a:pt x="5677" y="6442"/>
                  </a:cubicBezTo>
                  <a:cubicBezTo>
                    <a:pt x="7574" y="5813"/>
                    <a:pt x="9226" y="3160"/>
                    <a:pt x="9226" y="3160"/>
                  </a:cubicBezTo>
                  <a:lnTo>
                    <a:pt x="6425" y="0"/>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46"/>
            <p:cNvSpPr/>
            <p:nvPr/>
          </p:nvSpPr>
          <p:spPr>
            <a:xfrm>
              <a:off x="2798758" y="1347238"/>
              <a:ext cx="136733" cy="114897"/>
            </a:xfrm>
            <a:custGeom>
              <a:avLst/>
              <a:gdLst/>
              <a:ahLst/>
              <a:cxnLst/>
              <a:rect l="l" t="t" r="r" b="b"/>
              <a:pathLst>
                <a:path w="3707" h="3115" extrusionOk="0">
                  <a:moveTo>
                    <a:pt x="2035" y="1"/>
                  </a:moveTo>
                  <a:cubicBezTo>
                    <a:pt x="1894" y="1"/>
                    <a:pt x="1751" y="21"/>
                    <a:pt x="1608" y="63"/>
                  </a:cubicBezTo>
                  <a:cubicBezTo>
                    <a:pt x="813" y="299"/>
                    <a:pt x="1" y="1239"/>
                    <a:pt x="232" y="2035"/>
                  </a:cubicBezTo>
                  <a:cubicBezTo>
                    <a:pt x="409" y="2631"/>
                    <a:pt x="1028" y="3114"/>
                    <a:pt x="1736" y="3114"/>
                  </a:cubicBezTo>
                  <a:cubicBezTo>
                    <a:pt x="1972" y="3114"/>
                    <a:pt x="2218" y="3061"/>
                    <a:pt x="2461" y="2939"/>
                  </a:cubicBezTo>
                  <a:cubicBezTo>
                    <a:pt x="3200" y="2568"/>
                    <a:pt x="3706" y="1868"/>
                    <a:pt x="3470" y="1077"/>
                  </a:cubicBezTo>
                  <a:cubicBezTo>
                    <a:pt x="3276" y="424"/>
                    <a:pt x="2682" y="1"/>
                    <a:pt x="20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46"/>
            <p:cNvSpPr/>
            <p:nvPr/>
          </p:nvSpPr>
          <p:spPr>
            <a:xfrm>
              <a:off x="2831807" y="1370734"/>
              <a:ext cx="68385" cy="74950"/>
            </a:xfrm>
            <a:custGeom>
              <a:avLst/>
              <a:gdLst/>
              <a:ahLst/>
              <a:cxnLst/>
              <a:rect l="l" t="t" r="r" b="b"/>
              <a:pathLst>
                <a:path w="1854" h="2032" extrusionOk="0">
                  <a:moveTo>
                    <a:pt x="529" y="422"/>
                  </a:moveTo>
                  <a:cubicBezTo>
                    <a:pt x="613" y="541"/>
                    <a:pt x="712" y="676"/>
                    <a:pt x="827" y="825"/>
                  </a:cubicBezTo>
                  <a:cubicBezTo>
                    <a:pt x="796" y="842"/>
                    <a:pt x="770" y="856"/>
                    <a:pt x="744" y="873"/>
                  </a:cubicBezTo>
                  <a:cubicBezTo>
                    <a:pt x="630" y="737"/>
                    <a:pt x="525" y="615"/>
                    <a:pt x="433" y="523"/>
                  </a:cubicBezTo>
                  <a:cubicBezTo>
                    <a:pt x="442" y="515"/>
                    <a:pt x="446" y="501"/>
                    <a:pt x="450" y="493"/>
                  </a:cubicBezTo>
                  <a:cubicBezTo>
                    <a:pt x="476" y="467"/>
                    <a:pt x="503" y="445"/>
                    <a:pt x="529" y="422"/>
                  </a:cubicBezTo>
                  <a:close/>
                  <a:moveTo>
                    <a:pt x="363" y="642"/>
                  </a:moveTo>
                  <a:cubicBezTo>
                    <a:pt x="424" y="733"/>
                    <a:pt x="503" y="838"/>
                    <a:pt x="587" y="952"/>
                  </a:cubicBezTo>
                  <a:cubicBezTo>
                    <a:pt x="569" y="956"/>
                    <a:pt x="547" y="969"/>
                    <a:pt x="534" y="973"/>
                  </a:cubicBezTo>
                  <a:cubicBezTo>
                    <a:pt x="512" y="978"/>
                    <a:pt x="494" y="978"/>
                    <a:pt x="476" y="978"/>
                  </a:cubicBezTo>
                  <a:cubicBezTo>
                    <a:pt x="460" y="978"/>
                    <a:pt x="446" y="973"/>
                    <a:pt x="433" y="969"/>
                  </a:cubicBezTo>
                  <a:cubicBezTo>
                    <a:pt x="407" y="961"/>
                    <a:pt x="377" y="939"/>
                    <a:pt x="359" y="908"/>
                  </a:cubicBezTo>
                  <a:cubicBezTo>
                    <a:pt x="315" y="851"/>
                    <a:pt x="302" y="785"/>
                    <a:pt x="329" y="707"/>
                  </a:cubicBezTo>
                  <a:cubicBezTo>
                    <a:pt x="333" y="685"/>
                    <a:pt x="355" y="664"/>
                    <a:pt x="363" y="642"/>
                  </a:cubicBezTo>
                  <a:close/>
                  <a:moveTo>
                    <a:pt x="1286" y="1027"/>
                  </a:moveTo>
                  <a:cubicBezTo>
                    <a:pt x="1295" y="1027"/>
                    <a:pt x="1303" y="1028"/>
                    <a:pt x="1311" y="1031"/>
                  </a:cubicBezTo>
                  <a:cubicBezTo>
                    <a:pt x="1382" y="1039"/>
                    <a:pt x="1456" y="1100"/>
                    <a:pt x="1482" y="1170"/>
                  </a:cubicBezTo>
                  <a:cubicBezTo>
                    <a:pt x="1513" y="1227"/>
                    <a:pt x="1509" y="1310"/>
                    <a:pt x="1486" y="1384"/>
                  </a:cubicBezTo>
                  <a:cubicBezTo>
                    <a:pt x="1408" y="1279"/>
                    <a:pt x="1321" y="1162"/>
                    <a:pt x="1224" y="1035"/>
                  </a:cubicBezTo>
                  <a:cubicBezTo>
                    <a:pt x="1245" y="1032"/>
                    <a:pt x="1266" y="1027"/>
                    <a:pt x="1286" y="1027"/>
                  </a:cubicBezTo>
                  <a:close/>
                  <a:moveTo>
                    <a:pt x="1053" y="1104"/>
                  </a:moveTo>
                  <a:cubicBezTo>
                    <a:pt x="1180" y="1262"/>
                    <a:pt x="1303" y="1406"/>
                    <a:pt x="1408" y="1524"/>
                  </a:cubicBezTo>
                  <a:cubicBezTo>
                    <a:pt x="1386" y="1555"/>
                    <a:pt x="1373" y="1594"/>
                    <a:pt x="1347" y="1620"/>
                  </a:cubicBezTo>
                  <a:cubicBezTo>
                    <a:pt x="1342" y="1624"/>
                    <a:pt x="1338" y="1629"/>
                    <a:pt x="1333" y="1638"/>
                  </a:cubicBezTo>
                  <a:cubicBezTo>
                    <a:pt x="1233" y="1498"/>
                    <a:pt x="1111" y="1332"/>
                    <a:pt x="970" y="1152"/>
                  </a:cubicBezTo>
                  <a:cubicBezTo>
                    <a:pt x="992" y="1140"/>
                    <a:pt x="1015" y="1126"/>
                    <a:pt x="1037" y="1114"/>
                  </a:cubicBezTo>
                  <a:cubicBezTo>
                    <a:pt x="1041" y="1109"/>
                    <a:pt x="1045" y="1109"/>
                    <a:pt x="1053" y="1104"/>
                  </a:cubicBezTo>
                  <a:close/>
                  <a:moveTo>
                    <a:pt x="290" y="1"/>
                  </a:moveTo>
                  <a:cubicBezTo>
                    <a:pt x="288" y="1"/>
                    <a:pt x="286" y="1"/>
                    <a:pt x="285" y="3"/>
                  </a:cubicBezTo>
                  <a:cubicBezTo>
                    <a:pt x="267" y="12"/>
                    <a:pt x="315" y="104"/>
                    <a:pt x="403" y="235"/>
                  </a:cubicBezTo>
                  <a:cubicBezTo>
                    <a:pt x="363" y="261"/>
                    <a:pt x="324" y="275"/>
                    <a:pt x="280" y="305"/>
                  </a:cubicBezTo>
                  <a:cubicBezTo>
                    <a:pt x="272" y="313"/>
                    <a:pt x="258" y="327"/>
                    <a:pt x="250" y="340"/>
                  </a:cubicBezTo>
                  <a:cubicBezTo>
                    <a:pt x="217" y="311"/>
                    <a:pt x="194" y="294"/>
                    <a:pt x="179" y="294"/>
                  </a:cubicBezTo>
                  <a:cubicBezTo>
                    <a:pt x="176" y="294"/>
                    <a:pt x="173" y="295"/>
                    <a:pt x="171" y="297"/>
                  </a:cubicBezTo>
                  <a:cubicBezTo>
                    <a:pt x="162" y="305"/>
                    <a:pt x="175" y="335"/>
                    <a:pt x="202" y="388"/>
                  </a:cubicBezTo>
                  <a:cubicBezTo>
                    <a:pt x="145" y="445"/>
                    <a:pt x="88" y="511"/>
                    <a:pt x="49" y="602"/>
                  </a:cubicBezTo>
                  <a:cubicBezTo>
                    <a:pt x="22" y="672"/>
                    <a:pt x="0" y="747"/>
                    <a:pt x="4" y="838"/>
                  </a:cubicBezTo>
                  <a:cubicBezTo>
                    <a:pt x="10" y="926"/>
                    <a:pt x="36" y="1013"/>
                    <a:pt x="79" y="1092"/>
                  </a:cubicBezTo>
                  <a:cubicBezTo>
                    <a:pt x="131" y="1166"/>
                    <a:pt x="202" y="1235"/>
                    <a:pt x="298" y="1279"/>
                  </a:cubicBezTo>
                  <a:cubicBezTo>
                    <a:pt x="341" y="1301"/>
                    <a:pt x="394" y="1314"/>
                    <a:pt x="446" y="1323"/>
                  </a:cubicBezTo>
                  <a:cubicBezTo>
                    <a:pt x="466" y="1325"/>
                    <a:pt x="487" y="1326"/>
                    <a:pt x="508" y="1326"/>
                  </a:cubicBezTo>
                  <a:cubicBezTo>
                    <a:pt x="537" y="1326"/>
                    <a:pt x="567" y="1324"/>
                    <a:pt x="595" y="1319"/>
                  </a:cubicBezTo>
                  <a:cubicBezTo>
                    <a:pt x="678" y="1301"/>
                    <a:pt x="748" y="1271"/>
                    <a:pt x="809" y="1241"/>
                  </a:cubicBezTo>
                  <a:cubicBezTo>
                    <a:pt x="962" y="1428"/>
                    <a:pt x="1106" y="1598"/>
                    <a:pt x="1228" y="1729"/>
                  </a:cubicBezTo>
                  <a:cubicBezTo>
                    <a:pt x="1150" y="1791"/>
                    <a:pt x="1075" y="1848"/>
                    <a:pt x="1023" y="1887"/>
                  </a:cubicBezTo>
                  <a:cubicBezTo>
                    <a:pt x="932" y="1949"/>
                    <a:pt x="883" y="1987"/>
                    <a:pt x="892" y="2009"/>
                  </a:cubicBezTo>
                  <a:cubicBezTo>
                    <a:pt x="897" y="2024"/>
                    <a:pt x="918" y="2031"/>
                    <a:pt x="954" y="2031"/>
                  </a:cubicBezTo>
                  <a:cubicBezTo>
                    <a:pt x="984" y="2031"/>
                    <a:pt x="1025" y="2026"/>
                    <a:pt x="1075" y="2014"/>
                  </a:cubicBezTo>
                  <a:cubicBezTo>
                    <a:pt x="1154" y="1996"/>
                    <a:pt x="1263" y="1953"/>
                    <a:pt x="1377" y="1891"/>
                  </a:cubicBezTo>
                  <a:cubicBezTo>
                    <a:pt x="1461" y="1972"/>
                    <a:pt x="1516" y="2015"/>
                    <a:pt x="1538" y="2015"/>
                  </a:cubicBezTo>
                  <a:cubicBezTo>
                    <a:pt x="1540" y="2015"/>
                    <a:pt x="1542" y="2014"/>
                    <a:pt x="1543" y="2014"/>
                  </a:cubicBezTo>
                  <a:cubicBezTo>
                    <a:pt x="1557" y="2001"/>
                    <a:pt x="1525" y="1939"/>
                    <a:pt x="1464" y="1838"/>
                  </a:cubicBezTo>
                  <a:cubicBezTo>
                    <a:pt x="1486" y="1826"/>
                    <a:pt x="1499" y="1822"/>
                    <a:pt x="1521" y="1808"/>
                  </a:cubicBezTo>
                  <a:cubicBezTo>
                    <a:pt x="1547" y="1786"/>
                    <a:pt x="1569" y="1756"/>
                    <a:pt x="1596" y="1729"/>
                  </a:cubicBezTo>
                  <a:cubicBezTo>
                    <a:pt x="1695" y="1833"/>
                    <a:pt x="1762" y="1893"/>
                    <a:pt x="1786" y="1893"/>
                  </a:cubicBezTo>
                  <a:cubicBezTo>
                    <a:pt x="1789" y="1893"/>
                    <a:pt x="1791" y="1892"/>
                    <a:pt x="1793" y="1891"/>
                  </a:cubicBezTo>
                  <a:cubicBezTo>
                    <a:pt x="1810" y="1878"/>
                    <a:pt x="1761" y="1786"/>
                    <a:pt x="1670" y="1646"/>
                  </a:cubicBezTo>
                  <a:cubicBezTo>
                    <a:pt x="1700" y="1608"/>
                    <a:pt x="1727" y="1568"/>
                    <a:pt x="1753" y="1520"/>
                  </a:cubicBezTo>
                  <a:cubicBezTo>
                    <a:pt x="1814" y="1398"/>
                    <a:pt x="1854" y="1231"/>
                    <a:pt x="1793" y="1052"/>
                  </a:cubicBezTo>
                  <a:cubicBezTo>
                    <a:pt x="1731" y="882"/>
                    <a:pt x="1587" y="737"/>
                    <a:pt x="1390" y="690"/>
                  </a:cubicBezTo>
                  <a:cubicBezTo>
                    <a:pt x="1338" y="676"/>
                    <a:pt x="1285" y="672"/>
                    <a:pt x="1237" y="672"/>
                  </a:cubicBezTo>
                  <a:cubicBezTo>
                    <a:pt x="1184" y="676"/>
                    <a:pt x="1137" y="685"/>
                    <a:pt x="1093" y="698"/>
                  </a:cubicBezTo>
                  <a:cubicBezTo>
                    <a:pt x="1053" y="711"/>
                    <a:pt x="1023" y="729"/>
                    <a:pt x="988" y="747"/>
                  </a:cubicBezTo>
                  <a:cubicBezTo>
                    <a:pt x="861" y="589"/>
                    <a:pt x="739" y="449"/>
                    <a:pt x="639" y="331"/>
                  </a:cubicBezTo>
                  <a:cubicBezTo>
                    <a:pt x="691" y="291"/>
                    <a:pt x="739" y="257"/>
                    <a:pt x="783" y="231"/>
                  </a:cubicBezTo>
                  <a:cubicBezTo>
                    <a:pt x="870" y="166"/>
                    <a:pt x="914" y="121"/>
                    <a:pt x="905" y="99"/>
                  </a:cubicBezTo>
                  <a:cubicBezTo>
                    <a:pt x="901" y="88"/>
                    <a:pt x="883" y="83"/>
                    <a:pt x="853" y="83"/>
                  </a:cubicBezTo>
                  <a:cubicBezTo>
                    <a:pt x="823" y="83"/>
                    <a:pt x="781" y="88"/>
                    <a:pt x="726" y="99"/>
                  </a:cubicBezTo>
                  <a:cubicBezTo>
                    <a:pt x="669" y="113"/>
                    <a:pt x="603" y="134"/>
                    <a:pt x="529" y="166"/>
                  </a:cubicBezTo>
                  <a:cubicBezTo>
                    <a:pt x="521" y="170"/>
                    <a:pt x="508" y="178"/>
                    <a:pt x="498" y="182"/>
                  </a:cubicBezTo>
                  <a:cubicBezTo>
                    <a:pt x="392" y="72"/>
                    <a:pt x="314" y="1"/>
                    <a:pt x="290"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46"/>
            <p:cNvSpPr/>
            <p:nvPr/>
          </p:nvSpPr>
          <p:spPr>
            <a:xfrm>
              <a:off x="2700128" y="1258825"/>
              <a:ext cx="302900" cy="276785"/>
            </a:xfrm>
            <a:custGeom>
              <a:avLst/>
              <a:gdLst/>
              <a:ahLst/>
              <a:cxnLst/>
              <a:rect l="l" t="t" r="r" b="b"/>
              <a:pathLst>
                <a:path w="8212" h="7504" extrusionOk="0">
                  <a:moveTo>
                    <a:pt x="6123" y="179"/>
                  </a:moveTo>
                  <a:lnTo>
                    <a:pt x="8090" y="2504"/>
                  </a:lnTo>
                  <a:cubicBezTo>
                    <a:pt x="7251" y="4309"/>
                    <a:pt x="5573" y="5340"/>
                    <a:pt x="4379" y="5673"/>
                  </a:cubicBezTo>
                  <a:cubicBezTo>
                    <a:pt x="3318" y="5974"/>
                    <a:pt x="2159" y="7106"/>
                    <a:pt x="1923" y="7347"/>
                  </a:cubicBezTo>
                  <a:lnTo>
                    <a:pt x="123" y="5144"/>
                  </a:lnTo>
                  <a:cubicBezTo>
                    <a:pt x="660" y="3859"/>
                    <a:pt x="2636" y="3046"/>
                    <a:pt x="3942" y="2508"/>
                  </a:cubicBezTo>
                  <a:cubicBezTo>
                    <a:pt x="4173" y="2413"/>
                    <a:pt x="4393" y="2321"/>
                    <a:pt x="4580" y="2238"/>
                  </a:cubicBezTo>
                  <a:cubicBezTo>
                    <a:pt x="4803" y="2141"/>
                    <a:pt x="4996" y="2014"/>
                    <a:pt x="5157" y="1875"/>
                  </a:cubicBezTo>
                  <a:cubicBezTo>
                    <a:pt x="5742" y="1377"/>
                    <a:pt x="5983" y="709"/>
                    <a:pt x="6053" y="477"/>
                  </a:cubicBezTo>
                  <a:cubicBezTo>
                    <a:pt x="6065" y="437"/>
                    <a:pt x="6105" y="302"/>
                    <a:pt x="6123" y="179"/>
                  </a:cubicBezTo>
                  <a:close/>
                  <a:moveTo>
                    <a:pt x="6105" y="1"/>
                  </a:moveTo>
                  <a:lnTo>
                    <a:pt x="6018" y="57"/>
                  </a:lnTo>
                  <a:cubicBezTo>
                    <a:pt x="6061" y="175"/>
                    <a:pt x="5769" y="1595"/>
                    <a:pt x="4536" y="2141"/>
                  </a:cubicBezTo>
                  <a:cubicBezTo>
                    <a:pt x="4353" y="2224"/>
                    <a:pt x="4135" y="2316"/>
                    <a:pt x="3903" y="2408"/>
                  </a:cubicBezTo>
                  <a:cubicBezTo>
                    <a:pt x="2977" y="2793"/>
                    <a:pt x="1718" y="3309"/>
                    <a:pt x="857" y="4043"/>
                  </a:cubicBezTo>
                  <a:cubicBezTo>
                    <a:pt x="476" y="4362"/>
                    <a:pt x="175" y="4725"/>
                    <a:pt x="14" y="5135"/>
                  </a:cubicBezTo>
                  <a:lnTo>
                    <a:pt x="0" y="5166"/>
                  </a:lnTo>
                  <a:lnTo>
                    <a:pt x="1914" y="7504"/>
                  </a:lnTo>
                  <a:lnTo>
                    <a:pt x="1958" y="7460"/>
                  </a:lnTo>
                  <a:cubicBezTo>
                    <a:pt x="1971" y="7447"/>
                    <a:pt x="3273" y="6096"/>
                    <a:pt x="4409" y="5778"/>
                  </a:cubicBezTo>
                  <a:cubicBezTo>
                    <a:pt x="5629" y="5432"/>
                    <a:pt x="7350" y="4374"/>
                    <a:pt x="8199" y="2518"/>
                  </a:cubicBezTo>
                  <a:lnTo>
                    <a:pt x="8211" y="2486"/>
                  </a:lnTo>
                  <a:lnTo>
                    <a:pt x="6105"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theme/theme1.xml><?xml version="1.0" encoding="utf-8"?>
<a:theme xmlns:a="http://schemas.openxmlformats.org/drawingml/2006/main" name="Economy Thesis by Slidesgo">
  <a:themeElements>
    <a:clrScheme name="Simple Light">
      <a:dk1>
        <a:srgbClr val="EFEFEF"/>
      </a:dk1>
      <a:lt1>
        <a:srgbClr val="FFF2CC"/>
      </a:lt1>
      <a:dk2>
        <a:srgbClr val="FFE599"/>
      </a:dk2>
      <a:lt2>
        <a:srgbClr val="FFD966"/>
      </a:lt2>
      <a:accent1>
        <a:srgbClr val="F1C232"/>
      </a:accent1>
      <a:accent2>
        <a:srgbClr val="BF9000"/>
      </a:accent2>
      <a:accent3>
        <a:srgbClr val="434343"/>
      </a:accent3>
      <a:accent4>
        <a:srgbClr val="666666"/>
      </a:accent4>
      <a:accent5>
        <a:srgbClr val="999999"/>
      </a:accent5>
      <a:accent6>
        <a:srgbClr val="CCCCCC"/>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5197FEB403E4459D49443174B93093" ma:contentTypeVersion="5" ma:contentTypeDescription="Create a new document." ma:contentTypeScope="" ma:versionID="b7f8aac76c6de5d4b719d9dc446664eb">
  <xsd:schema xmlns:xsd="http://www.w3.org/2001/XMLSchema" xmlns:xs="http://www.w3.org/2001/XMLSchema" xmlns:p="http://schemas.microsoft.com/office/2006/metadata/properties" xmlns:ns2="3cf77393-897a-4e30-9e92-8bd2071b72e2" targetNamespace="http://schemas.microsoft.com/office/2006/metadata/properties" ma:root="true" ma:fieldsID="7aadf55af6eaa662fce65d612c77c608" ns2:_="">
    <xsd:import namespace="3cf77393-897a-4e30-9e92-8bd2071b72e2"/>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f77393-897a-4e30-9e92-8bd2071b72e2"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3cf77393-897a-4e30-9e92-8bd2071b72e2" xsi:nil="true"/>
  </documentManagement>
</p:properties>
</file>

<file path=customXml/itemProps1.xml><?xml version="1.0" encoding="utf-8"?>
<ds:datastoreItem xmlns:ds="http://schemas.openxmlformats.org/officeDocument/2006/customXml" ds:itemID="{0D30430F-5301-411D-B494-BACF8C3B6161}"/>
</file>

<file path=customXml/itemProps2.xml><?xml version="1.0" encoding="utf-8"?>
<ds:datastoreItem xmlns:ds="http://schemas.openxmlformats.org/officeDocument/2006/customXml" ds:itemID="{3768018C-3F34-4B83-8F46-1E16A7B8BD31}"/>
</file>

<file path=customXml/itemProps3.xml><?xml version="1.0" encoding="utf-8"?>
<ds:datastoreItem xmlns:ds="http://schemas.openxmlformats.org/officeDocument/2006/customXml" ds:itemID="{DFFF24B0-B022-486C-A87F-BC07202AB394}"/>
</file>

<file path=docProps/app.xml><?xml version="1.0" encoding="utf-8"?>
<Properties xmlns="http://schemas.openxmlformats.org/officeDocument/2006/extended-properties" xmlns:vt="http://schemas.openxmlformats.org/officeDocument/2006/docPropsVTypes">
  <TotalTime>1134</TotalTime>
  <Words>1878</Words>
  <Application>Microsoft Office PowerPoint</Application>
  <PresentationFormat>On-screen Show (16:9)</PresentationFormat>
  <Paragraphs>192</Paragraphs>
  <Slides>21</Slides>
  <Notes>21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21</vt:i4>
      </vt:variant>
    </vt:vector>
  </HeadingPairs>
  <TitlesOfParts>
    <vt:vector size="36" baseType="lpstr">
      <vt:lpstr>Lato</vt:lpstr>
      <vt:lpstr>Anaheim</vt:lpstr>
      <vt:lpstr>SendUI</vt:lpstr>
      <vt:lpstr>Arial</vt:lpstr>
      <vt:lpstr>Josefin Slab</vt:lpstr>
      <vt:lpstr>Wingdings</vt:lpstr>
      <vt:lpstr>Josefin Slab SemiBold</vt:lpstr>
      <vt:lpstr>Staatliches</vt:lpstr>
      <vt:lpstr>Anton</vt:lpstr>
      <vt:lpstr>SenUI</vt:lpstr>
      <vt:lpstr>Abel</vt:lpstr>
      <vt:lpstr>Microsoft YaHei UI</vt:lpstr>
      <vt:lpstr>RNS Sans</vt:lpstr>
      <vt:lpstr>Unica One</vt:lpstr>
      <vt:lpstr>Economy Thesis by Slidesgo</vt:lpstr>
      <vt:lpstr>DỰ ĐOÁN RỦI RO CỦA DOANH NGHIỆP TỪ CÁC KHOẢN VAY TRONG TƯƠNG LAI</vt:lpstr>
      <vt:lpstr>A46219_Lê Hải Sơn</vt:lpstr>
      <vt:lpstr>LENDING CLUB LOAN​</vt:lpstr>
      <vt:lpstr>NGƯỜI VAY</vt:lpstr>
      <vt:lpstr>BUSINESS CASE</vt:lpstr>
      <vt:lpstr>PHÊ DUYỆT CÁC KHOẢN VAY</vt:lpstr>
      <vt:lpstr>LÝ DO CHỌN CÁC CHỈ SỐ</vt:lpstr>
      <vt:lpstr>TIỀN XỬ LÝ DỮ LIỆU</vt:lpstr>
      <vt:lpstr>TỔNG QUAN VỀ TẬP DỮ LIỆU</vt:lpstr>
      <vt:lpstr>Tại sao lại là Fully Paid và Charged- Off</vt:lpstr>
      <vt:lpstr>Giảm thiểu sự  mơ hồ</vt:lpstr>
      <vt:lpstr>TÁCH TẬP DỮ LIỆU:</vt:lpstr>
      <vt:lpstr>CÂN BẰNG DỮ LIỆU</vt:lpstr>
      <vt:lpstr>TIỀN XỬ LÝ DỮ LIỆU</vt:lpstr>
      <vt:lpstr>MỨC ĐỘ ƯU TIÊN BIẾN</vt:lpstr>
      <vt:lpstr>CHỌN CỘT DỮ LIỆU</vt:lpstr>
      <vt:lpstr>LỰA CHỌN MÔ HÌNH</vt:lpstr>
      <vt:lpstr>LỰA CHỌN MÔ HÌNH</vt:lpstr>
      <vt:lpstr>CÁC BIẾN CỦA MÔ HÌNH VÀ KẾT QUẢ MÔ HÌNH  </vt:lpstr>
      <vt:lpstr>BUSINESS VALUE  </vt:lpstr>
      <vt:lpstr>Cảm ơn đã tham gia lắng nghe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ECONOMICS THESIS</dc:title>
  <cp:lastModifiedBy>a46219 Lê Hải Sơn</cp:lastModifiedBy>
  <cp:revision>9</cp:revision>
  <dcterms:modified xsi:type="dcterms:W3CDTF">2024-06-02T15:13:15Z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0x010100765197FEB403E4459D49443174B93093</vt:lpwstr>
  </property>
</Properties>
</file>